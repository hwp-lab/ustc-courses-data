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handoutMasterIdLst>
    <p:handoutMasterId r:id="rId74"/>
  </p:handoutMasterIdLst>
  <p:sldIdLst>
    <p:sldId id="1354" r:id="rId2"/>
    <p:sldId id="6938" r:id="rId3"/>
    <p:sldId id="6935" r:id="rId4"/>
    <p:sldId id="7008" r:id="rId5"/>
    <p:sldId id="6939" r:id="rId6"/>
    <p:sldId id="6940" r:id="rId7"/>
    <p:sldId id="6941" r:id="rId8"/>
    <p:sldId id="6942" r:id="rId9"/>
    <p:sldId id="6943" r:id="rId10"/>
    <p:sldId id="6944" r:id="rId11"/>
    <p:sldId id="6945" r:id="rId12"/>
    <p:sldId id="6947" r:id="rId13"/>
    <p:sldId id="6948" r:id="rId14"/>
    <p:sldId id="6949" r:id="rId15"/>
    <p:sldId id="6950" r:id="rId16"/>
    <p:sldId id="6946" r:id="rId17"/>
    <p:sldId id="6951" r:id="rId18"/>
    <p:sldId id="6952" r:id="rId19"/>
    <p:sldId id="6953" r:id="rId20"/>
    <p:sldId id="6957" r:id="rId21"/>
    <p:sldId id="6954" r:id="rId22"/>
    <p:sldId id="6958" r:id="rId23"/>
    <p:sldId id="6960" r:id="rId24"/>
    <p:sldId id="6959" r:id="rId25"/>
    <p:sldId id="6961" r:id="rId26"/>
    <p:sldId id="6962" r:id="rId27"/>
    <p:sldId id="6964" r:id="rId28"/>
    <p:sldId id="6965" r:id="rId29"/>
    <p:sldId id="6966" r:id="rId30"/>
    <p:sldId id="6967" r:id="rId31"/>
    <p:sldId id="6969" r:id="rId32"/>
    <p:sldId id="6970" r:id="rId33"/>
    <p:sldId id="6971" r:id="rId34"/>
    <p:sldId id="6972" r:id="rId35"/>
    <p:sldId id="6968" r:id="rId36"/>
    <p:sldId id="6974" r:id="rId37"/>
    <p:sldId id="6973" r:id="rId38"/>
    <p:sldId id="6975" r:id="rId39"/>
    <p:sldId id="6976" r:id="rId40"/>
    <p:sldId id="6977" r:id="rId41"/>
    <p:sldId id="6979" r:id="rId42"/>
    <p:sldId id="6983" r:id="rId43"/>
    <p:sldId id="6963" r:id="rId44"/>
    <p:sldId id="6980" r:id="rId45"/>
    <p:sldId id="6981" r:id="rId46"/>
    <p:sldId id="6982" r:id="rId47"/>
    <p:sldId id="7009" r:id="rId48"/>
    <p:sldId id="6984" r:id="rId49"/>
    <p:sldId id="6985" r:id="rId50"/>
    <p:sldId id="6955" r:id="rId51"/>
    <p:sldId id="6986" r:id="rId52"/>
    <p:sldId id="6987" r:id="rId53"/>
    <p:sldId id="6988" r:id="rId54"/>
    <p:sldId id="6990" r:id="rId55"/>
    <p:sldId id="6989" r:id="rId56"/>
    <p:sldId id="6991" r:id="rId57"/>
    <p:sldId id="6993" r:id="rId58"/>
    <p:sldId id="6994" r:id="rId59"/>
    <p:sldId id="6992" r:id="rId60"/>
    <p:sldId id="6996" r:id="rId61"/>
    <p:sldId id="6998" r:id="rId62"/>
    <p:sldId id="6956" r:id="rId63"/>
    <p:sldId id="6999" r:id="rId64"/>
    <p:sldId id="7000" r:id="rId65"/>
    <p:sldId id="7001" r:id="rId66"/>
    <p:sldId id="7002" r:id="rId67"/>
    <p:sldId id="7003" r:id="rId68"/>
    <p:sldId id="7004" r:id="rId69"/>
    <p:sldId id="7005" r:id="rId70"/>
    <p:sldId id="7006" r:id="rId71"/>
    <p:sldId id="7010" r:id="rId7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00FFFF"/>
    <a:srgbClr val="00FF00"/>
    <a:srgbClr val="FFC8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20" autoAdjust="0"/>
    <p:restoredTop sz="71204" autoAdjust="0"/>
  </p:normalViewPr>
  <p:slideViewPr>
    <p:cSldViewPr snapToGrid="0">
      <p:cViewPr varScale="1">
        <p:scale>
          <a:sx n="68" d="100"/>
          <a:sy n="68" d="100"/>
        </p:scale>
        <p:origin x="297" y="33"/>
      </p:cViewPr>
      <p:guideLst/>
    </p:cSldViewPr>
  </p:slideViewPr>
  <p:notesTextViewPr>
    <p:cViewPr>
      <p:scale>
        <a:sx n="1" d="1"/>
        <a:sy n="1" d="1"/>
      </p:scale>
      <p:origin x="0" y="0"/>
    </p:cViewPr>
  </p:notesTextViewPr>
  <p:notesViewPr>
    <p:cSldViewPr snapToGrid="0">
      <p:cViewPr varScale="1">
        <p:scale>
          <a:sx n="60" d="100"/>
          <a:sy n="60" d="100"/>
        </p:scale>
        <p:origin x="1230" y="39"/>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336B957-0C23-1CDE-A2B8-044701C667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07E1FBC-070D-8861-8D9C-258144CACE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A72CA61-C7A7-44C1-8225-2F3B25FCEFE9}" type="datetimeFigureOut">
              <a:rPr lang="zh-CN" altLang="en-US" smtClean="0"/>
              <a:t>2025/12/31</a:t>
            </a:fld>
            <a:endParaRPr lang="zh-CN" altLang="en-US"/>
          </a:p>
        </p:txBody>
      </p:sp>
      <p:sp>
        <p:nvSpPr>
          <p:cNvPr id="4" name="页脚占位符 3">
            <a:extLst>
              <a:ext uri="{FF2B5EF4-FFF2-40B4-BE49-F238E27FC236}">
                <a16:creationId xmlns:a16="http://schemas.microsoft.com/office/drawing/2014/main" id="{CE964B15-02A6-96D1-7025-FFA5019E5E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1ABE5DA-4AAF-6256-556A-73DB14F76B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E1A6520-B727-41E0-BB1B-FA4B49A625E8}" type="slidenum">
              <a:rPr lang="zh-CN" altLang="en-US" smtClean="0"/>
              <a:t>‹#›</a:t>
            </a:fld>
            <a:endParaRPr lang="zh-CN" altLang="en-US"/>
          </a:p>
        </p:txBody>
      </p:sp>
    </p:spTree>
    <p:extLst>
      <p:ext uri="{BB962C8B-B14F-4D97-AF65-F5344CB8AC3E}">
        <p14:creationId xmlns:p14="http://schemas.microsoft.com/office/powerpoint/2010/main" val="2731041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499D7-817A-4BF8-98BA-7E2BFEC27B52}" type="datetimeFigureOut">
              <a:rPr lang="zh-CN" altLang="en-US" smtClean="0"/>
              <a:t>2025/12/31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F8E926-3218-4A05-BE3C-00B734B06F20}" type="slidenum">
              <a:rPr lang="zh-CN" altLang="en-US" smtClean="0"/>
              <a:t>‹#›</a:t>
            </a:fld>
            <a:endParaRPr lang="zh-CN" altLang="en-US"/>
          </a:p>
        </p:txBody>
      </p:sp>
    </p:spTree>
    <p:extLst>
      <p:ext uri="{BB962C8B-B14F-4D97-AF65-F5344CB8AC3E}">
        <p14:creationId xmlns:p14="http://schemas.microsoft.com/office/powerpoint/2010/main" val="114420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D049EC6D-DB1F-44A4-BAF7-4CD4248B20AA}" type="slidenum">
              <a:rPr lang="zh-CN" altLang="en-US" smtClean="0"/>
              <a:pPr/>
              <a:t>1</a:t>
            </a:fld>
            <a:endParaRPr lang="zh-CN" altLang="en-US"/>
          </a:p>
        </p:txBody>
      </p:sp>
    </p:spTree>
    <p:extLst>
      <p:ext uri="{BB962C8B-B14F-4D97-AF65-F5344CB8AC3E}">
        <p14:creationId xmlns:p14="http://schemas.microsoft.com/office/powerpoint/2010/main" val="2828306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zh-CN" altLang="en-US" sz="1200"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a:t>
            </a:fld>
            <a:endParaRPr lang="zh-CN" altLang="en-US"/>
          </a:p>
        </p:txBody>
      </p:sp>
    </p:spTree>
    <p:extLst>
      <p:ext uri="{BB962C8B-B14F-4D97-AF65-F5344CB8AC3E}">
        <p14:creationId xmlns:p14="http://schemas.microsoft.com/office/powerpoint/2010/main" val="221483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zh-CN" altLang="en-US" sz="1200"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3</a:t>
            </a:fld>
            <a:endParaRPr lang="zh-CN" altLang="en-US"/>
          </a:p>
        </p:txBody>
      </p:sp>
    </p:spTree>
    <p:extLst>
      <p:ext uri="{BB962C8B-B14F-4D97-AF65-F5344CB8AC3E}">
        <p14:creationId xmlns:p14="http://schemas.microsoft.com/office/powerpoint/2010/main" val="221483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4E68D-4168-A4FC-9E98-9A8C8560D5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108040-246A-CD45-A342-FC66A973CF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9796A0-5194-578B-88A4-5D9D772068DA}"/>
              </a:ext>
            </a:extLst>
          </p:cNvPr>
          <p:cNvSpPr>
            <a:spLocks noGrp="1"/>
          </p:cNvSpPr>
          <p:nvPr>
            <p:ph type="body" idx="1"/>
          </p:nvPr>
        </p:nvSpPr>
        <p:spPr/>
        <p:txBody>
          <a:bodyPr/>
          <a:lstStyle/>
          <a:p>
            <a:pPr eaLnBrk="1" hangingPunct="1"/>
            <a:endParaRPr lang="zh-CN" altLang="en-US" sz="1200" dirty="0"/>
          </a:p>
        </p:txBody>
      </p:sp>
      <p:sp>
        <p:nvSpPr>
          <p:cNvPr id="4" name="灯片编号占位符 3">
            <a:extLst>
              <a:ext uri="{FF2B5EF4-FFF2-40B4-BE49-F238E27FC236}">
                <a16:creationId xmlns:a16="http://schemas.microsoft.com/office/drawing/2014/main" id="{A4274D48-F97C-D853-BDBD-7CBD62FA6FFB}"/>
              </a:ext>
            </a:extLst>
          </p:cNvPr>
          <p:cNvSpPr>
            <a:spLocks noGrp="1"/>
          </p:cNvSpPr>
          <p:nvPr>
            <p:ph type="sldNum" sz="quarter" idx="5"/>
          </p:nvPr>
        </p:nvSpPr>
        <p:spPr/>
        <p:txBody>
          <a:bodyPr/>
          <a:lstStyle/>
          <a:p>
            <a:fld id="{6AF8E926-3218-4A05-BE3C-00B734B06F20}" type="slidenum">
              <a:rPr lang="zh-CN" altLang="en-US" smtClean="0"/>
              <a:t>4</a:t>
            </a:fld>
            <a:endParaRPr lang="zh-CN" altLang="en-US"/>
          </a:p>
        </p:txBody>
      </p:sp>
    </p:spTree>
    <p:extLst>
      <p:ext uri="{BB962C8B-B14F-4D97-AF65-F5344CB8AC3E}">
        <p14:creationId xmlns:p14="http://schemas.microsoft.com/office/powerpoint/2010/main" val="894486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B662-D065-3ABB-0868-A7BC570577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A854D3-3819-6104-2DF1-BFAD9F4829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384F43-3143-4858-C235-BFA4ECF787DE}"/>
              </a:ext>
            </a:extLst>
          </p:cNvPr>
          <p:cNvSpPr>
            <a:spLocks noGrp="1"/>
          </p:cNvSpPr>
          <p:nvPr>
            <p:ph type="body" idx="1"/>
          </p:nvPr>
        </p:nvSpPr>
        <p:spPr/>
        <p:txBody>
          <a:bodyPr/>
          <a:lstStyle/>
          <a:p>
            <a:pPr eaLnBrk="1" hangingPunct="1"/>
            <a:endParaRPr lang="zh-CN" altLang="en-US" sz="1200" dirty="0"/>
          </a:p>
        </p:txBody>
      </p:sp>
      <p:sp>
        <p:nvSpPr>
          <p:cNvPr id="4" name="灯片编号占位符 3">
            <a:extLst>
              <a:ext uri="{FF2B5EF4-FFF2-40B4-BE49-F238E27FC236}">
                <a16:creationId xmlns:a16="http://schemas.microsoft.com/office/drawing/2014/main" id="{980C3794-AC72-5054-DE04-D1F1490C1011}"/>
              </a:ext>
            </a:extLst>
          </p:cNvPr>
          <p:cNvSpPr>
            <a:spLocks noGrp="1"/>
          </p:cNvSpPr>
          <p:nvPr>
            <p:ph type="sldNum" sz="quarter" idx="5"/>
          </p:nvPr>
        </p:nvSpPr>
        <p:spPr/>
        <p:txBody>
          <a:bodyPr/>
          <a:lstStyle/>
          <a:p>
            <a:fld id="{6AF8E926-3218-4A05-BE3C-00B734B06F20}" type="slidenum">
              <a:rPr lang="zh-CN" altLang="en-US" smtClean="0"/>
              <a:t>5</a:t>
            </a:fld>
            <a:endParaRPr lang="zh-CN" altLang="en-US"/>
          </a:p>
        </p:txBody>
      </p:sp>
    </p:spTree>
    <p:extLst>
      <p:ext uri="{BB962C8B-B14F-4D97-AF65-F5344CB8AC3E}">
        <p14:creationId xmlns:p14="http://schemas.microsoft.com/office/powerpoint/2010/main" val="2027786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BDB21-60A1-3BFD-21EC-8B841CD95E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4CD7F8-8974-F68A-6ACF-D5A28BBBC6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9A1CCC-61D9-E22E-9418-B97499B96D23}"/>
              </a:ext>
            </a:extLst>
          </p:cNvPr>
          <p:cNvSpPr>
            <a:spLocks noGrp="1"/>
          </p:cNvSpPr>
          <p:nvPr>
            <p:ph type="body" idx="1"/>
          </p:nvPr>
        </p:nvSpPr>
        <p:spPr/>
        <p:txBody>
          <a:bodyPr/>
          <a:lstStyle/>
          <a:p>
            <a:pPr eaLnBrk="1" hangingPunct="1"/>
            <a:endParaRPr lang="zh-CN" altLang="en-US" sz="1200" dirty="0"/>
          </a:p>
        </p:txBody>
      </p:sp>
      <p:sp>
        <p:nvSpPr>
          <p:cNvPr id="4" name="灯片编号占位符 3">
            <a:extLst>
              <a:ext uri="{FF2B5EF4-FFF2-40B4-BE49-F238E27FC236}">
                <a16:creationId xmlns:a16="http://schemas.microsoft.com/office/drawing/2014/main" id="{348F0D6E-3FB1-F9E4-DDCA-16D831007D40}"/>
              </a:ext>
            </a:extLst>
          </p:cNvPr>
          <p:cNvSpPr>
            <a:spLocks noGrp="1"/>
          </p:cNvSpPr>
          <p:nvPr>
            <p:ph type="sldNum" sz="quarter" idx="5"/>
          </p:nvPr>
        </p:nvSpPr>
        <p:spPr/>
        <p:txBody>
          <a:bodyPr/>
          <a:lstStyle/>
          <a:p>
            <a:fld id="{6AF8E926-3218-4A05-BE3C-00B734B06F20}" type="slidenum">
              <a:rPr lang="zh-CN" altLang="en-US" smtClean="0"/>
              <a:t>6</a:t>
            </a:fld>
            <a:endParaRPr lang="zh-CN" altLang="en-US"/>
          </a:p>
        </p:txBody>
      </p:sp>
    </p:spTree>
    <p:extLst>
      <p:ext uri="{BB962C8B-B14F-4D97-AF65-F5344CB8AC3E}">
        <p14:creationId xmlns:p14="http://schemas.microsoft.com/office/powerpoint/2010/main" val="1524347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515A6-EB0D-F378-7254-FA362D6CF1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0AE739-8C03-0DF7-88B1-BCADFA36E4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8BCC786-7F06-35D7-6B9B-03FAF0AC0369}"/>
              </a:ext>
            </a:extLst>
          </p:cNvPr>
          <p:cNvSpPr>
            <a:spLocks noGrp="1"/>
          </p:cNvSpPr>
          <p:nvPr>
            <p:ph type="body" idx="1"/>
          </p:nvPr>
        </p:nvSpPr>
        <p:spPr/>
        <p:txBody>
          <a:bodyPr/>
          <a:lstStyle/>
          <a:p>
            <a:pPr eaLnBrk="1" hangingPunct="1"/>
            <a:endParaRPr lang="zh-CN" altLang="en-US" sz="1200" dirty="0"/>
          </a:p>
        </p:txBody>
      </p:sp>
      <p:sp>
        <p:nvSpPr>
          <p:cNvPr id="4" name="灯片编号占位符 3">
            <a:extLst>
              <a:ext uri="{FF2B5EF4-FFF2-40B4-BE49-F238E27FC236}">
                <a16:creationId xmlns:a16="http://schemas.microsoft.com/office/drawing/2014/main" id="{7F68366E-FC5B-8BFD-E175-30573103A2E9}"/>
              </a:ext>
            </a:extLst>
          </p:cNvPr>
          <p:cNvSpPr>
            <a:spLocks noGrp="1"/>
          </p:cNvSpPr>
          <p:nvPr>
            <p:ph type="sldNum" sz="quarter" idx="5"/>
          </p:nvPr>
        </p:nvSpPr>
        <p:spPr/>
        <p:txBody>
          <a:bodyPr/>
          <a:lstStyle/>
          <a:p>
            <a:fld id="{6AF8E926-3218-4A05-BE3C-00B734B06F20}" type="slidenum">
              <a:rPr lang="zh-CN" altLang="en-US" smtClean="0"/>
              <a:t>7</a:t>
            </a:fld>
            <a:endParaRPr lang="zh-CN" altLang="en-US"/>
          </a:p>
        </p:txBody>
      </p:sp>
    </p:spTree>
    <p:extLst>
      <p:ext uri="{BB962C8B-B14F-4D97-AF65-F5344CB8AC3E}">
        <p14:creationId xmlns:p14="http://schemas.microsoft.com/office/powerpoint/2010/main" val="3719933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5A664-E132-E0CE-8BBA-CCAA16CE93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209D8F-AE1B-A85F-9B8B-87FAA2B0D8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1E42A4-D6EF-2955-BA73-5162BC0B295E}"/>
              </a:ext>
            </a:extLst>
          </p:cNvPr>
          <p:cNvSpPr>
            <a:spLocks noGrp="1"/>
          </p:cNvSpPr>
          <p:nvPr>
            <p:ph type="body" idx="1"/>
          </p:nvPr>
        </p:nvSpPr>
        <p:spPr/>
        <p:txBody>
          <a:bodyPr/>
          <a:lstStyle/>
          <a:p>
            <a:pPr eaLnBrk="1" hangingPunct="1"/>
            <a:endParaRPr lang="zh-CN" altLang="en-US" sz="1200" dirty="0"/>
          </a:p>
        </p:txBody>
      </p:sp>
      <p:sp>
        <p:nvSpPr>
          <p:cNvPr id="4" name="灯片编号占位符 3">
            <a:extLst>
              <a:ext uri="{FF2B5EF4-FFF2-40B4-BE49-F238E27FC236}">
                <a16:creationId xmlns:a16="http://schemas.microsoft.com/office/drawing/2014/main" id="{051D2274-D59F-F763-896F-2C01B883DB6A}"/>
              </a:ext>
            </a:extLst>
          </p:cNvPr>
          <p:cNvSpPr>
            <a:spLocks noGrp="1"/>
          </p:cNvSpPr>
          <p:nvPr>
            <p:ph type="sldNum" sz="quarter" idx="5"/>
          </p:nvPr>
        </p:nvSpPr>
        <p:spPr/>
        <p:txBody>
          <a:bodyPr/>
          <a:lstStyle/>
          <a:p>
            <a:fld id="{6AF8E926-3218-4A05-BE3C-00B734B06F20}" type="slidenum">
              <a:rPr lang="zh-CN" altLang="en-US" smtClean="0"/>
              <a:t>8</a:t>
            </a:fld>
            <a:endParaRPr lang="zh-CN" altLang="en-US"/>
          </a:p>
        </p:txBody>
      </p:sp>
    </p:spTree>
    <p:extLst>
      <p:ext uri="{BB962C8B-B14F-4D97-AF65-F5344CB8AC3E}">
        <p14:creationId xmlns:p14="http://schemas.microsoft.com/office/powerpoint/2010/main" val="1421780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6DF0E-DEBF-AE0D-6244-EAAE0D54F5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5B4CDD-E50D-0A89-C60C-F071B9B8AAF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7627E01-2544-6F33-0B90-46F191EEE60A}"/>
              </a:ext>
            </a:extLst>
          </p:cNvPr>
          <p:cNvSpPr>
            <a:spLocks noGrp="1"/>
          </p:cNvSpPr>
          <p:nvPr>
            <p:ph type="body" idx="1"/>
          </p:nvPr>
        </p:nvSpPr>
        <p:spPr/>
        <p:txBody>
          <a:bodyPr/>
          <a:lstStyle/>
          <a:p>
            <a:pPr eaLnBrk="1" hangingPunct="1"/>
            <a:endParaRPr lang="zh-CN" altLang="en-US" sz="1200" dirty="0"/>
          </a:p>
        </p:txBody>
      </p:sp>
      <p:sp>
        <p:nvSpPr>
          <p:cNvPr id="4" name="灯片编号占位符 3">
            <a:extLst>
              <a:ext uri="{FF2B5EF4-FFF2-40B4-BE49-F238E27FC236}">
                <a16:creationId xmlns:a16="http://schemas.microsoft.com/office/drawing/2014/main" id="{F4E979DF-998A-8C92-01C5-6FF864AFAAB4}"/>
              </a:ext>
            </a:extLst>
          </p:cNvPr>
          <p:cNvSpPr>
            <a:spLocks noGrp="1"/>
          </p:cNvSpPr>
          <p:nvPr>
            <p:ph type="sldNum" sz="quarter" idx="5"/>
          </p:nvPr>
        </p:nvSpPr>
        <p:spPr/>
        <p:txBody>
          <a:bodyPr/>
          <a:lstStyle/>
          <a:p>
            <a:fld id="{6AF8E926-3218-4A05-BE3C-00B734B06F20}" type="slidenum">
              <a:rPr lang="zh-CN" altLang="en-US" smtClean="0"/>
              <a:t>9</a:t>
            </a:fld>
            <a:endParaRPr lang="zh-CN" altLang="en-US"/>
          </a:p>
        </p:txBody>
      </p:sp>
    </p:spTree>
    <p:extLst>
      <p:ext uri="{BB962C8B-B14F-4D97-AF65-F5344CB8AC3E}">
        <p14:creationId xmlns:p14="http://schemas.microsoft.com/office/powerpoint/2010/main" val="3178720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3B5B2-6793-A6AE-AECD-056BE962EE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F15520-348F-137A-E274-BB4B8AF34E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F874CB-A1AC-847D-E593-63D159BDF7C7}"/>
              </a:ext>
            </a:extLst>
          </p:cNvPr>
          <p:cNvSpPr>
            <a:spLocks noGrp="1"/>
          </p:cNvSpPr>
          <p:nvPr>
            <p:ph type="body" idx="1"/>
          </p:nvPr>
        </p:nvSpPr>
        <p:spPr/>
        <p:txBody>
          <a:bodyPr/>
          <a:lstStyle/>
          <a:p>
            <a:pPr eaLnBrk="1" hangingPunct="1"/>
            <a:endParaRPr lang="zh-CN" altLang="en-US" sz="1200" dirty="0"/>
          </a:p>
        </p:txBody>
      </p:sp>
      <p:sp>
        <p:nvSpPr>
          <p:cNvPr id="4" name="灯片编号占位符 3">
            <a:extLst>
              <a:ext uri="{FF2B5EF4-FFF2-40B4-BE49-F238E27FC236}">
                <a16:creationId xmlns:a16="http://schemas.microsoft.com/office/drawing/2014/main" id="{43FBA33B-5B56-B886-1232-A1292F72C26A}"/>
              </a:ext>
            </a:extLst>
          </p:cNvPr>
          <p:cNvSpPr>
            <a:spLocks noGrp="1"/>
          </p:cNvSpPr>
          <p:nvPr>
            <p:ph type="sldNum" sz="quarter" idx="5"/>
          </p:nvPr>
        </p:nvSpPr>
        <p:spPr/>
        <p:txBody>
          <a:bodyPr/>
          <a:lstStyle/>
          <a:p>
            <a:fld id="{6AF8E926-3218-4A05-BE3C-00B734B06F20}" type="slidenum">
              <a:rPr lang="zh-CN" altLang="en-US" smtClean="0"/>
              <a:t>10</a:t>
            </a:fld>
            <a:endParaRPr lang="zh-CN" altLang="en-US"/>
          </a:p>
        </p:txBody>
      </p:sp>
    </p:spTree>
    <p:extLst>
      <p:ext uri="{BB962C8B-B14F-4D97-AF65-F5344CB8AC3E}">
        <p14:creationId xmlns:p14="http://schemas.microsoft.com/office/powerpoint/2010/main" val="3432662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dirty="0">
                <a:solidFill>
                  <a:srgbClr val="002060"/>
                </a:solidFill>
                <a:latin typeface="微软雅黑" panose="020B0503020204020204" pitchFamily="34" charset="-122"/>
                <a:ea typeface="微软雅黑" panose="020B0503020204020204" pitchFamily="34" charset="-122"/>
              </a:rPr>
              <a:t>若两个逻辑式相等，则它们的对偶式也相等</a:t>
            </a:r>
            <a:endParaRPr kumimoji="1" lang="en-US" altLang="zh-CN" sz="1200" dirty="0">
              <a:solidFill>
                <a:srgbClr val="002060"/>
              </a:solidFill>
              <a:latin typeface="微软雅黑" panose="020B0503020204020204" pitchFamily="34" charset="-122"/>
              <a:ea typeface="微软雅黑" panose="020B0503020204020204" pitchFamily="34" charset="-122"/>
            </a:endParaRPr>
          </a:p>
          <a:p>
            <a:r>
              <a:rPr kumimoji="1" lang="zh-CN" altLang="en-US" sz="1200" dirty="0">
                <a:solidFill>
                  <a:srgbClr val="002060"/>
                </a:solidFill>
                <a:latin typeface="微软雅黑" panose="020B0503020204020204" pitchFamily="34" charset="-122"/>
                <a:ea typeface="微软雅黑" panose="020B0503020204020204" pitchFamily="34" charset="-122"/>
              </a:rPr>
              <a:t>利用对偶规则，从已知公式可以得到更多公式</a:t>
            </a:r>
            <a:endParaRPr kumimoji="1" lang="en-US" altLang="zh-CN" sz="1200" dirty="0">
              <a:solidFill>
                <a:srgbClr val="002060"/>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11</a:t>
            </a:fld>
            <a:endParaRPr lang="zh-CN" altLang="en-US"/>
          </a:p>
        </p:txBody>
      </p:sp>
    </p:spTree>
    <p:extLst>
      <p:ext uri="{BB962C8B-B14F-4D97-AF65-F5344CB8AC3E}">
        <p14:creationId xmlns:p14="http://schemas.microsoft.com/office/powerpoint/2010/main" val="176551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39D61-636F-E2BA-DCAB-A9DF2318D7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499C84-A377-785B-E0B0-1BFBC194CD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CE2E84-845F-BCBB-1737-740AB8EFB49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6CE556B-B661-2CC8-08EF-AEF5369A872E}"/>
              </a:ext>
            </a:extLst>
          </p:cNvPr>
          <p:cNvSpPr>
            <a:spLocks noGrp="1"/>
          </p:cNvSpPr>
          <p:nvPr>
            <p:ph type="sldNum" sz="quarter" idx="5"/>
          </p:nvPr>
        </p:nvSpPr>
        <p:spPr/>
        <p:txBody>
          <a:bodyPr/>
          <a:lstStyle/>
          <a:p>
            <a:fld id="{6AF8E926-3218-4A05-BE3C-00B734B06F20}" type="slidenum">
              <a:rPr lang="zh-CN" altLang="en-US" smtClean="0"/>
              <a:t>12</a:t>
            </a:fld>
            <a:endParaRPr lang="zh-CN" altLang="en-US"/>
          </a:p>
        </p:txBody>
      </p:sp>
    </p:spTree>
    <p:extLst>
      <p:ext uri="{BB962C8B-B14F-4D97-AF65-F5344CB8AC3E}">
        <p14:creationId xmlns:p14="http://schemas.microsoft.com/office/powerpoint/2010/main" val="1164032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14198-DE71-5098-FB9B-790D50A45B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1F0DE3-FF01-4B7A-C1E8-BCA5DD5C29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5FF203-93C5-6AB1-8235-94FEBB50D57D}"/>
              </a:ext>
            </a:extLst>
          </p:cNvPr>
          <p:cNvSpPr>
            <a:spLocks noGrp="1"/>
          </p:cNvSpPr>
          <p:nvPr>
            <p:ph type="body" idx="1"/>
          </p:nvPr>
        </p:nvSpPr>
        <p:spPr/>
        <p:txBody>
          <a:bodyPr/>
          <a:lstStyle/>
          <a:p>
            <a:r>
              <a:rPr lang="zh-CN" altLang="en-US" sz="1200" dirty="0">
                <a:solidFill>
                  <a:srgbClr val="0000FF"/>
                </a:solidFill>
                <a:latin typeface="微软雅黑" panose="020B0503020204020204" pitchFamily="34" charset="-122"/>
                <a:ea typeface="微软雅黑" panose="020B0503020204020204" pitchFamily="34" charset="-122"/>
              </a:rPr>
              <a:t>未出现在最小项表达式中的各标号组成的最大项之积构成了相对应的最大项表达式</a:t>
            </a:r>
            <a:endParaRPr lang="zh-CN" altLang="en-US" dirty="0"/>
          </a:p>
        </p:txBody>
      </p:sp>
      <p:sp>
        <p:nvSpPr>
          <p:cNvPr id="4" name="灯片编号占位符 3">
            <a:extLst>
              <a:ext uri="{FF2B5EF4-FFF2-40B4-BE49-F238E27FC236}">
                <a16:creationId xmlns:a16="http://schemas.microsoft.com/office/drawing/2014/main" id="{5230703E-F679-14ED-793D-8CE25622D164}"/>
              </a:ext>
            </a:extLst>
          </p:cNvPr>
          <p:cNvSpPr>
            <a:spLocks noGrp="1"/>
          </p:cNvSpPr>
          <p:nvPr>
            <p:ph type="sldNum" sz="quarter" idx="5"/>
          </p:nvPr>
        </p:nvSpPr>
        <p:spPr/>
        <p:txBody>
          <a:bodyPr/>
          <a:lstStyle/>
          <a:p>
            <a:fld id="{6AF8E926-3218-4A05-BE3C-00B734B06F20}" type="slidenum">
              <a:rPr lang="zh-CN" altLang="en-US" smtClean="0"/>
              <a:t>13</a:t>
            </a:fld>
            <a:endParaRPr lang="zh-CN" altLang="en-US"/>
          </a:p>
        </p:txBody>
      </p:sp>
    </p:spTree>
    <p:extLst>
      <p:ext uri="{BB962C8B-B14F-4D97-AF65-F5344CB8AC3E}">
        <p14:creationId xmlns:p14="http://schemas.microsoft.com/office/powerpoint/2010/main" val="7386867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29</a:t>
            </a:fld>
            <a:endParaRPr lang="zh-CN" altLang="en-US"/>
          </a:p>
        </p:txBody>
      </p:sp>
    </p:spTree>
    <p:extLst>
      <p:ext uri="{BB962C8B-B14F-4D97-AF65-F5344CB8AC3E}">
        <p14:creationId xmlns:p14="http://schemas.microsoft.com/office/powerpoint/2010/main" val="42823904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solidFill>
                  <a:schemeClr val="accent1">
                    <a:lumMod val="50000"/>
                  </a:schemeClr>
                </a:solidFill>
                <a:latin typeface="Microsoft YaHei" panose="020B0503020204020204" pitchFamily="34" charset="-122"/>
                <a:ea typeface="Microsoft YaHei" panose="020B0503020204020204" pitchFamily="34" charset="-122"/>
              </a:rPr>
              <a:t>米利型电路输出与时钟不完全同步，可能产生毛刺，在没有明确要求的前提下，建议使用穆尔型（摩尔型），后者可能会多用几个触发器（如今硬件资源够）</a:t>
            </a: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34</a:t>
            </a:fld>
            <a:endParaRPr lang="zh-CN" altLang="en-US"/>
          </a:p>
        </p:txBody>
      </p:sp>
    </p:spTree>
    <p:extLst>
      <p:ext uri="{BB962C8B-B14F-4D97-AF65-F5344CB8AC3E}">
        <p14:creationId xmlns:p14="http://schemas.microsoft.com/office/powerpoint/2010/main" val="4246665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35</a:t>
            </a:fld>
            <a:endParaRPr lang="zh-CN" altLang="en-US"/>
          </a:p>
        </p:txBody>
      </p:sp>
    </p:spTree>
    <p:extLst>
      <p:ext uri="{BB962C8B-B14F-4D97-AF65-F5344CB8AC3E}">
        <p14:creationId xmlns:p14="http://schemas.microsoft.com/office/powerpoint/2010/main" val="40437327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A811C-7FDC-06BF-E5C1-FF0C016763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3EA890-670B-1C37-66AC-9970608ABC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28DA2B-126B-E1A5-97E6-5EDDEDE06A3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044E246-E40E-3482-D1F8-179234F41267}"/>
              </a:ext>
            </a:extLst>
          </p:cNvPr>
          <p:cNvSpPr>
            <a:spLocks noGrp="1"/>
          </p:cNvSpPr>
          <p:nvPr>
            <p:ph type="sldNum" sz="quarter" idx="5"/>
          </p:nvPr>
        </p:nvSpPr>
        <p:spPr/>
        <p:txBody>
          <a:bodyPr/>
          <a:lstStyle/>
          <a:p>
            <a:fld id="{6AF8E926-3218-4A05-BE3C-00B734B06F20}" type="slidenum">
              <a:rPr lang="zh-CN" altLang="en-US" smtClean="0"/>
              <a:t>36</a:t>
            </a:fld>
            <a:endParaRPr lang="zh-CN" altLang="en-US"/>
          </a:p>
        </p:txBody>
      </p:sp>
    </p:spTree>
    <p:extLst>
      <p:ext uri="{BB962C8B-B14F-4D97-AF65-F5344CB8AC3E}">
        <p14:creationId xmlns:p14="http://schemas.microsoft.com/office/powerpoint/2010/main" val="29485478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6FD21-9F78-E588-60EE-F39574A697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9FD51C-21D5-6F6D-3E47-1531A4EDDA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E4D8D6-0188-687A-B399-41915E8AAA0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B0FE7EC-3D2C-D7E0-FE6E-A536F0675DFC}"/>
              </a:ext>
            </a:extLst>
          </p:cNvPr>
          <p:cNvSpPr>
            <a:spLocks noGrp="1"/>
          </p:cNvSpPr>
          <p:nvPr>
            <p:ph type="sldNum" sz="quarter" idx="5"/>
          </p:nvPr>
        </p:nvSpPr>
        <p:spPr/>
        <p:txBody>
          <a:bodyPr/>
          <a:lstStyle/>
          <a:p>
            <a:fld id="{6AF8E926-3218-4A05-BE3C-00B734B06F20}" type="slidenum">
              <a:rPr lang="zh-CN" altLang="en-US" smtClean="0"/>
              <a:t>37</a:t>
            </a:fld>
            <a:endParaRPr lang="zh-CN" altLang="en-US"/>
          </a:p>
        </p:txBody>
      </p:sp>
    </p:spTree>
    <p:extLst>
      <p:ext uri="{BB962C8B-B14F-4D97-AF65-F5344CB8AC3E}">
        <p14:creationId xmlns:p14="http://schemas.microsoft.com/office/powerpoint/2010/main" val="31316549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BB51C-95CD-A7A3-726A-FA543F9C79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5A8512-528F-8B41-6CB0-202DD758B82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0ED7D5-B088-6FB6-4397-48235F57AD1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62ADD82-0004-A4C8-3EC2-DF197013EB12}"/>
              </a:ext>
            </a:extLst>
          </p:cNvPr>
          <p:cNvSpPr>
            <a:spLocks noGrp="1"/>
          </p:cNvSpPr>
          <p:nvPr>
            <p:ph type="sldNum" sz="quarter" idx="5"/>
          </p:nvPr>
        </p:nvSpPr>
        <p:spPr/>
        <p:txBody>
          <a:bodyPr/>
          <a:lstStyle/>
          <a:p>
            <a:fld id="{6AF8E926-3218-4A05-BE3C-00B734B06F20}" type="slidenum">
              <a:rPr lang="zh-CN" altLang="en-US" smtClean="0"/>
              <a:t>38</a:t>
            </a:fld>
            <a:endParaRPr lang="zh-CN" altLang="en-US"/>
          </a:p>
        </p:txBody>
      </p:sp>
    </p:spTree>
    <p:extLst>
      <p:ext uri="{BB962C8B-B14F-4D97-AF65-F5344CB8AC3E}">
        <p14:creationId xmlns:p14="http://schemas.microsoft.com/office/powerpoint/2010/main" val="27201214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1D82E-C471-BC68-8804-BC4BF0B09B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5E4E46-D749-B5B4-4DC9-E5AF60689D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1BE1AC1-3866-69C7-3D99-0A6632CD1F4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DF59BCB-C4EE-2F1D-FE9F-9776D0B110FE}"/>
              </a:ext>
            </a:extLst>
          </p:cNvPr>
          <p:cNvSpPr>
            <a:spLocks noGrp="1"/>
          </p:cNvSpPr>
          <p:nvPr>
            <p:ph type="sldNum" sz="quarter" idx="5"/>
          </p:nvPr>
        </p:nvSpPr>
        <p:spPr/>
        <p:txBody>
          <a:bodyPr/>
          <a:lstStyle/>
          <a:p>
            <a:fld id="{6AF8E926-3218-4A05-BE3C-00B734B06F20}" type="slidenum">
              <a:rPr lang="zh-CN" altLang="en-US" smtClean="0"/>
              <a:t>39</a:t>
            </a:fld>
            <a:endParaRPr lang="zh-CN" altLang="en-US"/>
          </a:p>
        </p:txBody>
      </p:sp>
    </p:spTree>
    <p:extLst>
      <p:ext uri="{BB962C8B-B14F-4D97-AF65-F5344CB8AC3E}">
        <p14:creationId xmlns:p14="http://schemas.microsoft.com/office/powerpoint/2010/main" val="12392945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E24DA-CB87-2A69-511B-EA94642629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0E51AE-3C03-B7B4-82EF-C222096509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B7DFFD-ACE5-B954-914B-90DDCC374C9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8DF84AA-73E7-9839-7839-A5CC7F76A936}"/>
              </a:ext>
            </a:extLst>
          </p:cNvPr>
          <p:cNvSpPr>
            <a:spLocks noGrp="1"/>
          </p:cNvSpPr>
          <p:nvPr>
            <p:ph type="sldNum" sz="quarter" idx="5"/>
          </p:nvPr>
        </p:nvSpPr>
        <p:spPr/>
        <p:txBody>
          <a:bodyPr/>
          <a:lstStyle/>
          <a:p>
            <a:fld id="{6AF8E926-3218-4A05-BE3C-00B734B06F20}" type="slidenum">
              <a:rPr lang="zh-CN" altLang="en-US" smtClean="0"/>
              <a:t>40</a:t>
            </a:fld>
            <a:endParaRPr lang="zh-CN" altLang="en-US"/>
          </a:p>
        </p:txBody>
      </p:sp>
    </p:spTree>
    <p:extLst>
      <p:ext uri="{BB962C8B-B14F-4D97-AF65-F5344CB8AC3E}">
        <p14:creationId xmlns:p14="http://schemas.microsoft.com/office/powerpoint/2010/main" val="37214281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58624-EAB2-5F45-2668-83964BB4DB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F968CD-5C39-33F6-E4F9-10E267F459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EBAA23D-DF16-15B1-BB1B-C7306DB8AC0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448CCCA-3C9B-BF5E-A11B-243189ED6BB9}"/>
              </a:ext>
            </a:extLst>
          </p:cNvPr>
          <p:cNvSpPr>
            <a:spLocks noGrp="1"/>
          </p:cNvSpPr>
          <p:nvPr>
            <p:ph type="sldNum" sz="quarter" idx="5"/>
          </p:nvPr>
        </p:nvSpPr>
        <p:spPr/>
        <p:txBody>
          <a:bodyPr/>
          <a:lstStyle/>
          <a:p>
            <a:fld id="{6AF8E926-3218-4A05-BE3C-00B734B06F20}" type="slidenum">
              <a:rPr lang="zh-CN" altLang="en-US" smtClean="0"/>
              <a:t>41</a:t>
            </a:fld>
            <a:endParaRPr lang="zh-CN" altLang="en-US"/>
          </a:p>
        </p:txBody>
      </p:sp>
    </p:spTree>
    <p:extLst>
      <p:ext uri="{BB962C8B-B14F-4D97-AF65-F5344CB8AC3E}">
        <p14:creationId xmlns:p14="http://schemas.microsoft.com/office/powerpoint/2010/main" val="37382443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注意温度的电压当量标识符和门坎电压标识符的区别</a:t>
            </a:r>
          </a:p>
        </p:txBody>
      </p:sp>
      <p:sp>
        <p:nvSpPr>
          <p:cNvPr id="4" name="灯片编号占位符 3"/>
          <p:cNvSpPr>
            <a:spLocks noGrp="1"/>
          </p:cNvSpPr>
          <p:nvPr>
            <p:ph type="sldNum" sz="quarter" idx="5"/>
          </p:nvPr>
        </p:nvSpPr>
        <p:spPr/>
        <p:txBody>
          <a:bodyPr/>
          <a:lstStyle/>
          <a:p>
            <a:fld id="{6AF8E926-3218-4A05-BE3C-00B734B06F20}" type="slidenum">
              <a:rPr lang="zh-CN" altLang="en-US" smtClean="0"/>
              <a:t>48</a:t>
            </a:fld>
            <a:endParaRPr lang="zh-CN" altLang="en-US"/>
          </a:p>
        </p:txBody>
      </p:sp>
    </p:spTree>
    <p:extLst>
      <p:ext uri="{BB962C8B-B14F-4D97-AF65-F5344CB8AC3E}">
        <p14:creationId xmlns:p14="http://schemas.microsoft.com/office/powerpoint/2010/main" val="34789122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53</a:t>
            </a:fld>
            <a:endParaRPr lang="zh-CN" altLang="en-US"/>
          </a:p>
        </p:txBody>
      </p:sp>
    </p:spTree>
    <p:extLst>
      <p:ext uri="{BB962C8B-B14F-4D97-AF65-F5344CB8AC3E}">
        <p14:creationId xmlns:p14="http://schemas.microsoft.com/office/powerpoint/2010/main" val="37357180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表达式书写要规范</a:t>
            </a:r>
          </a:p>
        </p:txBody>
      </p:sp>
      <p:sp>
        <p:nvSpPr>
          <p:cNvPr id="4" name="灯片编号占位符 3"/>
          <p:cNvSpPr>
            <a:spLocks noGrp="1"/>
          </p:cNvSpPr>
          <p:nvPr>
            <p:ph type="sldNum" sz="quarter" idx="5"/>
          </p:nvPr>
        </p:nvSpPr>
        <p:spPr/>
        <p:txBody>
          <a:bodyPr/>
          <a:lstStyle/>
          <a:p>
            <a:fld id="{6AF8E926-3218-4A05-BE3C-00B734B06F20}" type="slidenum">
              <a:rPr lang="zh-CN" altLang="en-US" smtClean="0"/>
              <a:t>60</a:t>
            </a:fld>
            <a:endParaRPr lang="zh-CN" altLang="en-US"/>
          </a:p>
        </p:txBody>
      </p:sp>
    </p:spTree>
    <p:extLst>
      <p:ext uri="{BB962C8B-B14F-4D97-AF65-F5344CB8AC3E}">
        <p14:creationId xmlns:p14="http://schemas.microsoft.com/office/powerpoint/2010/main" val="20713158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1BD5B-4F19-936C-1F0A-24C670D43B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5AB1F6-C987-961A-D52D-FEEFB57762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4FF896-C00F-CC40-3527-44938B07D913}"/>
              </a:ext>
            </a:extLst>
          </p:cNvPr>
          <p:cNvSpPr>
            <a:spLocks noGrp="1"/>
          </p:cNvSpPr>
          <p:nvPr>
            <p:ph type="body" idx="1"/>
          </p:nvPr>
        </p:nvSpPr>
        <p:spPr/>
        <p:txBody>
          <a:bodyPr/>
          <a:lstStyle/>
          <a:p>
            <a:r>
              <a:rPr lang="zh-CN" altLang="en-US" dirty="0"/>
              <a:t>表达式书写要规范</a:t>
            </a:r>
          </a:p>
        </p:txBody>
      </p:sp>
      <p:sp>
        <p:nvSpPr>
          <p:cNvPr id="4" name="灯片编号占位符 3">
            <a:extLst>
              <a:ext uri="{FF2B5EF4-FFF2-40B4-BE49-F238E27FC236}">
                <a16:creationId xmlns:a16="http://schemas.microsoft.com/office/drawing/2014/main" id="{8A4F08B7-69AF-D92C-C585-AEF11A114A7D}"/>
              </a:ext>
            </a:extLst>
          </p:cNvPr>
          <p:cNvSpPr>
            <a:spLocks noGrp="1"/>
          </p:cNvSpPr>
          <p:nvPr>
            <p:ph type="sldNum" sz="quarter" idx="5"/>
          </p:nvPr>
        </p:nvSpPr>
        <p:spPr/>
        <p:txBody>
          <a:bodyPr/>
          <a:lstStyle/>
          <a:p>
            <a:fld id="{6AF8E926-3218-4A05-BE3C-00B734B06F20}" type="slidenum">
              <a:rPr lang="zh-CN" altLang="en-US" smtClean="0"/>
              <a:t>61</a:t>
            </a:fld>
            <a:endParaRPr lang="zh-CN" altLang="en-US"/>
          </a:p>
        </p:txBody>
      </p:sp>
    </p:spTree>
    <p:extLst>
      <p:ext uri="{BB962C8B-B14F-4D97-AF65-F5344CB8AC3E}">
        <p14:creationId xmlns:p14="http://schemas.microsoft.com/office/powerpoint/2010/main" val="33570655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62</a:t>
            </a:fld>
            <a:endParaRPr lang="zh-CN" altLang="en-US"/>
          </a:p>
        </p:txBody>
      </p:sp>
    </p:spTree>
    <p:extLst>
      <p:ext uri="{BB962C8B-B14F-4D97-AF65-F5344CB8AC3E}">
        <p14:creationId xmlns:p14="http://schemas.microsoft.com/office/powerpoint/2010/main" val="722212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26130-8C9F-85A2-6EFC-C98784822F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6083DD-ACEC-6FEC-6EBD-1DD973C617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EF11CA-0F2D-3D8F-F36A-F9B8CA6BDB1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solidFill>
                  <a:schemeClr val="accent5">
                    <a:lumMod val="75000"/>
                  </a:schemeClr>
                </a:solidFill>
                <a:latin typeface="微软雅黑" panose="020B0503020204020204" pitchFamily="34" charset="-122"/>
                <a:ea typeface="微软雅黑" panose="020B0503020204020204" pitchFamily="34" charset="-122"/>
              </a:rPr>
              <a:t>发射结正偏，集电结反偏是 </a:t>
            </a:r>
            <a:r>
              <a:rPr kumimoji="1" lang="en-US" altLang="zh-CN" sz="1200" dirty="0">
                <a:solidFill>
                  <a:schemeClr val="accent5">
                    <a:lumMod val="75000"/>
                  </a:schemeClr>
                </a:solidFill>
                <a:latin typeface="微软雅黑" panose="020B0503020204020204" pitchFamily="34" charset="-122"/>
                <a:ea typeface="微软雅黑" panose="020B0503020204020204" pitchFamily="34" charset="-122"/>
              </a:rPr>
              <a:t>BJT </a:t>
            </a:r>
            <a:r>
              <a:rPr kumimoji="1" lang="zh-CN" altLang="en-US" sz="1200" dirty="0">
                <a:solidFill>
                  <a:schemeClr val="accent5">
                    <a:lumMod val="75000"/>
                  </a:schemeClr>
                </a:solidFill>
                <a:latin typeface="微软雅黑" panose="020B0503020204020204" pitchFamily="34" charset="-122"/>
                <a:ea typeface="微软雅黑" panose="020B0503020204020204" pitchFamily="34" charset="-122"/>
              </a:rPr>
              <a:t>工作在放大区的条件</a:t>
            </a:r>
            <a:endParaRPr lang="zh-CN" altLang="en-US" dirty="0"/>
          </a:p>
          <a:p>
            <a:endParaRPr kumimoji="1" lang="en-US" altLang="zh-CN" sz="1200" dirty="0">
              <a:solidFill>
                <a:schemeClr val="accent5">
                  <a:lumMod val="75000"/>
                </a:schemeClr>
              </a:solidFill>
              <a:latin typeface="微软雅黑" panose="020B0503020204020204" pitchFamily="34" charset="-122"/>
              <a:ea typeface="微软雅黑" panose="020B0503020204020204" pitchFamily="34" charset="-122"/>
            </a:endParaRPr>
          </a:p>
          <a:p>
            <a:r>
              <a:rPr kumimoji="1" lang="zh-CN" altLang="en-US" sz="1200" dirty="0">
                <a:solidFill>
                  <a:schemeClr val="accent5">
                    <a:lumMod val="75000"/>
                  </a:schemeClr>
                </a:solidFill>
                <a:latin typeface="微软雅黑" panose="020B0503020204020204" pitchFamily="34" charset="-122"/>
                <a:ea typeface="微软雅黑" panose="020B0503020204020204" pitchFamily="34" charset="-122"/>
              </a:rPr>
              <a:t>硅管 </a:t>
            </a:r>
            <a:r>
              <a:rPr kumimoji="1" lang="en-US" altLang="zh-CN" sz="1200" dirty="0">
                <a:solidFill>
                  <a:schemeClr val="accent5">
                    <a:lumMod val="75000"/>
                  </a:schemeClr>
                </a:solidFill>
                <a:latin typeface="微软雅黑" panose="020B0503020204020204" pitchFamily="34" charset="-122"/>
                <a:ea typeface="微软雅黑" panose="020B0503020204020204" pitchFamily="34" charset="-122"/>
              </a:rPr>
              <a:t>be </a:t>
            </a:r>
            <a:r>
              <a:rPr kumimoji="1" lang="zh-CN" altLang="en-US" sz="1200" dirty="0">
                <a:solidFill>
                  <a:schemeClr val="accent5">
                    <a:lumMod val="75000"/>
                  </a:schemeClr>
                </a:solidFill>
                <a:latin typeface="微软雅黑" panose="020B0503020204020204" pitchFamily="34" charset="-122"/>
                <a:ea typeface="微软雅黑" panose="020B0503020204020204" pitchFamily="34" charset="-122"/>
              </a:rPr>
              <a:t>至少 </a:t>
            </a:r>
            <a:r>
              <a:rPr kumimoji="1" lang="en-US" altLang="zh-CN" sz="1200" dirty="0">
                <a:solidFill>
                  <a:schemeClr val="accent5">
                    <a:lumMod val="75000"/>
                  </a:schemeClr>
                </a:solidFill>
                <a:latin typeface="微软雅黑" panose="020B0503020204020204" pitchFamily="34" charset="-122"/>
                <a:ea typeface="微软雅黑" panose="020B0503020204020204" pitchFamily="34" charset="-122"/>
              </a:rPr>
              <a:t>0.7 V</a:t>
            </a:r>
            <a:r>
              <a:rPr kumimoji="1" lang="zh-CN" altLang="en-US" sz="12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1200" dirty="0" err="1">
                <a:solidFill>
                  <a:schemeClr val="accent5">
                    <a:lumMod val="75000"/>
                  </a:schemeClr>
                </a:solidFill>
                <a:latin typeface="微软雅黑" panose="020B0503020204020204" pitchFamily="34" charset="-122"/>
                <a:ea typeface="微软雅黑" panose="020B0503020204020204" pitchFamily="34" charset="-122"/>
              </a:rPr>
              <a:t>ce</a:t>
            </a:r>
            <a:r>
              <a:rPr kumimoji="1" lang="en-US" altLang="zh-CN" sz="12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1200" dirty="0">
                <a:solidFill>
                  <a:schemeClr val="accent5">
                    <a:lumMod val="75000"/>
                  </a:schemeClr>
                </a:solidFill>
                <a:latin typeface="微软雅黑" panose="020B0503020204020204" pitchFamily="34" charset="-122"/>
                <a:ea typeface="微软雅黑" panose="020B0503020204020204" pitchFamily="34" charset="-122"/>
              </a:rPr>
              <a:t>一般建议 </a:t>
            </a:r>
            <a:r>
              <a:rPr kumimoji="1" lang="en-US" altLang="zh-CN" sz="1200" dirty="0">
                <a:solidFill>
                  <a:schemeClr val="accent5">
                    <a:lumMod val="75000"/>
                  </a:schemeClr>
                </a:solidFill>
                <a:latin typeface="微软雅黑" panose="020B0503020204020204" pitchFamily="34" charset="-122"/>
                <a:ea typeface="微软雅黑" panose="020B0503020204020204" pitchFamily="34" charset="-122"/>
              </a:rPr>
              <a:t>2 V </a:t>
            </a:r>
            <a:r>
              <a:rPr kumimoji="1" lang="zh-CN" altLang="en-US" sz="1200" dirty="0">
                <a:solidFill>
                  <a:schemeClr val="accent5">
                    <a:lumMod val="75000"/>
                  </a:schemeClr>
                </a:solidFill>
                <a:latin typeface="微软雅黑" panose="020B0503020204020204" pitchFamily="34" charset="-122"/>
                <a:ea typeface="微软雅黑" panose="020B0503020204020204" pitchFamily="34" charset="-122"/>
              </a:rPr>
              <a:t>以上</a:t>
            </a:r>
            <a:endParaRPr kumimoji="1" lang="en-US" altLang="zh-CN" sz="1200" dirty="0">
              <a:solidFill>
                <a:schemeClr val="accent5">
                  <a:lumMod val="75000"/>
                </a:schemeClr>
              </a:solidFill>
              <a:latin typeface="微软雅黑" panose="020B0503020204020204" pitchFamily="34" charset="-122"/>
              <a:ea typeface="微软雅黑" panose="020B0503020204020204" pitchFamily="34" charset="-122"/>
            </a:endParaRPr>
          </a:p>
          <a:p>
            <a:r>
              <a:rPr kumimoji="1" lang="en-US" altLang="zh-CN" sz="1200" dirty="0">
                <a:solidFill>
                  <a:schemeClr val="accent5">
                    <a:lumMod val="75000"/>
                  </a:schemeClr>
                </a:solidFill>
                <a:latin typeface="微软雅黑" panose="020B0503020204020204" pitchFamily="34" charset="-122"/>
                <a:ea typeface="微软雅黑" panose="020B0503020204020204" pitchFamily="34" charset="-122"/>
              </a:rPr>
              <a:t>be </a:t>
            </a:r>
            <a:r>
              <a:rPr kumimoji="1" lang="zh-CN" altLang="en-US" sz="1200" dirty="0">
                <a:solidFill>
                  <a:schemeClr val="accent5">
                    <a:lumMod val="75000"/>
                  </a:schemeClr>
                </a:solidFill>
                <a:latin typeface="微软雅黑" panose="020B0503020204020204" pitchFamily="34" charset="-122"/>
                <a:ea typeface="微软雅黑" panose="020B0503020204020204" pitchFamily="34" charset="-122"/>
              </a:rPr>
              <a:t>不满足，则截止；</a:t>
            </a:r>
            <a:r>
              <a:rPr kumimoji="1" lang="en-US" altLang="zh-CN" sz="1200" dirty="0">
                <a:solidFill>
                  <a:schemeClr val="accent5">
                    <a:lumMod val="75000"/>
                  </a:schemeClr>
                </a:solidFill>
                <a:latin typeface="微软雅黑" panose="020B0503020204020204" pitchFamily="34" charset="-122"/>
                <a:ea typeface="微软雅黑" panose="020B0503020204020204" pitchFamily="34" charset="-122"/>
              </a:rPr>
              <a:t>be </a:t>
            </a:r>
            <a:r>
              <a:rPr kumimoji="1" lang="zh-CN" altLang="en-US" sz="1200" dirty="0">
                <a:solidFill>
                  <a:schemeClr val="accent5">
                    <a:lumMod val="75000"/>
                  </a:schemeClr>
                </a:solidFill>
                <a:latin typeface="微软雅黑" panose="020B0503020204020204" pitchFamily="34" charset="-122"/>
                <a:ea typeface="微软雅黑" panose="020B0503020204020204" pitchFamily="34" charset="-122"/>
              </a:rPr>
              <a:t>满足但 </a:t>
            </a:r>
            <a:r>
              <a:rPr kumimoji="1" lang="en-US" altLang="zh-CN" sz="1200" dirty="0" err="1">
                <a:solidFill>
                  <a:schemeClr val="accent5">
                    <a:lumMod val="75000"/>
                  </a:schemeClr>
                </a:solidFill>
                <a:latin typeface="微软雅黑" panose="020B0503020204020204" pitchFamily="34" charset="-122"/>
                <a:ea typeface="微软雅黑" panose="020B0503020204020204" pitchFamily="34" charset="-122"/>
              </a:rPr>
              <a:t>ce</a:t>
            </a:r>
            <a:r>
              <a:rPr kumimoji="1" lang="en-US" altLang="zh-CN" sz="12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1200" dirty="0">
                <a:solidFill>
                  <a:schemeClr val="accent5">
                    <a:lumMod val="75000"/>
                  </a:schemeClr>
                </a:solidFill>
                <a:latin typeface="微软雅黑" panose="020B0503020204020204" pitchFamily="34" charset="-122"/>
                <a:ea typeface="微软雅黑" panose="020B0503020204020204" pitchFamily="34" charset="-122"/>
              </a:rPr>
              <a:t>不满足，则饱和 </a:t>
            </a:r>
            <a:endParaRPr kumimoji="1" lang="en-US" altLang="zh-CN" sz="1200" dirty="0">
              <a:solidFill>
                <a:schemeClr val="accent5">
                  <a:lumMod val="7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a:extLst>
              <a:ext uri="{FF2B5EF4-FFF2-40B4-BE49-F238E27FC236}">
                <a16:creationId xmlns:a16="http://schemas.microsoft.com/office/drawing/2014/main" id="{F5A425C3-81CB-F798-2974-F3296B20D3E3}"/>
              </a:ext>
            </a:extLst>
          </p:cNvPr>
          <p:cNvSpPr>
            <a:spLocks noGrp="1"/>
          </p:cNvSpPr>
          <p:nvPr>
            <p:ph type="sldNum" sz="quarter" idx="5"/>
          </p:nvPr>
        </p:nvSpPr>
        <p:spPr/>
        <p:txBody>
          <a:bodyPr/>
          <a:lstStyle/>
          <a:p>
            <a:fld id="{6AF8E926-3218-4A05-BE3C-00B734B06F20}" type="slidenum">
              <a:rPr lang="zh-CN" altLang="en-US" smtClean="0"/>
              <a:t>63</a:t>
            </a:fld>
            <a:endParaRPr lang="zh-CN" altLang="en-US"/>
          </a:p>
        </p:txBody>
      </p:sp>
    </p:spTree>
    <p:extLst>
      <p:ext uri="{BB962C8B-B14F-4D97-AF65-F5344CB8AC3E}">
        <p14:creationId xmlns:p14="http://schemas.microsoft.com/office/powerpoint/2010/main" val="27816653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FBFB0-EA58-F93B-C138-421CD84088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CB619D-B368-394C-9713-EBBF1C1055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8772B56-BD14-B8EA-4FCF-AACCC60C2CE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CEC218-D4F0-581C-76F5-012CCE7032B9}"/>
              </a:ext>
            </a:extLst>
          </p:cNvPr>
          <p:cNvSpPr>
            <a:spLocks noGrp="1"/>
          </p:cNvSpPr>
          <p:nvPr>
            <p:ph type="sldNum" sz="quarter" idx="5"/>
          </p:nvPr>
        </p:nvSpPr>
        <p:spPr/>
        <p:txBody>
          <a:bodyPr/>
          <a:lstStyle/>
          <a:p>
            <a:fld id="{6AF8E926-3218-4A05-BE3C-00B734B06F20}" type="slidenum">
              <a:rPr lang="zh-CN" altLang="en-US" smtClean="0"/>
              <a:t>64</a:t>
            </a:fld>
            <a:endParaRPr lang="zh-CN" altLang="en-US"/>
          </a:p>
        </p:txBody>
      </p:sp>
    </p:spTree>
    <p:extLst>
      <p:ext uri="{BB962C8B-B14F-4D97-AF65-F5344CB8AC3E}">
        <p14:creationId xmlns:p14="http://schemas.microsoft.com/office/powerpoint/2010/main" val="33068856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446D6-44F0-F348-C7A7-F75D59EA50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3E8654-E918-EC3D-8FD6-BF33EFA3C1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2BC4F4-C087-7CB0-830E-A33DA385906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D43C4EE-B69D-D10B-A3EB-BDEF7CB14D7D}"/>
              </a:ext>
            </a:extLst>
          </p:cNvPr>
          <p:cNvSpPr>
            <a:spLocks noGrp="1"/>
          </p:cNvSpPr>
          <p:nvPr>
            <p:ph type="sldNum" sz="quarter" idx="5"/>
          </p:nvPr>
        </p:nvSpPr>
        <p:spPr/>
        <p:txBody>
          <a:bodyPr/>
          <a:lstStyle/>
          <a:p>
            <a:fld id="{6AF8E926-3218-4A05-BE3C-00B734B06F20}" type="slidenum">
              <a:rPr lang="zh-CN" altLang="en-US" smtClean="0"/>
              <a:t>65</a:t>
            </a:fld>
            <a:endParaRPr lang="zh-CN" altLang="en-US"/>
          </a:p>
        </p:txBody>
      </p:sp>
    </p:spTree>
    <p:extLst>
      <p:ext uri="{BB962C8B-B14F-4D97-AF65-F5344CB8AC3E}">
        <p14:creationId xmlns:p14="http://schemas.microsoft.com/office/powerpoint/2010/main" val="13711463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5BA9F-6B5D-BA76-7F48-8E496709E1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C51088-E6D6-6BE8-194E-C320C53720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731C142-1702-D1AB-D47C-B301954292A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4C7F09F-2C98-C796-25FB-964958F0C87D}"/>
              </a:ext>
            </a:extLst>
          </p:cNvPr>
          <p:cNvSpPr>
            <a:spLocks noGrp="1"/>
          </p:cNvSpPr>
          <p:nvPr>
            <p:ph type="sldNum" sz="quarter" idx="5"/>
          </p:nvPr>
        </p:nvSpPr>
        <p:spPr/>
        <p:txBody>
          <a:bodyPr/>
          <a:lstStyle/>
          <a:p>
            <a:fld id="{6AF8E926-3218-4A05-BE3C-00B734B06F20}" type="slidenum">
              <a:rPr lang="zh-CN" altLang="en-US" smtClean="0"/>
              <a:t>66</a:t>
            </a:fld>
            <a:endParaRPr lang="zh-CN" altLang="en-US"/>
          </a:p>
        </p:txBody>
      </p:sp>
    </p:spTree>
    <p:extLst>
      <p:ext uri="{BB962C8B-B14F-4D97-AF65-F5344CB8AC3E}">
        <p14:creationId xmlns:p14="http://schemas.microsoft.com/office/powerpoint/2010/main" val="34408426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BE3BF-A76E-3521-AD55-5E6FCA3243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8D381F-19DD-ED15-906F-4D9382D872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97DCF4D-427F-3CF1-B3FB-6046164528C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AE15EE3-5582-C686-DB2B-33BFB3112C89}"/>
              </a:ext>
            </a:extLst>
          </p:cNvPr>
          <p:cNvSpPr>
            <a:spLocks noGrp="1"/>
          </p:cNvSpPr>
          <p:nvPr>
            <p:ph type="sldNum" sz="quarter" idx="5"/>
          </p:nvPr>
        </p:nvSpPr>
        <p:spPr/>
        <p:txBody>
          <a:bodyPr/>
          <a:lstStyle/>
          <a:p>
            <a:fld id="{6AF8E926-3218-4A05-BE3C-00B734B06F20}" type="slidenum">
              <a:rPr lang="zh-CN" altLang="en-US" smtClean="0"/>
              <a:t>67</a:t>
            </a:fld>
            <a:endParaRPr lang="zh-CN" altLang="en-US"/>
          </a:p>
        </p:txBody>
      </p:sp>
    </p:spTree>
    <p:extLst>
      <p:ext uri="{BB962C8B-B14F-4D97-AF65-F5344CB8AC3E}">
        <p14:creationId xmlns:p14="http://schemas.microsoft.com/office/powerpoint/2010/main" val="3769414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528A3-A2FF-CC4E-3E0A-2F5D3FCD61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034B89-4536-AC90-2CF2-B05767489D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1D6636-0407-627D-727C-1AA07D778F6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BF43F3A-3161-9F1E-0CD8-523A651814C8}"/>
              </a:ext>
            </a:extLst>
          </p:cNvPr>
          <p:cNvSpPr>
            <a:spLocks noGrp="1"/>
          </p:cNvSpPr>
          <p:nvPr>
            <p:ph type="sldNum" sz="quarter" idx="5"/>
          </p:nvPr>
        </p:nvSpPr>
        <p:spPr/>
        <p:txBody>
          <a:bodyPr/>
          <a:lstStyle/>
          <a:p>
            <a:fld id="{6AF8E926-3218-4A05-BE3C-00B734B06F20}" type="slidenum">
              <a:rPr lang="zh-CN" altLang="en-US" smtClean="0"/>
              <a:t>68</a:t>
            </a:fld>
            <a:endParaRPr lang="zh-CN" altLang="en-US"/>
          </a:p>
        </p:txBody>
      </p:sp>
    </p:spTree>
    <p:extLst>
      <p:ext uri="{BB962C8B-B14F-4D97-AF65-F5344CB8AC3E}">
        <p14:creationId xmlns:p14="http://schemas.microsoft.com/office/powerpoint/2010/main" val="32411307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E792E-B949-4000-5A4A-1A6ADF4663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7D9118-AB7E-D808-EB49-157854E882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62B8641-1C0D-ADC1-E340-F42EF95B96A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2B69FD9-831C-E516-BB3E-F1C719DD396D}"/>
              </a:ext>
            </a:extLst>
          </p:cNvPr>
          <p:cNvSpPr>
            <a:spLocks noGrp="1"/>
          </p:cNvSpPr>
          <p:nvPr>
            <p:ph type="sldNum" sz="quarter" idx="5"/>
          </p:nvPr>
        </p:nvSpPr>
        <p:spPr/>
        <p:txBody>
          <a:bodyPr/>
          <a:lstStyle/>
          <a:p>
            <a:fld id="{6AF8E926-3218-4A05-BE3C-00B734B06F20}" type="slidenum">
              <a:rPr lang="zh-CN" altLang="en-US" smtClean="0"/>
              <a:t>69</a:t>
            </a:fld>
            <a:endParaRPr lang="zh-CN" altLang="en-US"/>
          </a:p>
        </p:txBody>
      </p:sp>
    </p:spTree>
    <p:extLst>
      <p:ext uri="{BB962C8B-B14F-4D97-AF65-F5344CB8AC3E}">
        <p14:creationId xmlns:p14="http://schemas.microsoft.com/office/powerpoint/2010/main" val="1959229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7C9C3-0726-1F40-0852-01EA41AF72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466787-1E49-8B37-13F4-EC693AC8F5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B97C31-595F-524A-3C95-A7610FDEB53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65BF6B-0FAE-CC61-AD99-78EDDA7D2D23}"/>
              </a:ext>
            </a:extLst>
          </p:cNvPr>
          <p:cNvSpPr>
            <a:spLocks noGrp="1"/>
          </p:cNvSpPr>
          <p:nvPr>
            <p:ph type="sldNum" sz="quarter" idx="5"/>
          </p:nvPr>
        </p:nvSpPr>
        <p:spPr/>
        <p:txBody>
          <a:bodyPr/>
          <a:lstStyle/>
          <a:p>
            <a:fld id="{6AF8E926-3218-4A05-BE3C-00B734B06F20}" type="slidenum">
              <a:rPr lang="zh-CN" altLang="en-US" smtClean="0"/>
              <a:t>70</a:t>
            </a:fld>
            <a:endParaRPr lang="zh-CN" altLang="en-US"/>
          </a:p>
        </p:txBody>
      </p:sp>
    </p:spTree>
    <p:extLst>
      <p:ext uri="{BB962C8B-B14F-4D97-AF65-F5344CB8AC3E}">
        <p14:creationId xmlns:p14="http://schemas.microsoft.com/office/powerpoint/2010/main" val="31912854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1736F-B26C-D026-AF59-E521409F33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DEA56A-CA64-3F4D-8BAD-81D0F68BA5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C669F66-9D07-284E-B561-A2429BCE00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7650969-47C5-F857-08CE-4282AD66F521}"/>
              </a:ext>
            </a:extLst>
          </p:cNvPr>
          <p:cNvSpPr>
            <a:spLocks noGrp="1"/>
          </p:cNvSpPr>
          <p:nvPr>
            <p:ph type="sldNum" sz="quarter" idx="5"/>
          </p:nvPr>
        </p:nvSpPr>
        <p:spPr/>
        <p:txBody>
          <a:bodyPr/>
          <a:lstStyle/>
          <a:p>
            <a:fld id="{6AF8E926-3218-4A05-BE3C-00B734B06F20}" type="slidenum">
              <a:rPr lang="zh-CN" altLang="en-US" smtClean="0"/>
              <a:t>71</a:t>
            </a:fld>
            <a:endParaRPr lang="zh-CN" altLang="en-US"/>
          </a:p>
        </p:txBody>
      </p:sp>
    </p:spTree>
    <p:extLst>
      <p:ext uri="{BB962C8B-B14F-4D97-AF65-F5344CB8AC3E}">
        <p14:creationId xmlns:p14="http://schemas.microsoft.com/office/powerpoint/2010/main" val="20110177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8" name="Picture 16" descr="bg3">
            <a:extLst>
              <a:ext uri="{FF2B5EF4-FFF2-40B4-BE49-F238E27FC236}">
                <a16:creationId xmlns:a16="http://schemas.microsoft.com/office/drawing/2014/main" id="{3C12D28E-7FDA-416A-89CF-B41CFE8C112F}"/>
              </a:ext>
            </a:extLst>
          </p:cNvPr>
          <p:cNvPicPr>
            <a:picLocks noChangeAspect="1" noChangeArrowheads="1"/>
          </p:cNvPicPr>
          <p:nvPr/>
        </p:nvPicPr>
        <p:blipFill>
          <a:blip r:embed="rId2" cstate="print"/>
          <a:srcRect t="80031" b="16504"/>
          <a:stretch>
            <a:fillRect/>
          </a:stretch>
        </p:blipFill>
        <p:spPr bwMode="auto">
          <a:xfrm flipV="1">
            <a:off x="0" y="1711615"/>
            <a:ext cx="12192000" cy="43788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a:noFill/>
            <a:miter lim="800000"/>
            <a:headEnd/>
            <a:tailEnd/>
          </a:ln>
        </p:spPr>
      </p:pic>
      <p:pic>
        <p:nvPicPr>
          <p:cNvPr id="9" name="Picture 17" descr="bg3">
            <a:extLst>
              <a:ext uri="{FF2B5EF4-FFF2-40B4-BE49-F238E27FC236}">
                <a16:creationId xmlns:a16="http://schemas.microsoft.com/office/drawing/2014/main" id="{6256C6DD-5C6C-4934-AE0F-6E767F3C2F86}"/>
              </a:ext>
            </a:extLst>
          </p:cNvPr>
          <p:cNvPicPr>
            <a:picLocks noChangeAspect="1" noChangeArrowheads="1"/>
          </p:cNvPicPr>
          <p:nvPr/>
        </p:nvPicPr>
        <p:blipFill>
          <a:blip r:embed="rId2" cstate="print"/>
          <a:srcRect t="48767" b="15891"/>
          <a:stretch>
            <a:fillRect/>
          </a:stretch>
        </p:blipFill>
        <p:spPr bwMode="auto">
          <a:xfrm>
            <a:off x="0" y="1930558"/>
            <a:ext cx="12192000" cy="2777943"/>
          </a:xfrm>
          <a:prstGeom prst="rect">
            <a:avLst/>
          </a:prstGeom>
          <a:noFill/>
          <a:ln w="9525">
            <a:noFill/>
            <a:miter lim="800000"/>
            <a:headEnd/>
            <a:tailEnd/>
          </a:ln>
        </p:spPr>
      </p:pic>
      <p:pic>
        <p:nvPicPr>
          <p:cNvPr id="10" name="Picture 10" descr="2">
            <a:extLst>
              <a:ext uri="{FF2B5EF4-FFF2-40B4-BE49-F238E27FC236}">
                <a16:creationId xmlns:a16="http://schemas.microsoft.com/office/drawing/2014/main" id="{12F893B6-5430-4116-B41C-027E149AB2E4}"/>
              </a:ext>
            </a:extLst>
          </p:cNvPr>
          <p:cNvPicPr>
            <a:picLocks noChangeAspect="1" noChangeArrowheads="1"/>
          </p:cNvPicPr>
          <p:nvPr userDrawn="1"/>
        </p:nvPicPr>
        <p:blipFill rotWithShape="1">
          <a:blip r:embed="rId3" cstate="print">
            <a:clrChange>
              <a:clrFrom>
                <a:srgbClr val="E8E8EA"/>
              </a:clrFrom>
              <a:clrTo>
                <a:srgbClr val="E8E8EA">
                  <a:alpha val="0"/>
                </a:srgbClr>
              </a:clrTo>
            </a:clrChange>
          </a:blip>
          <a:srcRect l="3981" t="5824" r="52233" b="80846"/>
          <a:stretch/>
        </p:blipFill>
        <p:spPr bwMode="auto">
          <a:xfrm>
            <a:off x="0" y="278392"/>
            <a:ext cx="4244196" cy="914401"/>
          </a:xfrm>
          <a:prstGeom prst="rect">
            <a:avLst/>
          </a:prstGeom>
          <a:noFill/>
          <a:ln w="9525">
            <a:noFill/>
            <a:miter lim="800000"/>
            <a:headEnd/>
            <a:tailEnd/>
          </a:ln>
        </p:spPr>
      </p:pic>
    </p:spTree>
    <p:extLst>
      <p:ext uri="{BB962C8B-B14F-4D97-AF65-F5344CB8AC3E}">
        <p14:creationId xmlns:p14="http://schemas.microsoft.com/office/powerpoint/2010/main" val="225851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7" name="Picture 14" descr="bg2">
            <a:extLst>
              <a:ext uri="{FF2B5EF4-FFF2-40B4-BE49-F238E27FC236}">
                <a16:creationId xmlns:a16="http://schemas.microsoft.com/office/drawing/2014/main" id="{B5E88CDA-D72A-4EE5-A041-54DDE04C08EC}"/>
              </a:ext>
            </a:extLst>
          </p:cNvPr>
          <p:cNvPicPr>
            <a:picLocks noChangeAspect="1" noChangeArrowheads="1"/>
          </p:cNvPicPr>
          <p:nvPr userDrawn="1"/>
        </p:nvPicPr>
        <p:blipFill rotWithShape="1">
          <a:blip r:embed="rId2" cstate="print"/>
          <a:srcRect r="31108" b="84377"/>
          <a:stretch/>
        </p:blipFill>
        <p:spPr bwMode="auto">
          <a:xfrm>
            <a:off x="0" y="1"/>
            <a:ext cx="12192000" cy="575094"/>
          </a:xfrm>
          <a:prstGeom prst="rect">
            <a:avLst/>
          </a:prstGeom>
          <a:noFill/>
          <a:ln w="9525">
            <a:noFill/>
            <a:miter lim="800000"/>
            <a:headEnd/>
            <a:tailEnd/>
          </a:ln>
        </p:spPr>
      </p:pic>
    </p:spTree>
    <p:extLst>
      <p:ext uri="{BB962C8B-B14F-4D97-AF65-F5344CB8AC3E}">
        <p14:creationId xmlns:p14="http://schemas.microsoft.com/office/powerpoint/2010/main" val="28375890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057589"/>
      </p:ext>
    </p:extLst>
  </p:cSld>
  <p:clrMap bg1="lt1" tx1="dk1" bg2="lt2" tx2="dk2" accent1="accent1" accent2="accent2" accent3="accent3" accent4="accent4" accent5="accent5" accent6="accent6" hlink="hlink" folHlink="folHlink"/>
  <p:sldLayoutIdLst>
    <p:sldLayoutId id="2147483660" r:id="rId1"/>
    <p:sldLayoutId id="214748366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09" Type="http://schemas.openxmlformats.org/officeDocument/2006/relationships/image" Target="../media/image182.png"/><Relationship Id="rId117" Type="http://schemas.openxmlformats.org/officeDocument/2006/relationships/image" Target="../media/image190.png"/><Relationship Id="rId97" Type="http://schemas.openxmlformats.org/officeDocument/2006/relationships/image" Target="../media/image170.png"/><Relationship Id="rId104" Type="http://schemas.openxmlformats.org/officeDocument/2006/relationships/image" Target="../media/image177.png"/><Relationship Id="rId112" Type="http://schemas.openxmlformats.org/officeDocument/2006/relationships/image" Target="../media/image185.png"/><Relationship Id="rId63" Type="http://schemas.openxmlformats.org/officeDocument/2006/relationships/image" Target="../media/image136.png"/><Relationship Id="rId68" Type="http://schemas.openxmlformats.org/officeDocument/2006/relationships/image" Target="../media/image141.png"/><Relationship Id="rId76" Type="http://schemas.openxmlformats.org/officeDocument/2006/relationships/image" Target="../media/image149.png"/><Relationship Id="rId84" Type="http://schemas.openxmlformats.org/officeDocument/2006/relationships/image" Target="../media/image157.png"/><Relationship Id="rId89" Type="http://schemas.openxmlformats.org/officeDocument/2006/relationships/image" Target="../media/image162.png"/><Relationship Id="rId71" Type="http://schemas.openxmlformats.org/officeDocument/2006/relationships/image" Target="../media/image144.png"/><Relationship Id="rId92" Type="http://schemas.openxmlformats.org/officeDocument/2006/relationships/image" Target="../media/image165.png"/><Relationship Id="rId2" Type="http://schemas.openxmlformats.org/officeDocument/2006/relationships/image" Target="../media/image21.png"/><Relationship Id="rId107" Type="http://schemas.openxmlformats.org/officeDocument/2006/relationships/image" Target="../media/image180.png"/><Relationship Id="rId102" Type="http://schemas.openxmlformats.org/officeDocument/2006/relationships/image" Target="../media/image175.png"/><Relationship Id="rId110" Type="http://schemas.openxmlformats.org/officeDocument/2006/relationships/image" Target="../media/image183.png"/><Relationship Id="rId115" Type="http://schemas.openxmlformats.org/officeDocument/2006/relationships/image" Target="../media/image188.png"/><Relationship Id="rId66" Type="http://schemas.openxmlformats.org/officeDocument/2006/relationships/image" Target="../media/image139.png"/><Relationship Id="rId74" Type="http://schemas.openxmlformats.org/officeDocument/2006/relationships/image" Target="../media/image147.png"/><Relationship Id="rId79" Type="http://schemas.openxmlformats.org/officeDocument/2006/relationships/image" Target="../media/image152.png"/><Relationship Id="rId87" Type="http://schemas.openxmlformats.org/officeDocument/2006/relationships/image" Target="../media/image160.png"/><Relationship Id="rId95" Type="http://schemas.openxmlformats.org/officeDocument/2006/relationships/image" Target="../media/image168.png"/><Relationship Id="rId61" Type="http://schemas.openxmlformats.org/officeDocument/2006/relationships/image" Target="../media/image134.png"/><Relationship Id="rId82" Type="http://schemas.openxmlformats.org/officeDocument/2006/relationships/image" Target="../media/image155.png"/><Relationship Id="rId90" Type="http://schemas.openxmlformats.org/officeDocument/2006/relationships/image" Target="../media/image163.png"/><Relationship Id="rId100" Type="http://schemas.openxmlformats.org/officeDocument/2006/relationships/image" Target="../media/image173.png"/><Relationship Id="rId105" Type="http://schemas.openxmlformats.org/officeDocument/2006/relationships/image" Target="../media/image178.png"/><Relationship Id="rId113" Type="http://schemas.openxmlformats.org/officeDocument/2006/relationships/image" Target="../media/image186.png"/><Relationship Id="rId118" Type="http://schemas.openxmlformats.org/officeDocument/2006/relationships/image" Target="../media/image191.png"/><Relationship Id="rId64" Type="http://schemas.openxmlformats.org/officeDocument/2006/relationships/image" Target="../media/image137.png"/><Relationship Id="rId69" Type="http://schemas.openxmlformats.org/officeDocument/2006/relationships/image" Target="../media/image142.png"/><Relationship Id="rId77" Type="http://schemas.openxmlformats.org/officeDocument/2006/relationships/image" Target="../media/image150.png"/><Relationship Id="rId93" Type="http://schemas.openxmlformats.org/officeDocument/2006/relationships/image" Target="../media/image166.png"/><Relationship Id="rId98" Type="http://schemas.openxmlformats.org/officeDocument/2006/relationships/image" Target="../media/image171.png"/><Relationship Id="rId72" Type="http://schemas.openxmlformats.org/officeDocument/2006/relationships/image" Target="../media/image145.png"/><Relationship Id="rId80" Type="http://schemas.openxmlformats.org/officeDocument/2006/relationships/image" Target="../media/image153.png"/><Relationship Id="rId85" Type="http://schemas.openxmlformats.org/officeDocument/2006/relationships/image" Target="../media/image158.png"/><Relationship Id="rId103" Type="http://schemas.openxmlformats.org/officeDocument/2006/relationships/image" Target="../media/image176.png"/><Relationship Id="rId108" Type="http://schemas.openxmlformats.org/officeDocument/2006/relationships/image" Target="../media/image181.png"/><Relationship Id="rId116" Type="http://schemas.openxmlformats.org/officeDocument/2006/relationships/image" Target="../media/image189.png"/><Relationship Id="rId67" Type="http://schemas.openxmlformats.org/officeDocument/2006/relationships/image" Target="../media/image140.png"/><Relationship Id="rId96" Type="http://schemas.openxmlformats.org/officeDocument/2006/relationships/image" Target="../media/image169.png"/><Relationship Id="rId111" Type="http://schemas.openxmlformats.org/officeDocument/2006/relationships/image" Target="../media/image184.png"/><Relationship Id="rId62" Type="http://schemas.openxmlformats.org/officeDocument/2006/relationships/image" Target="../media/image135.png"/><Relationship Id="rId70" Type="http://schemas.openxmlformats.org/officeDocument/2006/relationships/image" Target="../media/image143.png"/><Relationship Id="rId75" Type="http://schemas.openxmlformats.org/officeDocument/2006/relationships/image" Target="../media/image148.png"/><Relationship Id="rId83" Type="http://schemas.openxmlformats.org/officeDocument/2006/relationships/image" Target="../media/image156.png"/><Relationship Id="rId88" Type="http://schemas.openxmlformats.org/officeDocument/2006/relationships/image" Target="../media/image161.png"/><Relationship Id="rId91" Type="http://schemas.openxmlformats.org/officeDocument/2006/relationships/image" Target="../media/image164.png"/><Relationship Id="rId1" Type="http://schemas.openxmlformats.org/officeDocument/2006/relationships/slideLayout" Target="../slideLayouts/slideLayout2.xml"/><Relationship Id="rId106" Type="http://schemas.openxmlformats.org/officeDocument/2006/relationships/image" Target="../media/image179.png"/><Relationship Id="rId114" Type="http://schemas.openxmlformats.org/officeDocument/2006/relationships/image" Target="../media/image187.png"/><Relationship Id="rId94" Type="http://schemas.openxmlformats.org/officeDocument/2006/relationships/image" Target="../media/image167.png"/><Relationship Id="rId99" Type="http://schemas.openxmlformats.org/officeDocument/2006/relationships/image" Target="../media/image172.png"/><Relationship Id="rId101" Type="http://schemas.openxmlformats.org/officeDocument/2006/relationships/image" Target="../media/image174.png"/><Relationship Id="rId65" Type="http://schemas.openxmlformats.org/officeDocument/2006/relationships/image" Target="../media/image138.png"/><Relationship Id="rId73" Type="http://schemas.openxmlformats.org/officeDocument/2006/relationships/image" Target="../media/image146.png"/><Relationship Id="rId78" Type="http://schemas.openxmlformats.org/officeDocument/2006/relationships/image" Target="../media/image151.png"/><Relationship Id="rId81" Type="http://schemas.openxmlformats.org/officeDocument/2006/relationships/image" Target="../media/image154.png"/><Relationship Id="rId86" Type="http://schemas.openxmlformats.org/officeDocument/2006/relationships/image" Target="../media/image15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790.png"/><Relationship Id="rId13" Type="http://schemas.openxmlformats.org/officeDocument/2006/relationships/image" Target="../media/image1840.png"/><Relationship Id="rId18" Type="http://schemas.openxmlformats.org/officeDocument/2006/relationships/image" Target="../media/image1890.png"/><Relationship Id="rId26" Type="http://schemas.openxmlformats.org/officeDocument/2006/relationships/image" Target="../media/image197.png"/><Relationship Id="rId3" Type="http://schemas.openxmlformats.org/officeDocument/2006/relationships/image" Target="../media/image1740.png"/><Relationship Id="rId21" Type="http://schemas.openxmlformats.org/officeDocument/2006/relationships/image" Target="../media/image192.png"/><Relationship Id="rId7" Type="http://schemas.openxmlformats.org/officeDocument/2006/relationships/image" Target="../media/image1780.png"/><Relationship Id="rId12" Type="http://schemas.openxmlformats.org/officeDocument/2006/relationships/image" Target="../media/image1830.png"/><Relationship Id="rId17" Type="http://schemas.openxmlformats.org/officeDocument/2006/relationships/image" Target="../media/image1880.png"/><Relationship Id="rId25" Type="http://schemas.openxmlformats.org/officeDocument/2006/relationships/image" Target="../media/image196.png"/><Relationship Id="rId16" Type="http://schemas.openxmlformats.org/officeDocument/2006/relationships/image" Target="../media/image1870.png"/><Relationship Id="rId20" Type="http://schemas.openxmlformats.org/officeDocument/2006/relationships/image" Target="../media/image1910.png"/><Relationship Id="rId29" Type="http://schemas.openxmlformats.org/officeDocument/2006/relationships/image" Target="../media/image200.png"/><Relationship Id="rId1" Type="http://schemas.openxmlformats.org/officeDocument/2006/relationships/slideLayout" Target="../slideLayouts/slideLayout2.xml"/><Relationship Id="rId6" Type="http://schemas.openxmlformats.org/officeDocument/2006/relationships/image" Target="../media/image1770.png"/><Relationship Id="rId11" Type="http://schemas.openxmlformats.org/officeDocument/2006/relationships/image" Target="../media/image1820.png"/><Relationship Id="rId24" Type="http://schemas.openxmlformats.org/officeDocument/2006/relationships/image" Target="../media/image195.png"/><Relationship Id="rId5" Type="http://schemas.openxmlformats.org/officeDocument/2006/relationships/image" Target="../media/image1760.png"/><Relationship Id="rId15" Type="http://schemas.openxmlformats.org/officeDocument/2006/relationships/image" Target="../media/image1860.png"/><Relationship Id="rId23" Type="http://schemas.openxmlformats.org/officeDocument/2006/relationships/image" Target="../media/image194.png"/><Relationship Id="rId28" Type="http://schemas.openxmlformats.org/officeDocument/2006/relationships/image" Target="../media/image199.png"/><Relationship Id="rId10" Type="http://schemas.openxmlformats.org/officeDocument/2006/relationships/image" Target="../media/image1810.png"/><Relationship Id="rId19" Type="http://schemas.openxmlformats.org/officeDocument/2006/relationships/image" Target="../media/image1900.png"/><Relationship Id="rId4" Type="http://schemas.openxmlformats.org/officeDocument/2006/relationships/image" Target="../media/image1750.png"/><Relationship Id="rId9" Type="http://schemas.openxmlformats.org/officeDocument/2006/relationships/image" Target="../media/image1800.png"/><Relationship Id="rId14" Type="http://schemas.openxmlformats.org/officeDocument/2006/relationships/image" Target="../media/image1850.png"/><Relationship Id="rId22" Type="http://schemas.openxmlformats.org/officeDocument/2006/relationships/image" Target="../media/image193.png"/><Relationship Id="rId27" Type="http://schemas.openxmlformats.org/officeDocument/2006/relationships/image" Target="../media/image198.png"/><Relationship Id="rId30" Type="http://schemas.openxmlformats.org/officeDocument/2006/relationships/image" Target="../media/image201.png"/></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26" Type="http://schemas.openxmlformats.org/officeDocument/2006/relationships/image" Target="../media/image47.png"/><Relationship Id="rId3" Type="http://schemas.openxmlformats.org/officeDocument/2006/relationships/image" Target="../media/image24.png"/><Relationship Id="rId21" Type="http://schemas.openxmlformats.org/officeDocument/2006/relationships/image" Target="../media/image42.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5" Type="http://schemas.openxmlformats.org/officeDocument/2006/relationships/image" Target="../media/image46.png"/><Relationship Id="rId2" Type="http://schemas.openxmlformats.org/officeDocument/2006/relationships/image" Target="../media/image23.png"/><Relationship Id="rId16" Type="http://schemas.openxmlformats.org/officeDocument/2006/relationships/image" Target="../media/image37.png"/><Relationship Id="rId20" Type="http://schemas.openxmlformats.org/officeDocument/2006/relationships/image" Target="../media/image41.png"/><Relationship Id="rId29"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24" Type="http://schemas.openxmlformats.org/officeDocument/2006/relationships/image" Target="../media/image45.png"/><Relationship Id="rId32" Type="http://schemas.openxmlformats.org/officeDocument/2006/relationships/image" Target="../media/image53.png"/><Relationship Id="rId5" Type="http://schemas.openxmlformats.org/officeDocument/2006/relationships/image" Target="../media/image26.png"/><Relationship Id="rId15" Type="http://schemas.openxmlformats.org/officeDocument/2006/relationships/image" Target="../media/image36.png"/><Relationship Id="rId23" Type="http://schemas.openxmlformats.org/officeDocument/2006/relationships/image" Target="../media/image44.png"/><Relationship Id="rId28" Type="http://schemas.openxmlformats.org/officeDocument/2006/relationships/image" Target="../media/image49.png"/><Relationship Id="rId10" Type="http://schemas.openxmlformats.org/officeDocument/2006/relationships/image" Target="../media/image31.png"/><Relationship Id="rId19" Type="http://schemas.openxmlformats.org/officeDocument/2006/relationships/image" Target="../media/image40.png"/><Relationship Id="rId31" Type="http://schemas.openxmlformats.org/officeDocument/2006/relationships/image" Target="../media/image52.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image" Target="../media/image43.png"/><Relationship Id="rId27" Type="http://schemas.openxmlformats.org/officeDocument/2006/relationships/image" Target="../media/image48.png"/><Relationship Id="rId30" Type="http://schemas.openxmlformats.org/officeDocument/2006/relationships/image" Target="../media/image51.png"/></Relationships>
</file>

<file path=ppt/slides/_rels/slide22.xml.rels><?xml version="1.0" encoding="UTF-8" standalone="yes"?>
<Relationships xmlns="http://schemas.openxmlformats.org/package/2006/relationships"><Relationship Id="rId13" Type="http://schemas.openxmlformats.org/officeDocument/2006/relationships/image" Target="../media/image55.png"/><Relationship Id="rId18" Type="http://schemas.openxmlformats.org/officeDocument/2006/relationships/image" Target="../media/image60.png"/><Relationship Id="rId21" Type="http://schemas.openxmlformats.org/officeDocument/2006/relationships/image" Target="../media/image63.png"/><Relationship Id="rId12" Type="http://schemas.openxmlformats.org/officeDocument/2006/relationships/image" Target="../media/image54.png"/><Relationship Id="rId17" Type="http://schemas.openxmlformats.org/officeDocument/2006/relationships/image" Target="../media/image59.png"/><Relationship Id="rId16" Type="http://schemas.openxmlformats.org/officeDocument/2006/relationships/image" Target="../media/image58.png"/><Relationship Id="rId20" Type="http://schemas.openxmlformats.org/officeDocument/2006/relationships/image" Target="../media/image62.png"/><Relationship Id="rId1" Type="http://schemas.openxmlformats.org/officeDocument/2006/relationships/slideLayout" Target="../slideLayouts/slideLayout2.xml"/><Relationship Id="rId11" Type="http://schemas.openxmlformats.org/officeDocument/2006/relationships/image" Target="../media/image530.png"/><Relationship Id="rId15" Type="http://schemas.openxmlformats.org/officeDocument/2006/relationships/image" Target="../media/image57.png"/><Relationship Id="rId10" Type="http://schemas.openxmlformats.org/officeDocument/2006/relationships/image" Target="../media/image520.png"/><Relationship Id="rId19" Type="http://schemas.openxmlformats.org/officeDocument/2006/relationships/image" Target="../media/image61.png"/><Relationship Id="rId9" Type="http://schemas.openxmlformats.org/officeDocument/2006/relationships/image" Target="../media/image510.png"/><Relationship Id="rId14" Type="http://schemas.openxmlformats.org/officeDocument/2006/relationships/image" Target="../media/image56.png"/></Relationships>
</file>

<file path=ppt/slides/_rels/slide2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490.png"/><Relationship Id="rId3" Type="http://schemas.openxmlformats.org/officeDocument/2006/relationships/image" Target="../media/image440.png"/><Relationship Id="rId7" Type="http://schemas.openxmlformats.org/officeDocument/2006/relationships/image" Target="../media/image480.png"/><Relationship Id="rId2" Type="http://schemas.openxmlformats.org/officeDocument/2006/relationships/image" Target="../media/image441.png"/><Relationship Id="rId1" Type="http://schemas.openxmlformats.org/officeDocument/2006/relationships/slideLayout" Target="../slideLayouts/slideLayout2.xml"/><Relationship Id="rId6" Type="http://schemas.openxmlformats.org/officeDocument/2006/relationships/image" Target="../media/image470.png"/><Relationship Id="rId5" Type="http://schemas.openxmlformats.org/officeDocument/2006/relationships/image" Target="../media/image460.png"/><Relationship Id="rId4" Type="http://schemas.openxmlformats.org/officeDocument/2006/relationships/image" Target="../media/image450.png"/><Relationship Id="rId9" Type="http://schemas.openxmlformats.org/officeDocument/2006/relationships/image" Target="../media/image500.png"/></Relationships>
</file>

<file path=ppt/slides/_rels/slide25.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18" Type="http://schemas.openxmlformats.org/officeDocument/2006/relationships/image" Target="../media/image81.png"/><Relationship Id="rId21" Type="http://schemas.openxmlformats.org/officeDocument/2006/relationships/image" Target="../media/image84.png"/><Relationship Id="rId7" Type="http://schemas.openxmlformats.org/officeDocument/2006/relationships/image" Target="../media/image70.png"/><Relationship Id="rId12" Type="http://schemas.openxmlformats.org/officeDocument/2006/relationships/image" Target="../media/image75.png"/><Relationship Id="rId17" Type="http://schemas.openxmlformats.org/officeDocument/2006/relationships/image" Target="../media/image80.png"/><Relationship Id="rId16" Type="http://schemas.openxmlformats.org/officeDocument/2006/relationships/image" Target="../media/image79.png"/><Relationship Id="rId20"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png"/><Relationship Id="rId19" Type="http://schemas.openxmlformats.org/officeDocument/2006/relationships/image" Target="../media/image82.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 Id="rId22" Type="http://schemas.openxmlformats.org/officeDocument/2006/relationships/image" Target="../media/image8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8" Type="http://schemas.openxmlformats.org/officeDocument/2006/relationships/image" Target="../media/image840.png"/><Relationship Id="rId21" Type="http://schemas.openxmlformats.org/officeDocument/2006/relationships/image" Target="../media/image87.png"/><Relationship Id="rId17" Type="http://schemas.openxmlformats.org/officeDocument/2006/relationships/image" Target="../media/image830.png"/><Relationship Id="rId2" Type="http://schemas.openxmlformats.org/officeDocument/2006/relationships/image" Target="../media/image65.png"/><Relationship Id="rId16" Type="http://schemas.openxmlformats.org/officeDocument/2006/relationships/image" Target="../media/image820.png"/><Relationship Id="rId20" Type="http://schemas.openxmlformats.org/officeDocument/2006/relationships/image" Target="../media/image86.png"/><Relationship Id="rId1" Type="http://schemas.openxmlformats.org/officeDocument/2006/relationships/slideLayout" Target="../slideLayouts/slideLayout2.xml"/><Relationship Id="rId15" Type="http://schemas.openxmlformats.org/officeDocument/2006/relationships/image" Target="../media/image810.png"/><Relationship Id="rId19" Type="http://schemas.openxmlformats.org/officeDocument/2006/relationships/image" Target="../media/image66.png"/><Relationship Id="rId22" Type="http://schemas.openxmlformats.org/officeDocument/2006/relationships/image" Target="../media/image88.png"/></Relationships>
</file>

<file path=ppt/slides/_rels/slide28.xml.rels><?xml version="1.0" encoding="UTF-8" standalone="yes"?>
<Relationships xmlns="http://schemas.openxmlformats.org/package/2006/relationships"><Relationship Id="rId18" Type="http://schemas.openxmlformats.org/officeDocument/2006/relationships/image" Target="../media/image250.png"/><Relationship Id="rId26" Type="http://schemas.openxmlformats.org/officeDocument/2006/relationships/image" Target="../media/image230.png"/><Relationship Id="rId13" Type="http://schemas.openxmlformats.org/officeDocument/2006/relationships/image" Target="../media/image240.png"/><Relationship Id="rId3" Type="http://schemas.openxmlformats.org/officeDocument/2006/relationships/image" Target="../media/image90.png"/><Relationship Id="rId21" Type="http://schemas.openxmlformats.org/officeDocument/2006/relationships/image" Target="../media/image93.png"/><Relationship Id="rId17" Type="http://schemas.openxmlformats.org/officeDocument/2006/relationships/image" Target="../media/image240.png"/><Relationship Id="rId12" Type="http://schemas.openxmlformats.org/officeDocument/2006/relationships/image" Target="../media/image300.png"/><Relationship Id="rId25" Type="http://schemas.openxmlformats.org/officeDocument/2006/relationships/image" Target="../media/image370.png"/><Relationship Id="rId2" Type="http://schemas.openxmlformats.org/officeDocument/2006/relationships/image" Target="../media/image89.png"/><Relationship Id="rId16" Type="http://schemas.openxmlformats.org/officeDocument/2006/relationships/image" Target="../media/image230.png"/><Relationship Id="rId20" Type="http://schemas.openxmlformats.org/officeDocument/2006/relationships/image" Target="../media/image290.png"/><Relationship Id="rId29" Type="http://schemas.openxmlformats.org/officeDocument/2006/relationships/image" Target="../media/image95.png"/><Relationship Id="rId1" Type="http://schemas.openxmlformats.org/officeDocument/2006/relationships/slideLayout" Target="../slideLayouts/slideLayout2.xml"/><Relationship Id="rId24" Type="http://schemas.openxmlformats.org/officeDocument/2006/relationships/image" Target="../media/image360.png"/><Relationship Id="rId6" Type="http://schemas.openxmlformats.org/officeDocument/2006/relationships/image" Target="../media/image380.png"/><Relationship Id="rId5" Type="http://schemas.openxmlformats.org/officeDocument/2006/relationships/image" Target="../media/image92.png"/><Relationship Id="rId23" Type="http://schemas.openxmlformats.org/officeDocument/2006/relationships/image" Target="../media/image350.png"/><Relationship Id="rId15" Type="http://schemas.openxmlformats.org/officeDocument/2006/relationships/image" Target="../media/image260.png"/><Relationship Id="rId28" Type="http://schemas.openxmlformats.org/officeDocument/2006/relationships/image" Target="../media/image400.png"/><Relationship Id="rId19" Type="http://schemas.openxmlformats.org/officeDocument/2006/relationships/image" Target="../media/image260.png"/><Relationship Id="rId4" Type="http://schemas.openxmlformats.org/officeDocument/2006/relationships/image" Target="../media/image91.png"/><Relationship Id="rId22" Type="http://schemas.openxmlformats.org/officeDocument/2006/relationships/image" Target="../media/image94.png"/><Relationship Id="rId14" Type="http://schemas.openxmlformats.org/officeDocument/2006/relationships/image" Target="../media/image250.png"/><Relationship Id="rId27" Type="http://schemas.openxmlformats.org/officeDocument/2006/relationships/image" Target="../media/image390.png"/><Relationship Id="rId30" Type="http://schemas.openxmlformats.org/officeDocument/2006/relationships/image" Target="../media/image96.png"/></Relationships>
</file>

<file path=ppt/slides/_rels/slide29.xml.rels><?xml version="1.0" encoding="UTF-8" standalone="yes"?>
<Relationships xmlns="http://schemas.openxmlformats.org/package/2006/relationships"><Relationship Id="rId8" Type="http://schemas.openxmlformats.org/officeDocument/2006/relationships/image" Target="../media/image102.png"/><Relationship Id="rId18" Type="http://schemas.openxmlformats.org/officeDocument/2006/relationships/image" Target="../media/image104.png"/><Relationship Id="rId3" Type="http://schemas.openxmlformats.org/officeDocument/2006/relationships/image" Target="../media/image730.png"/><Relationship Id="rId21" Type="http://schemas.openxmlformats.org/officeDocument/2006/relationships/image" Target="../media/image107.png"/><Relationship Id="rId7" Type="http://schemas.openxmlformats.org/officeDocument/2006/relationships/image" Target="../media/image101.png"/><Relationship Id="rId2" Type="http://schemas.openxmlformats.org/officeDocument/2006/relationships/notesSlide" Target="../notesSlides/notesSlide14.xml"/><Relationship Id="rId20"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image" Target="../media/image760.png"/><Relationship Id="rId24" Type="http://schemas.openxmlformats.org/officeDocument/2006/relationships/image" Target="../media/image110.png"/><Relationship Id="rId5" Type="http://schemas.openxmlformats.org/officeDocument/2006/relationships/image" Target="../media/image750.png"/><Relationship Id="rId23" Type="http://schemas.openxmlformats.org/officeDocument/2006/relationships/image" Target="../media/image109.png"/><Relationship Id="rId19" Type="http://schemas.openxmlformats.org/officeDocument/2006/relationships/image" Target="../media/image105.png"/><Relationship Id="rId4" Type="http://schemas.openxmlformats.org/officeDocument/2006/relationships/image" Target="../media/image680.png"/><Relationship Id="rId9" Type="http://schemas.openxmlformats.org/officeDocument/2006/relationships/image" Target="../media/image103.png"/><Relationship Id="rId22" Type="http://schemas.openxmlformats.org/officeDocument/2006/relationships/image" Target="../media/image108.png"/></Relationships>
</file>

<file path=ppt/slides/_rels/slide30.xml.rels><?xml version="1.0" encoding="UTF-8" standalone="yes"?>
<Relationships xmlns="http://schemas.openxmlformats.org/package/2006/relationships"><Relationship Id="rId8" Type="http://schemas.openxmlformats.org/officeDocument/2006/relationships/image" Target="../media/image442.png"/><Relationship Id="rId13" Type="http://schemas.openxmlformats.org/officeDocument/2006/relationships/image" Target="../media/image581.png"/><Relationship Id="rId18" Type="http://schemas.openxmlformats.org/officeDocument/2006/relationships/image" Target="../media/image600.png"/><Relationship Id="rId3" Type="http://schemas.openxmlformats.org/officeDocument/2006/relationships/image" Target="../media/image570.png"/><Relationship Id="rId21" Type="http://schemas.openxmlformats.org/officeDocument/2006/relationships/image" Target="../media/image630.png"/><Relationship Id="rId7" Type="http://schemas.openxmlformats.org/officeDocument/2006/relationships/image" Target="../media/image430.png"/><Relationship Id="rId12" Type="http://schemas.openxmlformats.org/officeDocument/2006/relationships/image" Target="../media/image481.png"/><Relationship Id="rId17" Type="http://schemas.openxmlformats.org/officeDocument/2006/relationships/image" Target="../media/image590.png"/><Relationship Id="rId25" Type="http://schemas.openxmlformats.org/officeDocument/2006/relationships/image" Target="../media/image670.png"/><Relationship Id="rId16" Type="http://schemas.openxmlformats.org/officeDocument/2006/relationships/image" Target="../media/image580.png"/><Relationship Id="rId20" Type="http://schemas.openxmlformats.org/officeDocument/2006/relationships/image" Target="../media/image620.png"/><Relationship Id="rId1" Type="http://schemas.openxmlformats.org/officeDocument/2006/relationships/slideLayout" Target="../slideLayouts/slideLayout2.xml"/><Relationship Id="rId6" Type="http://schemas.openxmlformats.org/officeDocument/2006/relationships/image" Target="../media/image420.png"/><Relationship Id="rId11" Type="http://schemas.openxmlformats.org/officeDocument/2006/relationships/image" Target="../media/image471.png"/><Relationship Id="rId24" Type="http://schemas.openxmlformats.org/officeDocument/2006/relationships/image" Target="../media/image660.png"/><Relationship Id="rId5" Type="http://schemas.openxmlformats.org/officeDocument/2006/relationships/image" Target="../media/image410.png"/><Relationship Id="rId15" Type="http://schemas.openxmlformats.org/officeDocument/2006/relationships/image" Target="../media/image601.png"/><Relationship Id="rId23" Type="http://schemas.openxmlformats.org/officeDocument/2006/relationships/image" Target="../media/image650.png"/><Relationship Id="rId10" Type="http://schemas.openxmlformats.org/officeDocument/2006/relationships/image" Target="../media/image461.png"/><Relationship Id="rId19" Type="http://schemas.openxmlformats.org/officeDocument/2006/relationships/image" Target="../media/image610.png"/><Relationship Id="rId4" Type="http://schemas.openxmlformats.org/officeDocument/2006/relationships/image" Target="../media/image401.png"/><Relationship Id="rId9" Type="http://schemas.openxmlformats.org/officeDocument/2006/relationships/image" Target="../media/image451.png"/><Relationship Id="rId14" Type="http://schemas.openxmlformats.org/officeDocument/2006/relationships/image" Target="../media/image591.png"/><Relationship Id="rId22" Type="http://schemas.openxmlformats.org/officeDocument/2006/relationships/image" Target="../media/image640.png"/></Relationships>
</file>

<file path=ppt/slides/_rels/slide31.xml.rels><?xml version="1.0" encoding="UTF-8" standalone="yes"?>
<Relationships xmlns="http://schemas.openxmlformats.org/package/2006/relationships"><Relationship Id="rId8" Type="http://schemas.openxmlformats.org/officeDocument/2006/relationships/image" Target="../media/image990.png"/><Relationship Id="rId13" Type="http://schemas.openxmlformats.org/officeDocument/2006/relationships/image" Target="../media/image100.png"/><Relationship Id="rId39" Type="http://schemas.openxmlformats.org/officeDocument/2006/relationships/image" Target="../media/image1080.png"/><Relationship Id="rId3" Type="http://schemas.openxmlformats.org/officeDocument/2006/relationships/image" Target="../media/image98.png"/><Relationship Id="rId34" Type="http://schemas.openxmlformats.org/officeDocument/2006/relationships/image" Target="../media/image1070.png"/><Relationship Id="rId42" Type="http://schemas.openxmlformats.org/officeDocument/2006/relationships/image" Target="../media/image111.png"/><Relationship Id="rId12" Type="http://schemas.openxmlformats.org/officeDocument/2006/relationships/image" Target="../media/image1060.png"/><Relationship Id="rId33" Type="http://schemas.openxmlformats.org/officeDocument/2006/relationships/image" Target="../media/image1040.png"/><Relationship Id="rId38" Type="http://schemas.openxmlformats.org/officeDocument/2006/relationships/image" Target="../media/image1071.png"/><Relationship Id="rId2" Type="http://schemas.openxmlformats.org/officeDocument/2006/relationships/image" Target="../media/image97.png"/><Relationship Id="rId41" Type="http://schemas.openxmlformats.org/officeDocument/2006/relationships/image" Target="../media/image1100.png"/><Relationship Id="rId1" Type="http://schemas.openxmlformats.org/officeDocument/2006/relationships/slideLayout" Target="../slideLayouts/slideLayout2.xml"/><Relationship Id="rId37" Type="http://schemas.openxmlformats.org/officeDocument/2006/relationships/image" Target="../media/image1050.png"/><Relationship Id="rId40" Type="http://schemas.openxmlformats.org/officeDocument/2006/relationships/image" Target="../media/image1090.png"/><Relationship Id="rId36" Type="http://schemas.openxmlformats.org/officeDocument/2006/relationships/image" Target="../media/image1030.png"/><Relationship Id="rId4" Type="http://schemas.openxmlformats.org/officeDocument/2006/relationships/image" Target="../media/image99.png"/><Relationship Id="rId35" Type="http://schemas.openxmlformats.org/officeDocument/2006/relationships/image" Target="../media/image1020.png"/><Relationship Id="rId43" Type="http://schemas.openxmlformats.org/officeDocument/2006/relationships/image" Target="../media/image112.png"/></Relationships>
</file>

<file path=ppt/slides/_rels/slide32.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115.png"/><Relationship Id="rId9" Type="http://schemas.openxmlformats.org/officeDocument/2006/relationships/image" Target="../media/image120.png"/></Relationships>
</file>

<file path=ppt/slides/_rels/slide33.xml.rels><?xml version="1.0" encoding="UTF-8" standalone="yes"?>
<Relationships xmlns="http://schemas.openxmlformats.org/package/2006/relationships"><Relationship Id="rId26" Type="http://schemas.openxmlformats.org/officeDocument/2006/relationships/image" Target="NULL"/><Relationship Id="rId39" Type="http://schemas.openxmlformats.org/officeDocument/2006/relationships/image" Target="../media/image125.png"/><Relationship Id="rId3" Type="http://schemas.openxmlformats.org/officeDocument/2006/relationships/image" Target="../media/image123.png"/><Relationship Id="rId21" Type="http://schemas.openxmlformats.org/officeDocument/2006/relationships/image" Target="NULL"/><Relationship Id="rId34" Type="http://schemas.openxmlformats.org/officeDocument/2006/relationships/image" Target="NULL"/><Relationship Id="rId42" Type="http://schemas.openxmlformats.org/officeDocument/2006/relationships/image" Target="NULL"/><Relationship Id="rId25" Type="http://schemas.openxmlformats.org/officeDocument/2006/relationships/image" Target="NULL"/><Relationship Id="rId33" Type="http://schemas.openxmlformats.org/officeDocument/2006/relationships/image" Target="NULL"/><Relationship Id="rId38" Type="http://schemas.openxmlformats.org/officeDocument/2006/relationships/image" Target="../media/image124.png"/><Relationship Id="rId2" Type="http://schemas.openxmlformats.org/officeDocument/2006/relationships/image" Target="../media/image122.png"/><Relationship Id="rId29" Type="http://schemas.openxmlformats.org/officeDocument/2006/relationships/image" Target="NULL"/><Relationship Id="rId41" Type="http://schemas.openxmlformats.org/officeDocument/2006/relationships/image" Target="NULL"/><Relationship Id="rId1" Type="http://schemas.openxmlformats.org/officeDocument/2006/relationships/slideLayout" Target="../slideLayouts/slideLayout2.xml"/><Relationship Id="rId24" Type="http://schemas.openxmlformats.org/officeDocument/2006/relationships/image" Target="NULL"/><Relationship Id="rId32" Type="http://schemas.openxmlformats.org/officeDocument/2006/relationships/image" Target="NULL"/><Relationship Id="rId37" Type="http://schemas.openxmlformats.org/officeDocument/2006/relationships/image" Target="NULL"/><Relationship Id="rId40" Type="http://schemas.openxmlformats.org/officeDocument/2006/relationships/image" Target="NULL"/><Relationship Id="rId45" Type="http://schemas.openxmlformats.org/officeDocument/2006/relationships/image" Target="NULL"/><Relationship Id="rId23" Type="http://schemas.openxmlformats.org/officeDocument/2006/relationships/image" Target="NULL"/><Relationship Id="rId28" Type="http://schemas.openxmlformats.org/officeDocument/2006/relationships/image" Target="NULL"/><Relationship Id="rId36" Type="http://schemas.openxmlformats.org/officeDocument/2006/relationships/image" Target="NULL"/><Relationship Id="rId31" Type="http://schemas.openxmlformats.org/officeDocument/2006/relationships/image" Target="NULL"/><Relationship Id="rId44" Type="http://schemas.openxmlformats.org/officeDocument/2006/relationships/image" Target="NULL"/><Relationship Id="rId22" Type="http://schemas.openxmlformats.org/officeDocument/2006/relationships/image" Target="NULL"/><Relationship Id="rId27" Type="http://schemas.openxmlformats.org/officeDocument/2006/relationships/image" Target="NULL"/><Relationship Id="rId30" Type="http://schemas.openxmlformats.org/officeDocument/2006/relationships/image" Target="NULL"/><Relationship Id="rId35" Type="http://schemas.openxmlformats.org/officeDocument/2006/relationships/image" Target="NULL"/><Relationship Id="rId43" Type="http://schemas.openxmlformats.org/officeDocument/2006/relationships/image" Target="NULL"/></Relationships>
</file>

<file path=ppt/slides/_rels/slide3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35.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30.png"/><Relationship Id="rId4" Type="http://schemas.openxmlformats.org/officeDocument/2006/relationships/image" Target="../media/image129.png"/></Relationships>
</file>

<file path=ppt/slides/_rels/slide36.xml.rels><?xml version="1.0" encoding="UTF-8" standalone="yes"?>
<Relationships xmlns="http://schemas.openxmlformats.org/package/2006/relationships"><Relationship Id="rId8" Type="http://schemas.openxmlformats.org/officeDocument/2006/relationships/image" Target="../media/image2010.png"/><Relationship Id="rId3" Type="http://schemas.openxmlformats.org/officeDocument/2006/relationships/image" Target="../media/image131.png"/><Relationship Id="rId7" Type="http://schemas.openxmlformats.org/officeDocument/2006/relationships/image" Target="../media/image13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32.png"/><Relationship Id="rId5" Type="http://schemas.openxmlformats.org/officeDocument/2006/relationships/image" Target="../media/image1710.png"/><Relationship Id="rId4" Type="http://schemas.openxmlformats.org/officeDocument/2006/relationships/image" Target="../media/image1610.png"/><Relationship Id="rId9" Type="http://schemas.openxmlformats.org/officeDocument/2006/relationships/image" Target="../media/image211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3" Type="http://schemas.openxmlformats.org/officeDocument/2006/relationships/image" Target="../media/image501.png"/><Relationship Id="rId3" Type="http://schemas.openxmlformats.org/officeDocument/2006/relationships/image" Target="../media/image203.png"/><Relationship Id="rId12" Type="http://schemas.openxmlformats.org/officeDocument/2006/relationships/image" Target="../media/image491.png"/><Relationship Id="rId2" Type="http://schemas.openxmlformats.org/officeDocument/2006/relationships/image" Target="../media/image202.png"/><Relationship Id="rId1" Type="http://schemas.openxmlformats.org/officeDocument/2006/relationships/slideLayout" Target="../slideLayouts/slideLayout2.xml"/><Relationship Id="rId6" Type="http://schemas.openxmlformats.org/officeDocument/2006/relationships/image" Target="../media/image206.png"/><Relationship Id="rId11" Type="http://schemas.openxmlformats.org/officeDocument/2006/relationships/image" Target="../media/image482.png"/><Relationship Id="rId5" Type="http://schemas.openxmlformats.org/officeDocument/2006/relationships/image" Target="../media/image205.png"/><Relationship Id="rId15" Type="http://schemas.openxmlformats.org/officeDocument/2006/relationships/image" Target="../media/image521.png"/><Relationship Id="rId10" Type="http://schemas.openxmlformats.org/officeDocument/2006/relationships/image" Target="../media/image472.png"/><Relationship Id="rId4" Type="http://schemas.openxmlformats.org/officeDocument/2006/relationships/image" Target="../media/image204.png"/><Relationship Id="rId9" Type="http://schemas.openxmlformats.org/officeDocument/2006/relationships/image" Target="../media/image462.png"/><Relationship Id="rId14" Type="http://schemas.openxmlformats.org/officeDocument/2006/relationships/image" Target="../media/image511.png"/></Relationships>
</file>

<file path=ppt/slides/_rels/slide44.xml.rels><?xml version="1.0" encoding="UTF-8" standalone="yes"?>
<Relationships xmlns="http://schemas.openxmlformats.org/package/2006/relationships"><Relationship Id="rId3" Type="http://schemas.openxmlformats.org/officeDocument/2006/relationships/image" Target="../media/image208.png"/><Relationship Id="rId7" Type="http://schemas.openxmlformats.org/officeDocument/2006/relationships/image" Target="../media/image212.png"/><Relationship Id="rId2" Type="http://schemas.openxmlformats.org/officeDocument/2006/relationships/image" Target="../media/image207.png"/><Relationship Id="rId1" Type="http://schemas.openxmlformats.org/officeDocument/2006/relationships/slideLayout" Target="../slideLayouts/slideLayout2.xml"/><Relationship Id="rId6" Type="http://schemas.openxmlformats.org/officeDocument/2006/relationships/image" Target="../media/image211.png"/><Relationship Id="rId5" Type="http://schemas.openxmlformats.org/officeDocument/2006/relationships/image" Target="../media/image210.png"/><Relationship Id="rId4" Type="http://schemas.openxmlformats.org/officeDocument/2006/relationships/image" Target="../media/image209.png"/></Relationships>
</file>

<file path=ppt/slides/_rels/slide45.xml.rels><?xml version="1.0" encoding="UTF-8" standalone="yes"?>
<Relationships xmlns="http://schemas.openxmlformats.org/package/2006/relationships"><Relationship Id="rId13" Type="http://schemas.openxmlformats.org/officeDocument/2006/relationships/image" Target="NULL"/><Relationship Id="rId12" Type="http://schemas.openxmlformats.org/officeDocument/2006/relationships/image" Target="NULL"/><Relationship Id="rId2" Type="http://schemas.openxmlformats.org/officeDocument/2006/relationships/image" Target="../media/image213.png"/><Relationship Id="rId1" Type="http://schemas.openxmlformats.org/officeDocument/2006/relationships/slideLayout" Target="../slideLayouts/slideLayout2.xml"/><Relationship Id="rId11" Type="http://schemas.openxmlformats.org/officeDocument/2006/relationships/image" Target="NULL"/><Relationship Id="rId6" Type="http://schemas.openxmlformats.org/officeDocument/2006/relationships/image" Target="NULL"/><Relationship Id="rId14" Type="http://schemas.openxmlformats.org/officeDocument/2006/relationships/image" Target="NULL"/><Relationship Id="rId4" Type="http://schemas.openxmlformats.org/officeDocument/2006/relationships/image" Target="NUL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48.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214.png"/><Relationship Id="rId7" Type="http://schemas.openxmlformats.org/officeDocument/2006/relationships/image" Target="../media/image27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610.png"/><Relationship Id="rId11" Type="http://schemas.openxmlformats.org/officeDocument/2006/relationships/image" Target="../media/image310.png"/><Relationship Id="rId5" Type="http://schemas.openxmlformats.org/officeDocument/2006/relationships/image" Target="../media/image2101.png"/><Relationship Id="rId10" Type="http://schemas.openxmlformats.org/officeDocument/2006/relationships/image" Target="../media/image301.png"/><Relationship Id="rId4" Type="http://schemas.openxmlformats.org/officeDocument/2006/relationships/image" Target="../media/image2091.png"/><Relationship Id="rId9" Type="http://schemas.openxmlformats.org/officeDocument/2006/relationships/image" Target="../media/image291.png"/></Relationships>
</file>

<file path=ppt/slides/_rels/slide49.xml.rels><?xml version="1.0" encoding="UTF-8" standalone="yes"?>
<Relationships xmlns="http://schemas.openxmlformats.org/package/2006/relationships"><Relationship Id="rId8" Type="http://schemas.openxmlformats.org/officeDocument/2006/relationships/image" Target="../media/image2300.png"/><Relationship Id="rId13" Type="http://schemas.openxmlformats.org/officeDocument/2006/relationships/image" Target="../media/image235.png"/><Relationship Id="rId3" Type="http://schemas.openxmlformats.org/officeDocument/2006/relationships/image" Target="../media/image2120.png"/><Relationship Id="rId7" Type="http://schemas.openxmlformats.org/officeDocument/2006/relationships/image" Target="../media/image228.png"/><Relationship Id="rId12" Type="http://schemas.openxmlformats.org/officeDocument/2006/relationships/image" Target="../media/image234.png"/><Relationship Id="rId2" Type="http://schemas.openxmlformats.org/officeDocument/2006/relationships/image" Target="../media/image2113.png"/><Relationship Id="rId1" Type="http://schemas.openxmlformats.org/officeDocument/2006/relationships/slideLayout" Target="../slideLayouts/slideLayout2.xml"/><Relationship Id="rId6" Type="http://schemas.openxmlformats.org/officeDocument/2006/relationships/image" Target="../media/image227.png"/><Relationship Id="rId11" Type="http://schemas.openxmlformats.org/officeDocument/2006/relationships/image" Target="../media/image233.png"/><Relationship Id="rId5" Type="http://schemas.openxmlformats.org/officeDocument/2006/relationships/image" Target="../media/image2140.png"/><Relationship Id="rId10" Type="http://schemas.openxmlformats.org/officeDocument/2006/relationships/image" Target="../media/image232.png"/><Relationship Id="rId4" Type="http://schemas.openxmlformats.org/officeDocument/2006/relationships/image" Target="../media/image2130.png"/><Relationship Id="rId9" Type="http://schemas.openxmlformats.org/officeDocument/2006/relationships/image" Target="../media/image231.png"/></Relationships>
</file>

<file path=ppt/slides/_rels/slide50.xml.rels><?xml version="1.0" encoding="UTF-8" standalone="yes"?>
<Relationships xmlns="http://schemas.openxmlformats.org/package/2006/relationships"><Relationship Id="rId8" Type="http://schemas.openxmlformats.org/officeDocument/2006/relationships/image" Target="../media/image1410.png"/><Relationship Id="rId13" Type="http://schemas.openxmlformats.org/officeDocument/2006/relationships/image" Target="../media/image1911.png"/><Relationship Id="rId18" Type="http://schemas.openxmlformats.org/officeDocument/2006/relationships/image" Target="../media/image2410.png"/><Relationship Id="rId3" Type="http://schemas.openxmlformats.org/officeDocument/2006/relationships/image" Target="../media/image910.png"/><Relationship Id="rId7" Type="http://schemas.openxmlformats.org/officeDocument/2006/relationships/image" Target="../media/image1310.png"/><Relationship Id="rId12" Type="http://schemas.openxmlformats.org/officeDocument/2006/relationships/image" Target="../media/image1811.png"/><Relationship Id="rId17" Type="http://schemas.openxmlformats.org/officeDocument/2006/relationships/image" Target="../media/image2310.png"/><Relationship Id="rId16" Type="http://schemas.openxmlformats.org/officeDocument/2006/relationships/image" Target="../media/image2210.png"/><Relationship Id="rId1" Type="http://schemas.openxmlformats.org/officeDocument/2006/relationships/slideLayout" Target="../slideLayouts/slideLayout2.xml"/><Relationship Id="rId6" Type="http://schemas.openxmlformats.org/officeDocument/2006/relationships/image" Target="../media/image1210.png"/><Relationship Id="rId11" Type="http://schemas.openxmlformats.org/officeDocument/2006/relationships/image" Target="../media/image1711.png"/><Relationship Id="rId5" Type="http://schemas.openxmlformats.org/officeDocument/2006/relationships/image" Target="../media/image1110.png"/><Relationship Id="rId15" Type="http://schemas.openxmlformats.org/officeDocument/2006/relationships/image" Target="../media/image2111.png"/><Relationship Id="rId10" Type="http://schemas.openxmlformats.org/officeDocument/2006/relationships/image" Target="../media/image1611.png"/><Relationship Id="rId4" Type="http://schemas.openxmlformats.org/officeDocument/2006/relationships/image" Target="../media/image1010.png"/><Relationship Id="rId9" Type="http://schemas.openxmlformats.org/officeDocument/2006/relationships/image" Target="../media/image1510.png"/><Relationship Id="rId14" Type="http://schemas.openxmlformats.org/officeDocument/2006/relationships/image" Target="../media/image2011.png"/></Relationships>
</file>

<file path=ppt/slides/_rels/slide51.xml.rels><?xml version="1.0" encoding="UTF-8" standalone="yes"?>
<Relationships xmlns="http://schemas.openxmlformats.org/package/2006/relationships"><Relationship Id="rId39" Type="http://schemas.openxmlformats.org/officeDocument/2006/relationships/image" Target="../media/image5100.png"/><Relationship Id="rId51" Type="http://schemas.openxmlformats.org/officeDocument/2006/relationships/image" Target="../media/image550.png"/><Relationship Id="rId3" Type="http://schemas.openxmlformats.org/officeDocument/2006/relationships/image" Target="../media/image216.png"/><Relationship Id="rId34" Type="http://schemas.openxmlformats.org/officeDocument/2006/relationships/image" Target="../media/image671.png"/><Relationship Id="rId42" Type="http://schemas.openxmlformats.org/officeDocument/2006/relationships/image" Target="../media/image780.png"/><Relationship Id="rId47" Type="http://schemas.openxmlformats.org/officeDocument/2006/relationships/image" Target="../media/image512.png"/><Relationship Id="rId50" Type="http://schemas.openxmlformats.org/officeDocument/2006/relationships/image" Target="../media/image540.png"/><Relationship Id="rId55" Type="http://schemas.openxmlformats.org/officeDocument/2006/relationships/image" Target="../media/image582.png"/><Relationship Id="rId38" Type="http://schemas.openxmlformats.org/officeDocument/2006/relationships/image" Target="../media/image5000.png"/><Relationship Id="rId46" Type="http://schemas.openxmlformats.org/officeDocument/2006/relationships/image" Target="../media/image502.png"/><Relationship Id="rId2" Type="http://schemas.openxmlformats.org/officeDocument/2006/relationships/image" Target="../media/image215.png"/><Relationship Id="rId41" Type="http://schemas.openxmlformats.org/officeDocument/2006/relationships/image" Target="../media/image770.png"/><Relationship Id="rId54" Type="http://schemas.openxmlformats.org/officeDocument/2006/relationships/image" Target="../media/image571.png"/><Relationship Id="rId1" Type="http://schemas.openxmlformats.org/officeDocument/2006/relationships/slideLayout" Target="../slideLayouts/slideLayout2.xml"/><Relationship Id="rId37" Type="http://schemas.openxmlformats.org/officeDocument/2006/relationships/image" Target="../media/image4900.png"/><Relationship Id="rId40" Type="http://schemas.openxmlformats.org/officeDocument/2006/relationships/image" Target="../media/image761.png"/><Relationship Id="rId45" Type="http://schemas.openxmlformats.org/officeDocument/2006/relationships/image" Target="../media/image492.png"/><Relationship Id="rId53" Type="http://schemas.openxmlformats.org/officeDocument/2006/relationships/image" Target="../media/image560.png"/><Relationship Id="rId58" Type="http://schemas.openxmlformats.org/officeDocument/2006/relationships/image" Target="../media/image611.png"/><Relationship Id="rId36" Type="http://schemas.openxmlformats.org/officeDocument/2006/relationships/image" Target="../media/image4800.png"/><Relationship Id="rId49" Type="http://schemas.openxmlformats.org/officeDocument/2006/relationships/image" Target="../media/image531.png"/><Relationship Id="rId57" Type="http://schemas.openxmlformats.org/officeDocument/2006/relationships/image" Target="../media/image602.png"/><Relationship Id="rId44" Type="http://schemas.openxmlformats.org/officeDocument/2006/relationships/image" Target="../media/image4810.png"/><Relationship Id="rId52" Type="http://schemas.openxmlformats.org/officeDocument/2006/relationships/image" Target="../media/image551.png"/><Relationship Id="rId35" Type="http://schemas.openxmlformats.org/officeDocument/2006/relationships/image" Target="../media/image483.png"/><Relationship Id="rId43" Type="http://schemas.openxmlformats.org/officeDocument/2006/relationships/image" Target="../media/image5200.png"/><Relationship Id="rId48" Type="http://schemas.openxmlformats.org/officeDocument/2006/relationships/image" Target="../media/image522.png"/><Relationship Id="rId56" Type="http://schemas.openxmlformats.org/officeDocument/2006/relationships/image" Target="../media/image592.png"/></Relationships>
</file>

<file path=ppt/slides/_rels/slide52.xml.rels><?xml version="1.0" encoding="UTF-8" standalone="yes"?>
<Relationships xmlns="http://schemas.openxmlformats.org/package/2006/relationships"><Relationship Id="rId13" Type="http://schemas.openxmlformats.org/officeDocument/2006/relationships/image" Target="../media/image473.png"/><Relationship Id="rId18" Type="http://schemas.openxmlformats.org/officeDocument/2006/relationships/image" Target="../media/image523.png"/><Relationship Id="rId26" Type="http://schemas.openxmlformats.org/officeDocument/2006/relationships/image" Target="../media/image1230.png"/><Relationship Id="rId21" Type="http://schemas.openxmlformats.org/officeDocument/2006/relationships/image" Target="../media/image1121.png"/><Relationship Id="rId34" Type="http://schemas.openxmlformats.org/officeDocument/2006/relationships/image" Target="../media/image1170.png"/><Relationship Id="rId12" Type="http://schemas.openxmlformats.org/officeDocument/2006/relationships/image" Target="../media/image463.png"/><Relationship Id="rId17" Type="http://schemas.openxmlformats.org/officeDocument/2006/relationships/image" Target="../media/image513.png"/><Relationship Id="rId7" Type="http://schemas.openxmlformats.org/officeDocument/2006/relationships/image" Target="../media/image411.png"/><Relationship Id="rId25" Type="http://schemas.openxmlformats.org/officeDocument/2006/relationships/image" Target="../media/image1220.png"/><Relationship Id="rId33" Type="http://schemas.openxmlformats.org/officeDocument/2006/relationships/image" Target="../media/image1160.png"/><Relationship Id="rId38" Type="http://schemas.openxmlformats.org/officeDocument/2006/relationships/image" Target="../media/image1211.png"/><Relationship Id="rId16" Type="http://schemas.openxmlformats.org/officeDocument/2006/relationships/image" Target="../media/image503.png"/><Relationship Id="rId20" Type="http://schemas.openxmlformats.org/officeDocument/2006/relationships/image" Target="../media/image541.png"/><Relationship Id="rId29" Type="http://schemas.openxmlformats.org/officeDocument/2006/relationships/image" Target="../media/image1260.png"/><Relationship Id="rId1" Type="http://schemas.openxmlformats.org/officeDocument/2006/relationships/slideLayout" Target="../slideLayouts/slideLayout2.xml"/><Relationship Id="rId11" Type="http://schemas.openxmlformats.org/officeDocument/2006/relationships/image" Target="../media/image452.png"/><Relationship Id="rId6" Type="http://schemas.openxmlformats.org/officeDocument/2006/relationships/image" Target="../media/image1111.png"/><Relationship Id="rId24" Type="http://schemas.openxmlformats.org/officeDocument/2006/relationships/image" Target="../media/image1150.png"/><Relationship Id="rId32" Type="http://schemas.openxmlformats.org/officeDocument/2006/relationships/image" Target="../media/image1290.png"/><Relationship Id="rId37" Type="http://schemas.openxmlformats.org/officeDocument/2006/relationships/image" Target="../media/image1200.png"/><Relationship Id="rId15" Type="http://schemas.openxmlformats.org/officeDocument/2006/relationships/image" Target="../media/image493.png"/><Relationship Id="rId5" Type="http://schemas.openxmlformats.org/officeDocument/2006/relationships/image" Target="../media/image1101.png"/><Relationship Id="rId23" Type="http://schemas.openxmlformats.org/officeDocument/2006/relationships/image" Target="../media/image1140.png"/><Relationship Id="rId28" Type="http://schemas.openxmlformats.org/officeDocument/2006/relationships/image" Target="../media/image1250.png"/><Relationship Id="rId36" Type="http://schemas.openxmlformats.org/officeDocument/2006/relationships/image" Target="../media/image1190.png"/><Relationship Id="rId10" Type="http://schemas.openxmlformats.org/officeDocument/2006/relationships/image" Target="../media/image443.png"/><Relationship Id="rId19" Type="http://schemas.openxmlformats.org/officeDocument/2006/relationships/image" Target="../media/image532.png"/><Relationship Id="rId31" Type="http://schemas.openxmlformats.org/officeDocument/2006/relationships/image" Target="../media/image1280.png"/><Relationship Id="rId9" Type="http://schemas.openxmlformats.org/officeDocument/2006/relationships/image" Target="../media/image431.png"/><Relationship Id="rId14" Type="http://schemas.openxmlformats.org/officeDocument/2006/relationships/image" Target="../media/image484.png"/><Relationship Id="rId4" Type="http://schemas.openxmlformats.org/officeDocument/2006/relationships/image" Target="../media/image1091.png"/><Relationship Id="rId22" Type="http://schemas.openxmlformats.org/officeDocument/2006/relationships/image" Target="../media/image1130.png"/><Relationship Id="rId27" Type="http://schemas.openxmlformats.org/officeDocument/2006/relationships/image" Target="../media/image1240.png"/><Relationship Id="rId30" Type="http://schemas.openxmlformats.org/officeDocument/2006/relationships/image" Target="../media/image1270.png"/><Relationship Id="rId35" Type="http://schemas.openxmlformats.org/officeDocument/2006/relationships/image" Target="../media/image1180.png"/><Relationship Id="rId8" Type="http://schemas.openxmlformats.org/officeDocument/2006/relationships/image" Target="../media/image421.png"/><Relationship Id="rId3" Type="http://schemas.openxmlformats.org/officeDocument/2006/relationships/image" Target="../media/image108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223.png"/><Relationship Id="rId13" Type="http://schemas.openxmlformats.org/officeDocument/2006/relationships/image" Target="../media/image236.png"/><Relationship Id="rId18" Type="http://schemas.openxmlformats.org/officeDocument/2006/relationships/image" Target="../media/image242.png"/><Relationship Id="rId3" Type="http://schemas.openxmlformats.org/officeDocument/2006/relationships/image" Target="../media/image218.png"/><Relationship Id="rId21" Type="http://schemas.openxmlformats.org/officeDocument/2006/relationships/image" Target="../media/image245.png"/><Relationship Id="rId7" Type="http://schemas.openxmlformats.org/officeDocument/2006/relationships/image" Target="../media/image222.png"/><Relationship Id="rId12" Type="http://schemas.openxmlformats.org/officeDocument/2006/relationships/image" Target="../media/image229.png"/><Relationship Id="rId17" Type="http://schemas.openxmlformats.org/officeDocument/2006/relationships/image" Target="../media/image241.png"/><Relationship Id="rId2" Type="http://schemas.openxmlformats.org/officeDocument/2006/relationships/image" Target="../media/image217.png"/><Relationship Id="rId16" Type="http://schemas.openxmlformats.org/officeDocument/2006/relationships/image" Target="../media/image239.png"/><Relationship Id="rId20" Type="http://schemas.openxmlformats.org/officeDocument/2006/relationships/image" Target="../media/image244.png"/><Relationship Id="rId1" Type="http://schemas.openxmlformats.org/officeDocument/2006/relationships/slideLayout" Target="../slideLayouts/slideLayout2.xml"/><Relationship Id="rId6" Type="http://schemas.openxmlformats.org/officeDocument/2006/relationships/image" Target="../media/image221.png"/><Relationship Id="rId11" Type="http://schemas.openxmlformats.org/officeDocument/2006/relationships/image" Target="../media/image226.png"/><Relationship Id="rId5" Type="http://schemas.openxmlformats.org/officeDocument/2006/relationships/image" Target="../media/image220.png"/><Relationship Id="rId15" Type="http://schemas.openxmlformats.org/officeDocument/2006/relationships/image" Target="../media/image238.png"/><Relationship Id="rId23" Type="http://schemas.openxmlformats.org/officeDocument/2006/relationships/image" Target="../media/image247.png"/><Relationship Id="rId10" Type="http://schemas.openxmlformats.org/officeDocument/2006/relationships/image" Target="../media/image225.png"/><Relationship Id="rId19" Type="http://schemas.openxmlformats.org/officeDocument/2006/relationships/image" Target="../media/image243.png"/><Relationship Id="rId4" Type="http://schemas.openxmlformats.org/officeDocument/2006/relationships/image" Target="../media/image219.png"/><Relationship Id="rId9" Type="http://schemas.openxmlformats.org/officeDocument/2006/relationships/image" Target="../media/image224.png"/><Relationship Id="rId14" Type="http://schemas.openxmlformats.org/officeDocument/2006/relationships/image" Target="../media/image237.png"/><Relationship Id="rId22" Type="http://schemas.openxmlformats.org/officeDocument/2006/relationships/image" Target="../media/image24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3" Type="http://schemas.openxmlformats.org/officeDocument/2006/relationships/image" Target="../media/image533.png"/><Relationship Id="rId21" Type="http://schemas.openxmlformats.org/officeDocument/2006/relationships/image" Target="../media/image641.png"/><Relationship Id="rId34" Type="http://schemas.openxmlformats.org/officeDocument/2006/relationships/image" Target="../media/image4500.png"/><Relationship Id="rId12" Type="http://schemas.openxmlformats.org/officeDocument/2006/relationships/image" Target="../media/image1131.png"/><Relationship Id="rId17" Type="http://schemas.openxmlformats.org/officeDocument/2006/relationships/image" Target="../media/image572.png"/><Relationship Id="rId33" Type="http://schemas.openxmlformats.org/officeDocument/2006/relationships/image" Target="../media/image4400.png"/><Relationship Id="rId2" Type="http://schemas.openxmlformats.org/officeDocument/2006/relationships/image" Target="../media/image248.png"/><Relationship Id="rId29" Type="http://schemas.openxmlformats.org/officeDocument/2006/relationships/image" Target="../media/image391.png"/><Relationship Id="rId16" Type="http://schemas.openxmlformats.org/officeDocument/2006/relationships/image" Target="../media/image561.png"/><Relationship Id="rId1" Type="http://schemas.openxmlformats.org/officeDocument/2006/relationships/slideLayout" Target="../slideLayouts/slideLayout2.xml"/><Relationship Id="rId11" Type="http://schemas.openxmlformats.org/officeDocument/2006/relationships/image" Target="../media/image1122.png"/><Relationship Id="rId32" Type="http://schemas.openxmlformats.org/officeDocument/2006/relationships/image" Target="../media/image4200.png"/><Relationship Id="rId28" Type="http://schemas.openxmlformats.org/officeDocument/2006/relationships/image" Target="../media/image381.png"/><Relationship Id="rId15" Type="http://schemas.openxmlformats.org/officeDocument/2006/relationships/image" Target="../media/image552.png"/><Relationship Id="rId36" Type="http://schemas.openxmlformats.org/officeDocument/2006/relationships/image" Target="../media/image4700.png"/><Relationship Id="rId31" Type="http://schemas.openxmlformats.org/officeDocument/2006/relationships/image" Target="../media/image4100.png"/><Relationship Id="rId10" Type="http://schemas.openxmlformats.org/officeDocument/2006/relationships/image" Target="../media/image1112.png"/><Relationship Id="rId19" Type="http://schemas.openxmlformats.org/officeDocument/2006/relationships/image" Target="../media/image1120.png"/><Relationship Id="rId27" Type="http://schemas.openxmlformats.org/officeDocument/2006/relationships/image" Target="../media/image371.png"/><Relationship Id="rId30" Type="http://schemas.openxmlformats.org/officeDocument/2006/relationships/image" Target="../media/image402.png"/><Relationship Id="rId9" Type="http://schemas.openxmlformats.org/officeDocument/2006/relationships/image" Target="../media/image1092.png"/><Relationship Id="rId14" Type="http://schemas.openxmlformats.org/officeDocument/2006/relationships/image" Target="../media/image542.png"/><Relationship Id="rId35" Type="http://schemas.openxmlformats.org/officeDocument/2006/relationships/image" Target="../media/image4600.png"/></Relationships>
</file>

<file path=ppt/slides/_rels/slide58.xml.rels><?xml version="1.0" encoding="UTF-8" standalone="yes"?>
<Relationships xmlns="http://schemas.openxmlformats.org/package/2006/relationships"><Relationship Id="rId51" Type="http://schemas.openxmlformats.org/officeDocument/2006/relationships/image" Target="../media/image1812.png"/><Relationship Id="rId18" Type="http://schemas.openxmlformats.org/officeDocument/2006/relationships/image" Target="../media/image2100.png"/><Relationship Id="rId55" Type="http://schemas.openxmlformats.org/officeDocument/2006/relationships/image" Target="../media/image2211.png"/><Relationship Id="rId47" Type="http://schemas.openxmlformats.org/officeDocument/2006/relationships/image" Target="../media/image2500.png"/><Relationship Id="rId50" Type="http://schemas.openxmlformats.org/officeDocument/2006/relationships/image" Target="../media/image281.png"/><Relationship Id="rId2" Type="http://schemas.openxmlformats.org/officeDocument/2006/relationships/image" Target="../media/image249.png"/><Relationship Id="rId54" Type="http://schemas.openxmlformats.org/officeDocument/2006/relationships/image" Target="../media/image2112.png"/><Relationship Id="rId1" Type="http://schemas.openxmlformats.org/officeDocument/2006/relationships/slideLayout" Target="../slideLayouts/slideLayout2.xml"/><Relationship Id="rId53" Type="http://schemas.openxmlformats.org/officeDocument/2006/relationships/image" Target="../media/image2012.png"/><Relationship Id="rId57" Type="http://schemas.openxmlformats.org/officeDocument/2006/relationships/image" Target="../media/image2411.png"/><Relationship Id="rId49" Type="http://schemas.openxmlformats.org/officeDocument/2006/relationships/image" Target="../media/image271.png"/><Relationship Id="rId52" Type="http://schemas.openxmlformats.org/officeDocument/2006/relationships/image" Target="../media/image1912.png"/><Relationship Id="rId56" Type="http://schemas.openxmlformats.org/officeDocument/2006/relationships/image" Target="../media/image2311.png"/><Relationship Id="rId48" Type="http://schemas.openxmlformats.org/officeDocument/2006/relationships/image" Target="../media/image2600.png"/></Relationships>
</file>

<file path=ppt/slides/_rels/slide59.xml.rels><?xml version="1.0" encoding="UTF-8" standalone="yes"?>
<Relationships xmlns="http://schemas.openxmlformats.org/package/2006/relationships"><Relationship Id="rId8" Type="http://schemas.openxmlformats.org/officeDocument/2006/relationships/image" Target="../media/image3610.png"/><Relationship Id="rId3" Type="http://schemas.openxmlformats.org/officeDocument/2006/relationships/image" Target="../media/image2710.png"/><Relationship Id="rId7" Type="http://schemas.openxmlformats.org/officeDocument/2006/relationships/image" Target="../media/image3510.png"/><Relationship Id="rId1" Type="http://schemas.openxmlformats.org/officeDocument/2006/relationships/slideLayout" Target="../slideLayouts/slideLayout2.xml"/><Relationship Id="rId6" Type="http://schemas.openxmlformats.org/officeDocument/2006/relationships/image" Target="../media/image3410.png"/><Relationship Id="rId5" Type="http://schemas.openxmlformats.org/officeDocument/2006/relationships/image" Target="../media/image3310.png"/><Relationship Id="rId4" Type="http://schemas.openxmlformats.org/officeDocument/2006/relationships/image" Target="../media/image2810.png"/></Relationships>
</file>

<file path=ppt/slides/_rels/slide60.xml.rels><?xml version="1.0" encoding="UTF-8" standalone="yes"?>
<Relationships xmlns="http://schemas.openxmlformats.org/package/2006/relationships"><Relationship Id="rId8" Type="http://schemas.openxmlformats.org/officeDocument/2006/relationships/image" Target="../media/image1831.png"/><Relationship Id="rId13" Type="http://schemas.openxmlformats.org/officeDocument/2006/relationships/image" Target="../media/image1861.png"/><Relationship Id="rId18" Type="http://schemas.openxmlformats.org/officeDocument/2006/relationships/image" Target="../media/image1881.png"/><Relationship Id="rId26" Type="http://schemas.openxmlformats.org/officeDocument/2006/relationships/image" Target="../media/image1700.png"/><Relationship Id="rId21" Type="http://schemas.openxmlformats.org/officeDocument/2006/relationships/image" Target="../media/image1650.png"/><Relationship Id="rId34" Type="http://schemas.openxmlformats.org/officeDocument/2006/relationships/image" Target="../media/image1781.png"/><Relationship Id="rId12" Type="http://schemas.openxmlformats.org/officeDocument/2006/relationships/image" Target="../media/image1712.png"/><Relationship Id="rId17" Type="http://schemas.openxmlformats.org/officeDocument/2006/relationships/image" Target="../media/image1761.png"/><Relationship Id="rId7" Type="http://schemas.openxmlformats.org/officeDocument/2006/relationships/image" Target="../media/image1640.png"/><Relationship Id="rId25" Type="http://schemas.openxmlformats.org/officeDocument/2006/relationships/image" Target="../media/image1690.png"/><Relationship Id="rId33" Type="http://schemas.openxmlformats.org/officeDocument/2006/relationships/image" Target="../media/image1771.png"/><Relationship Id="rId2" Type="http://schemas.openxmlformats.org/officeDocument/2006/relationships/notesSlide" Target="../notesSlides/notesSlide25.xml"/><Relationship Id="rId16" Type="http://schemas.openxmlformats.org/officeDocument/2006/relationships/image" Target="../media/image1730.png"/><Relationship Id="rId20" Type="http://schemas.openxmlformats.org/officeDocument/2006/relationships/image" Target="../media/image1791.png"/><Relationship Id="rId29" Type="http://schemas.openxmlformats.org/officeDocument/2006/relationships/image" Target="../media/image970.png"/><Relationship Id="rId1" Type="http://schemas.openxmlformats.org/officeDocument/2006/relationships/slideLayout" Target="../slideLayouts/slideLayout2.xml"/><Relationship Id="rId11" Type="http://schemas.openxmlformats.org/officeDocument/2006/relationships/image" Target="../media/image1700.png"/><Relationship Id="rId24" Type="http://schemas.openxmlformats.org/officeDocument/2006/relationships/image" Target="../media/image1680.png"/><Relationship Id="rId32" Type="http://schemas.openxmlformats.org/officeDocument/2006/relationships/image" Target="../media/image1761.png"/><Relationship Id="rId15" Type="http://schemas.openxmlformats.org/officeDocument/2006/relationships/image" Target="../media/image991.png"/><Relationship Id="rId23" Type="http://schemas.openxmlformats.org/officeDocument/2006/relationships/image" Target="../media/image1670.png"/><Relationship Id="rId28" Type="http://schemas.openxmlformats.org/officeDocument/2006/relationships/image" Target="../media/image1720.png"/><Relationship Id="rId10" Type="http://schemas.openxmlformats.org/officeDocument/2006/relationships/image" Target="../media/image1851.png"/><Relationship Id="rId19" Type="http://schemas.openxmlformats.org/officeDocument/2006/relationships/image" Target="../media/image1781.png"/><Relationship Id="rId31" Type="http://schemas.openxmlformats.org/officeDocument/2006/relationships/image" Target="../media/image1271.png"/><Relationship Id="rId9" Type="http://schemas.openxmlformats.org/officeDocument/2006/relationships/image" Target="../media/image1841.png"/><Relationship Id="rId14" Type="http://schemas.openxmlformats.org/officeDocument/2006/relationships/image" Target="../media/image970.png"/><Relationship Id="rId22" Type="http://schemas.openxmlformats.org/officeDocument/2006/relationships/image" Target="../media/image1660.png"/><Relationship Id="rId27" Type="http://schemas.openxmlformats.org/officeDocument/2006/relationships/image" Target="../media/image1712.png"/><Relationship Id="rId30" Type="http://schemas.openxmlformats.org/officeDocument/2006/relationships/image" Target="../media/image991.png"/><Relationship Id="rId35" Type="http://schemas.openxmlformats.org/officeDocument/2006/relationships/image" Target="../media/image1791.png"/></Relationships>
</file>

<file path=ppt/slides/_rels/slide61.xml.rels><?xml version="1.0" encoding="UTF-8" standalone="yes"?>
<Relationships xmlns="http://schemas.openxmlformats.org/package/2006/relationships"><Relationship Id="rId13" Type="http://schemas.openxmlformats.org/officeDocument/2006/relationships/image" Target="../media/image2450.png"/><Relationship Id="rId18" Type="http://schemas.openxmlformats.org/officeDocument/2006/relationships/image" Target="../media/image2501.png"/><Relationship Id="rId26" Type="http://schemas.openxmlformats.org/officeDocument/2006/relationships/image" Target="../media/image1913.png"/><Relationship Id="rId21" Type="http://schemas.openxmlformats.org/officeDocument/2006/relationships/image" Target="../media/image1891.png"/><Relationship Id="rId34" Type="http://schemas.openxmlformats.org/officeDocument/2006/relationships/image" Target="../media/image265.png"/><Relationship Id="rId7" Type="http://schemas.openxmlformats.org/officeDocument/2006/relationships/image" Target="../media/image2390.png"/><Relationship Id="rId12" Type="http://schemas.openxmlformats.org/officeDocument/2006/relationships/image" Target="../media/image2440.png"/><Relationship Id="rId17" Type="http://schemas.openxmlformats.org/officeDocument/2006/relationships/image" Target="../media/image2490.png"/><Relationship Id="rId25" Type="http://schemas.openxmlformats.org/officeDocument/2006/relationships/image" Target="../media/image256.png"/><Relationship Id="rId33" Type="http://schemas.openxmlformats.org/officeDocument/2006/relationships/image" Target="../media/image264.png"/><Relationship Id="rId38" Type="http://schemas.openxmlformats.org/officeDocument/2006/relationships/image" Target="../media/image269.png"/><Relationship Id="rId2" Type="http://schemas.openxmlformats.org/officeDocument/2006/relationships/notesSlide" Target="../notesSlides/notesSlide26.xml"/><Relationship Id="rId16" Type="http://schemas.openxmlformats.org/officeDocument/2006/relationships/image" Target="../media/image2480.png"/><Relationship Id="rId20" Type="http://schemas.openxmlformats.org/officeDocument/2006/relationships/image" Target="../media/image1871.png"/><Relationship Id="rId29" Type="http://schemas.openxmlformats.org/officeDocument/2006/relationships/image" Target="../media/image2601.png"/><Relationship Id="rId1" Type="http://schemas.openxmlformats.org/officeDocument/2006/relationships/slideLayout" Target="../slideLayouts/slideLayout2.xml"/><Relationship Id="rId6" Type="http://schemas.openxmlformats.org/officeDocument/2006/relationships/image" Target="../media/image2380.png"/><Relationship Id="rId11" Type="http://schemas.openxmlformats.org/officeDocument/2006/relationships/image" Target="../media/image2430.png"/><Relationship Id="rId24" Type="http://schemas.openxmlformats.org/officeDocument/2006/relationships/image" Target="../media/image1901.png"/><Relationship Id="rId32" Type="http://schemas.openxmlformats.org/officeDocument/2006/relationships/image" Target="../media/image263.png"/><Relationship Id="rId37" Type="http://schemas.openxmlformats.org/officeDocument/2006/relationships/image" Target="../media/image268.png"/><Relationship Id="rId5" Type="http://schemas.openxmlformats.org/officeDocument/2006/relationships/image" Target="../media/image2370.png"/><Relationship Id="rId15" Type="http://schemas.openxmlformats.org/officeDocument/2006/relationships/image" Target="../media/image2470.png"/><Relationship Id="rId23" Type="http://schemas.openxmlformats.org/officeDocument/2006/relationships/image" Target="../media/image2150.png"/><Relationship Id="rId28" Type="http://schemas.openxmlformats.org/officeDocument/2006/relationships/image" Target="../media/image2090.png"/><Relationship Id="rId36" Type="http://schemas.openxmlformats.org/officeDocument/2006/relationships/image" Target="../media/image267.png"/><Relationship Id="rId10" Type="http://schemas.openxmlformats.org/officeDocument/2006/relationships/image" Target="../media/image2420.png"/><Relationship Id="rId19" Type="http://schemas.openxmlformats.org/officeDocument/2006/relationships/image" Target="../media/image251.png"/><Relationship Id="rId31" Type="http://schemas.openxmlformats.org/officeDocument/2006/relationships/image" Target="../media/image262.png"/><Relationship Id="rId4" Type="http://schemas.openxmlformats.org/officeDocument/2006/relationships/image" Target="../media/image2360.png"/><Relationship Id="rId9" Type="http://schemas.openxmlformats.org/officeDocument/2006/relationships/image" Target="../media/image2412.png"/><Relationship Id="rId14" Type="http://schemas.openxmlformats.org/officeDocument/2006/relationships/image" Target="../media/image2460.png"/><Relationship Id="rId22" Type="http://schemas.openxmlformats.org/officeDocument/2006/relationships/image" Target="../media/image254.png"/><Relationship Id="rId27" Type="http://schemas.openxmlformats.org/officeDocument/2006/relationships/image" Target="../media/image2080.png"/><Relationship Id="rId30" Type="http://schemas.openxmlformats.org/officeDocument/2006/relationships/image" Target="../media/image261.png"/><Relationship Id="rId35" Type="http://schemas.openxmlformats.org/officeDocument/2006/relationships/image" Target="../media/image266.png"/><Relationship Id="rId8" Type="http://schemas.openxmlformats.org/officeDocument/2006/relationships/image" Target="../media/image2400.png"/><Relationship Id="rId3" Type="http://schemas.openxmlformats.org/officeDocument/2006/relationships/image" Target="../media/image2350.png"/></Relationships>
</file>

<file path=ppt/slides/_rels/slide62.xml.rels><?xml version="1.0" encoding="UTF-8" standalone="yes"?>
<Relationships xmlns="http://schemas.openxmlformats.org/package/2006/relationships"><Relationship Id="rId39" Type="http://schemas.openxmlformats.org/officeDocument/2006/relationships/image" Target="../media/image354.png"/><Relationship Id="rId3" Type="http://schemas.openxmlformats.org/officeDocument/2006/relationships/image" Target="../media/image252.png"/><Relationship Id="rId34" Type="http://schemas.openxmlformats.org/officeDocument/2006/relationships/image" Target="../media/image349.png"/><Relationship Id="rId42" Type="http://schemas.openxmlformats.org/officeDocument/2006/relationships/image" Target="../media/image357.png"/><Relationship Id="rId7" Type="http://schemas.openxmlformats.org/officeDocument/2006/relationships/image" Target="../media/image258.png"/><Relationship Id="rId33" Type="http://schemas.openxmlformats.org/officeDocument/2006/relationships/image" Target="../media/image348.png"/><Relationship Id="rId38" Type="http://schemas.openxmlformats.org/officeDocument/2006/relationships/image" Target="../media/image353.png"/><Relationship Id="rId46" Type="http://schemas.openxmlformats.org/officeDocument/2006/relationships/image" Target="../media/image361.png"/><Relationship Id="rId2" Type="http://schemas.openxmlformats.org/officeDocument/2006/relationships/notesSlide" Target="../notesSlides/notesSlide27.xml"/><Relationship Id="rId41" Type="http://schemas.openxmlformats.org/officeDocument/2006/relationships/image" Target="../media/image356.png"/><Relationship Id="rId1" Type="http://schemas.openxmlformats.org/officeDocument/2006/relationships/slideLayout" Target="../slideLayouts/slideLayout2.xml"/><Relationship Id="rId6" Type="http://schemas.openxmlformats.org/officeDocument/2006/relationships/image" Target="../media/image257.png"/><Relationship Id="rId32" Type="http://schemas.openxmlformats.org/officeDocument/2006/relationships/image" Target="../media/image347.png"/><Relationship Id="rId37" Type="http://schemas.openxmlformats.org/officeDocument/2006/relationships/image" Target="../media/image352.png"/><Relationship Id="rId40" Type="http://schemas.openxmlformats.org/officeDocument/2006/relationships/image" Target="../media/image355.png"/><Relationship Id="rId45" Type="http://schemas.openxmlformats.org/officeDocument/2006/relationships/image" Target="../media/image3600.png"/><Relationship Id="rId5" Type="http://schemas.openxmlformats.org/officeDocument/2006/relationships/image" Target="../media/image255.png"/><Relationship Id="rId36" Type="http://schemas.openxmlformats.org/officeDocument/2006/relationships/image" Target="../media/image351.png"/><Relationship Id="rId31" Type="http://schemas.openxmlformats.org/officeDocument/2006/relationships/image" Target="../media/image346.png"/><Relationship Id="rId44" Type="http://schemas.openxmlformats.org/officeDocument/2006/relationships/image" Target="../media/image259.png"/><Relationship Id="rId4" Type="http://schemas.openxmlformats.org/officeDocument/2006/relationships/image" Target="../media/image253.png"/><Relationship Id="rId35" Type="http://schemas.openxmlformats.org/officeDocument/2006/relationships/image" Target="../media/image3500.png"/><Relationship Id="rId43" Type="http://schemas.openxmlformats.org/officeDocument/2006/relationships/image" Target="../media/image358.png"/></Relationships>
</file>

<file path=ppt/slides/_rels/slide63.xml.rels><?xml version="1.0" encoding="UTF-8" standalone="yes"?>
<Relationships xmlns="http://schemas.openxmlformats.org/package/2006/relationships"><Relationship Id="rId3" Type="http://schemas.openxmlformats.org/officeDocument/2006/relationships/image" Target="../media/image259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871.png"/><Relationship Id="rId3" Type="http://schemas.openxmlformats.org/officeDocument/2006/relationships/image" Target="../media/image270.png"/><Relationship Id="rId7" Type="http://schemas.openxmlformats.org/officeDocument/2006/relationships/image" Target="../media/image86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850.png"/><Relationship Id="rId11" Type="http://schemas.openxmlformats.org/officeDocument/2006/relationships/image" Target="../media/image901.png"/><Relationship Id="rId10" Type="http://schemas.openxmlformats.org/officeDocument/2006/relationships/image" Target="../media/image891.png"/><Relationship Id="rId4" Type="http://schemas.openxmlformats.org/officeDocument/2006/relationships/image" Target="../media/image272.png"/><Relationship Id="rId9" Type="http://schemas.openxmlformats.org/officeDocument/2006/relationships/image" Target="../media/image881.png"/></Relationships>
</file>

<file path=ppt/slides/_rels/slide65.xml.rels><?xml version="1.0" encoding="UTF-8" standalone="yes"?>
<Relationships xmlns="http://schemas.openxmlformats.org/package/2006/relationships"><Relationship Id="rId8" Type="http://schemas.openxmlformats.org/officeDocument/2006/relationships/image" Target="../media/image871.png"/><Relationship Id="rId3" Type="http://schemas.openxmlformats.org/officeDocument/2006/relationships/image" Target="../media/image272.png"/><Relationship Id="rId7" Type="http://schemas.openxmlformats.org/officeDocument/2006/relationships/image" Target="../media/image86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850.png"/><Relationship Id="rId11" Type="http://schemas.openxmlformats.org/officeDocument/2006/relationships/image" Target="../media/image901.png"/><Relationship Id="rId10" Type="http://schemas.openxmlformats.org/officeDocument/2006/relationships/image" Target="../media/image891.png"/><Relationship Id="rId9" Type="http://schemas.openxmlformats.org/officeDocument/2006/relationships/image" Target="../media/image881.png"/></Relationships>
</file>

<file path=ppt/slides/_rels/slide66.xml.rels><?xml version="1.0" encoding="UTF-8" standalone="yes"?>
<Relationships xmlns="http://schemas.openxmlformats.org/package/2006/relationships"><Relationship Id="rId8" Type="http://schemas.openxmlformats.org/officeDocument/2006/relationships/image" Target="../media/image1721.png"/><Relationship Id="rId3" Type="http://schemas.openxmlformats.org/officeDocument/2006/relationships/image" Target="../media/image1671.png"/><Relationship Id="rId7" Type="http://schemas.openxmlformats.org/officeDocument/2006/relationships/image" Target="../media/image1713.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701.png"/><Relationship Id="rId5" Type="http://schemas.openxmlformats.org/officeDocument/2006/relationships/image" Target="../media/image1691.png"/><Relationship Id="rId4" Type="http://schemas.openxmlformats.org/officeDocument/2006/relationships/image" Target="../media/image1681.png"/></Relationships>
</file>

<file path=ppt/slides/_rels/slide67.xml.rels><?xml version="1.0" encoding="UTF-8" standalone="yes"?>
<Relationships xmlns="http://schemas.openxmlformats.org/package/2006/relationships"><Relationship Id="rId3" Type="http://schemas.openxmlformats.org/officeDocument/2006/relationships/image" Target="../media/image27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9" Type="http://schemas.openxmlformats.org/officeDocument/2006/relationships/image" Target="../media/image700.png"/><Relationship Id="rId3" Type="http://schemas.openxmlformats.org/officeDocument/2006/relationships/image" Target="../media/image274.png"/><Relationship Id="rId34" Type="http://schemas.openxmlformats.org/officeDocument/2006/relationships/image" Target="../media/image6500.png"/><Relationship Id="rId42" Type="http://schemas.openxmlformats.org/officeDocument/2006/relationships/image" Target="../media/image940.png"/><Relationship Id="rId33" Type="http://schemas.openxmlformats.org/officeDocument/2006/relationships/image" Target="../media/image930.png"/><Relationship Id="rId38" Type="http://schemas.openxmlformats.org/officeDocument/2006/relationships/image" Target="../media/image690.png"/><Relationship Id="rId2" Type="http://schemas.openxmlformats.org/officeDocument/2006/relationships/notesSlide" Target="../notesSlides/notesSlide33.xml"/><Relationship Id="rId29" Type="http://schemas.openxmlformats.org/officeDocument/2006/relationships/image" Target="../media/image890.png"/><Relationship Id="rId41" Type="http://schemas.openxmlformats.org/officeDocument/2006/relationships/image" Target="../media/image720.png"/><Relationship Id="rId1" Type="http://schemas.openxmlformats.org/officeDocument/2006/relationships/slideLayout" Target="../slideLayouts/slideLayout2.xml"/><Relationship Id="rId32" Type="http://schemas.openxmlformats.org/officeDocument/2006/relationships/image" Target="../media/image920.png"/><Relationship Id="rId37" Type="http://schemas.openxmlformats.org/officeDocument/2006/relationships/image" Target="../media/image6800.png"/><Relationship Id="rId40" Type="http://schemas.openxmlformats.org/officeDocument/2006/relationships/image" Target="../media/image710.png"/><Relationship Id="rId28" Type="http://schemas.openxmlformats.org/officeDocument/2006/relationships/image" Target="../media/image880.png"/><Relationship Id="rId36" Type="http://schemas.openxmlformats.org/officeDocument/2006/relationships/image" Target="../media/image6700.png"/><Relationship Id="rId31" Type="http://schemas.openxmlformats.org/officeDocument/2006/relationships/image" Target="../media/image911.png"/><Relationship Id="rId27" Type="http://schemas.openxmlformats.org/officeDocument/2006/relationships/image" Target="../media/image870.png"/><Relationship Id="rId30" Type="http://schemas.openxmlformats.org/officeDocument/2006/relationships/image" Target="../media/image900.png"/><Relationship Id="rId35" Type="http://schemas.openxmlformats.org/officeDocument/2006/relationships/image" Target="../media/image6600.png"/></Relationships>
</file>

<file path=ppt/slides/_rels/slide69.xml.rels><?xml version="1.0" encoding="UTF-8" standalone="yes"?>
<Relationships xmlns="http://schemas.openxmlformats.org/package/2006/relationships"><Relationship Id="rId3" Type="http://schemas.openxmlformats.org/officeDocument/2006/relationships/image" Target="../media/image27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76.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89073248-787E-5D40-AE5E-610E41D0A30C}"/>
              </a:ext>
            </a:extLst>
          </p:cNvPr>
          <p:cNvSpPr txBox="1">
            <a:spLocks/>
          </p:cNvSpPr>
          <p:nvPr/>
        </p:nvSpPr>
        <p:spPr>
          <a:xfrm>
            <a:off x="0" y="2817091"/>
            <a:ext cx="12191999" cy="1226516"/>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zh-CN" altLang="en-US"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rPr>
              <a:t>课程总结</a:t>
            </a:r>
            <a:endParaRPr lang="en-US" altLang="zh-CN"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endParaRPr>
          </a:p>
        </p:txBody>
      </p:sp>
      <p:sp>
        <p:nvSpPr>
          <p:cNvPr id="6" name="矩形 5">
            <a:extLst>
              <a:ext uri="{FF2B5EF4-FFF2-40B4-BE49-F238E27FC236}">
                <a16:creationId xmlns:a16="http://schemas.microsoft.com/office/drawing/2014/main" id="{9D42438B-9455-BCBC-7490-250107AE8BAC}"/>
              </a:ext>
            </a:extLst>
          </p:cNvPr>
          <p:cNvSpPr/>
          <p:nvPr/>
        </p:nvSpPr>
        <p:spPr>
          <a:xfrm>
            <a:off x="0" y="252787"/>
            <a:ext cx="4271375"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descr="图片包含 图形用户界面&#10;&#10;描述已自动生成">
            <a:extLst>
              <a:ext uri="{FF2B5EF4-FFF2-40B4-BE49-F238E27FC236}">
                <a16:creationId xmlns:a16="http://schemas.microsoft.com/office/drawing/2014/main" id="{36B95622-439B-2F01-3763-4744D210F1DF}"/>
              </a:ext>
            </a:extLst>
          </p:cNvPr>
          <p:cNvPicPr>
            <a:picLocks noChangeAspect="1"/>
          </p:cNvPicPr>
          <p:nvPr/>
        </p:nvPicPr>
        <p:blipFill>
          <a:blip r:embed="rId3">
            <a:extLst>
              <a:ext uri="{28A0092B-C50C-407E-A947-70E740481C1C}">
                <a14:useLocalDpi xmlns:a14="http://schemas.microsoft.com/office/drawing/2010/main" val="0"/>
              </a:ext>
            </a:extLst>
          </a:blip>
          <a:srcRect l="12638" t="27915" r="8682" b="26692"/>
          <a:stretch/>
        </p:blipFill>
        <p:spPr>
          <a:xfrm>
            <a:off x="0" y="0"/>
            <a:ext cx="4405745" cy="998424"/>
          </a:xfrm>
          <a:prstGeom prst="rect">
            <a:avLst/>
          </a:prstGeom>
        </p:spPr>
      </p:pic>
      <p:sp>
        <p:nvSpPr>
          <p:cNvPr id="3" name="文本框 2">
            <a:extLst>
              <a:ext uri="{FF2B5EF4-FFF2-40B4-BE49-F238E27FC236}">
                <a16:creationId xmlns:a16="http://schemas.microsoft.com/office/drawing/2014/main" id="{93570352-420A-0C13-044B-FD4A338CD6AA}"/>
              </a:ext>
            </a:extLst>
          </p:cNvPr>
          <p:cNvSpPr txBox="1"/>
          <p:nvPr/>
        </p:nvSpPr>
        <p:spPr>
          <a:xfrm>
            <a:off x="0" y="1931813"/>
            <a:ext cx="9531927" cy="584775"/>
          </a:xfrm>
          <a:prstGeom prst="rect">
            <a:avLst/>
          </a:prstGeom>
          <a:noFill/>
        </p:spPr>
        <p:txBody>
          <a:bodyPr wrap="square">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模拟与数字电路 </a:t>
            </a:r>
            <a:r>
              <a:rPr lang="en-US" altLang="zh-CN" sz="3200" b="1" dirty="0">
                <a:solidFill>
                  <a:schemeClr val="bg1"/>
                </a:solidFill>
                <a:latin typeface="微软雅黑" panose="020B0503020204020204" pitchFamily="34" charset="-122"/>
                <a:ea typeface="微软雅黑" panose="020B0503020204020204" pitchFamily="34" charset="-122"/>
              </a:rPr>
              <a:t>(Analog and Digital Circuits)</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37EF3C51-ACC3-CEB4-0CD3-FB5FA64AEC1C}"/>
              </a:ext>
            </a:extLst>
          </p:cNvPr>
          <p:cNvSpPr/>
          <p:nvPr/>
        </p:nvSpPr>
        <p:spPr>
          <a:xfrm>
            <a:off x="0" y="6352426"/>
            <a:ext cx="12192000" cy="505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计算机科学与技术学院本科课程</a:t>
            </a:r>
          </a:p>
        </p:txBody>
      </p:sp>
    </p:spTree>
    <p:extLst>
      <p:ext uri="{BB962C8B-B14F-4D97-AF65-F5344CB8AC3E}">
        <p14:creationId xmlns:p14="http://schemas.microsoft.com/office/powerpoint/2010/main" val="2533195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24A8A429-A57A-A971-5B68-36C274978AD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内容提纲</a:t>
            </a:r>
          </a:p>
        </p:txBody>
      </p:sp>
      <p:grpSp>
        <p:nvGrpSpPr>
          <p:cNvPr id="4" name="组合 3">
            <a:extLst>
              <a:ext uri="{FF2B5EF4-FFF2-40B4-BE49-F238E27FC236}">
                <a16:creationId xmlns:a16="http://schemas.microsoft.com/office/drawing/2014/main" id="{F45B4BAD-F1AF-DA8F-D325-2AEA13223897}"/>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84CADB5B-DD68-FB6B-CE4A-4D568A53302E}"/>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9CA2CB5-31A5-2271-2D0D-B793AF350D1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015BBDD1-4572-5612-26B6-27B8BA88897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98A25324-8856-1585-AC55-264ACE01D50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a:t>
              </a:fld>
              <a:endParaRPr lang="zh-CN" altLang="en-US" sz="3200" dirty="0">
                <a:solidFill>
                  <a:schemeClr val="bg1"/>
                </a:solidFill>
                <a:latin typeface="Candara"/>
                <a:ea typeface="微软雅黑"/>
              </a:endParaRPr>
            </a:p>
          </p:txBody>
        </p:sp>
      </p:grpSp>
      <p:sp>
        <p:nvSpPr>
          <p:cNvPr id="9" name="文本框 8">
            <a:extLst>
              <a:ext uri="{FF2B5EF4-FFF2-40B4-BE49-F238E27FC236}">
                <a16:creationId xmlns:a16="http://schemas.microsoft.com/office/drawing/2014/main" id="{150FB66A-3771-66BC-722B-E3FF571B488E}"/>
              </a:ext>
            </a:extLst>
          </p:cNvPr>
          <p:cNvSpPr txBox="1"/>
          <p:nvPr/>
        </p:nvSpPr>
        <p:spPr>
          <a:xfrm>
            <a:off x="1296000" y="1296000"/>
            <a:ext cx="8828388" cy="1519455"/>
          </a:xfrm>
          <a:prstGeom prst="rect">
            <a:avLst/>
          </a:prstGeom>
          <a:noFill/>
        </p:spPr>
        <p:txBody>
          <a:bodyPr wrap="square">
            <a:spAutoFit/>
          </a:bodyPr>
          <a:lstStyle/>
          <a:p>
            <a:pPr marL="571500" indent="-571500">
              <a:lnSpc>
                <a:spcPct val="120000"/>
              </a:lnSpc>
              <a:spcBef>
                <a:spcPts val="600"/>
              </a:spcBef>
              <a:spcAft>
                <a:spcPts val="600"/>
              </a:spcAft>
              <a:buFont typeface="Arial" panose="020B0604020202020204" pitchFamily="34" charset="0"/>
              <a:buChar char="•"/>
            </a:pPr>
            <a:r>
              <a:rPr lang="zh-CN" altLang="en-US" sz="3600" dirty="0">
                <a:solidFill>
                  <a:srgbClr val="002060"/>
                </a:solidFill>
                <a:latin typeface="微软雅黑" panose="020B0503020204020204" pitchFamily="34" charset="-122"/>
                <a:ea typeface="微软雅黑" panose="020B0503020204020204" pitchFamily="34" charset="-122"/>
              </a:rPr>
              <a:t>考试情况</a:t>
            </a:r>
            <a:endParaRPr lang="en-US" altLang="zh-CN" sz="3600" dirty="0">
              <a:solidFill>
                <a:srgbClr val="002060"/>
              </a:solidFill>
              <a:latin typeface="微软雅黑" panose="020B0503020204020204" pitchFamily="34" charset="-122"/>
              <a:ea typeface="微软雅黑" panose="020B0503020204020204" pitchFamily="34" charset="-122"/>
            </a:endParaRPr>
          </a:p>
          <a:p>
            <a:pPr marL="571500" indent="-571500">
              <a:lnSpc>
                <a:spcPct val="120000"/>
              </a:lnSpc>
              <a:spcBef>
                <a:spcPts val="600"/>
              </a:spcBef>
              <a:spcAft>
                <a:spcPts val="600"/>
              </a:spcAft>
              <a:buFont typeface="Arial" panose="020B0604020202020204" pitchFamily="34" charset="0"/>
              <a:buChar char="•"/>
            </a:pPr>
            <a:r>
              <a:rPr lang="zh-CN" altLang="en-US" sz="3600" dirty="0">
                <a:solidFill>
                  <a:srgbClr val="002060"/>
                </a:solidFill>
                <a:latin typeface="微软雅黑" panose="020B0503020204020204" pitchFamily="34" charset="-122"/>
                <a:ea typeface="微软雅黑" panose="020B0503020204020204" pitchFamily="34" charset="-122"/>
              </a:rPr>
              <a:t>重点总结</a:t>
            </a:r>
            <a:endParaRPr lang="en-US" altLang="zh-CN" sz="36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07636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24A8A429-A57A-A971-5B68-36C274978AD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考试情况</a:t>
            </a:r>
          </a:p>
        </p:txBody>
      </p:sp>
      <p:grpSp>
        <p:nvGrpSpPr>
          <p:cNvPr id="4" name="组合 3">
            <a:extLst>
              <a:ext uri="{FF2B5EF4-FFF2-40B4-BE49-F238E27FC236}">
                <a16:creationId xmlns:a16="http://schemas.microsoft.com/office/drawing/2014/main" id="{F45B4BAD-F1AF-DA8F-D325-2AEA13223897}"/>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84CADB5B-DD68-FB6B-CE4A-4D568A53302E}"/>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9CA2CB5-31A5-2271-2D0D-B793AF350D1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015BBDD1-4572-5612-26B6-27B8BA88897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98A25324-8856-1585-AC55-264ACE01D50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a:t>
              </a:fld>
              <a:endParaRPr lang="zh-CN" altLang="en-US" sz="3200" dirty="0">
                <a:solidFill>
                  <a:schemeClr val="bg1"/>
                </a:solidFill>
                <a:latin typeface="Candara"/>
                <a:ea typeface="微软雅黑"/>
              </a:endParaRPr>
            </a:p>
          </p:txBody>
        </p:sp>
      </p:grpSp>
      <p:sp>
        <p:nvSpPr>
          <p:cNvPr id="2" name="文本框 1">
            <a:extLst>
              <a:ext uri="{FF2B5EF4-FFF2-40B4-BE49-F238E27FC236}">
                <a16:creationId xmlns:a16="http://schemas.microsoft.com/office/drawing/2014/main" id="{48A6C695-41AC-44AA-DF10-1E65F54F62EB}"/>
              </a:ext>
            </a:extLst>
          </p:cNvPr>
          <p:cNvSpPr txBox="1"/>
          <p:nvPr/>
        </p:nvSpPr>
        <p:spPr>
          <a:xfrm>
            <a:off x="359993" y="828000"/>
            <a:ext cx="10735355" cy="1753622"/>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考试时间：</a:t>
            </a:r>
            <a:r>
              <a:rPr kumimoji="1" lang="en-US" altLang="zh-CN" sz="2800" dirty="0">
                <a:solidFill>
                  <a:srgbClr val="002060"/>
                </a:solidFill>
                <a:latin typeface="微软雅黑" panose="020B0503020204020204" pitchFamily="34" charset="-122"/>
                <a:ea typeface="微软雅黑" panose="020B0503020204020204" pitchFamily="34" charset="-122"/>
              </a:rPr>
              <a:t>2026 </a:t>
            </a:r>
            <a:r>
              <a:rPr kumimoji="1" lang="zh-CN" altLang="en-US" sz="2800" dirty="0">
                <a:solidFill>
                  <a:srgbClr val="002060"/>
                </a:solidFill>
                <a:latin typeface="微软雅黑" panose="020B0503020204020204" pitchFamily="34" charset="-122"/>
                <a:ea typeface="微软雅黑" panose="020B0503020204020204" pitchFamily="34" charset="-122"/>
              </a:rPr>
              <a:t>年 </a:t>
            </a:r>
            <a:r>
              <a:rPr kumimoji="1" lang="en-US" altLang="zh-CN" sz="2800" dirty="0">
                <a:solidFill>
                  <a:srgbClr val="002060"/>
                </a:solidFill>
                <a:latin typeface="微软雅黑" panose="020B0503020204020204" pitchFamily="34" charset="-122"/>
                <a:ea typeface="微软雅黑" panose="020B0503020204020204" pitchFamily="34" charset="-122"/>
              </a:rPr>
              <a:t>01 </a:t>
            </a:r>
            <a:r>
              <a:rPr kumimoji="1" lang="zh-CN" altLang="en-US" sz="2800" dirty="0">
                <a:solidFill>
                  <a:srgbClr val="002060"/>
                </a:solidFill>
                <a:latin typeface="微软雅黑" panose="020B0503020204020204" pitchFamily="34" charset="-122"/>
                <a:ea typeface="微软雅黑" panose="020B0503020204020204" pitchFamily="34" charset="-122"/>
              </a:rPr>
              <a:t>月 </a:t>
            </a:r>
            <a:r>
              <a:rPr kumimoji="1" lang="en-US" altLang="zh-CN" sz="2800" dirty="0">
                <a:solidFill>
                  <a:srgbClr val="002060"/>
                </a:solidFill>
                <a:latin typeface="微软雅黑" panose="020B0503020204020204" pitchFamily="34" charset="-122"/>
                <a:ea typeface="微软雅黑" panose="020B0503020204020204" pitchFamily="34" charset="-122"/>
              </a:rPr>
              <a:t>22 </a:t>
            </a:r>
            <a:r>
              <a:rPr kumimoji="1" lang="zh-CN" altLang="en-US" sz="2800" dirty="0">
                <a:solidFill>
                  <a:srgbClr val="002060"/>
                </a:solidFill>
                <a:latin typeface="微软雅黑" panose="020B0503020204020204" pitchFamily="34" charset="-122"/>
                <a:ea typeface="微软雅黑" panose="020B0503020204020204" pitchFamily="34" charset="-122"/>
              </a:rPr>
              <a:t>日，</a:t>
            </a:r>
            <a:r>
              <a:rPr kumimoji="1" lang="en-US" altLang="zh-CN" sz="2800" dirty="0">
                <a:solidFill>
                  <a:srgbClr val="002060"/>
                </a:solidFill>
                <a:latin typeface="微软雅黑" panose="020B0503020204020204" pitchFamily="34" charset="-122"/>
                <a:ea typeface="微软雅黑" panose="020B0503020204020204" pitchFamily="34" charset="-122"/>
              </a:rPr>
              <a:t>08: 30 ~ 10: 30</a:t>
            </a:r>
          </a:p>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考试地点：</a:t>
            </a:r>
            <a:r>
              <a:rPr kumimoji="1" lang="en-US" altLang="zh-CN" sz="2800" dirty="0">
                <a:solidFill>
                  <a:srgbClr val="002060"/>
                </a:solidFill>
                <a:latin typeface="微软雅黑" panose="020B0503020204020204" pitchFamily="34" charset="-122"/>
                <a:ea typeface="微软雅黑" panose="020B0503020204020204" pitchFamily="34" charset="-122"/>
              </a:rPr>
              <a:t>3C103</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3C104</a:t>
            </a:r>
          </a:p>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考试形式：闭卷，不允许使用包括计算器在内的任何电子产品</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67439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186-97DD-98C1-73EF-24AF45B6D636}"/>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1C1A11B6-8F4A-B67C-D5D7-81EC68449CD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p>
        </p:txBody>
      </p:sp>
      <p:grpSp>
        <p:nvGrpSpPr>
          <p:cNvPr id="4" name="组合 3">
            <a:extLst>
              <a:ext uri="{FF2B5EF4-FFF2-40B4-BE49-F238E27FC236}">
                <a16:creationId xmlns:a16="http://schemas.microsoft.com/office/drawing/2014/main" id="{5A009624-CAEC-2AAA-3CA8-E800168F78AA}"/>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7A4EDD2F-4D82-3B8E-47DE-8A1DE04E4665}"/>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63CFF68D-9C34-B476-24B8-3B4639DBEF55}"/>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89E0A164-E896-F0A4-5B98-7649EDF07233}"/>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80F1C1A1-F3F7-2FCE-2B96-0075584541D8}"/>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a:t>
              </a:fld>
              <a:endParaRPr lang="zh-CN" altLang="en-US" sz="3200" dirty="0">
                <a:solidFill>
                  <a:schemeClr val="bg1"/>
                </a:solidFill>
                <a:latin typeface="Candara"/>
                <a:ea typeface="微软雅黑"/>
              </a:endParaRPr>
            </a:p>
          </p:txBody>
        </p:sp>
      </p:grpSp>
      <p:sp>
        <p:nvSpPr>
          <p:cNvPr id="2" name="文本框 1">
            <a:extLst>
              <a:ext uri="{FF2B5EF4-FFF2-40B4-BE49-F238E27FC236}">
                <a16:creationId xmlns:a16="http://schemas.microsoft.com/office/drawing/2014/main" id="{0694136D-780E-446E-4B8F-A19EA1AA48C1}"/>
              </a:ext>
            </a:extLst>
          </p:cNvPr>
          <p:cNvSpPr txBox="1"/>
          <p:nvPr/>
        </p:nvSpPr>
        <p:spPr>
          <a:xfrm>
            <a:off x="360000" y="827999"/>
            <a:ext cx="4860000" cy="5868000"/>
          </a:xfrm>
          <a:prstGeom prst="rect">
            <a:avLst/>
          </a:prstGeom>
          <a:solidFill>
            <a:schemeClr val="accent6">
              <a:lumMod val="20000"/>
              <a:lumOff val="80000"/>
            </a:schemeClr>
          </a:solid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数字部分</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数制与编码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逻辑代数基础</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组合逻辑电路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锁存器与触发器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时序逻辑电路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可编程逻辑器件（</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PLD</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逻辑门电路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存储器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数模与模数转换器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C21B69E5-9F82-1F6E-816E-83610B9C32A7}"/>
              </a:ext>
            </a:extLst>
          </p:cNvPr>
          <p:cNvSpPr txBox="1"/>
          <p:nvPr/>
        </p:nvSpPr>
        <p:spPr>
          <a:xfrm>
            <a:off x="6120000" y="827999"/>
            <a:ext cx="5220000" cy="5868000"/>
          </a:xfrm>
          <a:prstGeom prst="rect">
            <a:avLst/>
          </a:prstGeom>
          <a:solidFill>
            <a:schemeClr val="accent6">
              <a:lumMod val="20000"/>
              <a:lumOff val="80000"/>
            </a:schemeClr>
          </a:solid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模拟部分</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二极管</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三极管之场效应管（</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MOSFET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三极管之双极结型管（</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BJT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基于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BJT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的放大电路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集成运算放大器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id="{29BC2848-D621-87AE-D8E2-C879C7A7C747}"/>
              </a:ext>
            </a:extLst>
          </p:cNvPr>
          <p:cNvGrpSpPr/>
          <p:nvPr/>
        </p:nvGrpSpPr>
        <p:grpSpPr>
          <a:xfrm>
            <a:off x="3168000" y="1296000"/>
            <a:ext cx="3312000" cy="5436000"/>
            <a:chOff x="3168000" y="1296000"/>
            <a:chExt cx="3312000" cy="5436000"/>
          </a:xfrm>
        </p:grpSpPr>
        <p:cxnSp>
          <p:nvCxnSpPr>
            <p:cNvPr id="11" name="直接箭头连接符 10">
              <a:extLst>
                <a:ext uri="{FF2B5EF4-FFF2-40B4-BE49-F238E27FC236}">
                  <a16:creationId xmlns:a16="http://schemas.microsoft.com/office/drawing/2014/main" id="{9E1C36B1-6446-9D99-E728-8AEBEE23F41F}"/>
                </a:ext>
              </a:extLst>
            </p:cNvPr>
            <p:cNvCxnSpPr>
              <a:cxnSpLocks/>
            </p:cNvCxnSpPr>
            <p:nvPr/>
          </p:nvCxnSpPr>
          <p:spPr>
            <a:xfrm>
              <a:off x="4680000" y="1656000"/>
              <a:ext cx="0" cy="2628000"/>
            </a:xfrm>
            <a:prstGeom prst="straightConnector1">
              <a:avLst/>
            </a:prstGeom>
            <a:ln w="3810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8C11D916-4CDE-1135-2407-1D6DDDDBB51C}"/>
                </a:ext>
              </a:extLst>
            </p:cNvPr>
            <p:cNvCxnSpPr>
              <a:cxnSpLocks/>
            </p:cNvCxnSpPr>
            <p:nvPr/>
          </p:nvCxnSpPr>
          <p:spPr>
            <a:xfrm>
              <a:off x="6480000" y="4248000"/>
              <a:ext cx="0" cy="576000"/>
            </a:xfrm>
            <a:prstGeom prst="straightConnector1">
              <a:avLst/>
            </a:prstGeom>
            <a:ln w="3810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2FD5F32A-6047-F408-68D2-3C75AAC636F7}"/>
                </a:ext>
              </a:extLst>
            </p:cNvPr>
            <p:cNvCxnSpPr>
              <a:cxnSpLocks/>
            </p:cNvCxnSpPr>
            <p:nvPr/>
          </p:nvCxnSpPr>
          <p:spPr>
            <a:xfrm flipH="1">
              <a:off x="3276000" y="4788000"/>
              <a:ext cx="2988000" cy="0"/>
            </a:xfrm>
            <a:prstGeom prst="straightConnector1">
              <a:avLst/>
            </a:prstGeom>
            <a:ln w="3810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C8F5F750-0340-7339-D2B0-E40BA985BE27}"/>
                </a:ext>
              </a:extLst>
            </p:cNvPr>
            <p:cNvCxnSpPr>
              <a:cxnSpLocks/>
            </p:cNvCxnSpPr>
            <p:nvPr/>
          </p:nvCxnSpPr>
          <p:spPr>
            <a:xfrm>
              <a:off x="3168000" y="4788000"/>
              <a:ext cx="0" cy="504000"/>
            </a:xfrm>
            <a:prstGeom prst="straightConnector1">
              <a:avLst/>
            </a:prstGeom>
            <a:ln w="3810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8BDDF4EE-258D-305A-FE92-8B5823803800}"/>
                </a:ext>
              </a:extLst>
            </p:cNvPr>
            <p:cNvCxnSpPr>
              <a:cxnSpLocks/>
            </p:cNvCxnSpPr>
            <p:nvPr/>
          </p:nvCxnSpPr>
          <p:spPr>
            <a:xfrm flipH="1">
              <a:off x="3960000" y="6300000"/>
              <a:ext cx="2268000" cy="0"/>
            </a:xfrm>
            <a:prstGeom prst="straightConnector1">
              <a:avLst/>
            </a:prstGeom>
            <a:ln w="3810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2C15B3CF-9523-AFEE-1EA9-0101723AFB95}"/>
                </a:ext>
              </a:extLst>
            </p:cNvPr>
            <p:cNvSpPr txBox="1"/>
            <p:nvPr/>
          </p:nvSpPr>
          <p:spPr>
            <a:xfrm>
              <a:off x="4284000" y="1296000"/>
              <a:ext cx="792000" cy="396000"/>
            </a:xfrm>
            <a:prstGeom prst="rect">
              <a:avLst/>
            </a:prstGeom>
            <a:noFill/>
          </p:spPr>
          <p:txBody>
            <a:bodyPr wrap="square">
              <a:spAutoFit/>
            </a:bodyPr>
            <a:lstStyle/>
            <a:p>
              <a:pPr algn="ctr"/>
              <a:r>
                <a:rPr kumimoji="1" lang="en-US" altLang="zh-CN" sz="1800" b="1" dirty="0">
                  <a:solidFill>
                    <a:srgbClr val="0000FF"/>
                  </a:solidFill>
                  <a:latin typeface="微软雅黑" panose="020B0503020204020204" pitchFamily="34" charset="-122"/>
                  <a:ea typeface="微软雅黑" panose="020B0503020204020204" pitchFamily="34" charset="-122"/>
                </a:rPr>
                <a:t>Start</a:t>
              </a:r>
              <a:endParaRPr lang="zh-CN" altLang="en-US" b="1" dirty="0">
                <a:solidFill>
                  <a:srgbClr val="0000FF"/>
                </a:solidFill>
              </a:endParaRPr>
            </a:p>
          </p:txBody>
        </p:sp>
        <p:sp>
          <p:nvSpPr>
            <p:cNvPr id="46" name="文本框 45">
              <a:extLst>
                <a:ext uri="{FF2B5EF4-FFF2-40B4-BE49-F238E27FC236}">
                  <a16:creationId xmlns:a16="http://schemas.microsoft.com/office/drawing/2014/main" id="{16780678-DC9C-4DFC-30A4-5A60DFE5F14B}"/>
                </a:ext>
              </a:extLst>
            </p:cNvPr>
            <p:cNvSpPr txBox="1"/>
            <p:nvPr/>
          </p:nvSpPr>
          <p:spPr>
            <a:xfrm>
              <a:off x="3708000" y="6372000"/>
              <a:ext cx="720000" cy="360000"/>
            </a:xfrm>
            <a:prstGeom prst="rect">
              <a:avLst/>
            </a:prstGeom>
            <a:noFill/>
          </p:spPr>
          <p:txBody>
            <a:bodyPr wrap="square">
              <a:spAutoFit/>
            </a:bodyPr>
            <a:lstStyle/>
            <a:p>
              <a:pPr algn="ctr"/>
              <a:r>
                <a:rPr kumimoji="1" lang="en-US" altLang="zh-CN" sz="1800" b="1" dirty="0">
                  <a:solidFill>
                    <a:srgbClr val="0000FF"/>
                  </a:solidFill>
                  <a:latin typeface="微软雅黑" panose="020B0503020204020204" pitchFamily="34" charset="-122"/>
                  <a:ea typeface="微软雅黑" panose="020B0503020204020204" pitchFamily="34" charset="-122"/>
                </a:rPr>
                <a:t>End</a:t>
              </a:r>
              <a:endParaRPr lang="zh-CN" altLang="en-US" b="1" dirty="0">
                <a:solidFill>
                  <a:srgbClr val="0000FF"/>
                </a:solidFill>
              </a:endParaRPr>
            </a:p>
          </p:txBody>
        </p:sp>
        <p:cxnSp>
          <p:nvCxnSpPr>
            <p:cNvPr id="10" name="直接箭头连接符 9">
              <a:extLst>
                <a:ext uri="{FF2B5EF4-FFF2-40B4-BE49-F238E27FC236}">
                  <a16:creationId xmlns:a16="http://schemas.microsoft.com/office/drawing/2014/main" id="{B79B622A-EBD7-958E-FD91-3E22C9475EA8}"/>
                </a:ext>
              </a:extLst>
            </p:cNvPr>
            <p:cNvCxnSpPr>
              <a:cxnSpLocks/>
            </p:cNvCxnSpPr>
            <p:nvPr/>
          </p:nvCxnSpPr>
          <p:spPr>
            <a:xfrm flipV="1">
              <a:off x="4788000" y="4248000"/>
              <a:ext cx="1548000" cy="0"/>
            </a:xfrm>
            <a:prstGeom prst="straightConnector1">
              <a:avLst/>
            </a:prstGeom>
            <a:ln w="3810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C3F79A3D-2E90-2CBA-78F2-EFFA285217A6}"/>
                </a:ext>
              </a:extLst>
            </p:cNvPr>
            <p:cNvCxnSpPr>
              <a:cxnSpLocks/>
            </p:cNvCxnSpPr>
            <p:nvPr/>
          </p:nvCxnSpPr>
          <p:spPr>
            <a:xfrm>
              <a:off x="3276000" y="5256000"/>
              <a:ext cx="2988000" cy="0"/>
            </a:xfrm>
            <a:prstGeom prst="straightConnector1">
              <a:avLst/>
            </a:prstGeom>
            <a:ln w="3810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03CB5790-E7F4-7052-F8CB-13674534499C}"/>
                </a:ext>
              </a:extLst>
            </p:cNvPr>
            <p:cNvCxnSpPr>
              <a:cxnSpLocks/>
            </p:cNvCxnSpPr>
            <p:nvPr/>
          </p:nvCxnSpPr>
          <p:spPr>
            <a:xfrm>
              <a:off x="6480000" y="5256000"/>
              <a:ext cx="0" cy="1080000"/>
            </a:xfrm>
            <a:prstGeom prst="straightConnector1">
              <a:avLst/>
            </a:prstGeom>
            <a:ln w="3810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620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964F9-23C8-A458-24CD-F07291B4677B}"/>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C1DF1D05-DB7B-7636-A50E-3AA5DE27013E}"/>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数字部分（数制与编码）</a:t>
            </a:r>
          </a:p>
        </p:txBody>
      </p:sp>
      <p:grpSp>
        <p:nvGrpSpPr>
          <p:cNvPr id="4" name="组合 3">
            <a:extLst>
              <a:ext uri="{FF2B5EF4-FFF2-40B4-BE49-F238E27FC236}">
                <a16:creationId xmlns:a16="http://schemas.microsoft.com/office/drawing/2014/main" id="{FBB09801-F526-1BFF-F88A-40107FACCCDD}"/>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123F1015-966A-F8EA-BADE-A17A7C81EC9B}"/>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F3974C07-7E01-57FD-FFF4-D01A3D96AE5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8B1C70C7-F239-0D46-7162-1B4EE86EDEE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E5017687-38EB-8CB4-DC3C-F132A1813FB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D43DA50-13DE-D5F8-0396-E83FA7BE3C82}"/>
                  </a:ext>
                </a:extLst>
              </p:cNvPr>
              <p:cNvSpPr txBox="1"/>
              <p:nvPr/>
            </p:nvSpPr>
            <p:spPr>
              <a:xfrm>
                <a:off x="360000" y="828000"/>
                <a:ext cx="11520000" cy="5040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数制</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任意进制（</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R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进制），</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即以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R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为基数的计数体制（</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R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个计数符号，逢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R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进一）</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2">
                  <a:lnSpc>
                    <a:spcPct val="120000"/>
                  </a:lnSpc>
                  <a:spcAft>
                    <a:spcPts val="600"/>
                  </a:spcAft>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𝑘</m:t>
                              </m:r>
                            </m:e>
                            <m:sub>
                              <m:r>
                                <a:rPr lang="en-US" altLang="zh-CN" sz="2400" i="1">
                                  <a:latin typeface="Cambria Math" panose="02040503050406030204" pitchFamily="18" charset="0"/>
                                  <a:ea typeface="微软雅黑" panose="020B0503020204020204" pitchFamily="34" charset="-122"/>
                                </a:rPr>
                                <m:t>𝑛</m:t>
                              </m:r>
                              <m:r>
                                <a:rPr lang="en-US" altLang="zh-CN" sz="2400" i="1">
                                  <a:latin typeface="Cambria Math" panose="02040503050406030204" pitchFamily="18" charset="0"/>
                                  <a:ea typeface="微软雅黑" panose="020B0503020204020204" pitchFamily="34" charset="-122"/>
                                </a:rPr>
                                <m:t>−1</m:t>
                              </m:r>
                            </m:sub>
                          </m:sSub>
                          <m:r>
                            <a:rPr lang="en-US" altLang="zh-CN" sz="2400" i="1">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𝑘</m:t>
                              </m:r>
                            </m:e>
                            <m:sub>
                              <m:r>
                                <a:rPr lang="en-US" altLang="zh-CN" sz="2400" i="1">
                                  <a:latin typeface="Cambria Math" panose="02040503050406030204" pitchFamily="18" charset="0"/>
                                  <a:ea typeface="微软雅黑" panose="020B0503020204020204" pitchFamily="34" charset="-122"/>
                                </a:rPr>
                                <m:t>1</m:t>
                              </m:r>
                            </m:sub>
                          </m:sSub>
                          <m:sSub>
                            <m:sSubPr>
                              <m:ctrlPr>
                                <a:rPr lang="en-US" altLang="zh-CN" sz="2400" i="1">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𝑘</m:t>
                              </m:r>
                            </m:e>
                            <m:sub>
                              <m:r>
                                <a:rPr lang="en-US" altLang="zh-CN" sz="2400" i="1">
                                  <a:latin typeface="Cambria Math" panose="02040503050406030204" pitchFamily="18" charset="0"/>
                                  <a:ea typeface="微软雅黑" panose="020B0503020204020204" pitchFamily="34" charset="-122"/>
                                </a:rPr>
                                <m:t>0</m:t>
                              </m:r>
                            </m:sub>
                          </m:sSub>
                          <m:r>
                            <a:rPr lang="en-US" altLang="zh-CN" sz="2400" i="1">
                              <a:latin typeface="Cambria Math" panose="02040503050406030204" pitchFamily="18" charset="0"/>
                              <a:ea typeface="微软雅黑" panose="020B0503020204020204" pitchFamily="34" charset="-122"/>
                            </a:rPr>
                            <m:t> .  </m:t>
                          </m:r>
                          <m:sSub>
                            <m:sSubPr>
                              <m:ctrlPr>
                                <a:rPr lang="en-US" altLang="zh-CN" sz="2400" i="1">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𝑘</m:t>
                              </m:r>
                            </m:e>
                            <m:sub>
                              <m:r>
                                <a:rPr lang="en-US" altLang="zh-CN" sz="2400" i="1">
                                  <a:latin typeface="Cambria Math" panose="02040503050406030204" pitchFamily="18" charset="0"/>
                                  <a:ea typeface="微软雅黑" panose="020B0503020204020204" pitchFamily="34" charset="-122"/>
                                </a:rPr>
                                <m:t>−1</m:t>
                              </m:r>
                            </m:sub>
                          </m:sSub>
                          <m:sSub>
                            <m:sSubPr>
                              <m:ctrlPr>
                                <a:rPr lang="en-US" altLang="zh-CN" sz="2400" i="1">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𝑘</m:t>
                              </m:r>
                            </m:e>
                            <m:sub>
                              <m:r>
                                <a:rPr lang="en-US" altLang="zh-CN" sz="2400" i="1">
                                  <a:latin typeface="Cambria Math" panose="02040503050406030204" pitchFamily="18" charset="0"/>
                                  <a:ea typeface="微软雅黑" panose="020B0503020204020204" pitchFamily="34" charset="-122"/>
                                </a:rPr>
                                <m:t>−2</m:t>
                              </m:r>
                            </m:sub>
                          </m:sSub>
                          <m:r>
                            <a:rPr lang="en-US" altLang="zh-CN" sz="2400" i="1">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𝑘</m:t>
                              </m:r>
                            </m:e>
                            <m:sub>
                              <m:r>
                                <a:rPr lang="en-US" altLang="zh-CN" sz="2400" i="1">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𝑚</m:t>
                              </m:r>
                            </m:sub>
                          </m:sSub>
                          <m:r>
                            <a:rPr lang="en-US" altLang="zh-CN" sz="2400" i="1">
                              <a:latin typeface="Cambria Math" panose="02040503050406030204" pitchFamily="18" charset="0"/>
                              <a:ea typeface="微软雅黑" panose="020B0503020204020204" pitchFamily="34" charset="-122"/>
                            </a:rPr>
                            <m:t>)</m:t>
                          </m:r>
                        </m:e>
                        <m:sub>
                          <m:r>
                            <m:rPr>
                              <m:sty m:val="p"/>
                            </m:rPr>
                            <a:rPr lang="en-US" altLang="zh-CN" sz="2400">
                              <a:latin typeface="Cambria Math" panose="02040503050406030204" pitchFamily="18" charset="0"/>
                              <a:ea typeface="微软雅黑" panose="020B0503020204020204" pitchFamily="34" charset="-122"/>
                            </a:rPr>
                            <m:t>R</m:t>
                          </m:r>
                        </m:sub>
                      </m:sSub>
                      <m:r>
                        <a:rPr lang="en-US" altLang="zh-CN" sz="2400" i="1">
                          <a:latin typeface="Cambria Math" panose="02040503050406030204" pitchFamily="18" charset="0"/>
                          <a:ea typeface="微软雅黑" panose="020B0503020204020204" pitchFamily="34" charset="-122"/>
                        </a:rPr>
                        <m:t>=</m:t>
                      </m:r>
                      <m:nary>
                        <m:naryPr>
                          <m:chr m:val="∑"/>
                          <m:ctrlPr>
                            <a:rPr lang="en-US" altLang="zh-CN" sz="2400" i="1">
                              <a:latin typeface="Cambria Math" panose="02040503050406030204" pitchFamily="18" charset="0"/>
                              <a:ea typeface="微软雅黑" panose="020B0503020204020204" pitchFamily="34" charset="-122"/>
                            </a:rPr>
                          </m:ctrlPr>
                        </m:naryPr>
                        <m:sub>
                          <m:r>
                            <m:rPr>
                              <m:brk m:alnAt="23"/>
                            </m:rPr>
                            <a:rPr lang="en-US" altLang="zh-CN" sz="2400" i="1">
                              <a:latin typeface="Cambria Math" panose="02040503050406030204" pitchFamily="18" charset="0"/>
                              <a:ea typeface="微软雅黑" panose="020B0503020204020204" pitchFamily="34" charset="-122"/>
                            </a:rPr>
                            <m:t>𝑖</m:t>
                          </m:r>
                          <m:r>
                            <a:rPr lang="en-US" altLang="zh-CN" sz="2400" i="1">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𝑚</m:t>
                          </m:r>
                        </m:sub>
                        <m:sup>
                          <m:r>
                            <a:rPr lang="en-US" altLang="zh-CN" sz="2400" i="1">
                              <a:latin typeface="Cambria Math" panose="02040503050406030204" pitchFamily="18" charset="0"/>
                              <a:ea typeface="微软雅黑" panose="020B0503020204020204" pitchFamily="34" charset="-122"/>
                            </a:rPr>
                            <m:t>𝑛</m:t>
                          </m:r>
                          <m:r>
                            <a:rPr lang="en-US" altLang="zh-CN" sz="2400" i="1">
                              <a:latin typeface="Cambria Math" panose="02040503050406030204" pitchFamily="18" charset="0"/>
                              <a:ea typeface="微软雅黑" panose="020B0503020204020204" pitchFamily="34" charset="-122"/>
                            </a:rPr>
                            <m:t>−1</m:t>
                          </m:r>
                        </m:sup>
                        <m:e>
                          <m:sSub>
                            <m:sSubPr>
                              <m:ctrlPr>
                                <a:rPr lang="en-US" altLang="zh-CN" sz="2400" i="1">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𝑘</m:t>
                              </m:r>
                            </m:e>
                            <m:sub>
                              <m:r>
                                <a:rPr lang="en-US" altLang="zh-CN" sz="2400" i="1">
                                  <a:latin typeface="Cambria Math" panose="02040503050406030204" pitchFamily="18" charset="0"/>
                                  <a:ea typeface="微软雅黑" panose="020B0503020204020204" pitchFamily="34" charset="-122"/>
                                </a:rPr>
                                <m:t>𝑖</m:t>
                              </m:r>
                            </m:sub>
                          </m:sSub>
                          <m:r>
                            <a:rPr lang="en-US" altLang="zh-CN" sz="2400" i="1">
                              <a:latin typeface="Cambria Math" panose="02040503050406030204" pitchFamily="18" charset="0"/>
                              <a:ea typeface="Cambria Math" panose="02040503050406030204" pitchFamily="18" charset="0"/>
                            </a:rPr>
                            <m:t>×</m:t>
                          </m:r>
                          <m:sSup>
                            <m:sSupPr>
                              <m:ctrlPr>
                                <a:rPr lang="en-US" altLang="zh-CN" sz="2400" i="1">
                                  <a:latin typeface="Cambria Math" panose="02040503050406030204" pitchFamily="18" charset="0"/>
                                  <a:ea typeface="Cambria Math" panose="02040503050406030204" pitchFamily="18" charset="0"/>
                                </a:rPr>
                              </m:ctrlPr>
                            </m:sSupPr>
                            <m:e>
                              <m:r>
                                <m:rPr>
                                  <m:sty m:val="p"/>
                                </m:rPr>
                                <a:rPr lang="en-US" altLang="zh-CN" sz="2400">
                                  <a:latin typeface="Cambria Math" panose="02040503050406030204" pitchFamily="18" charset="0"/>
                                  <a:ea typeface="Cambria Math" panose="02040503050406030204" pitchFamily="18" charset="0"/>
                                </a:rPr>
                                <m:t>R</m:t>
                              </m:r>
                            </m:e>
                            <m:sup>
                              <m:r>
                                <a:rPr lang="en-US" altLang="zh-CN" sz="2400" i="1">
                                  <a:latin typeface="Cambria Math" panose="02040503050406030204" pitchFamily="18" charset="0"/>
                                  <a:ea typeface="Cambria Math" panose="02040503050406030204" pitchFamily="18" charset="0"/>
                                </a:rPr>
                                <m:t>𝑖</m:t>
                              </m:r>
                            </m:sup>
                          </m:sSup>
                        </m:e>
                      </m:nary>
                    </m:oMath>
                  </m:oMathPara>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2">
                  <a:lnSpc>
                    <a:spcPct val="120000"/>
                  </a:lnSpc>
                  <a:spcAft>
                    <a:spcPts val="600"/>
                  </a:spcAft>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十进制转任意进制</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整数部分：辗转除基取余，先得较低有效位</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小数部分：辗转乘基取整，先得较高有效位</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十进制转成八进制</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十六进制可先转成二进制，再三位</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四位一组归并</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5D43DA50-13DE-D5F8-0396-E83FA7BE3C82}"/>
                  </a:ext>
                </a:extLst>
              </p:cNvPr>
              <p:cNvSpPr txBox="1">
                <a:spLocks noRot="1" noChangeAspect="1" noMove="1" noResize="1" noEditPoints="1" noAdjustHandles="1" noChangeArrowheads="1" noChangeShapeType="1" noTextEdit="1"/>
              </p:cNvSpPr>
              <p:nvPr/>
            </p:nvSpPr>
            <p:spPr>
              <a:xfrm>
                <a:off x="360000" y="828000"/>
                <a:ext cx="11520000" cy="5040000"/>
              </a:xfrm>
              <a:prstGeom prst="rect">
                <a:avLst/>
              </a:prstGeom>
              <a:blipFill>
                <a:blip r:embed="rId3"/>
                <a:stretch>
                  <a:fillRect l="-952" t="-484" r="-1376"/>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1F92D124-D220-013D-CA29-27579E2E10CD}"/>
              </a:ext>
            </a:extLst>
          </p:cNvPr>
          <p:cNvSpPr txBox="1"/>
          <p:nvPr/>
        </p:nvSpPr>
        <p:spPr>
          <a:xfrm>
            <a:off x="6282000" y="3114000"/>
            <a:ext cx="828000" cy="432000"/>
          </a:xfrm>
          <a:prstGeom prst="rect">
            <a:avLst/>
          </a:prstGeom>
          <a:noFill/>
        </p:spPr>
        <p:txBody>
          <a:bodyPr wrap="square">
            <a:spAutoFit/>
          </a:bodyPr>
          <a:lstStyle/>
          <a:p>
            <a:pPr algn="ctr"/>
            <a:r>
              <a:rPr lang="zh-CN" altLang="en-US" sz="2000" dirty="0">
                <a:solidFill>
                  <a:srgbClr val="0000FF"/>
                </a:solidFill>
                <a:latin typeface="微软雅黑" panose="020B0503020204020204" pitchFamily="34" charset="-122"/>
                <a:ea typeface="微软雅黑" panose="020B0503020204020204" pitchFamily="34" charset="-122"/>
              </a:rPr>
              <a:t>基数</a:t>
            </a:r>
          </a:p>
        </p:txBody>
      </p:sp>
      <p:cxnSp>
        <p:nvCxnSpPr>
          <p:cNvPr id="14" name="直接箭头连接符 13">
            <a:extLst>
              <a:ext uri="{FF2B5EF4-FFF2-40B4-BE49-F238E27FC236}">
                <a16:creationId xmlns:a16="http://schemas.microsoft.com/office/drawing/2014/main" id="{BC32F6F1-24D7-D57A-5A02-0B9F89BFDC74}"/>
              </a:ext>
            </a:extLst>
          </p:cNvPr>
          <p:cNvCxnSpPr>
            <a:cxnSpLocks/>
          </p:cNvCxnSpPr>
          <p:nvPr/>
        </p:nvCxnSpPr>
        <p:spPr>
          <a:xfrm>
            <a:off x="6696000" y="2916000"/>
            <a:ext cx="0" cy="216000"/>
          </a:xfrm>
          <a:prstGeom prst="straightConnector1">
            <a:avLst/>
          </a:prstGeom>
          <a:ln w="25400">
            <a:solidFill>
              <a:srgbClr val="0000FF"/>
            </a:solidFill>
            <a:headEnd type="arrow"/>
            <a:tailEnd type="none" w="lg" len="med"/>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D83F21D1-05E9-EFD2-17BC-9853887344A6}"/>
              </a:ext>
            </a:extLst>
          </p:cNvPr>
          <p:cNvSpPr txBox="1"/>
          <p:nvPr/>
        </p:nvSpPr>
        <p:spPr>
          <a:xfrm>
            <a:off x="8892000" y="3060550"/>
            <a:ext cx="756000" cy="432000"/>
          </a:xfrm>
          <a:prstGeom prst="rect">
            <a:avLst/>
          </a:prstGeom>
          <a:noFill/>
        </p:spPr>
        <p:txBody>
          <a:bodyPr wrap="square">
            <a:spAutoFit/>
          </a:bodyPr>
          <a:lstStyle/>
          <a:p>
            <a:pPr algn="ctr"/>
            <a:r>
              <a:rPr lang="zh-CN" altLang="en-US" sz="2000" dirty="0">
                <a:solidFill>
                  <a:srgbClr val="0000FF"/>
                </a:solidFill>
                <a:latin typeface="微软雅黑" panose="020B0503020204020204" pitchFamily="34" charset="-122"/>
                <a:ea typeface="微软雅黑" panose="020B0503020204020204" pitchFamily="34" charset="-122"/>
              </a:rPr>
              <a:t>位权</a:t>
            </a:r>
          </a:p>
        </p:txBody>
      </p:sp>
      <p:grpSp>
        <p:nvGrpSpPr>
          <p:cNvPr id="18" name="组合 17">
            <a:extLst>
              <a:ext uri="{FF2B5EF4-FFF2-40B4-BE49-F238E27FC236}">
                <a16:creationId xmlns:a16="http://schemas.microsoft.com/office/drawing/2014/main" id="{019B8F01-A2CE-9DC8-6EEE-2DED46B5040C}"/>
              </a:ext>
            </a:extLst>
          </p:cNvPr>
          <p:cNvGrpSpPr/>
          <p:nvPr/>
        </p:nvGrpSpPr>
        <p:grpSpPr>
          <a:xfrm>
            <a:off x="8388000" y="2880000"/>
            <a:ext cx="612000" cy="288000"/>
            <a:chOff x="9158424" y="5581296"/>
            <a:chExt cx="612000" cy="288000"/>
          </a:xfrm>
        </p:grpSpPr>
        <p:cxnSp>
          <p:nvCxnSpPr>
            <p:cNvPr id="19" name="直接箭头连接符 18">
              <a:extLst>
                <a:ext uri="{FF2B5EF4-FFF2-40B4-BE49-F238E27FC236}">
                  <a16:creationId xmlns:a16="http://schemas.microsoft.com/office/drawing/2014/main" id="{B2298CB1-9A2C-B3B1-5684-1E76F614653E}"/>
                </a:ext>
              </a:extLst>
            </p:cNvPr>
            <p:cNvCxnSpPr>
              <a:cxnSpLocks/>
            </p:cNvCxnSpPr>
            <p:nvPr/>
          </p:nvCxnSpPr>
          <p:spPr>
            <a:xfrm>
              <a:off x="9410424" y="5581296"/>
              <a:ext cx="360000" cy="288000"/>
            </a:xfrm>
            <a:prstGeom prst="straightConnector1">
              <a:avLst/>
            </a:prstGeom>
            <a:ln w="25400">
              <a:solidFill>
                <a:srgbClr val="0000FF"/>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4714D854-8DB7-30D6-974E-C92391B8029A}"/>
                </a:ext>
              </a:extLst>
            </p:cNvPr>
            <p:cNvCxnSpPr/>
            <p:nvPr/>
          </p:nvCxnSpPr>
          <p:spPr>
            <a:xfrm>
              <a:off x="9158424" y="5581846"/>
              <a:ext cx="252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07088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BE206-1165-4AAE-BDF3-F596FA6AC9D7}"/>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927C8C7B-C986-42B4-2937-E234DC0EC75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数字部分（数制与编码）</a:t>
            </a:r>
          </a:p>
        </p:txBody>
      </p:sp>
      <p:grpSp>
        <p:nvGrpSpPr>
          <p:cNvPr id="4" name="组合 3">
            <a:extLst>
              <a:ext uri="{FF2B5EF4-FFF2-40B4-BE49-F238E27FC236}">
                <a16:creationId xmlns:a16="http://schemas.microsoft.com/office/drawing/2014/main" id="{CA8A2280-3BEF-F407-841B-BAD1BC1F3B35}"/>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454BABD0-DF56-101B-2B06-C90E0C4A610D}"/>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4BE26CD5-5538-3D06-7D09-FBA370C791A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03497436-66FC-570C-FDAF-7D76DC4C130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6CDFA9C4-1A57-08E5-B64E-C75214410371}"/>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4D4D2F3-8514-8D0A-2165-6D5038FCFB75}"/>
                  </a:ext>
                </a:extLst>
              </p:cNvPr>
              <p:cNvSpPr txBox="1"/>
              <p:nvPr/>
            </p:nvSpPr>
            <p:spPr>
              <a:xfrm>
                <a:off x="360000" y="827999"/>
                <a:ext cx="11520000" cy="5863721"/>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原码、反码、补码（方便计算机计算）及其运算</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rgbClr val="002060"/>
                    </a:solidFill>
                    <a:latin typeface="微软雅黑" panose="020B0503020204020204" pitchFamily="34" charset="-122"/>
                    <a:ea typeface="微软雅黑" panose="020B0503020204020204" pitchFamily="34" charset="-122"/>
                  </a:rPr>
                  <a:t>正数：三种码相同；负数：三种码不同，符号位不变，余下位如下</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原码：</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余下位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数值位</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反码：余下位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取反的数值位，反码的反码等于原码</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补码：余下位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取反的数值位</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+ 1</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，补码的补码等于原码</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rgbClr val="002060"/>
                    </a:solidFill>
                    <a:latin typeface="微软雅黑" panose="020B0503020204020204" pitchFamily="34" charset="-122"/>
                    <a:ea typeface="微软雅黑" panose="020B0503020204020204" pitchFamily="34" charset="-122"/>
                  </a:rPr>
                  <a:t>补码运算</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加法：</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X </a:t>
                </a:r>
                <a14:m>
                  <m:oMath xmlns:m="http://schemas.openxmlformats.org/officeDocument/2006/math">
                    <m:r>
                      <a:rPr lang="en-US" altLang="zh-CN" sz="2400" i="1" dirty="0">
                        <a:solidFill>
                          <a:schemeClr val="accent5">
                            <a:lumMod val="75000"/>
                          </a:schemeClr>
                        </a:solidFill>
                        <a:latin typeface="Cambria Math" panose="02040503050406030204" pitchFamily="18" charset="0"/>
                        <a:ea typeface="微软雅黑" panose="020B0503020204020204" pitchFamily="34" charset="-122"/>
                      </a:rPr>
                      <m:t>+</m:t>
                    </m:r>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Y )</a:t>
                </a:r>
                <a:r>
                  <a:rPr lang="zh-CN" altLang="en-US" sz="2400" baseline="-25000" dirty="0">
                    <a:solidFill>
                      <a:schemeClr val="accent5">
                        <a:lumMod val="75000"/>
                      </a:schemeClr>
                    </a:solidFill>
                    <a:latin typeface="微软雅黑" panose="020B0503020204020204" pitchFamily="34" charset="-122"/>
                    <a:ea typeface="微软雅黑" panose="020B0503020204020204" pitchFamily="34" charset="-122"/>
                  </a:rPr>
                  <a:t>补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 X )</a:t>
                </a:r>
                <a:r>
                  <a:rPr lang="zh-CN" altLang="en-US" sz="2400" baseline="-25000" dirty="0">
                    <a:solidFill>
                      <a:schemeClr val="accent5">
                        <a:lumMod val="75000"/>
                      </a:schemeClr>
                    </a:solidFill>
                    <a:latin typeface="微软雅黑" panose="020B0503020204020204" pitchFamily="34" charset="-122"/>
                    <a:ea typeface="微软雅黑" panose="020B0503020204020204" pitchFamily="34" charset="-122"/>
                  </a:rPr>
                  <a:t>补 </a:t>
                </a:r>
                <a14:m>
                  <m:oMath xmlns:m="http://schemas.openxmlformats.org/officeDocument/2006/math">
                    <m:r>
                      <a:rPr lang="en-US" altLang="zh-CN" sz="2400" i="1" dirty="0">
                        <a:solidFill>
                          <a:schemeClr val="accent5">
                            <a:lumMod val="75000"/>
                          </a:schemeClr>
                        </a:solidFill>
                        <a:latin typeface="Cambria Math" panose="02040503050406030204" pitchFamily="18" charset="0"/>
                        <a:ea typeface="微软雅黑" panose="020B0503020204020204" pitchFamily="34" charset="-122"/>
                      </a:rPr>
                      <m:t>+</m:t>
                    </m:r>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 Y )</a:t>
                </a:r>
                <a:r>
                  <a:rPr lang="zh-CN" altLang="en-US" sz="2400" baseline="-25000" dirty="0">
                    <a:solidFill>
                      <a:schemeClr val="accent5">
                        <a:lumMod val="75000"/>
                      </a:schemeClr>
                    </a:solidFill>
                    <a:latin typeface="微软雅黑" panose="020B0503020204020204" pitchFamily="34" charset="-122"/>
                    <a:ea typeface="微软雅黑" panose="020B0503020204020204" pitchFamily="34" charset="-122"/>
                  </a:rPr>
                  <a:t>补</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减法：</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X </a:t>
                </a:r>
                <a14:m>
                  <m:oMath xmlns:m="http://schemas.openxmlformats.org/officeDocument/2006/math">
                    <m:r>
                      <a:rPr lang="en-US" altLang="zh-CN" sz="2400" i="1">
                        <a:solidFill>
                          <a:schemeClr val="accent5">
                            <a:lumMod val="75000"/>
                          </a:schemeClr>
                        </a:solidFill>
                        <a:latin typeface="Cambria Math" panose="02040503050406030204" pitchFamily="18" charset="0"/>
                        <a:ea typeface="微软雅黑" panose="020B0503020204020204" pitchFamily="34" charset="-122"/>
                      </a:rPr>
                      <m:t>−</m:t>
                    </m:r>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Y )</a:t>
                </a:r>
                <a:r>
                  <a:rPr lang="zh-CN" altLang="en-US" sz="2400" baseline="-25000" dirty="0">
                    <a:solidFill>
                      <a:schemeClr val="accent5">
                        <a:lumMod val="75000"/>
                      </a:schemeClr>
                    </a:solidFill>
                    <a:latin typeface="微软雅黑" panose="020B0503020204020204" pitchFamily="34" charset="-122"/>
                    <a:ea typeface="微软雅黑" panose="020B0503020204020204" pitchFamily="34" charset="-122"/>
                  </a:rPr>
                  <a:t>补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 X )</a:t>
                </a:r>
                <a:r>
                  <a:rPr lang="zh-CN" altLang="en-US" sz="2400" baseline="-25000" dirty="0">
                    <a:solidFill>
                      <a:schemeClr val="accent5">
                        <a:lumMod val="75000"/>
                      </a:schemeClr>
                    </a:solidFill>
                    <a:latin typeface="微软雅黑" panose="020B0503020204020204" pitchFamily="34" charset="-122"/>
                    <a:ea typeface="微软雅黑" panose="020B0503020204020204" pitchFamily="34" charset="-122"/>
                  </a:rPr>
                  <a:t>补 </a:t>
                </a:r>
                <a14:m>
                  <m:oMath xmlns:m="http://schemas.openxmlformats.org/officeDocument/2006/math">
                    <m:r>
                      <a:rPr lang="en-US" altLang="zh-CN" sz="2400" i="1" dirty="0">
                        <a:solidFill>
                          <a:schemeClr val="accent5">
                            <a:lumMod val="75000"/>
                          </a:schemeClr>
                        </a:solidFill>
                        <a:latin typeface="Cambria Math" panose="02040503050406030204" pitchFamily="18" charset="0"/>
                        <a:ea typeface="微软雅黑" panose="020B0503020204020204" pitchFamily="34" charset="-122"/>
                      </a:rPr>
                      <m:t>+</m:t>
                    </m:r>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400" dirty="0">
                        <a:solidFill>
                          <a:schemeClr val="accent5">
                            <a:lumMod val="75000"/>
                          </a:schemeClr>
                        </a:solidFill>
                        <a:latin typeface="Cambria Math" panose="02040503050406030204" pitchFamily="18" charset="0"/>
                        <a:ea typeface="微软雅黑" panose="020B0503020204020204" pitchFamily="34" charset="-122"/>
                      </a:rPr>
                      <m:t> </m:t>
                    </m:r>
                    <m:r>
                      <a:rPr lang="en-US" altLang="zh-CN" sz="2400" i="1" dirty="0">
                        <a:solidFill>
                          <a:schemeClr val="accent5">
                            <a:lumMod val="75000"/>
                          </a:schemeClr>
                        </a:solidFill>
                        <a:latin typeface="Cambria Math" panose="02040503050406030204" pitchFamily="18" charset="0"/>
                        <a:ea typeface="微软雅黑" panose="020B0503020204020204" pitchFamily="34" charset="-122"/>
                      </a:rPr>
                      <m:t>−</m:t>
                    </m:r>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Y )</a:t>
                </a:r>
                <a:r>
                  <a:rPr lang="zh-CN" altLang="en-US" sz="2400" baseline="-25000" dirty="0">
                    <a:solidFill>
                      <a:schemeClr val="accent5">
                        <a:lumMod val="75000"/>
                      </a:schemeClr>
                    </a:solidFill>
                    <a:latin typeface="微软雅黑" panose="020B0503020204020204" pitchFamily="34" charset="-122"/>
                    <a:ea typeface="微软雅黑" panose="020B0503020204020204" pitchFamily="34" charset="-122"/>
                  </a:rPr>
                  <a:t>补</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 ( X )</a:t>
                </a:r>
                <a:r>
                  <a:rPr lang="zh-CN" altLang="en-US" sz="2400" baseline="-25000" dirty="0">
                    <a:solidFill>
                      <a:schemeClr val="accent5">
                        <a:lumMod val="75000"/>
                      </a:schemeClr>
                    </a:solidFill>
                    <a:latin typeface="微软雅黑" panose="020B0503020204020204" pitchFamily="34" charset="-122"/>
                    <a:ea typeface="微软雅黑" panose="020B0503020204020204" pitchFamily="34" charset="-122"/>
                  </a:rPr>
                  <a:t>补 </a:t>
                </a:r>
                <a14:m>
                  <m:oMath xmlns:m="http://schemas.openxmlformats.org/officeDocument/2006/math">
                    <m:r>
                      <a:rPr lang="en-US" altLang="zh-CN" sz="2400" i="1" dirty="0">
                        <a:solidFill>
                          <a:schemeClr val="accent5">
                            <a:lumMod val="75000"/>
                          </a:schemeClr>
                        </a:solidFill>
                        <a:latin typeface="Cambria Math" panose="02040503050406030204" pitchFamily="18" charset="0"/>
                        <a:ea typeface="微软雅黑" panose="020B0503020204020204" pitchFamily="34" charset="-122"/>
                      </a:rPr>
                      <m:t>+</m:t>
                    </m:r>
                  </m:oMath>
                </a14:m>
                <a:r>
                  <a:rPr lang="en-US" altLang="zh-CN" sz="2400" dirty="0">
                    <a:solidFill>
                      <a:schemeClr val="accent5">
                        <a:lumMod val="75000"/>
                      </a:schemeClr>
                    </a:solidFill>
                  </a:rPr>
                  <a:t>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Y )</a:t>
                </a:r>
                <a:r>
                  <a:rPr lang="zh-CN" altLang="en-US" sz="2400" baseline="-25000" dirty="0">
                    <a:solidFill>
                      <a:schemeClr val="accent5">
                        <a:lumMod val="75000"/>
                      </a:schemeClr>
                    </a:solidFill>
                    <a:latin typeface="微软雅黑" panose="020B0503020204020204" pitchFamily="34" charset="-122"/>
                    <a:ea typeface="微软雅黑" panose="020B0503020204020204" pitchFamily="34" charset="-122"/>
                  </a:rPr>
                  <a:t>补</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400" i="1" dirty="0">
                        <a:solidFill>
                          <a:schemeClr val="accent5">
                            <a:lumMod val="75000"/>
                          </a:schemeClr>
                        </a:solidFill>
                        <a:latin typeface="Cambria Math" panose="02040503050406030204" pitchFamily="18" charset="0"/>
                        <a:ea typeface="微软雅黑" panose="020B0503020204020204" pitchFamily="34" charset="-122"/>
                      </a:rPr>
                      <m:t>+</m:t>
                    </m:r>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1</a:t>
                </a:r>
              </a:p>
              <a:p>
                <a:pPr marL="914400" lvl="1" indent="-457200">
                  <a:lnSpc>
                    <a:spcPct val="120000"/>
                  </a:lnSpc>
                  <a:spcAft>
                    <a:spcPts val="600"/>
                  </a:spcAft>
                  <a:buFont typeface="Wingdings" panose="05000000000000000000" pitchFamily="2" charset="2"/>
                  <a:buChar char="Ø"/>
                </a:pPr>
                <a:r>
                  <a:rPr kumimoji="1" lang="zh-CN" altLang="en-US" sz="2400" dirty="0">
                    <a:solidFill>
                      <a:srgbClr val="002060"/>
                    </a:solidFill>
                    <a:latin typeface="微软雅黑" panose="020B0503020204020204" pitchFamily="34" charset="-122"/>
                    <a:ea typeface="微软雅黑" panose="020B0503020204020204" pitchFamily="34" charset="-122"/>
                  </a:rPr>
                  <a:t>溢出，即计算结果超出范围</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出现场合：同号相加或异号相减时可能发生</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判断标准：两个加数的符号相同，而</a:t>
                </a:r>
                <a:r>
                  <a:rPr lang="zh-CN" altLang="en-US" sz="2400" dirty="0">
                    <a:solidFill>
                      <a:schemeClr val="accent5">
                        <a:lumMod val="75000"/>
                      </a:schemeClr>
                    </a:solidFill>
                    <a:latin typeface="Microsoft YaHei" panose="020B0503020204020204" pitchFamily="34" charset="-122"/>
                    <a:ea typeface="Microsoft YaHei" panose="020B0503020204020204" pitchFamily="34" charset="-122"/>
                  </a:rPr>
                  <a:t>和的符号与它们不同，则溢出</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04D4D2F3-8514-8D0A-2165-6D5038FCFB75}"/>
                  </a:ext>
                </a:extLst>
              </p:cNvPr>
              <p:cNvSpPr txBox="1">
                <a:spLocks noRot="1" noChangeAspect="1" noMove="1" noResize="1" noEditPoints="1" noAdjustHandles="1" noChangeArrowheads="1" noChangeShapeType="1" noTextEdit="1"/>
              </p:cNvSpPr>
              <p:nvPr/>
            </p:nvSpPr>
            <p:spPr>
              <a:xfrm>
                <a:off x="360000" y="827999"/>
                <a:ext cx="11520000" cy="5863721"/>
              </a:xfrm>
              <a:prstGeom prst="rect">
                <a:avLst/>
              </a:prstGeom>
              <a:blipFill>
                <a:blip r:embed="rId3"/>
                <a:stretch>
                  <a:fillRect l="-952" t="-416"/>
                </a:stretch>
              </a:blipFill>
            </p:spPr>
            <p:txBody>
              <a:bodyPr/>
              <a:lstStyle/>
              <a:p>
                <a:r>
                  <a:rPr lang="zh-CN" altLang="en-US">
                    <a:noFill/>
                  </a:rPr>
                  <a:t> </a:t>
                </a:r>
              </a:p>
            </p:txBody>
          </p:sp>
        </mc:Fallback>
      </mc:AlternateContent>
      <p:cxnSp>
        <p:nvCxnSpPr>
          <p:cNvPr id="9" name="直接连接符 8">
            <a:extLst>
              <a:ext uri="{FF2B5EF4-FFF2-40B4-BE49-F238E27FC236}">
                <a16:creationId xmlns:a16="http://schemas.microsoft.com/office/drawing/2014/main" id="{39A35418-65B7-4BD4-D535-F49EAE4894B3}"/>
              </a:ext>
            </a:extLst>
          </p:cNvPr>
          <p:cNvCxnSpPr>
            <a:cxnSpLocks/>
          </p:cNvCxnSpPr>
          <p:nvPr/>
        </p:nvCxnSpPr>
        <p:spPr>
          <a:xfrm>
            <a:off x="8172000" y="4572000"/>
            <a:ext cx="720000"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7755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822B7-3821-D41F-D75C-8FEA9F93AB33}"/>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8E92AC8C-D9B5-761B-838E-22D238CE8E5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数字部分（数制与编码）</a:t>
            </a:r>
          </a:p>
        </p:txBody>
      </p:sp>
      <p:grpSp>
        <p:nvGrpSpPr>
          <p:cNvPr id="4" name="组合 3">
            <a:extLst>
              <a:ext uri="{FF2B5EF4-FFF2-40B4-BE49-F238E27FC236}">
                <a16:creationId xmlns:a16="http://schemas.microsoft.com/office/drawing/2014/main" id="{62FD6F5D-03F7-98DC-9276-F05A52F41BA3}"/>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ED31D96B-87F5-82E4-E56B-15E94C4A110A}"/>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411E1683-AE7A-F27D-3671-AD519545417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71920143-C270-E973-22F1-C938844F8BD8}"/>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85168038-9E76-DD91-AF9A-A8BBF44F528A}"/>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7</a:t>
              </a:fld>
              <a:endParaRPr lang="zh-CN" altLang="en-US" sz="3200" dirty="0">
                <a:solidFill>
                  <a:schemeClr val="bg1"/>
                </a:solidFill>
                <a:latin typeface="Candara"/>
                <a:ea typeface="微软雅黑"/>
              </a:endParaRPr>
            </a:p>
          </p:txBody>
        </p:sp>
      </p:grpSp>
      <p:sp>
        <p:nvSpPr>
          <p:cNvPr id="2" name="文本框 1">
            <a:extLst>
              <a:ext uri="{FF2B5EF4-FFF2-40B4-BE49-F238E27FC236}">
                <a16:creationId xmlns:a16="http://schemas.microsoft.com/office/drawing/2014/main" id="{4A5FBC58-897A-1375-9BD0-A65D0751D258}"/>
              </a:ext>
            </a:extLst>
          </p:cNvPr>
          <p:cNvSpPr txBox="1"/>
          <p:nvPr/>
        </p:nvSpPr>
        <p:spPr>
          <a:xfrm>
            <a:off x="360000" y="827999"/>
            <a:ext cx="11520000" cy="3692678"/>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编码</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rgbClr val="002060"/>
                </a:solidFill>
                <a:latin typeface="微软雅黑" panose="020B0503020204020204" pitchFamily="34" charset="-122"/>
                <a:ea typeface="微软雅黑" panose="020B0503020204020204" pitchFamily="34" charset="-122"/>
              </a:rPr>
              <a:t>原始二进制码</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rgbClr val="002060"/>
                </a:solidFill>
                <a:latin typeface="微软雅黑" panose="020B0503020204020204" pitchFamily="34" charset="-122"/>
                <a:ea typeface="微软雅黑" panose="020B0503020204020204" pitchFamily="34" charset="-122"/>
              </a:rPr>
              <a:t>格雷码</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rgbClr val="002060"/>
                </a:solidFill>
                <a:latin typeface="微软雅黑" panose="020B0503020204020204" pitchFamily="34" charset="-122"/>
                <a:ea typeface="微软雅黑" panose="020B0503020204020204" pitchFamily="34" charset="-122"/>
              </a:rPr>
              <a:t>BCD </a:t>
            </a:r>
            <a:r>
              <a:rPr kumimoji="1" lang="zh-CN" altLang="en-US" sz="2400" dirty="0">
                <a:solidFill>
                  <a:srgbClr val="002060"/>
                </a:solidFill>
                <a:latin typeface="微软雅黑" panose="020B0503020204020204" pitchFamily="34" charset="-122"/>
                <a:ea typeface="微软雅黑" panose="020B0503020204020204" pitchFamily="34" charset="-122"/>
              </a:rPr>
              <a:t>码</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每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4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位二进制数用来表示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位十进制（类似于二进制转十六进制）</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有权码：</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8421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码、</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2421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码、</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5421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无权码：</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余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3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码、余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3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循环码</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05619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BFFED-18F2-9D7D-1963-19290D3C6ACF}"/>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86450E66-3314-5FC8-5FF0-CAF0F872FBB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数字部分（逻辑代数基础）</a:t>
            </a:r>
          </a:p>
        </p:txBody>
      </p:sp>
      <p:grpSp>
        <p:nvGrpSpPr>
          <p:cNvPr id="4" name="组合 3">
            <a:extLst>
              <a:ext uri="{FF2B5EF4-FFF2-40B4-BE49-F238E27FC236}">
                <a16:creationId xmlns:a16="http://schemas.microsoft.com/office/drawing/2014/main" id="{66001DD6-8FE5-177E-DD8C-73A2453F79CD}"/>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A72D1B30-2257-993C-C432-15F40BEF0563}"/>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0EB422F-69C1-BE82-F383-9EC3678EC7A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D57E94E1-E4C3-F128-8A5B-85EAC6E1F41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F69641AA-1682-80B5-6AF8-8B50B671D2F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8</a:t>
              </a:fld>
              <a:endParaRPr lang="zh-CN" altLang="en-US" sz="3200" dirty="0">
                <a:solidFill>
                  <a:schemeClr val="bg1"/>
                </a:solidFill>
                <a:latin typeface="Candara"/>
                <a:ea typeface="微软雅黑"/>
              </a:endParaRPr>
            </a:p>
          </p:txBody>
        </p:sp>
      </p:grpSp>
      <p:sp>
        <p:nvSpPr>
          <p:cNvPr id="2" name="文本框 1">
            <a:extLst>
              <a:ext uri="{FF2B5EF4-FFF2-40B4-BE49-F238E27FC236}">
                <a16:creationId xmlns:a16="http://schemas.microsoft.com/office/drawing/2014/main" id="{949E3EEA-F649-01D8-DFC5-1B3D7F912C65}"/>
              </a:ext>
            </a:extLst>
          </p:cNvPr>
          <p:cNvSpPr txBox="1"/>
          <p:nvPr/>
        </p:nvSpPr>
        <p:spPr>
          <a:xfrm>
            <a:off x="360000" y="827999"/>
            <a:ext cx="5760000" cy="576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基本逻辑运算（与、或、非）</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6B504C2B-C2A2-06E0-6486-E5F48DFB5DF1}"/>
              </a:ext>
            </a:extLst>
          </p:cNvPr>
          <p:cNvGrpSpPr/>
          <p:nvPr/>
        </p:nvGrpSpPr>
        <p:grpSpPr>
          <a:xfrm>
            <a:off x="720000" y="1620000"/>
            <a:ext cx="2160000" cy="756000"/>
            <a:chOff x="1080000" y="3780000"/>
            <a:chExt cx="2160000" cy="756000"/>
          </a:xfrm>
        </p:grpSpPr>
        <p:sp>
          <p:nvSpPr>
            <p:cNvPr id="10" name="Line 9">
              <a:extLst>
                <a:ext uri="{FF2B5EF4-FFF2-40B4-BE49-F238E27FC236}">
                  <a16:creationId xmlns:a16="http://schemas.microsoft.com/office/drawing/2014/main" id="{4F7C306F-AEA0-1C39-0C88-14A6B06E3093}"/>
                </a:ext>
              </a:extLst>
            </p:cNvPr>
            <p:cNvSpPr>
              <a:spLocks noChangeShapeType="1"/>
            </p:cNvSpPr>
            <p:nvPr/>
          </p:nvSpPr>
          <p:spPr bwMode="auto">
            <a:xfrm>
              <a:off x="2520000" y="4158000"/>
              <a:ext cx="36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 name="Line 7">
              <a:extLst>
                <a:ext uri="{FF2B5EF4-FFF2-40B4-BE49-F238E27FC236}">
                  <a16:creationId xmlns:a16="http://schemas.microsoft.com/office/drawing/2014/main" id="{FFCD63F2-8C01-77E7-3E55-11354DD7B312}"/>
                </a:ext>
              </a:extLst>
            </p:cNvPr>
            <p:cNvSpPr>
              <a:spLocks noChangeShapeType="1"/>
            </p:cNvSpPr>
            <p:nvPr/>
          </p:nvSpPr>
          <p:spPr bwMode="auto">
            <a:xfrm>
              <a:off x="1476000" y="3996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12" name="Line 8">
              <a:extLst>
                <a:ext uri="{FF2B5EF4-FFF2-40B4-BE49-F238E27FC236}">
                  <a16:creationId xmlns:a16="http://schemas.microsoft.com/office/drawing/2014/main" id="{55FA440B-82C4-ED3E-E0A6-783F62460C35}"/>
                </a:ext>
              </a:extLst>
            </p:cNvPr>
            <p:cNvSpPr>
              <a:spLocks noChangeShapeType="1"/>
            </p:cNvSpPr>
            <p:nvPr/>
          </p:nvSpPr>
          <p:spPr bwMode="auto">
            <a:xfrm>
              <a:off x="1476000" y="4320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3" name="AutoShape 11">
              <a:extLst>
                <a:ext uri="{FF2B5EF4-FFF2-40B4-BE49-F238E27FC236}">
                  <a16:creationId xmlns:a16="http://schemas.microsoft.com/office/drawing/2014/main" id="{32B1D321-27CE-A723-DD45-87D32062141A}"/>
                </a:ext>
              </a:extLst>
            </p:cNvPr>
            <p:cNvSpPr>
              <a:spLocks noChangeArrowheads="1"/>
            </p:cNvSpPr>
            <p:nvPr/>
          </p:nvSpPr>
          <p:spPr bwMode="auto">
            <a:xfrm>
              <a:off x="1908000" y="3852000"/>
              <a:ext cx="612000" cy="612000"/>
            </a:xfrm>
            <a:prstGeom prst="flowChartDelay">
              <a:avLst/>
            </a:prstGeom>
            <a:solidFill>
              <a:schemeClr val="bg1"/>
            </a:solidFill>
            <a:ln w="38100">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微软雅黑" panose="020B0503020204020204" pitchFamily="34" charset="-122"/>
                <a:ea typeface="微软雅黑" panose="020B0503020204020204" pitchFamily="34" charset="-122"/>
              </a:endParaRPr>
            </a:p>
          </p:txBody>
        </p:sp>
        <p:sp>
          <p:nvSpPr>
            <p:cNvPr id="14" name="Text Box 5">
              <a:extLst>
                <a:ext uri="{FF2B5EF4-FFF2-40B4-BE49-F238E27FC236}">
                  <a16:creationId xmlns:a16="http://schemas.microsoft.com/office/drawing/2014/main" id="{0BA9DC3F-6B83-0CD2-58BD-2E9B235C88B9}"/>
                </a:ext>
              </a:extLst>
            </p:cNvPr>
            <p:cNvSpPr txBox="1">
              <a:spLocks noChangeArrowheads="1"/>
            </p:cNvSpPr>
            <p:nvPr/>
          </p:nvSpPr>
          <p:spPr bwMode="auto">
            <a:xfrm>
              <a:off x="1080000" y="3780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A</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15" name="Text Box 5">
              <a:extLst>
                <a:ext uri="{FF2B5EF4-FFF2-40B4-BE49-F238E27FC236}">
                  <a16:creationId xmlns:a16="http://schemas.microsoft.com/office/drawing/2014/main" id="{FFE18DE8-B11E-0EEB-F691-AA3C216FDE46}"/>
                </a:ext>
              </a:extLst>
            </p:cNvPr>
            <p:cNvSpPr txBox="1">
              <a:spLocks noChangeArrowheads="1"/>
            </p:cNvSpPr>
            <p:nvPr/>
          </p:nvSpPr>
          <p:spPr bwMode="auto">
            <a:xfrm>
              <a:off x="1080000" y="4176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B</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16" name="Text Box 5">
              <a:extLst>
                <a:ext uri="{FF2B5EF4-FFF2-40B4-BE49-F238E27FC236}">
                  <a16:creationId xmlns:a16="http://schemas.microsoft.com/office/drawing/2014/main" id="{AB8DD76D-E215-256E-428F-ED9226069E21}"/>
                </a:ext>
              </a:extLst>
            </p:cNvPr>
            <p:cNvSpPr txBox="1">
              <a:spLocks noChangeArrowheads="1"/>
            </p:cNvSpPr>
            <p:nvPr/>
          </p:nvSpPr>
          <p:spPr bwMode="auto">
            <a:xfrm>
              <a:off x="2880000" y="3978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Y</a:t>
              </a:r>
              <a:endParaRPr kumimoji="1" lang="en-US" altLang="zh-CN" sz="2400" b="0" baseline="-25000" dirty="0">
                <a:latin typeface="微软雅黑" panose="020B0503020204020204" pitchFamily="34" charset="-122"/>
                <a:ea typeface="微软雅黑" panose="020B0503020204020204" pitchFamily="34" charset="-122"/>
              </a:endParaRPr>
            </a:p>
          </p:txBody>
        </p:sp>
      </p:grpSp>
      <p:grpSp>
        <p:nvGrpSpPr>
          <p:cNvPr id="17" name="组合 16">
            <a:extLst>
              <a:ext uri="{FF2B5EF4-FFF2-40B4-BE49-F238E27FC236}">
                <a16:creationId xmlns:a16="http://schemas.microsoft.com/office/drawing/2014/main" id="{FB603C6F-3A32-D3C7-4385-CCE06C3D3A9E}"/>
              </a:ext>
            </a:extLst>
          </p:cNvPr>
          <p:cNvGrpSpPr/>
          <p:nvPr/>
        </p:nvGrpSpPr>
        <p:grpSpPr>
          <a:xfrm>
            <a:off x="5040000" y="1620000"/>
            <a:ext cx="2196000" cy="756000"/>
            <a:chOff x="1044000" y="3780000"/>
            <a:chExt cx="2196000" cy="756000"/>
          </a:xfrm>
        </p:grpSpPr>
        <p:sp>
          <p:nvSpPr>
            <p:cNvPr id="18" name="Arc 158">
              <a:extLst>
                <a:ext uri="{FF2B5EF4-FFF2-40B4-BE49-F238E27FC236}">
                  <a16:creationId xmlns:a16="http://schemas.microsoft.com/office/drawing/2014/main" id="{8F82D1C5-6B3A-0070-6937-B4D268F5FFDC}"/>
                </a:ext>
              </a:extLst>
            </p:cNvPr>
            <p:cNvSpPr>
              <a:spLocks/>
            </p:cNvSpPr>
            <p:nvPr/>
          </p:nvSpPr>
          <p:spPr bwMode="auto">
            <a:xfrm rot="5400000">
              <a:off x="1188000" y="3708000"/>
              <a:ext cx="612000" cy="90000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9" name="Line 9">
              <a:extLst>
                <a:ext uri="{FF2B5EF4-FFF2-40B4-BE49-F238E27FC236}">
                  <a16:creationId xmlns:a16="http://schemas.microsoft.com/office/drawing/2014/main" id="{EBA96DDA-618B-D5E7-3292-4BEBD31C3486}"/>
                </a:ext>
              </a:extLst>
            </p:cNvPr>
            <p:cNvSpPr>
              <a:spLocks noChangeShapeType="1"/>
            </p:cNvSpPr>
            <p:nvPr/>
          </p:nvSpPr>
          <p:spPr bwMode="auto">
            <a:xfrm>
              <a:off x="2520000" y="4158000"/>
              <a:ext cx="36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0" name="Line 7">
              <a:extLst>
                <a:ext uri="{FF2B5EF4-FFF2-40B4-BE49-F238E27FC236}">
                  <a16:creationId xmlns:a16="http://schemas.microsoft.com/office/drawing/2014/main" id="{0B55EDB8-45E9-EF3E-6A2D-0F828000EF2F}"/>
                </a:ext>
              </a:extLst>
            </p:cNvPr>
            <p:cNvSpPr>
              <a:spLocks noChangeShapeType="1"/>
            </p:cNvSpPr>
            <p:nvPr/>
          </p:nvSpPr>
          <p:spPr bwMode="auto">
            <a:xfrm>
              <a:off x="1476000" y="3996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21" name="Line 8">
              <a:extLst>
                <a:ext uri="{FF2B5EF4-FFF2-40B4-BE49-F238E27FC236}">
                  <a16:creationId xmlns:a16="http://schemas.microsoft.com/office/drawing/2014/main" id="{3505C8A5-16C9-B256-E47A-C6ED0C3A92B2}"/>
                </a:ext>
              </a:extLst>
            </p:cNvPr>
            <p:cNvSpPr>
              <a:spLocks noChangeShapeType="1"/>
            </p:cNvSpPr>
            <p:nvPr/>
          </p:nvSpPr>
          <p:spPr bwMode="auto">
            <a:xfrm>
              <a:off x="1476000" y="4320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2" name="Text Box 5">
              <a:extLst>
                <a:ext uri="{FF2B5EF4-FFF2-40B4-BE49-F238E27FC236}">
                  <a16:creationId xmlns:a16="http://schemas.microsoft.com/office/drawing/2014/main" id="{1CC8F2AD-9CCC-96A2-1AA8-1A9CF76AD2A3}"/>
                </a:ext>
              </a:extLst>
            </p:cNvPr>
            <p:cNvSpPr txBox="1">
              <a:spLocks noChangeArrowheads="1"/>
            </p:cNvSpPr>
            <p:nvPr/>
          </p:nvSpPr>
          <p:spPr bwMode="auto">
            <a:xfrm>
              <a:off x="1080000" y="3780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A</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23" name="Text Box 5">
              <a:extLst>
                <a:ext uri="{FF2B5EF4-FFF2-40B4-BE49-F238E27FC236}">
                  <a16:creationId xmlns:a16="http://schemas.microsoft.com/office/drawing/2014/main" id="{E835AB42-24A8-ADED-25E6-DA6919B91165}"/>
                </a:ext>
              </a:extLst>
            </p:cNvPr>
            <p:cNvSpPr txBox="1">
              <a:spLocks noChangeArrowheads="1"/>
            </p:cNvSpPr>
            <p:nvPr/>
          </p:nvSpPr>
          <p:spPr bwMode="auto">
            <a:xfrm>
              <a:off x="1080000" y="4176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B</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24" name="Text Box 5">
              <a:extLst>
                <a:ext uri="{FF2B5EF4-FFF2-40B4-BE49-F238E27FC236}">
                  <a16:creationId xmlns:a16="http://schemas.microsoft.com/office/drawing/2014/main" id="{D2983CF0-A8FE-BF1C-C243-166DC401BE39}"/>
                </a:ext>
              </a:extLst>
            </p:cNvPr>
            <p:cNvSpPr txBox="1">
              <a:spLocks noChangeArrowheads="1"/>
            </p:cNvSpPr>
            <p:nvPr/>
          </p:nvSpPr>
          <p:spPr bwMode="auto">
            <a:xfrm>
              <a:off x="2880000" y="3978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Y</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25" name="Line 9">
              <a:extLst>
                <a:ext uri="{FF2B5EF4-FFF2-40B4-BE49-F238E27FC236}">
                  <a16:creationId xmlns:a16="http://schemas.microsoft.com/office/drawing/2014/main" id="{961D689A-BC67-A27D-2DB6-7712C466AA37}"/>
                </a:ext>
              </a:extLst>
            </p:cNvPr>
            <p:cNvSpPr>
              <a:spLocks noChangeShapeType="1"/>
            </p:cNvSpPr>
            <p:nvPr/>
          </p:nvSpPr>
          <p:spPr bwMode="auto">
            <a:xfrm>
              <a:off x="1836000" y="3852000"/>
              <a:ext cx="288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6" name="Line 9">
              <a:extLst>
                <a:ext uri="{FF2B5EF4-FFF2-40B4-BE49-F238E27FC236}">
                  <a16:creationId xmlns:a16="http://schemas.microsoft.com/office/drawing/2014/main" id="{EA908FFF-82DA-494B-CBEA-0D13B57B00E5}"/>
                </a:ext>
              </a:extLst>
            </p:cNvPr>
            <p:cNvSpPr>
              <a:spLocks noChangeShapeType="1"/>
            </p:cNvSpPr>
            <p:nvPr/>
          </p:nvSpPr>
          <p:spPr bwMode="auto">
            <a:xfrm>
              <a:off x="1836000" y="4464000"/>
              <a:ext cx="288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7" name="Arc 156">
              <a:extLst>
                <a:ext uri="{FF2B5EF4-FFF2-40B4-BE49-F238E27FC236}">
                  <a16:creationId xmlns:a16="http://schemas.microsoft.com/office/drawing/2014/main" id="{D8129268-AB37-8772-2C27-FAD500E74754}"/>
                </a:ext>
              </a:extLst>
            </p:cNvPr>
            <p:cNvSpPr>
              <a:spLocks/>
            </p:cNvSpPr>
            <p:nvPr/>
          </p:nvSpPr>
          <p:spPr bwMode="auto">
            <a:xfrm>
              <a:off x="2124000" y="3852000"/>
              <a:ext cx="396000" cy="612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8" name="Arc 156">
              <a:extLst>
                <a:ext uri="{FF2B5EF4-FFF2-40B4-BE49-F238E27FC236}">
                  <a16:creationId xmlns:a16="http://schemas.microsoft.com/office/drawing/2014/main" id="{B5E22756-EBBD-8AE1-6BE4-DCEBA7237168}"/>
                </a:ext>
              </a:extLst>
            </p:cNvPr>
            <p:cNvSpPr>
              <a:spLocks/>
            </p:cNvSpPr>
            <p:nvPr/>
          </p:nvSpPr>
          <p:spPr bwMode="auto">
            <a:xfrm flipV="1">
              <a:off x="2124000" y="3852000"/>
              <a:ext cx="396000" cy="612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grpSp>
        <p:nvGrpSpPr>
          <p:cNvPr id="29" name="组合 28">
            <a:extLst>
              <a:ext uri="{FF2B5EF4-FFF2-40B4-BE49-F238E27FC236}">
                <a16:creationId xmlns:a16="http://schemas.microsoft.com/office/drawing/2014/main" id="{7838C827-D6DD-B67A-B33A-9A359EDDD55F}"/>
              </a:ext>
            </a:extLst>
          </p:cNvPr>
          <p:cNvGrpSpPr/>
          <p:nvPr/>
        </p:nvGrpSpPr>
        <p:grpSpPr>
          <a:xfrm>
            <a:off x="9360000" y="1620000"/>
            <a:ext cx="2160000" cy="612000"/>
            <a:chOff x="1080000" y="3852000"/>
            <a:chExt cx="2160000" cy="612000"/>
          </a:xfrm>
        </p:grpSpPr>
        <p:sp>
          <p:nvSpPr>
            <p:cNvPr id="30" name="Line 9">
              <a:extLst>
                <a:ext uri="{FF2B5EF4-FFF2-40B4-BE49-F238E27FC236}">
                  <a16:creationId xmlns:a16="http://schemas.microsoft.com/office/drawing/2014/main" id="{7AA92F90-CC48-AC10-679F-0160E6FDDDA3}"/>
                </a:ext>
              </a:extLst>
            </p:cNvPr>
            <p:cNvSpPr>
              <a:spLocks noChangeShapeType="1"/>
            </p:cNvSpPr>
            <p:nvPr/>
          </p:nvSpPr>
          <p:spPr bwMode="auto">
            <a:xfrm>
              <a:off x="2520000" y="4158000"/>
              <a:ext cx="36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1" name="Line 7">
              <a:extLst>
                <a:ext uri="{FF2B5EF4-FFF2-40B4-BE49-F238E27FC236}">
                  <a16:creationId xmlns:a16="http://schemas.microsoft.com/office/drawing/2014/main" id="{9A212E3D-9ABA-17F3-2948-E836C909E8AB}"/>
                </a:ext>
              </a:extLst>
            </p:cNvPr>
            <p:cNvSpPr>
              <a:spLocks noChangeShapeType="1"/>
            </p:cNvSpPr>
            <p:nvPr/>
          </p:nvSpPr>
          <p:spPr bwMode="auto">
            <a:xfrm>
              <a:off x="1476000" y="4158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32" name="Text Box 5">
              <a:extLst>
                <a:ext uri="{FF2B5EF4-FFF2-40B4-BE49-F238E27FC236}">
                  <a16:creationId xmlns:a16="http://schemas.microsoft.com/office/drawing/2014/main" id="{91C62C61-8BBC-6E2C-EAAE-B54122B97078}"/>
                </a:ext>
              </a:extLst>
            </p:cNvPr>
            <p:cNvSpPr txBox="1">
              <a:spLocks noChangeArrowheads="1"/>
            </p:cNvSpPr>
            <p:nvPr/>
          </p:nvSpPr>
          <p:spPr bwMode="auto">
            <a:xfrm>
              <a:off x="1080000" y="3978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A</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33" name="Text Box 5">
              <a:extLst>
                <a:ext uri="{FF2B5EF4-FFF2-40B4-BE49-F238E27FC236}">
                  <a16:creationId xmlns:a16="http://schemas.microsoft.com/office/drawing/2014/main" id="{22FE0E10-2512-43EA-F7CA-FB5C818DDEFC}"/>
                </a:ext>
              </a:extLst>
            </p:cNvPr>
            <p:cNvSpPr txBox="1">
              <a:spLocks noChangeArrowheads="1"/>
            </p:cNvSpPr>
            <p:nvPr/>
          </p:nvSpPr>
          <p:spPr bwMode="auto">
            <a:xfrm>
              <a:off x="2880000" y="3978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Y</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34" name="AutoShape 162">
              <a:extLst>
                <a:ext uri="{FF2B5EF4-FFF2-40B4-BE49-F238E27FC236}">
                  <a16:creationId xmlns:a16="http://schemas.microsoft.com/office/drawing/2014/main" id="{3F74BA8C-20C0-4891-E995-822411CA2B2F}"/>
                </a:ext>
              </a:extLst>
            </p:cNvPr>
            <p:cNvSpPr>
              <a:spLocks noChangeArrowheads="1"/>
            </p:cNvSpPr>
            <p:nvPr/>
          </p:nvSpPr>
          <p:spPr bwMode="auto">
            <a:xfrm rot="5400000">
              <a:off x="1908000" y="3870000"/>
              <a:ext cx="612000" cy="576000"/>
            </a:xfrm>
            <a:prstGeom prst="triangle">
              <a:avLst>
                <a:gd name="adj" fmla="val 50000"/>
              </a:avLst>
            </a:prstGeom>
            <a:solidFill>
              <a:srgbClr val="FFFFFF"/>
            </a:solidFill>
            <a:ln w="38100">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Microsoft YaHei" panose="020B0503020204020204" pitchFamily="34" charset="-122"/>
                <a:ea typeface="Microsoft YaHei" panose="020B0503020204020204" pitchFamily="34" charset="-122"/>
              </a:endParaRPr>
            </a:p>
          </p:txBody>
        </p:sp>
        <p:sp>
          <p:nvSpPr>
            <p:cNvPr id="35" name="Oval 163">
              <a:extLst>
                <a:ext uri="{FF2B5EF4-FFF2-40B4-BE49-F238E27FC236}">
                  <a16:creationId xmlns:a16="http://schemas.microsoft.com/office/drawing/2014/main" id="{5617FD21-7682-E7B0-C619-E8FC5DA3DC3C}"/>
                </a:ext>
              </a:extLst>
            </p:cNvPr>
            <p:cNvSpPr>
              <a:spLocks noChangeArrowheads="1"/>
            </p:cNvSpPr>
            <p:nvPr/>
          </p:nvSpPr>
          <p:spPr bwMode="auto">
            <a:xfrm>
              <a:off x="2484000" y="4086000"/>
              <a:ext cx="144000" cy="144000"/>
            </a:xfrm>
            <a:prstGeom prst="ellipse">
              <a:avLst/>
            </a:prstGeom>
            <a:solidFill>
              <a:srgbClr val="FFFFFF"/>
            </a:solidFill>
            <a:ln w="38100">
              <a:solidFill>
                <a:schemeClr val="tx1"/>
              </a:solidFill>
              <a:round/>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dirty="0">
                <a:latin typeface="Microsoft YaHei" panose="020B0503020204020204" pitchFamily="34" charset="-122"/>
                <a:ea typeface="Microsoft YaHei" panose="020B0503020204020204" pitchFamily="34" charset="-122"/>
              </a:endParaRPr>
            </a:p>
          </p:txBody>
        </p:sp>
      </p:gr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B9A9450F-9B14-7704-4689-584D6AAD2901}"/>
                  </a:ext>
                </a:extLst>
              </p:cNvPr>
              <p:cNvSpPr txBox="1"/>
              <p:nvPr/>
            </p:nvSpPr>
            <p:spPr>
              <a:xfrm>
                <a:off x="720000" y="2448000"/>
                <a:ext cx="2880000" cy="468000"/>
              </a:xfrm>
              <a:prstGeom prst="rect">
                <a:avLst/>
              </a:prstGeom>
              <a:noFill/>
            </p:spPr>
            <p:txBody>
              <a:bodyPr wrap="square">
                <a:spAutoFit/>
              </a:bodyPr>
              <a:lstStyle/>
              <a:p>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与：</a:t>
                </a:r>
                <a14:m>
                  <m:oMath xmlns:m="http://schemas.openxmlformats.org/officeDocument/2006/math">
                    <m:r>
                      <m:rPr>
                        <m:sty m:val="p"/>
                      </m:rPr>
                      <a:rPr lang="en-US" altLang="zh-CN" sz="2400" smtClean="0">
                        <a:solidFill>
                          <a:schemeClr val="accent5">
                            <a:lumMod val="75000"/>
                          </a:schemeClr>
                        </a:solidFill>
                        <a:latin typeface="Cambria Math" panose="02040503050406030204" pitchFamily="18" charset="0"/>
                      </a:rPr>
                      <m:t>Y</m:t>
                    </m:r>
                    <m:r>
                      <a:rPr lang="en-US" altLang="zh-CN" sz="2400" i="1">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m:t>
                    </m:r>
                    <m:r>
                      <a:rPr lang="en-US" altLang="zh-CN" sz="2400" i="1">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ea typeface="Cambria Math" panose="02040503050406030204" pitchFamily="18" charset="0"/>
                      </a:rPr>
                      <m:t>B</m:t>
                    </m:r>
                    <m:r>
                      <a:rPr lang="en-US" altLang="zh-CN" sz="2400">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ea typeface="Cambria Math" panose="02040503050406030204" pitchFamily="18" charset="0"/>
                      </a:rPr>
                      <m:t>AB</m:t>
                    </m:r>
                  </m:oMath>
                </a14:m>
                <a:r>
                  <a:rPr lang="zh-CN" altLang="en-US" sz="2400" dirty="0">
                    <a:solidFill>
                      <a:srgbClr val="002060"/>
                    </a:solidFill>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7" name="文本框 36">
                <a:extLst>
                  <a:ext uri="{FF2B5EF4-FFF2-40B4-BE49-F238E27FC236}">
                    <a16:creationId xmlns:a16="http://schemas.microsoft.com/office/drawing/2014/main" id="{B9A9450F-9B14-7704-4689-584D6AAD2901}"/>
                  </a:ext>
                </a:extLst>
              </p:cNvPr>
              <p:cNvSpPr txBox="1">
                <a:spLocks noRot="1" noChangeAspect="1" noMove="1" noResize="1" noEditPoints="1" noAdjustHandles="1" noChangeArrowheads="1" noChangeShapeType="1" noTextEdit="1"/>
              </p:cNvSpPr>
              <p:nvPr/>
            </p:nvSpPr>
            <p:spPr>
              <a:xfrm>
                <a:off x="720000" y="2448000"/>
                <a:ext cx="2880000" cy="468000"/>
              </a:xfrm>
              <a:prstGeom prst="rect">
                <a:avLst/>
              </a:prstGeom>
              <a:blipFill>
                <a:blip r:embed="rId3"/>
                <a:stretch>
                  <a:fillRect l="-3171"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DC90ED17-7E5B-1516-8B59-137E46A5F283}"/>
                  </a:ext>
                </a:extLst>
              </p:cNvPr>
              <p:cNvSpPr txBox="1"/>
              <p:nvPr/>
            </p:nvSpPr>
            <p:spPr>
              <a:xfrm>
                <a:off x="5040000" y="2448000"/>
                <a:ext cx="2880000" cy="468000"/>
              </a:xfrm>
              <a:prstGeom prst="rect">
                <a:avLst/>
              </a:prstGeom>
              <a:noFill/>
            </p:spPr>
            <p:txBody>
              <a:bodyPr wrap="square">
                <a:spAutoFit/>
              </a:bodyPr>
              <a:lstStyle/>
              <a:p>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或：</a:t>
                </a:r>
                <a14:m>
                  <m:oMath xmlns:m="http://schemas.openxmlformats.org/officeDocument/2006/math">
                    <m:r>
                      <m:rPr>
                        <m:sty m:val="p"/>
                      </m:rPr>
                      <a:rPr lang="en-US" altLang="zh-CN" sz="2400" smtClean="0">
                        <a:solidFill>
                          <a:schemeClr val="accent5">
                            <a:lumMod val="75000"/>
                          </a:schemeClr>
                        </a:solidFill>
                        <a:latin typeface="Cambria Math" panose="02040503050406030204" pitchFamily="18" charset="0"/>
                      </a:rPr>
                      <m:t>Y</m:t>
                    </m:r>
                    <m:r>
                      <a:rPr lang="en-US" altLang="zh-CN" sz="2400" i="1">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m:t>
                    </m:r>
                    <m:r>
                      <a:rPr lang="en-US" altLang="zh-CN" sz="2400" i="1">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ea typeface="Cambria Math" panose="02040503050406030204" pitchFamily="18" charset="0"/>
                      </a:rPr>
                      <m:t>B</m:t>
                    </m:r>
                  </m:oMath>
                </a14:m>
                <a:r>
                  <a:rPr lang="zh-CN" altLang="en-US" sz="2400" dirty="0">
                    <a:solidFill>
                      <a:srgbClr val="002060"/>
                    </a:solidFill>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8" name="文本框 37">
                <a:extLst>
                  <a:ext uri="{FF2B5EF4-FFF2-40B4-BE49-F238E27FC236}">
                    <a16:creationId xmlns:a16="http://schemas.microsoft.com/office/drawing/2014/main" id="{DC90ED17-7E5B-1516-8B59-137E46A5F283}"/>
                  </a:ext>
                </a:extLst>
              </p:cNvPr>
              <p:cNvSpPr txBox="1">
                <a:spLocks noRot="1" noChangeAspect="1" noMove="1" noResize="1" noEditPoints="1" noAdjustHandles="1" noChangeArrowheads="1" noChangeShapeType="1" noTextEdit="1"/>
              </p:cNvSpPr>
              <p:nvPr/>
            </p:nvSpPr>
            <p:spPr>
              <a:xfrm>
                <a:off x="5040000" y="2448000"/>
                <a:ext cx="2880000" cy="468000"/>
              </a:xfrm>
              <a:prstGeom prst="rect">
                <a:avLst/>
              </a:prstGeom>
              <a:blipFill>
                <a:blip r:embed="rId4"/>
                <a:stretch>
                  <a:fillRect l="-3390"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115955A8-4C93-7D75-EEA6-CEA5DD271E21}"/>
                  </a:ext>
                </a:extLst>
              </p:cNvPr>
              <p:cNvSpPr txBox="1"/>
              <p:nvPr/>
            </p:nvSpPr>
            <p:spPr>
              <a:xfrm>
                <a:off x="9360000" y="2448000"/>
                <a:ext cx="1800000" cy="468000"/>
              </a:xfrm>
              <a:prstGeom prst="rect">
                <a:avLst/>
              </a:prstGeom>
              <a:noFill/>
            </p:spPr>
            <p:txBody>
              <a:bodyPr wrap="square">
                <a:spAutoFit/>
              </a:bodyPr>
              <a:lstStyle/>
              <a:p>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非：</a:t>
                </a:r>
                <a14:m>
                  <m:oMath xmlns:m="http://schemas.openxmlformats.org/officeDocument/2006/math">
                    <m:r>
                      <m:rPr>
                        <m:sty m:val="p"/>
                      </m:rPr>
                      <a:rPr lang="en-US" altLang="zh-CN" sz="2400" smtClean="0">
                        <a:solidFill>
                          <a:schemeClr val="accent5">
                            <a:lumMod val="75000"/>
                          </a:schemeClr>
                        </a:solidFill>
                        <a:latin typeface="Cambria Math" panose="02040503050406030204" pitchFamily="18" charset="0"/>
                      </a:rPr>
                      <m:t>Y</m:t>
                    </m:r>
                    <m:r>
                      <a:rPr lang="en-US" altLang="zh-CN" sz="2400" i="1">
                        <a:solidFill>
                          <a:schemeClr val="accent5">
                            <a:lumMod val="75000"/>
                          </a:schemeClr>
                        </a:solidFill>
                        <a:latin typeface="Cambria Math" panose="02040503050406030204" pitchFamily="18" charset="0"/>
                      </a:rPr>
                      <m:t>=</m:t>
                    </m:r>
                    <m:bar>
                      <m:barPr>
                        <m:pos m:val="top"/>
                        <m:ctrlPr>
                          <a:rPr lang="en-US" altLang="zh-CN" sz="2400" i="1" smtClean="0">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e>
                    </m:bar>
                  </m:oMath>
                </a14:m>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9" name="文本框 38">
                <a:extLst>
                  <a:ext uri="{FF2B5EF4-FFF2-40B4-BE49-F238E27FC236}">
                    <a16:creationId xmlns:a16="http://schemas.microsoft.com/office/drawing/2014/main" id="{115955A8-4C93-7D75-EEA6-CEA5DD271E21}"/>
                  </a:ext>
                </a:extLst>
              </p:cNvPr>
              <p:cNvSpPr txBox="1">
                <a:spLocks noRot="1" noChangeAspect="1" noMove="1" noResize="1" noEditPoints="1" noAdjustHandles="1" noChangeArrowheads="1" noChangeShapeType="1" noTextEdit="1"/>
              </p:cNvSpPr>
              <p:nvPr/>
            </p:nvSpPr>
            <p:spPr>
              <a:xfrm>
                <a:off x="9360000" y="2448000"/>
                <a:ext cx="1800000" cy="468000"/>
              </a:xfrm>
              <a:prstGeom prst="rect">
                <a:avLst/>
              </a:prstGeom>
              <a:blipFill>
                <a:blip r:embed="rId5"/>
                <a:stretch>
                  <a:fillRect l="-5068" t="-1316" b="-38158"/>
                </a:stretch>
              </a:blipFill>
            </p:spPr>
            <p:txBody>
              <a:bodyPr/>
              <a:lstStyle/>
              <a:p>
                <a:r>
                  <a:rPr lang="zh-CN" altLang="en-US">
                    <a:noFill/>
                  </a:rPr>
                  <a:t> </a:t>
                </a:r>
              </a:p>
            </p:txBody>
          </p:sp>
        </mc:Fallback>
      </mc:AlternateContent>
      <p:sp>
        <p:nvSpPr>
          <p:cNvPr id="40" name="文本框 39">
            <a:extLst>
              <a:ext uri="{FF2B5EF4-FFF2-40B4-BE49-F238E27FC236}">
                <a16:creationId xmlns:a16="http://schemas.microsoft.com/office/drawing/2014/main" id="{DA3DAD9C-3A6F-BAAB-0DA5-7963B179D6F8}"/>
              </a:ext>
            </a:extLst>
          </p:cNvPr>
          <p:cNvSpPr txBox="1"/>
          <p:nvPr/>
        </p:nvSpPr>
        <p:spPr>
          <a:xfrm>
            <a:off x="359999" y="2988000"/>
            <a:ext cx="7769239" cy="576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复合逻辑运算（与非、或非、同或、异或）</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41" name="组合 40">
            <a:extLst>
              <a:ext uri="{FF2B5EF4-FFF2-40B4-BE49-F238E27FC236}">
                <a16:creationId xmlns:a16="http://schemas.microsoft.com/office/drawing/2014/main" id="{24B7601B-5B52-4551-9C0D-B3C6354B11F4}"/>
              </a:ext>
            </a:extLst>
          </p:cNvPr>
          <p:cNvGrpSpPr/>
          <p:nvPr/>
        </p:nvGrpSpPr>
        <p:grpSpPr>
          <a:xfrm>
            <a:off x="720000" y="3780000"/>
            <a:ext cx="2160000" cy="756000"/>
            <a:chOff x="1080000" y="2016000"/>
            <a:chExt cx="2160000" cy="756000"/>
          </a:xfrm>
        </p:grpSpPr>
        <p:sp>
          <p:nvSpPr>
            <p:cNvPr id="42" name="Line 9">
              <a:extLst>
                <a:ext uri="{FF2B5EF4-FFF2-40B4-BE49-F238E27FC236}">
                  <a16:creationId xmlns:a16="http://schemas.microsoft.com/office/drawing/2014/main" id="{58197A06-12EC-B08C-C7E3-95A7F0577A5F}"/>
                </a:ext>
              </a:extLst>
            </p:cNvPr>
            <p:cNvSpPr>
              <a:spLocks noChangeShapeType="1"/>
            </p:cNvSpPr>
            <p:nvPr/>
          </p:nvSpPr>
          <p:spPr bwMode="auto">
            <a:xfrm>
              <a:off x="2520000" y="2394000"/>
              <a:ext cx="36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3" name="Line 7">
              <a:extLst>
                <a:ext uri="{FF2B5EF4-FFF2-40B4-BE49-F238E27FC236}">
                  <a16:creationId xmlns:a16="http://schemas.microsoft.com/office/drawing/2014/main" id="{48414CF4-9267-EC5F-FE6E-F285EFC22549}"/>
                </a:ext>
              </a:extLst>
            </p:cNvPr>
            <p:cNvSpPr>
              <a:spLocks noChangeShapeType="1"/>
            </p:cNvSpPr>
            <p:nvPr/>
          </p:nvSpPr>
          <p:spPr bwMode="auto">
            <a:xfrm>
              <a:off x="1476000" y="2232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44" name="Line 8">
              <a:extLst>
                <a:ext uri="{FF2B5EF4-FFF2-40B4-BE49-F238E27FC236}">
                  <a16:creationId xmlns:a16="http://schemas.microsoft.com/office/drawing/2014/main" id="{F1F86366-6A18-1755-650B-79E7963A573F}"/>
                </a:ext>
              </a:extLst>
            </p:cNvPr>
            <p:cNvSpPr>
              <a:spLocks noChangeShapeType="1"/>
            </p:cNvSpPr>
            <p:nvPr/>
          </p:nvSpPr>
          <p:spPr bwMode="auto">
            <a:xfrm>
              <a:off x="1476000" y="2556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5" name="AutoShape 11">
              <a:extLst>
                <a:ext uri="{FF2B5EF4-FFF2-40B4-BE49-F238E27FC236}">
                  <a16:creationId xmlns:a16="http://schemas.microsoft.com/office/drawing/2014/main" id="{67AE9BE0-2952-5355-35BF-E939618A7119}"/>
                </a:ext>
              </a:extLst>
            </p:cNvPr>
            <p:cNvSpPr>
              <a:spLocks noChangeArrowheads="1"/>
            </p:cNvSpPr>
            <p:nvPr/>
          </p:nvSpPr>
          <p:spPr bwMode="auto">
            <a:xfrm>
              <a:off x="1908000" y="2088000"/>
              <a:ext cx="612000" cy="612000"/>
            </a:xfrm>
            <a:prstGeom prst="flowChartDelay">
              <a:avLst/>
            </a:prstGeom>
            <a:solidFill>
              <a:schemeClr val="bg1"/>
            </a:solidFill>
            <a:ln w="38100">
              <a:solidFill>
                <a:schemeClr val="tx1"/>
              </a:solidFill>
              <a:miter lim="800000"/>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latin typeface="微软雅黑" panose="020B0503020204020204" pitchFamily="34" charset="-122"/>
                <a:ea typeface="微软雅黑" panose="020B0503020204020204" pitchFamily="34" charset="-122"/>
              </a:endParaRPr>
            </a:p>
          </p:txBody>
        </p:sp>
        <p:sp>
          <p:nvSpPr>
            <p:cNvPr id="46" name="Text Box 5">
              <a:extLst>
                <a:ext uri="{FF2B5EF4-FFF2-40B4-BE49-F238E27FC236}">
                  <a16:creationId xmlns:a16="http://schemas.microsoft.com/office/drawing/2014/main" id="{541426C9-E1C8-EB18-255A-8C9ABE28BAE5}"/>
                </a:ext>
              </a:extLst>
            </p:cNvPr>
            <p:cNvSpPr txBox="1">
              <a:spLocks noChangeArrowheads="1"/>
            </p:cNvSpPr>
            <p:nvPr/>
          </p:nvSpPr>
          <p:spPr bwMode="auto">
            <a:xfrm>
              <a:off x="1080000" y="2016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A</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47" name="Text Box 5">
              <a:extLst>
                <a:ext uri="{FF2B5EF4-FFF2-40B4-BE49-F238E27FC236}">
                  <a16:creationId xmlns:a16="http://schemas.microsoft.com/office/drawing/2014/main" id="{D9A3C358-1556-9628-327D-89AC379DDE01}"/>
                </a:ext>
              </a:extLst>
            </p:cNvPr>
            <p:cNvSpPr txBox="1">
              <a:spLocks noChangeArrowheads="1"/>
            </p:cNvSpPr>
            <p:nvPr/>
          </p:nvSpPr>
          <p:spPr bwMode="auto">
            <a:xfrm>
              <a:off x="1080000" y="2412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B</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48" name="Text Box 5">
              <a:extLst>
                <a:ext uri="{FF2B5EF4-FFF2-40B4-BE49-F238E27FC236}">
                  <a16:creationId xmlns:a16="http://schemas.microsoft.com/office/drawing/2014/main" id="{EA324245-D5AA-B57F-FAE2-6E51DCB27448}"/>
                </a:ext>
              </a:extLst>
            </p:cNvPr>
            <p:cNvSpPr txBox="1">
              <a:spLocks noChangeArrowheads="1"/>
            </p:cNvSpPr>
            <p:nvPr/>
          </p:nvSpPr>
          <p:spPr bwMode="auto">
            <a:xfrm>
              <a:off x="2880000" y="2214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Y</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49" name="Oval 163">
              <a:extLst>
                <a:ext uri="{FF2B5EF4-FFF2-40B4-BE49-F238E27FC236}">
                  <a16:creationId xmlns:a16="http://schemas.microsoft.com/office/drawing/2014/main" id="{9E2F8946-8BAB-4E4D-B675-4A14CE875A07}"/>
                </a:ext>
              </a:extLst>
            </p:cNvPr>
            <p:cNvSpPr>
              <a:spLocks noChangeArrowheads="1"/>
            </p:cNvSpPr>
            <p:nvPr/>
          </p:nvSpPr>
          <p:spPr bwMode="auto">
            <a:xfrm>
              <a:off x="2520000" y="2322000"/>
              <a:ext cx="144000" cy="144000"/>
            </a:xfrm>
            <a:prstGeom prst="ellipse">
              <a:avLst/>
            </a:prstGeom>
            <a:solidFill>
              <a:srgbClr val="FFFFFF"/>
            </a:solidFill>
            <a:ln w="38100">
              <a:solidFill>
                <a:schemeClr val="tx1"/>
              </a:solidFill>
              <a:round/>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dirty="0">
                <a:latin typeface="Microsoft YaHei" panose="020B0503020204020204" pitchFamily="34" charset="-122"/>
                <a:ea typeface="Microsoft YaHei" panose="020B0503020204020204" pitchFamily="34" charset="-122"/>
              </a:endParaRPr>
            </a:p>
          </p:txBody>
        </p:sp>
      </p:grpSp>
      <p:grpSp>
        <p:nvGrpSpPr>
          <p:cNvPr id="50" name="组合 49">
            <a:extLst>
              <a:ext uri="{FF2B5EF4-FFF2-40B4-BE49-F238E27FC236}">
                <a16:creationId xmlns:a16="http://schemas.microsoft.com/office/drawing/2014/main" id="{C31EB75A-B15D-1E0B-8212-A7E87A58D27A}"/>
              </a:ext>
            </a:extLst>
          </p:cNvPr>
          <p:cNvGrpSpPr/>
          <p:nvPr/>
        </p:nvGrpSpPr>
        <p:grpSpPr>
          <a:xfrm>
            <a:off x="720000" y="5256000"/>
            <a:ext cx="2196000" cy="756000"/>
            <a:chOff x="1080000" y="5148000"/>
            <a:chExt cx="2196000" cy="756000"/>
          </a:xfrm>
        </p:grpSpPr>
        <p:sp>
          <p:nvSpPr>
            <p:cNvPr id="51" name="Arc 158">
              <a:extLst>
                <a:ext uri="{FF2B5EF4-FFF2-40B4-BE49-F238E27FC236}">
                  <a16:creationId xmlns:a16="http://schemas.microsoft.com/office/drawing/2014/main" id="{6D6B7FED-069C-5EC0-4BB1-2AB2CA807261}"/>
                </a:ext>
              </a:extLst>
            </p:cNvPr>
            <p:cNvSpPr>
              <a:spLocks/>
            </p:cNvSpPr>
            <p:nvPr/>
          </p:nvSpPr>
          <p:spPr bwMode="auto">
            <a:xfrm rot="5400000">
              <a:off x="1224000" y="5076000"/>
              <a:ext cx="612000" cy="90000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2" name="Line 9">
              <a:extLst>
                <a:ext uri="{FF2B5EF4-FFF2-40B4-BE49-F238E27FC236}">
                  <a16:creationId xmlns:a16="http://schemas.microsoft.com/office/drawing/2014/main" id="{03D70DFE-64CB-6290-F140-963A0D322754}"/>
                </a:ext>
              </a:extLst>
            </p:cNvPr>
            <p:cNvSpPr>
              <a:spLocks noChangeShapeType="1"/>
            </p:cNvSpPr>
            <p:nvPr/>
          </p:nvSpPr>
          <p:spPr bwMode="auto">
            <a:xfrm>
              <a:off x="2556000" y="5526000"/>
              <a:ext cx="36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3" name="Line 7">
              <a:extLst>
                <a:ext uri="{FF2B5EF4-FFF2-40B4-BE49-F238E27FC236}">
                  <a16:creationId xmlns:a16="http://schemas.microsoft.com/office/drawing/2014/main" id="{CC467EC4-A763-0094-C1F3-807369E7185F}"/>
                </a:ext>
              </a:extLst>
            </p:cNvPr>
            <p:cNvSpPr>
              <a:spLocks noChangeShapeType="1"/>
            </p:cNvSpPr>
            <p:nvPr/>
          </p:nvSpPr>
          <p:spPr bwMode="auto">
            <a:xfrm>
              <a:off x="1512000" y="5364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54" name="Line 8">
              <a:extLst>
                <a:ext uri="{FF2B5EF4-FFF2-40B4-BE49-F238E27FC236}">
                  <a16:creationId xmlns:a16="http://schemas.microsoft.com/office/drawing/2014/main" id="{1571039B-CFEE-B4FC-E706-973AD1992C6B}"/>
                </a:ext>
              </a:extLst>
            </p:cNvPr>
            <p:cNvSpPr>
              <a:spLocks noChangeShapeType="1"/>
            </p:cNvSpPr>
            <p:nvPr/>
          </p:nvSpPr>
          <p:spPr bwMode="auto">
            <a:xfrm>
              <a:off x="1512000" y="5688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5" name="Text Box 5">
              <a:extLst>
                <a:ext uri="{FF2B5EF4-FFF2-40B4-BE49-F238E27FC236}">
                  <a16:creationId xmlns:a16="http://schemas.microsoft.com/office/drawing/2014/main" id="{4650A72F-EC9B-04CE-3013-1146C461DC21}"/>
                </a:ext>
              </a:extLst>
            </p:cNvPr>
            <p:cNvSpPr txBox="1">
              <a:spLocks noChangeArrowheads="1"/>
            </p:cNvSpPr>
            <p:nvPr/>
          </p:nvSpPr>
          <p:spPr bwMode="auto">
            <a:xfrm>
              <a:off x="1116000" y="5148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A</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56" name="Text Box 5">
              <a:extLst>
                <a:ext uri="{FF2B5EF4-FFF2-40B4-BE49-F238E27FC236}">
                  <a16:creationId xmlns:a16="http://schemas.microsoft.com/office/drawing/2014/main" id="{78CCF8F6-33E2-E854-F695-1BA9222B6812}"/>
                </a:ext>
              </a:extLst>
            </p:cNvPr>
            <p:cNvSpPr txBox="1">
              <a:spLocks noChangeArrowheads="1"/>
            </p:cNvSpPr>
            <p:nvPr/>
          </p:nvSpPr>
          <p:spPr bwMode="auto">
            <a:xfrm>
              <a:off x="1116000" y="5544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B</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57" name="Text Box 5">
              <a:extLst>
                <a:ext uri="{FF2B5EF4-FFF2-40B4-BE49-F238E27FC236}">
                  <a16:creationId xmlns:a16="http://schemas.microsoft.com/office/drawing/2014/main" id="{5CD161A9-7427-9939-3C55-351E1EA0E1B8}"/>
                </a:ext>
              </a:extLst>
            </p:cNvPr>
            <p:cNvSpPr txBox="1">
              <a:spLocks noChangeArrowheads="1"/>
            </p:cNvSpPr>
            <p:nvPr/>
          </p:nvSpPr>
          <p:spPr bwMode="auto">
            <a:xfrm>
              <a:off x="2916000" y="5346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Y</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58" name="Line 9">
              <a:extLst>
                <a:ext uri="{FF2B5EF4-FFF2-40B4-BE49-F238E27FC236}">
                  <a16:creationId xmlns:a16="http://schemas.microsoft.com/office/drawing/2014/main" id="{A724A1B6-00DE-3526-C25F-4A5EB3AA4C1A}"/>
                </a:ext>
              </a:extLst>
            </p:cNvPr>
            <p:cNvSpPr>
              <a:spLocks noChangeShapeType="1"/>
            </p:cNvSpPr>
            <p:nvPr/>
          </p:nvSpPr>
          <p:spPr bwMode="auto">
            <a:xfrm>
              <a:off x="1872000" y="5220000"/>
              <a:ext cx="288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59" name="Line 9">
              <a:extLst>
                <a:ext uri="{FF2B5EF4-FFF2-40B4-BE49-F238E27FC236}">
                  <a16:creationId xmlns:a16="http://schemas.microsoft.com/office/drawing/2014/main" id="{3C751B4D-6392-109E-87E9-AC751EEC8D6F}"/>
                </a:ext>
              </a:extLst>
            </p:cNvPr>
            <p:cNvSpPr>
              <a:spLocks noChangeShapeType="1"/>
            </p:cNvSpPr>
            <p:nvPr/>
          </p:nvSpPr>
          <p:spPr bwMode="auto">
            <a:xfrm>
              <a:off x="1872000" y="5832000"/>
              <a:ext cx="288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0" name="Arc 156">
              <a:extLst>
                <a:ext uri="{FF2B5EF4-FFF2-40B4-BE49-F238E27FC236}">
                  <a16:creationId xmlns:a16="http://schemas.microsoft.com/office/drawing/2014/main" id="{AE454B38-E3ED-E940-9D0B-D3CD29A79CD2}"/>
                </a:ext>
              </a:extLst>
            </p:cNvPr>
            <p:cNvSpPr>
              <a:spLocks/>
            </p:cNvSpPr>
            <p:nvPr/>
          </p:nvSpPr>
          <p:spPr bwMode="auto">
            <a:xfrm>
              <a:off x="2160000" y="5220000"/>
              <a:ext cx="396000" cy="612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61" name="Arc 156">
              <a:extLst>
                <a:ext uri="{FF2B5EF4-FFF2-40B4-BE49-F238E27FC236}">
                  <a16:creationId xmlns:a16="http://schemas.microsoft.com/office/drawing/2014/main" id="{6BF0B470-6171-54F7-46C5-B53B0512F505}"/>
                </a:ext>
              </a:extLst>
            </p:cNvPr>
            <p:cNvSpPr>
              <a:spLocks/>
            </p:cNvSpPr>
            <p:nvPr/>
          </p:nvSpPr>
          <p:spPr bwMode="auto">
            <a:xfrm flipV="1">
              <a:off x="2160000" y="5220000"/>
              <a:ext cx="396000" cy="612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62" name="Oval 163">
              <a:extLst>
                <a:ext uri="{FF2B5EF4-FFF2-40B4-BE49-F238E27FC236}">
                  <a16:creationId xmlns:a16="http://schemas.microsoft.com/office/drawing/2014/main" id="{60A18027-026D-F3BF-4BE7-DA22DDA82168}"/>
                </a:ext>
              </a:extLst>
            </p:cNvPr>
            <p:cNvSpPr>
              <a:spLocks noChangeArrowheads="1"/>
            </p:cNvSpPr>
            <p:nvPr/>
          </p:nvSpPr>
          <p:spPr bwMode="auto">
            <a:xfrm>
              <a:off x="2556000" y="5454000"/>
              <a:ext cx="144000" cy="144000"/>
            </a:xfrm>
            <a:prstGeom prst="ellipse">
              <a:avLst/>
            </a:prstGeom>
            <a:solidFill>
              <a:srgbClr val="FFFFFF"/>
            </a:solidFill>
            <a:ln w="38100">
              <a:solidFill>
                <a:schemeClr val="tx1"/>
              </a:solidFill>
              <a:round/>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dirty="0">
                <a:latin typeface="Microsoft YaHei" panose="020B0503020204020204" pitchFamily="34" charset="-122"/>
                <a:ea typeface="Microsoft YaHei" panose="020B0503020204020204" pitchFamily="34" charset="-122"/>
              </a:endParaRPr>
            </a:p>
          </p:txBody>
        </p:sp>
      </p:gr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8D5AAF56-499C-7F48-C6CD-32E860005D84}"/>
                  </a:ext>
                </a:extLst>
              </p:cNvPr>
              <p:cNvSpPr txBox="1"/>
              <p:nvPr/>
            </p:nvSpPr>
            <p:spPr>
              <a:xfrm>
                <a:off x="720000" y="4608000"/>
                <a:ext cx="2880000" cy="468000"/>
              </a:xfrm>
              <a:prstGeom prst="rect">
                <a:avLst/>
              </a:prstGeom>
              <a:noFill/>
            </p:spPr>
            <p:txBody>
              <a:bodyPr wrap="square">
                <a:spAutoFit/>
              </a:bodyPr>
              <a:lstStyle/>
              <a:p>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与非：</a:t>
                </a:r>
                <a14:m>
                  <m:oMath xmlns:m="http://schemas.openxmlformats.org/officeDocument/2006/math">
                    <m:r>
                      <m:rPr>
                        <m:sty m:val="p"/>
                      </m:rPr>
                      <a:rPr lang="en-US" altLang="zh-CN" sz="2400" smtClean="0">
                        <a:solidFill>
                          <a:schemeClr val="accent5">
                            <a:lumMod val="75000"/>
                          </a:schemeClr>
                        </a:solidFill>
                        <a:latin typeface="Cambria Math" panose="02040503050406030204" pitchFamily="18" charset="0"/>
                      </a:rPr>
                      <m:t>Y</m:t>
                    </m:r>
                    <m:r>
                      <a:rPr lang="en-US" altLang="zh-CN" sz="2400" i="1">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i="0">
                            <a:solidFill>
                              <a:schemeClr val="accent5">
                                <a:lumMod val="75000"/>
                              </a:schemeClr>
                            </a:solidFill>
                            <a:latin typeface="Cambria Math" panose="02040503050406030204" pitchFamily="18" charset="0"/>
                          </a:rPr>
                          <m:t>A</m:t>
                        </m:r>
                        <m:r>
                          <m:rPr>
                            <m:sty m:val="p"/>
                          </m:rPr>
                          <a:rPr lang="en-US" altLang="zh-CN" sz="2400" b="0" i="0" smtClean="0">
                            <a:solidFill>
                              <a:schemeClr val="accent5">
                                <a:lumMod val="75000"/>
                              </a:schemeClr>
                            </a:solidFill>
                            <a:latin typeface="Cambria Math" panose="02040503050406030204" pitchFamily="18" charset="0"/>
                          </a:rPr>
                          <m:t>B</m:t>
                        </m:r>
                      </m:e>
                    </m:bar>
                  </m:oMath>
                </a14:m>
                <a:endParaRPr lang="zh-CN" altLang="en-US" sz="2400" dirty="0">
                  <a:latin typeface="微软雅黑" panose="020B0503020204020204" pitchFamily="34" charset="-122"/>
                  <a:ea typeface="微软雅黑" panose="020B0503020204020204" pitchFamily="34" charset="-122"/>
                </a:endParaRPr>
              </a:p>
            </p:txBody>
          </p:sp>
        </mc:Choice>
        <mc:Fallback xmlns="">
          <p:sp>
            <p:nvSpPr>
              <p:cNvPr id="63" name="文本框 62">
                <a:extLst>
                  <a:ext uri="{FF2B5EF4-FFF2-40B4-BE49-F238E27FC236}">
                    <a16:creationId xmlns:a16="http://schemas.microsoft.com/office/drawing/2014/main" id="{8D5AAF56-499C-7F48-C6CD-32E860005D84}"/>
                  </a:ext>
                </a:extLst>
              </p:cNvPr>
              <p:cNvSpPr txBox="1">
                <a:spLocks noRot="1" noChangeAspect="1" noMove="1" noResize="1" noEditPoints="1" noAdjustHandles="1" noChangeArrowheads="1" noChangeShapeType="1" noTextEdit="1"/>
              </p:cNvSpPr>
              <p:nvPr/>
            </p:nvSpPr>
            <p:spPr>
              <a:xfrm>
                <a:off x="720000" y="4608000"/>
                <a:ext cx="2880000" cy="468000"/>
              </a:xfrm>
              <a:prstGeom prst="rect">
                <a:avLst/>
              </a:prstGeom>
              <a:blipFill>
                <a:blip r:embed="rId6"/>
                <a:stretch>
                  <a:fillRect l="-3171" t="-1299" b="-363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FCAA0D6B-4556-211E-D574-43BF210EE2A7}"/>
                  </a:ext>
                </a:extLst>
              </p:cNvPr>
              <p:cNvSpPr txBox="1"/>
              <p:nvPr/>
            </p:nvSpPr>
            <p:spPr>
              <a:xfrm>
                <a:off x="720000" y="6084000"/>
                <a:ext cx="2880000" cy="468000"/>
              </a:xfrm>
              <a:prstGeom prst="rect">
                <a:avLst/>
              </a:prstGeom>
              <a:noFill/>
            </p:spPr>
            <p:txBody>
              <a:bodyPr wrap="square">
                <a:spAutoFit/>
              </a:bodyPr>
              <a:lstStyle/>
              <a:p>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或非：</a:t>
                </a:r>
                <a14:m>
                  <m:oMath xmlns:m="http://schemas.openxmlformats.org/officeDocument/2006/math">
                    <m:r>
                      <m:rPr>
                        <m:sty m:val="p"/>
                      </m:rPr>
                      <a:rPr lang="en-US" altLang="zh-CN" sz="2400" smtClean="0">
                        <a:solidFill>
                          <a:schemeClr val="accent5">
                            <a:lumMod val="75000"/>
                          </a:schemeClr>
                        </a:solidFill>
                        <a:latin typeface="Cambria Math" panose="02040503050406030204" pitchFamily="18" charset="0"/>
                      </a:rPr>
                      <m:t>Y</m:t>
                    </m:r>
                    <m:r>
                      <a:rPr lang="en-US" altLang="zh-CN" sz="2400" i="1">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i="0">
                            <a:solidFill>
                              <a:schemeClr val="accent5">
                                <a:lumMod val="75000"/>
                              </a:schemeClr>
                            </a:solidFill>
                            <a:latin typeface="Cambria Math" panose="02040503050406030204" pitchFamily="18" charset="0"/>
                          </a:rPr>
                          <m:t>A</m:t>
                        </m:r>
                        <m:r>
                          <a:rPr lang="en-US" altLang="zh-CN" sz="2400" i="1">
                            <a:solidFill>
                              <a:schemeClr val="accent5">
                                <a:lumMod val="75000"/>
                              </a:schemeClr>
                            </a:solidFill>
                            <a:latin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B</m:t>
                        </m:r>
                      </m:e>
                    </m:bar>
                  </m:oMath>
                </a14:m>
                <a:endParaRPr lang="zh-CN" altLang="en-US" sz="2400" dirty="0">
                  <a:latin typeface="微软雅黑" panose="020B0503020204020204" pitchFamily="34" charset="-122"/>
                  <a:ea typeface="微软雅黑" panose="020B0503020204020204" pitchFamily="34" charset="-122"/>
                </a:endParaRPr>
              </a:p>
            </p:txBody>
          </p:sp>
        </mc:Choice>
        <mc:Fallback xmlns="">
          <p:sp>
            <p:nvSpPr>
              <p:cNvPr id="64" name="文本框 63">
                <a:extLst>
                  <a:ext uri="{FF2B5EF4-FFF2-40B4-BE49-F238E27FC236}">
                    <a16:creationId xmlns:a16="http://schemas.microsoft.com/office/drawing/2014/main" id="{FCAA0D6B-4556-211E-D574-43BF210EE2A7}"/>
                  </a:ext>
                </a:extLst>
              </p:cNvPr>
              <p:cNvSpPr txBox="1">
                <a:spLocks noRot="1" noChangeAspect="1" noMove="1" noResize="1" noEditPoints="1" noAdjustHandles="1" noChangeArrowheads="1" noChangeShapeType="1" noTextEdit="1"/>
              </p:cNvSpPr>
              <p:nvPr/>
            </p:nvSpPr>
            <p:spPr>
              <a:xfrm>
                <a:off x="720000" y="6084000"/>
                <a:ext cx="2880000" cy="468000"/>
              </a:xfrm>
              <a:prstGeom prst="rect">
                <a:avLst/>
              </a:prstGeom>
              <a:blipFill>
                <a:blip r:embed="rId7"/>
                <a:stretch>
                  <a:fillRect l="-3171" t="-1299" b="-36364"/>
                </a:stretch>
              </a:blipFill>
            </p:spPr>
            <p:txBody>
              <a:bodyPr/>
              <a:lstStyle/>
              <a:p>
                <a:r>
                  <a:rPr lang="zh-CN" altLang="en-US">
                    <a:noFill/>
                  </a:rPr>
                  <a:t> </a:t>
                </a:r>
              </a:p>
            </p:txBody>
          </p:sp>
        </mc:Fallback>
      </mc:AlternateContent>
      <p:grpSp>
        <p:nvGrpSpPr>
          <p:cNvPr id="65" name="组合 64">
            <a:extLst>
              <a:ext uri="{FF2B5EF4-FFF2-40B4-BE49-F238E27FC236}">
                <a16:creationId xmlns:a16="http://schemas.microsoft.com/office/drawing/2014/main" id="{1AE72277-51A6-7786-D9BA-D0E7C3E76822}"/>
              </a:ext>
            </a:extLst>
          </p:cNvPr>
          <p:cNvGrpSpPr/>
          <p:nvPr/>
        </p:nvGrpSpPr>
        <p:grpSpPr>
          <a:xfrm>
            <a:off x="4842000" y="3780000"/>
            <a:ext cx="2358000" cy="756000"/>
            <a:chOff x="882000" y="2016000"/>
            <a:chExt cx="2358000" cy="756000"/>
          </a:xfrm>
        </p:grpSpPr>
        <p:sp>
          <p:nvSpPr>
            <p:cNvPr id="66" name="Arc 158">
              <a:extLst>
                <a:ext uri="{FF2B5EF4-FFF2-40B4-BE49-F238E27FC236}">
                  <a16:creationId xmlns:a16="http://schemas.microsoft.com/office/drawing/2014/main" id="{464405B6-17F8-4023-76F3-DD41C64323B1}"/>
                </a:ext>
              </a:extLst>
            </p:cNvPr>
            <p:cNvSpPr>
              <a:spLocks/>
            </p:cNvSpPr>
            <p:nvPr/>
          </p:nvSpPr>
          <p:spPr bwMode="auto">
            <a:xfrm rot="5400000">
              <a:off x="1188000" y="1944000"/>
              <a:ext cx="612000" cy="90000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67" name="Line 9">
              <a:extLst>
                <a:ext uri="{FF2B5EF4-FFF2-40B4-BE49-F238E27FC236}">
                  <a16:creationId xmlns:a16="http://schemas.microsoft.com/office/drawing/2014/main" id="{4938C012-C527-FAE6-A8E6-E38F41D488E5}"/>
                </a:ext>
              </a:extLst>
            </p:cNvPr>
            <p:cNvSpPr>
              <a:spLocks noChangeShapeType="1"/>
            </p:cNvSpPr>
            <p:nvPr/>
          </p:nvSpPr>
          <p:spPr bwMode="auto">
            <a:xfrm>
              <a:off x="2520000" y="2394000"/>
              <a:ext cx="36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8" name="Line 7">
              <a:extLst>
                <a:ext uri="{FF2B5EF4-FFF2-40B4-BE49-F238E27FC236}">
                  <a16:creationId xmlns:a16="http://schemas.microsoft.com/office/drawing/2014/main" id="{DD5A06CA-AAE1-6BE4-5F2D-251BCC2E152B}"/>
                </a:ext>
              </a:extLst>
            </p:cNvPr>
            <p:cNvSpPr>
              <a:spLocks noChangeShapeType="1"/>
            </p:cNvSpPr>
            <p:nvPr/>
          </p:nvSpPr>
          <p:spPr bwMode="auto">
            <a:xfrm>
              <a:off x="1476000" y="2232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69" name="Line 8">
              <a:extLst>
                <a:ext uri="{FF2B5EF4-FFF2-40B4-BE49-F238E27FC236}">
                  <a16:creationId xmlns:a16="http://schemas.microsoft.com/office/drawing/2014/main" id="{B350F553-EB71-A503-3126-DE228955E158}"/>
                </a:ext>
              </a:extLst>
            </p:cNvPr>
            <p:cNvSpPr>
              <a:spLocks noChangeShapeType="1"/>
            </p:cNvSpPr>
            <p:nvPr/>
          </p:nvSpPr>
          <p:spPr bwMode="auto">
            <a:xfrm>
              <a:off x="1476000" y="2556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0" name="Text Box 5">
              <a:extLst>
                <a:ext uri="{FF2B5EF4-FFF2-40B4-BE49-F238E27FC236}">
                  <a16:creationId xmlns:a16="http://schemas.microsoft.com/office/drawing/2014/main" id="{B96D969C-9974-BE62-5641-EE4EFD47FEA4}"/>
                </a:ext>
              </a:extLst>
            </p:cNvPr>
            <p:cNvSpPr txBox="1">
              <a:spLocks noChangeArrowheads="1"/>
            </p:cNvSpPr>
            <p:nvPr/>
          </p:nvSpPr>
          <p:spPr bwMode="auto">
            <a:xfrm>
              <a:off x="1080000" y="2016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A</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71" name="Text Box 5">
              <a:extLst>
                <a:ext uri="{FF2B5EF4-FFF2-40B4-BE49-F238E27FC236}">
                  <a16:creationId xmlns:a16="http://schemas.microsoft.com/office/drawing/2014/main" id="{96F30591-8321-3F99-A63D-0C3862B71F63}"/>
                </a:ext>
              </a:extLst>
            </p:cNvPr>
            <p:cNvSpPr txBox="1">
              <a:spLocks noChangeArrowheads="1"/>
            </p:cNvSpPr>
            <p:nvPr/>
          </p:nvSpPr>
          <p:spPr bwMode="auto">
            <a:xfrm>
              <a:off x="1080000" y="2412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B</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72" name="Text Box 5">
              <a:extLst>
                <a:ext uri="{FF2B5EF4-FFF2-40B4-BE49-F238E27FC236}">
                  <a16:creationId xmlns:a16="http://schemas.microsoft.com/office/drawing/2014/main" id="{E194A438-624C-7E65-626B-1345B4358DF0}"/>
                </a:ext>
              </a:extLst>
            </p:cNvPr>
            <p:cNvSpPr txBox="1">
              <a:spLocks noChangeArrowheads="1"/>
            </p:cNvSpPr>
            <p:nvPr/>
          </p:nvSpPr>
          <p:spPr bwMode="auto">
            <a:xfrm>
              <a:off x="2880000" y="2214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Y</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73" name="Line 9">
              <a:extLst>
                <a:ext uri="{FF2B5EF4-FFF2-40B4-BE49-F238E27FC236}">
                  <a16:creationId xmlns:a16="http://schemas.microsoft.com/office/drawing/2014/main" id="{69074402-9817-52FB-0E25-B17FCA0D2B06}"/>
                </a:ext>
              </a:extLst>
            </p:cNvPr>
            <p:cNvSpPr>
              <a:spLocks noChangeShapeType="1"/>
            </p:cNvSpPr>
            <p:nvPr/>
          </p:nvSpPr>
          <p:spPr bwMode="auto">
            <a:xfrm>
              <a:off x="1836000" y="2088000"/>
              <a:ext cx="288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4" name="Line 9">
              <a:extLst>
                <a:ext uri="{FF2B5EF4-FFF2-40B4-BE49-F238E27FC236}">
                  <a16:creationId xmlns:a16="http://schemas.microsoft.com/office/drawing/2014/main" id="{36DCB9EE-4FE3-B71C-4BD0-958BDEB57AFD}"/>
                </a:ext>
              </a:extLst>
            </p:cNvPr>
            <p:cNvSpPr>
              <a:spLocks noChangeShapeType="1"/>
            </p:cNvSpPr>
            <p:nvPr/>
          </p:nvSpPr>
          <p:spPr bwMode="auto">
            <a:xfrm>
              <a:off x="1836000" y="2700000"/>
              <a:ext cx="288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5" name="Arc 156">
              <a:extLst>
                <a:ext uri="{FF2B5EF4-FFF2-40B4-BE49-F238E27FC236}">
                  <a16:creationId xmlns:a16="http://schemas.microsoft.com/office/drawing/2014/main" id="{C78330BC-9A4C-3DA4-B2D0-5D64C89E7AC6}"/>
                </a:ext>
              </a:extLst>
            </p:cNvPr>
            <p:cNvSpPr>
              <a:spLocks/>
            </p:cNvSpPr>
            <p:nvPr/>
          </p:nvSpPr>
          <p:spPr bwMode="auto">
            <a:xfrm>
              <a:off x="2124000" y="2088000"/>
              <a:ext cx="396000" cy="612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76" name="Arc 156">
              <a:extLst>
                <a:ext uri="{FF2B5EF4-FFF2-40B4-BE49-F238E27FC236}">
                  <a16:creationId xmlns:a16="http://schemas.microsoft.com/office/drawing/2014/main" id="{38A1E2EE-DA0C-1C9A-D2F6-1562D0C54E24}"/>
                </a:ext>
              </a:extLst>
            </p:cNvPr>
            <p:cNvSpPr>
              <a:spLocks/>
            </p:cNvSpPr>
            <p:nvPr/>
          </p:nvSpPr>
          <p:spPr bwMode="auto">
            <a:xfrm flipV="1">
              <a:off x="2124000" y="2088000"/>
              <a:ext cx="396000" cy="612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77" name="Arc 158">
              <a:extLst>
                <a:ext uri="{FF2B5EF4-FFF2-40B4-BE49-F238E27FC236}">
                  <a16:creationId xmlns:a16="http://schemas.microsoft.com/office/drawing/2014/main" id="{ADC4C55F-B83A-5A06-C690-CC4ADB35E4BA}"/>
                </a:ext>
              </a:extLst>
            </p:cNvPr>
            <p:cNvSpPr>
              <a:spLocks/>
            </p:cNvSpPr>
            <p:nvPr/>
          </p:nvSpPr>
          <p:spPr bwMode="auto">
            <a:xfrm rot="5400000">
              <a:off x="1080000" y="1908000"/>
              <a:ext cx="576000" cy="97200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78AC9F6C-5A75-DA6C-4601-25E2DB6874AC}"/>
                  </a:ext>
                </a:extLst>
              </p:cNvPr>
              <p:cNvSpPr txBox="1"/>
              <p:nvPr/>
            </p:nvSpPr>
            <p:spPr>
              <a:xfrm>
                <a:off x="5039999" y="4608001"/>
                <a:ext cx="5430995" cy="468000"/>
              </a:xfrm>
              <a:prstGeom prst="rect">
                <a:avLst/>
              </a:prstGeom>
              <a:noFill/>
            </p:spPr>
            <p:txBody>
              <a:bodyPr wrap="square">
                <a:spAutoFit/>
              </a:bodyPr>
              <a:lstStyle/>
              <a:p>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异或：</a:t>
                </a:r>
                <a14:m>
                  <m:oMath xmlns:m="http://schemas.openxmlformats.org/officeDocument/2006/math">
                    <m:r>
                      <m:rPr>
                        <m:sty m:val="p"/>
                      </m:rPr>
                      <a:rPr lang="en-US" altLang="zh-CN" sz="2400" smtClean="0">
                        <a:solidFill>
                          <a:schemeClr val="accent5">
                            <a:lumMod val="75000"/>
                          </a:schemeClr>
                        </a:solidFill>
                        <a:latin typeface="Cambria Math" panose="02040503050406030204" pitchFamily="18" charset="0"/>
                      </a:rPr>
                      <m:t>Y</m:t>
                    </m:r>
                    <m:r>
                      <a:rPr lang="en-US" altLang="zh-CN" sz="2400" i="1">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m:t>
                    </m:r>
                    <m:r>
                      <a:rPr lang="en-US" altLang="zh-CN" sz="2400" i="1">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ea typeface="Cambria Math" panose="02040503050406030204" pitchFamily="18" charset="0"/>
                      </a:rPr>
                      <m:t>B</m:t>
                    </m:r>
                    <m:r>
                      <a:rPr lang="en-US" altLang="zh-CN" sz="2400" i="1">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i="0">
                            <a:solidFill>
                              <a:schemeClr val="accent5">
                                <a:lumMod val="75000"/>
                              </a:schemeClr>
                            </a:solidFill>
                            <a:latin typeface="Cambria Math" panose="02040503050406030204" pitchFamily="18" charset="0"/>
                          </a:rPr>
                          <m:t>A</m:t>
                        </m:r>
                      </m:e>
                    </m:bar>
                    <m:r>
                      <m:rPr>
                        <m:sty m:val="p"/>
                      </m:rPr>
                      <a:rPr lang="en-US" altLang="zh-CN" sz="2400" b="0" i="0" smtClean="0">
                        <a:solidFill>
                          <a:schemeClr val="accent5">
                            <a:lumMod val="75000"/>
                          </a:schemeClr>
                        </a:solidFill>
                        <a:latin typeface="Cambria Math" panose="02040503050406030204" pitchFamily="18" charset="0"/>
                      </a:rPr>
                      <m:t>B</m:t>
                    </m:r>
                    <m:r>
                      <a:rPr lang="en-US" altLang="zh-CN" sz="2400" b="0" i="0" smtClean="0">
                        <a:solidFill>
                          <a:schemeClr val="accent5">
                            <a:lumMod val="75000"/>
                          </a:schemeClr>
                        </a:solidFill>
                        <a:latin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A</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B</m:t>
                        </m:r>
                      </m:e>
                    </m:bar>
                  </m:oMath>
                </a14:m>
                <a:endParaRPr lang="zh-CN" altLang="en-US" sz="2400" dirty="0">
                  <a:latin typeface="微软雅黑" panose="020B0503020204020204" pitchFamily="34" charset="-122"/>
                  <a:ea typeface="微软雅黑" panose="020B0503020204020204" pitchFamily="34" charset="-122"/>
                </a:endParaRPr>
              </a:p>
            </p:txBody>
          </p:sp>
        </mc:Choice>
        <mc:Fallback xmlns="">
          <p:sp>
            <p:nvSpPr>
              <p:cNvPr id="78" name="文本框 77">
                <a:extLst>
                  <a:ext uri="{FF2B5EF4-FFF2-40B4-BE49-F238E27FC236}">
                    <a16:creationId xmlns:a16="http://schemas.microsoft.com/office/drawing/2014/main" id="{78AC9F6C-5A75-DA6C-4601-25E2DB6874AC}"/>
                  </a:ext>
                </a:extLst>
              </p:cNvPr>
              <p:cNvSpPr txBox="1">
                <a:spLocks noRot="1" noChangeAspect="1" noMove="1" noResize="1" noEditPoints="1" noAdjustHandles="1" noChangeArrowheads="1" noChangeShapeType="1" noTextEdit="1"/>
              </p:cNvSpPr>
              <p:nvPr/>
            </p:nvSpPr>
            <p:spPr>
              <a:xfrm>
                <a:off x="5039999" y="4608001"/>
                <a:ext cx="5430995" cy="468000"/>
              </a:xfrm>
              <a:prstGeom prst="rect">
                <a:avLst/>
              </a:prstGeom>
              <a:blipFill>
                <a:blip r:embed="rId8"/>
                <a:stretch>
                  <a:fillRect l="-1796" t="-1299" b="-36364"/>
                </a:stretch>
              </a:blipFill>
            </p:spPr>
            <p:txBody>
              <a:bodyPr/>
              <a:lstStyle/>
              <a:p>
                <a:r>
                  <a:rPr lang="zh-CN" altLang="en-US">
                    <a:noFill/>
                  </a:rPr>
                  <a:t> </a:t>
                </a:r>
              </a:p>
            </p:txBody>
          </p:sp>
        </mc:Fallback>
      </mc:AlternateContent>
      <p:grpSp>
        <p:nvGrpSpPr>
          <p:cNvPr id="79" name="组合 78">
            <a:extLst>
              <a:ext uri="{FF2B5EF4-FFF2-40B4-BE49-F238E27FC236}">
                <a16:creationId xmlns:a16="http://schemas.microsoft.com/office/drawing/2014/main" id="{1F223F31-B8E4-478F-1B73-1DAA5927676B}"/>
              </a:ext>
            </a:extLst>
          </p:cNvPr>
          <p:cNvGrpSpPr/>
          <p:nvPr/>
        </p:nvGrpSpPr>
        <p:grpSpPr>
          <a:xfrm>
            <a:off x="4842000" y="5256000"/>
            <a:ext cx="2358000" cy="756000"/>
            <a:chOff x="846000" y="2916000"/>
            <a:chExt cx="2358000" cy="756000"/>
          </a:xfrm>
        </p:grpSpPr>
        <p:sp>
          <p:nvSpPr>
            <p:cNvPr id="80" name="Arc 158">
              <a:extLst>
                <a:ext uri="{FF2B5EF4-FFF2-40B4-BE49-F238E27FC236}">
                  <a16:creationId xmlns:a16="http://schemas.microsoft.com/office/drawing/2014/main" id="{698BE0E3-56BA-FC6D-267E-FD11995A1680}"/>
                </a:ext>
              </a:extLst>
            </p:cNvPr>
            <p:cNvSpPr>
              <a:spLocks/>
            </p:cNvSpPr>
            <p:nvPr/>
          </p:nvSpPr>
          <p:spPr bwMode="auto">
            <a:xfrm rot="5400000">
              <a:off x="1152000" y="2844000"/>
              <a:ext cx="612000" cy="90000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81" name="Line 9">
              <a:extLst>
                <a:ext uri="{FF2B5EF4-FFF2-40B4-BE49-F238E27FC236}">
                  <a16:creationId xmlns:a16="http://schemas.microsoft.com/office/drawing/2014/main" id="{96C2B38A-D1D5-5C76-D180-8361D2195AA4}"/>
                </a:ext>
              </a:extLst>
            </p:cNvPr>
            <p:cNvSpPr>
              <a:spLocks noChangeShapeType="1"/>
            </p:cNvSpPr>
            <p:nvPr/>
          </p:nvSpPr>
          <p:spPr bwMode="auto">
            <a:xfrm>
              <a:off x="2484000" y="3294000"/>
              <a:ext cx="36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2" name="Line 7">
              <a:extLst>
                <a:ext uri="{FF2B5EF4-FFF2-40B4-BE49-F238E27FC236}">
                  <a16:creationId xmlns:a16="http://schemas.microsoft.com/office/drawing/2014/main" id="{9C1796C9-C62E-6BBA-DFBE-319C5824BD11}"/>
                </a:ext>
              </a:extLst>
            </p:cNvPr>
            <p:cNvSpPr>
              <a:spLocks noChangeShapeType="1"/>
            </p:cNvSpPr>
            <p:nvPr/>
          </p:nvSpPr>
          <p:spPr bwMode="auto">
            <a:xfrm>
              <a:off x="1440000" y="3132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83" name="Line 8">
              <a:extLst>
                <a:ext uri="{FF2B5EF4-FFF2-40B4-BE49-F238E27FC236}">
                  <a16:creationId xmlns:a16="http://schemas.microsoft.com/office/drawing/2014/main" id="{3A26B6A2-C3C7-21AE-A0ED-2689E2182028}"/>
                </a:ext>
              </a:extLst>
            </p:cNvPr>
            <p:cNvSpPr>
              <a:spLocks noChangeShapeType="1"/>
            </p:cNvSpPr>
            <p:nvPr/>
          </p:nvSpPr>
          <p:spPr bwMode="auto">
            <a:xfrm>
              <a:off x="1440000" y="3456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4" name="Text Box 5">
              <a:extLst>
                <a:ext uri="{FF2B5EF4-FFF2-40B4-BE49-F238E27FC236}">
                  <a16:creationId xmlns:a16="http://schemas.microsoft.com/office/drawing/2014/main" id="{D325558C-9084-8984-B160-A0280149EA83}"/>
                </a:ext>
              </a:extLst>
            </p:cNvPr>
            <p:cNvSpPr txBox="1">
              <a:spLocks noChangeArrowheads="1"/>
            </p:cNvSpPr>
            <p:nvPr/>
          </p:nvSpPr>
          <p:spPr bwMode="auto">
            <a:xfrm>
              <a:off x="1044000" y="2916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A</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85" name="Text Box 5">
              <a:extLst>
                <a:ext uri="{FF2B5EF4-FFF2-40B4-BE49-F238E27FC236}">
                  <a16:creationId xmlns:a16="http://schemas.microsoft.com/office/drawing/2014/main" id="{E20D7F1A-1FB4-7044-6170-64E60E4B057F}"/>
                </a:ext>
              </a:extLst>
            </p:cNvPr>
            <p:cNvSpPr txBox="1">
              <a:spLocks noChangeArrowheads="1"/>
            </p:cNvSpPr>
            <p:nvPr/>
          </p:nvSpPr>
          <p:spPr bwMode="auto">
            <a:xfrm>
              <a:off x="1044000" y="3312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B</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86" name="Text Box 5">
              <a:extLst>
                <a:ext uri="{FF2B5EF4-FFF2-40B4-BE49-F238E27FC236}">
                  <a16:creationId xmlns:a16="http://schemas.microsoft.com/office/drawing/2014/main" id="{DFFD50AA-D8EB-2996-4D82-9E7498F3A7DE}"/>
                </a:ext>
              </a:extLst>
            </p:cNvPr>
            <p:cNvSpPr txBox="1">
              <a:spLocks noChangeArrowheads="1"/>
            </p:cNvSpPr>
            <p:nvPr/>
          </p:nvSpPr>
          <p:spPr bwMode="auto">
            <a:xfrm>
              <a:off x="2844000" y="3114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Y</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87" name="Line 9">
              <a:extLst>
                <a:ext uri="{FF2B5EF4-FFF2-40B4-BE49-F238E27FC236}">
                  <a16:creationId xmlns:a16="http://schemas.microsoft.com/office/drawing/2014/main" id="{5B9B2D93-9B7A-4B57-DC31-64A3DD6697F2}"/>
                </a:ext>
              </a:extLst>
            </p:cNvPr>
            <p:cNvSpPr>
              <a:spLocks noChangeShapeType="1"/>
            </p:cNvSpPr>
            <p:nvPr/>
          </p:nvSpPr>
          <p:spPr bwMode="auto">
            <a:xfrm>
              <a:off x="1800000" y="2988000"/>
              <a:ext cx="288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8" name="Line 9">
              <a:extLst>
                <a:ext uri="{FF2B5EF4-FFF2-40B4-BE49-F238E27FC236}">
                  <a16:creationId xmlns:a16="http://schemas.microsoft.com/office/drawing/2014/main" id="{6DEE3C07-8194-08A7-4492-971311A205FF}"/>
                </a:ext>
              </a:extLst>
            </p:cNvPr>
            <p:cNvSpPr>
              <a:spLocks noChangeShapeType="1"/>
            </p:cNvSpPr>
            <p:nvPr/>
          </p:nvSpPr>
          <p:spPr bwMode="auto">
            <a:xfrm>
              <a:off x="1800000" y="3600000"/>
              <a:ext cx="288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9" name="Arc 156">
              <a:extLst>
                <a:ext uri="{FF2B5EF4-FFF2-40B4-BE49-F238E27FC236}">
                  <a16:creationId xmlns:a16="http://schemas.microsoft.com/office/drawing/2014/main" id="{D410D7AB-5B49-0369-53FC-E7D8E4D9C72C}"/>
                </a:ext>
              </a:extLst>
            </p:cNvPr>
            <p:cNvSpPr>
              <a:spLocks/>
            </p:cNvSpPr>
            <p:nvPr/>
          </p:nvSpPr>
          <p:spPr bwMode="auto">
            <a:xfrm>
              <a:off x="2088000" y="2988000"/>
              <a:ext cx="396000" cy="612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90" name="Arc 156">
              <a:extLst>
                <a:ext uri="{FF2B5EF4-FFF2-40B4-BE49-F238E27FC236}">
                  <a16:creationId xmlns:a16="http://schemas.microsoft.com/office/drawing/2014/main" id="{79CE5B26-6436-BCD0-A21C-AAA05DE42226}"/>
                </a:ext>
              </a:extLst>
            </p:cNvPr>
            <p:cNvSpPr>
              <a:spLocks/>
            </p:cNvSpPr>
            <p:nvPr/>
          </p:nvSpPr>
          <p:spPr bwMode="auto">
            <a:xfrm flipV="1">
              <a:off x="2088000" y="2988000"/>
              <a:ext cx="396000" cy="612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91" name="Arc 158">
              <a:extLst>
                <a:ext uri="{FF2B5EF4-FFF2-40B4-BE49-F238E27FC236}">
                  <a16:creationId xmlns:a16="http://schemas.microsoft.com/office/drawing/2014/main" id="{A01C0929-E397-7710-2676-A252DEF8811F}"/>
                </a:ext>
              </a:extLst>
            </p:cNvPr>
            <p:cNvSpPr>
              <a:spLocks/>
            </p:cNvSpPr>
            <p:nvPr/>
          </p:nvSpPr>
          <p:spPr bwMode="auto">
            <a:xfrm rot="5400000">
              <a:off x="1044000" y="2808000"/>
              <a:ext cx="576000" cy="97200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92" name="Oval 163">
              <a:extLst>
                <a:ext uri="{FF2B5EF4-FFF2-40B4-BE49-F238E27FC236}">
                  <a16:creationId xmlns:a16="http://schemas.microsoft.com/office/drawing/2014/main" id="{427484AB-0EC7-F036-D680-659A31B344E5}"/>
                </a:ext>
              </a:extLst>
            </p:cNvPr>
            <p:cNvSpPr>
              <a:spLocks noChangeArrowheads="1"/>
            </p:cNvSpPr>
            <p:nvPr/>
          </p:nvSpPr>
          <p:spPr bwMode="auto">
            <a:xfrm>
              <a:off x="2484000" y="3222000"/>
              <a:ext cx="144000" cy="144000"/>
            </a:xfrm>
            <a:prstGeom prst="ellipse">
              <a:avLst/>
            </a:prstGeom>
            <a:solidFill>
              <a:srgbClr val="FFFFFF"/>
            </a:solidFill>
            <a:ln w="31750">
              <a:solidFill>
                <a:schemeClr val="tx1"/>
              </a:solidFill>
              <a:round/>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dirty="0">
                <a:latin typeface="Microsoft YaHei" panose="020B0503020204020204" pitchFamily="34" charset="-122"/>
                <a:ea typeface="Microsoft YaHei" panose="020B0503020204020204" pitchFamily="34" charset="-122"/>
              </a:endParaRPr>
            </a:p>
          </p:txBody>
        </p:sp>
      </p:grpSp>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E1443DD6-400E-D67F-BF43-CF83930CB066}"/>
                  </a:ext>
                </a:extLst>
              </p:cNvPr>
              <p:cNvSpPr txBox="1"/>
              <p:nvPr/>
            </p:nvSpPr>
            <p:spPr>
              <a:xfrm>
                <a:off x="5040000" y="6084000"/>
                <a:ext cx="5430995" cy="468000"/>
              </a:xfrm>
              <a:prstGeom prst="rect">
                <a:avLst/>
              </a:prstGeom>
              <a:noFill/>
            </p:spPr>
            <p:txBody>
              <a:bodyPr wrap="square">
                <a:spAutoFit/>
              </a:bodyPr>
              <a:lstStyle/>
              <a:p>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同或：</a:t>
                </a:r>
                <a14:m>
                  <m:oMath xmlns:m="http://schemas.openxmlformats.org/officeDocument/2006/math">
                    <m:r>
                      <m:rPr>
                        <m:sty m:val="p"/>
                      </m:rPr>
                      <a:rPr lang="en-US" altLang="zh-CN" sz="2400" smtClean="0">
                        <a:solidFill>
                          <a:schemeClr val="accent5">
                            <a:lumMod val="75000"/>
                          </a:schemeClr>
                        </a:solidFill>
                        <a:latin typeface="Cambria Math" panose="02040503050406030204" pitchFamily="18" charset="0"/>
                      </a:rPr>
                      <m:t>Y</m:t>
                    </m:r>
                    <m:r>
                      <a:rPr lang="en-US" altLang="zh-CN" sz="2400" i="1">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m:t>
                    </m:r>
                    <m:r>
                      <a:rPr lang="en-US" altLang="zh-CN" sz="2400" i="1">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ea typeface="Cambria Math" panose="02040503050406030204" pitchFamily="18" charset="0"/>
                      </a:rPr>
                      <m:t>B</m:t>
                    </m:r>
                    <m:r>
                      <a:rPr lang="en-US" altLang="zh-CN" sz="2400" i="1">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i="0">
                            <a:solidFill>
                              <a:schemeClr val="accent5">
                                <a:lumMod val="75000"/>
                              </a:schemeClr>
                            </a:solidFill>
                            <a:latin typeface="Cambria Math" panose="02040503050406030204" pitchFamily="18" charset="0"/>
                          </a:rPr>
                          <m:t>A</m:t>
                        </m:r>
                      </m:e>
                    </m:bar>
                    <m:r>
                      <a:rPr lang="en-US" altLang="zh-CN" sz="2400" b="0" i="0" smtClean="0">
                        <a:solidFill>
                          <a:schemeClr val="accent5">
                            <a:lumMod val="75000"/>
                          </a:schemeClr>
                        </a:solidFill>
                        <a:latin typeface="Cambria Math" panose="02040503050406030204" pitchFamily="18" charset="0"/>
                      </a:rPr>
                      <m:t> </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B</m:t>
                        </m:r>
                      </m:e>
                    </m:bar>
                    <m:r>
                      <a:rPr lang="en-US" altLang="zh-CN" sz="2400" b="0" i="0" smtClean="0">
                        <a:solidFill>
                          <a:schemeClr val="accent5">
                            <a:lumMod val="75000"/>
                          </a:schemeClr>
                        </a:solidFill>
                        <a:latin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AB</m:t>
                    </m:r>
                    <m:r>
                      <a:rPr lang="en-US" altLang="zh-CN" sz="2400" i="1">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r>
                          <a:rPr lang="en-US" altLang="zh-CN" sz="2400" i="1">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ea typeface="Cambria Math" panose="02040503050406030204" pitchFamily="18" charset="0"/>
                          </a:rPr>
                          <m:t>B</m:t>
                        </m:r>
                      </m:e>
                    </m:bar>
                  </m:oMath>
                </a14:m>
                <a:endParaRPr lang="zh-CN" altLang="en-US" sz="2400" dirty="0">
                  <a:latin typeface="微软雅黑" panose="020B0503020204020204" pitchFamily="34" charset="-122"/>
                  <a:ea typeface="微软雅黑" panose="020B0503020204020204" pitchFamily="34" charset="-122"/>
                </a:endParaRPr>
              </a:p>
            </p:txBody>
          </p:sp>
        </mc:Choice>
        <mc:Fallback xmlns="">
          <p:sp>
            <p:nvSpPr>
              <p:cNvPr id="93" name="文本框 92">
                <a:extLst>
                  <a:ext uri="{FF2B5EF4-FFF2-40B4-BE49-F238E27FC236}">
                    <a16:creationId xmlns:a16="http://schemas.microsoft.com/office/drawing/2014/main" id="{E1443DD6-400E-D67F-BF43-CF83930CB066}"/>
                  </a:ext>
                </a:extLst>
              </p:cNvPr>
              <p:cNvSpPr txBox="1">
                <a:spLocks noRot="1" noChangeAspect="1" noMove="1" noResize="1" noEditPoints="1" noAdjustHandles="1" noChangeArrowheads="1" noChangeShapeType="1" noTextEdit="1"/>
              </p:cNvSpPr>
              <p:nvPr/>
            </p:nvSpPr>
            <p:spPr>
              <a:xfrm>
                <a:off x="5040000" y="6084000"/>
                <a:ext cx="5430995" cy="468000"/>
              </a:xfrm>
              <a:prstGeom prst="rect">
                <a:avLst/>
              </a:prstGeom>
              <a:blipFill>
                <a:blip r:embed="rId9"/>
                <a:stretch>
                  <a:fillRect l="-1796" t="-1299" b="-363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56162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3417E-0951-D598-197F-D7063A5D5B5E}"/>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03E724E8-EBBB-7E30-D396-E9F90E9035D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数字部分（逻辑代数基础）</a:t>
            </a:r>
          </a:p>
        </p:txBody>
      </p:sp>
      <p:grpSp>
        <p:nvGrpSpPr>
          <p:cNvPr id="4" name="组合 3">
            <a:extLst>
              <a:ext uri="{FF2B5EF4-FFF2-40B4-BE49-F238E27FC236}">
                <a16:creationId xmlns:a16="http://schemas.microsoft.com/office/drawing/2014/main" id="{3AFDCA39-6AD8-9268-8760-B2DAFDE054F0}"/>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FAF5E0EC-CE35-602E-A0F9-0916A68958B9}"/>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943994C-E33B-D9D6-8313-67A725CEC06E}"/>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05658963-6698-99CD-2EA7-9C42437B0D6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AFC9F8A2-7CDA-2352-55F9-D7DC58BC7A82}"/>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9</a:t>
              </a:fld>
              <a:endParaRPr lang="zh-CN" altLang="en-US" sz="3200" dirty="0">
                <a:solidFill>
                  <a:schemeClr val="bg1"/>
                </a:solidFill>
                <a:latin typeface="Candara"/>
                <a:ea typeface="微软雅黑"/>
              </a:endParaRPr>
            </a:p>
          </p:txBody>
        </p:sp>
      </p:grpSp>
      <p:sp>
        <p:nvSpPr>
          <p:cNvPr id="2" name="文本框 1">
            <a:extLst>
              <a:ext uri="{FF2B5EF4-FFF2-40B4-BE49-F238E27FC236}">
                <a16:creationId xmlns:a16="http://schemas.microsoft.com/office/drawing/2014/main" id="{3931278A-76E9-A9B8-637B-EC9CDB7857BA}"/>
              </a:ext>
            </a:extLst>
          </p:cNvPr>
          <p:cNvSpPr txBox="1"/>
          <p:nvPr/>
        </p:nvSpPr>
        <p:spPr>
          <a:xfrm>
            <a:off x="360000" y="827999"/>
            <a:ext cx="5760000"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逻辑函数表达方式</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sp>
        <p:nvSpPr>
          <p:cNvPr id="94" name="文本框 93">
            <a:extLst>
              <a:ext uri="{FF2B5EF4-FFF2-40B4-BE49-F238E27FC236}">
                <a16:creationId xmlns:a16="http://schemas.microsoft.com/office/drawing/2014/main" id="{BF54E502-AD56-1207-5509-0ED317957C8A}"/>
              </a:ext>
            </a:extLst>
          </p:cNvPr>
          <p:cNvSpPr txBox="1"/>
          <p:nvPr/>
        </p:nvSpPr>
        <p:spPr>
          <a:xfrm>
            <a:off x="2520000" y="1548000"/>
            <a:ext cx="2160000" cy="576000"/>
          </a:xfrm>
          <a:prstGeom prst="rect">
            <a:avLst/>
          </a:prstGeom>
          <a:noFill/>
        </p:spPr>
        <p:txBody>
          <a:bodyPr wrap="square">
            <a:spAutoFit/>
          </a:bodyPr>
          <a:lstStyle/>
          <a:p>
            <a:pPr algn="ctr">
              <a:lnSpc>
                <a:spcPct val="120000"/>
              </a:lnSpc>
              <a:spcAft>
                <a:spcPts val="600"/>
              </a:spcAft>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逻辑式</a:t>
            </a:r>
            <a:endParaRPr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6" name="文本框 95">
                <a:extLst>
                  <a:ext uri="{FF2B5EF4-FFF2-40B4-BE49-F238E27FC236}">
                    <a16:creationId xmlns:a16="http://schemas.microsoft.com/office/drawing/2014/main" id="{0936F34B-D556-246A-1D21-17101D105233}"/>
                  </a:ext>
                </a:extLst>
              </p:cNvPr>
              <p:cNvSpPr txBox="1"/>
              <p:nvPr/>
            </p:nvSpPr>
            <p:spPr>
              <a:xfrm>
                <a:off x="2520000" y="2268000"/>
                <a:ext cx="2160000" cy="576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altLang="zh-CN" sz="3200" smtClean="0">
                          <a:solidFill>
                            <a:schemeClr val="accent5">
                              <a:lumMod val="75000"/>
                            </a:schemeClr>
                          </a:solidFill>
                          <a:latin typeface="Cambria Math" panose="02040503050406030204" pitchFamily="18" charset="0"/>
                        </a:rPr>
                        <m:t>Y</m:t>
                      </m:r>
                      <m:r>
                        <a:rPr lang="en-US" altLang="zh-CN" sz="3200" i="1">
                          <a:solidFill>
                            <a:schemeClr val="accent5">
                              <a:lumMod val="75000"/>
                            </a:schemeClr>
                          </a:solidFill>
                          <a:latin typeface="Cambria Math" panose="02040503050406030204" pitchFamily="18" charset="0"/>
                        </a:rPr>
                        <m:t>=</m:t>
                      </m:r>
                      <m:r>
                        <m:rPr>
                          <m:sty m:val="p"/>
                        </m:rPr>
                        <a:rPr lang="en-US" altLang="zh-CN" sz="3200">
                          <a:solidFill>
                            <a:schemeClr val="accent5">
                              <a:lumMod val="75000"/>
                            </a:schemeClr>
                          </a:solidFill>
                          <a:latin typeface="Cambria Math" panose="02040503050406030204" pitchFamily="18" charset="0"/>
                        </a:rPr>
                        <m:t>A</m:t>
                      </m:r>
                      <m:r>
                        <a:rPr lang="en-US" altLang="zh-CN" sz="3200" i="1">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3200">
                          <a:solidFill>
                            <a:schemeClr val="accent5">
                              <a:lumMod val="75000"/>
                            </a:schemeClr>
                          </a:solidFill>
                          <a:latin typeface="Cambria Math" panose="02040503050406030204" pitchFamily="18" charset="0"/>
                          <a:ea typeface="Cambria Math" panose="02040503050406030204" pitchFamily="18" charset="0"/>
                        </a:rPr>
                        <m:t>B</m:t>
                      </m:r>
                    </m:oMath>
                  </m:oMathPara>
                </a14:m>
                <a:endParaRPr lang="zh-CN" altLang="en-US" sz="3200" dirty="0"/>
              </a:p>
            </p:txBody>
          </p:sp>
        </mc:Choice>
        <mc:Fallback xmlns="">
          <p:sp>
            <p:nvSpPr>
              <p:cNvPr id="96" name="文本框 95">
                <a:extLst>
                  <a:ext uri="{FF2B5EF4-FFF2-40B4-BE49-F238E27FC236}">
                    <a16:creationId xmlns:a16="http://schemas.microsoft.com/office/drawing/2014/main" id="{0936F34B-D556-246A-1D21-17101D105233}"/>
                  </a:ext>
                </a:extLst>
              </p:cNvPr>
              <p:cNvSpPr txBox="1">
                <a:spLocks noRot="1" noChangeAspect="1" noMove="1" noResize="1" noEditPoints="1" noAdjustHandles="1" noChangeArrowheads="1" noChangeShapeType="1" noTextEdit="1"/>
              </p:cNvSpPr>
              <p:nvPr/>
            </p:nvSpPr>
            <p:spPr>
              <a:xfrm>
                <a:off x="2520000" y="2268000"/>
                <a:ext cx="2160000" cy="576000"/>
              </a:xfrm>
              <a:prstGeom prst="rect">
                <a:avLst/>
              </a:prstGeom>
              <a:blipFill>
                <a:blip r:embed="rId3"/>
                <a:stretch>
                  <a:fillRect/>
                </a:stretch>
              </a:blipFill>
            </p:spPr>
            <p:txBody>
              <a:bodyPr/>
              <a:lstStyle/>
              <a:p>
                <a:r>
                  <a:rPr lang="zh-CN" altLang="en-US">
                    <a:noFill/>
                  </a:rPr>
                  <a:t> </a:t>
                </a:r>
              </a:p>
            </p:txBody>
          </p:sp>
        </mc:Fallback>
      </mc:AlternateContent>
      <p:sp>
        <p:nvSpPr>
          <p:cNvPr id="97" name="文本框 96">
            <a:extLst>
              <a:ext uri="{FF2B5EF4-FFF2-40B4-BE49-F238E27FC236}">
                <a16:creationId xmlns:a16="http://schemas.microsoft.com/office/drawing/2014/main" id="{7B0CDC5B-1370-B856-9599-E00F50BE0DB9}"/>
              </a:ext>
            </a:extLst>
          </p:cNvPr>
          <p:cNvSpPr txBox="1"/>
          <p:nvPr/>
        </p:nvSpPr>
        <p:spPr>
          <a:xfrm>
            <a:off x="7416000" y="1548000"/>
            <a:ext cx="2160000" cy="576000"/>
          </a:xfrm>
          <a:prstGeom prst="rect">
            <a:avLst/>
          </a:prstGeom>
          <a:noFill/>
        </p:spPr>
        <p:txBody>
          <a:bodyPr wrap="square">
            <a:spAutoFit/>
          </a:bodyPr>
          <a:lstStyle/>
          <a:p>
            <a:pPr algn="ctr">
              <a:lnSpc>
                <a:spcPct val="120000"/>
              </a:lnSpc>
              <a:spcAft>
                <a:spcPts val="600"/>
              </a:spcAft>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逻辑图</a:t>
            </a:r>
            <a:endParaRPr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98" name="组合 97">
            <a:extLst>
              <a:ext uri="{FF2B5EF4-FFF2-40B4-BE49-F238E27FC236}">
                <a16:creationId xmlns:a16="http://schemas.microsoft.com/office/drawing/2014/main" id="{3F7750C3-9538-2B8F-2A21-6353AEDA0179}"/>
              </a:ext>
            </a:extLst>
          </p:cNvPr>
          <p:cNvGrpSpPr/>
          <p:nvPr/>
        </p:nvGrpSpPr>
        <p:grpSpPr>
          <a:xfrm>
            <a:off x="7326000" y="2160000"/>
            <a:ext cx="2358000" cy="756000"/>
            <a:chOff x="846000" y="2916000"/>
            <a:chExt cx="2358000" cy="756000"/>
          </a:xfrm>
        </p:grpSpPr>
        <p:sp>
          <p:nvSpPr>
            <p:cNvPr id="99" name="Arc 158">
              <a:extLst>
                <a:ext uri="{FF2B5EF4-FFF2-40B4-BE49-F238E27FC236}">
                  <a16:creationId xmlns:a16="http://schemas.microsoft.com/office/drawing/2014/main" id="{D77AEF5E-43BF-3639-5903-384EDF739808}"/>
                </a:ext>
              </a:extLst>
            </p:cNvPr>
            <p:cNvSpPr>
              <a:spLocks/>
            </p:cNvSpPr>
            <p:nvPr/>
          </p:nvSpPr>
          <p:spPr bwMode="auto">
            <a:xfrm rot="5400000">
              <a:off x="1152000" y="2844000"/>
              <a:ext cx="612000" cy="90000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00" name="Line 9">
              <a:extLst>
                <a:ext uri="{FF2B5EF4-FFF2-40B4-BE49-F238E27FC236}">
                  <a16:creationId xmlns:a16="http://schemas.microsoft.com/office/drawing/2014/main" id="{3291FFEC-5A9F-A077-9CFB-0623DFF1245D}"/>
                </a:ext>
              </a:extLst>
            </p:cNvPr>
            <p:cNvSpPr>
              <a:spLocks noChangeShapeType="1"/>
            </p:cNvSpPr>
            <p:nvPr/>
          </p:nvSpPr>
          <p:spPr bwMode="auto">
            <a:xfrm>
              <a:off x="2484000" y="3294000"/>
              <a:ext cx="36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1" name="Line 7">
              <a:extLst>
                <a:ext uri="{FF2B5EF4-FFF2-40B4-BE49-F238E27FC236}">
                  <a16:creationId xmlns:a16="http://schemas.microsoft.com/office/drawing/2014/main" id="{B97D8742-9BBD-0D34-4309-09DD482BA54B}"/>
                </a:ext>
              </a:extLst>
            </p:cNvPr>
            <p:cNvSpPr>
              <a:spLocks noChangeShapeType="1"/>
            </p:cNvSpPr>
            <p:nvPr/>
          </p:nvSpPr>
          <p:spPr bwMode="auto">
            <a:xfrm>
              <a:off x="1440000" y="3132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微软雅黑" panose="020B0503020204020204" pitchFamily="34" charset="-122"/>
                <a:ea typeface="微软雅黑" panose="020B0503020204020204" pitchFamily="34" charset="-122"/>
              </a:endParaRPr>
            </a:p>
          </p:txBody>
        </p:sp>
        <p:sp>
          <p:nvSpPr>
            <p:cNvPr id="102" name="Line 8">
              <a:extLst>
                <a:ext uri="{FF2B5EF4-FFF2-40B4-BE49-F238E27FC236}">
                  <a16:creationId xmlns:a16="http://schemas.microsoft.com/office/drawing/2014/main" id="{2A3A1035-D9C7-8F84-625C-C665AB6191A2}"/>
                </a:ext>
              </a:extLst>
            </p:cNvPr>
            <p:cNvSpPr>
              <a:spLocks noChangeShapeType="1"/>
            </p:cNvSpPr>
            <p:nvPr/>
          </p:nvSpPr>
          <p:spPr bwMode="auto">
            <a:xfrm>
              <a:off x="1440000" y="3456000"/>
              <a:ext cx="43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3" name="Text Box 5">
              <a:extLst>
                <a:ext uri="{FF2B5EF4-FFF2-40B4-BE49-F238E27FC236}">
                  <a16:creationId xmlns:a16="http://schemas.microsoft.com/office/drawing/2014/main" id="{2AE2D18E-87EB-9C47-D037-8409657CA679}"/>
                </a:ext>
              </a:extLst>
            </p:cNvPr>
            <p:cNvSpPr txBox="1">
              <a:spLocks noChangeArrowheads="1"/>
            </p:cNvSpPr>
            <p:nvPr/>
          </p:nvSpPr>
          <p:spPr bwMode="auto">
            <a:xfrm>
              <a:off x="1044000" y="2916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A</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104" name="Text Box 5">
              <a:extLst>
                <a:ext uri="{FF2B5EF4-FFF2-40B4-BE49-F238E27FC236}">
                  <a16:creationId xmlns:a16="http://schemas.microsoft.com/office/drawing/2014/main" id="{25475458-3FDF-866F-BEB8-61D5A3F366FF}"/>
                </a:ext>
              </a:extLst>
            </p:cNvPr>
            <p:cNvSpPr txBox="1">
              <a:spLocks noChangeArrowheads="1"/>
            </p:cNvSpPr>
            <p:nvPr/>
          </p:nvSpPr>
          <p:spPr bwMode="auto">
            <a:xfrm>
              <a:off x="1044000" y="3312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B</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105" name="Text Box 5">
              <a:extLst>
                <a:ext uri="{FF2B5EF4-FFF2-40B4-BE49-F238E27FC236}">
                  <a16:creationId xmlns:a16="http://schemas.microsoft.com/office/drawing/2014/main" id="{A099A45A-CA21-4246-D75C-7B4BCAA47868}"/>
                </a:ext>
              </a:extLst>
            </p:cNvPr>
            <p:cNvSpPr txBox="1">
              <a:spLocks noChangeArrowheads="1"/>
            </p:cNvSpPr>
            <p:nvPr/>
          </p:nvSpPr>
          <p:spPr bwMode="auto">
            <a:xfrm>
              <a:off x="2844000" y="3114000"/>
              <a:ext cx="360000" cy="360000"/>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微软雅黑" panose="020B0503020204020204" pitchFamily="34" charset="-122"/>
                  <a:ea typeface="微软雅黑" panose="020B0503020204020204" pitchFamily="34" charset="-122"/>
                </a:rPr>
                <a:t>Y</a:t>
              </a:r>
              <a:endParaRPr kumimoji="1" lang="en-US" altLang="zh-CN" sz="2400" b="0" baseline="-25000" dirty="0">
                <a:latin typeface="微软雅黑" panose="020B0503020204020204" pitchFamily="34" charset="-122"/>
                <a:ea typeface="微软雅黑" panose="020B0503020204020204" pitchFamily="34" charset="-122"/>
              </a:endParaRPr>
            </a:p>
          </p:txBody>
        </p:sp>
        <p:sp>
          <p:nvSpPr>
            <p:cNvPr id="106" name="Line 9">
              <a:extLst>
                <a:ext uri="{FF2B5EF4-FFF2-40B4-BE49-F238E27FC236}">
                  <a16:creationId xmlns:a16="http://schemas.microsoft.com/office/drawing/2014/main" id="{8D87D32E-AB8B-BDF6-7387-C6EAA9AC44DD}"/>
                </a:ext>
              </a:extLst>
            </p:cNvPr>
            <p:cNvSpPr>
              <a:spLocks noChangeShapeType="1"/>
            </p:cNvSpPr>
            <p:nvPr/>
          </p:nvSpPr>
          <p:spPr bwMode="auto">
            <a:xfrm>
              <a:off x="1800000" y="2988000"/>
              <a:ext cx="288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7" name="Line 9">
              <a:extLst>
                <a:ext uri="{FF2B5EF4-FFF2-40B4-BE49-F238E27FC236}">
                  <a16:creationId xmlns:a16="http://schemas.microsoft.com/office/drawing/2014/main" id="{31038091-6F17-2326-6BA8-0522B9F5E922}"/>
                </a:ext>
              </a:extLst>
            </p:cNvPr>
            <p:cNvSpPr>
              <a:spLocks noChangeShapeType="1"/>
            </p:cNvSpPr>
            <p:nvPr/>
          </p:nvSpPr>
          <p:spPr bwMode="auto">
            <a:xfrm>
              <a:off x="1800000" y="3600000"/>
              <a:ext cx="288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8" name="Arc 156">
              <a:extLst>
                <a:ext uri="{FF2B5EF4-FFF2-40B4-BE49-F238E27FC236}">
                  <a16:creationId xmlns:a16="http://schemas.microsoft.com/office/drawing/2014/main" id="{FF0EDE4C-5925-F330-41B5-4D0CA9A9F33B}"/>
                </a:ext>
              </a:extLst>
            </p:cNvPr>
            <p:cNvSpPr>
              <a:spLocks/>
            </p:cNvSpPr>
            <p:nvPr/>
          </p:nvSpPr>
          <p:spPr bwMode="auto">
            <a:xfrm>
              <a:off x="2088000" y="2988000"/>
              <a:ext cx="396000" cy="612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09" name="Arc 156">
              <a:extLst>
                <a:ext uri="{FF2B5EF4-FFF2-40B4-BE49-F238E27FC236}">
                  <a16:creationId xmlns:a16="http://schemas.microsoft.com/office/drawing/2014/main" id="{53FDF4EA-E924-4F02-8D4F-701B1E564727}"/>
                </a:ext>
              </a:extLst>
            </p:cNvPr>
            <p:cNvSpPr>
              <a:spLocks/>
            </p:cNvSpPr>
            <p:nvPr/>
          </p:nvSpPr>
          <p:spPr bwMode="auto">
            <a:xfrm flipV="1">
              <a:off x="2088000" y="2988000"/>
              <a:ext cx="396000" cy="612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10" name="Arc 158">
              <a:extLst>
                <a:ext uri="{FF2B5EF4-FFF2-40B4-BE49-F238E27FC236}">
                  <a16:creationId xmlns:a16="http://schemas.microsoft.com/office/drawing/2014/main" id="{30417F2C-370C-C253-59F5-09CB55283E61}"/>
                </a:ext>
              </a:extLst>
            </p:cNvPr>
            <p:cNvSpPr>
              <a:spLocks/>
            </p:cNvSpPr>
            <p:nvPr/>
          </p:nvSpPr>
          <p:spPr bwMode="auto">
            <a:xfrm rot="5400000">
              <a:off x="1044000" y="2808000"/>
              <a:ext cx="576000" cy="97200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11" name="Oval 163">
              <a:extLst>
                <a:ext uri="{FF2B5EF4-FFF2-40B4-BE49-F238E27FC236}">
                  <a16:creationId xmlns:a16="http://schemas.microsoft.com/office/drawing/2014/main" id="{B4B734E8-2AFD-8479-8E03-2DF24BA531DE}"/>
                </a:ext>
              </a:extLst>
            </p:cNvPr>
            <p:cNvSpPr>
              <a:spLocks noChangeArrowheads="1"/>
            </p:cNvSpPr>
            <p:nvPr/>
          </p:nvSpPr>
          <p:spPr bwMode="auto">
            <a:xfrm>
              <a:off x="2484000" y="3222000"/>
              <a:ext cx="144000" cy="144000"/>
            </a:xfrm>
            <a:prstGeom prst="ellipse">
              <a:avLst/>
            </a:prstGeom>
            <a:solidFill>
              <a:srgbClr val="FFFFFF"/>
            </a:solidFill>
            <a:ln w="31750">
              <a:solidFill>
                <a:schemeClr val="tx1"/>
              </a:solidFill>
              <a:round/>
              <a:headEnd/>
              <a:tailEnd/>
            </a:ln>
          </p:spPr>
          <p:txBody>
            <a:bodyPr wrap="none" anchor="ct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dirty="0">
                <a:latin typeface="Microsoft YaHei" panose="020B0503020204020204" pitchFamily="34" charset="-122"/>
                <a:ea typeface="Microsoft YaHei" panose="020B0503020204020204" pitchFamily="34" charset="-122"/>
              </a:endParaRPr>
            </a:p>
          </p:txBody>
        </p:sp>
      </p:grpSp>
      <p:sp>
        <p:nvSpPr>
          <p:cNvPr id="112" name="文本框 111">
            <a:extLst>
              <a:ext uri="{FF2B5EF4-FFF2-40B4-BE49-F238E27FC236}">
                <a16:creationId xmlns:a16="http://schemas.microsoft.com/office/drawing/2014/main" id="{A4908FF5-6E16-6C95-1EB8-B56FCD345D38}"/>
              </a:ext>
            </a:extLst>
          </p:cNvPr>
          <p:cNvSpPr txBox="1"/>
          <p:nvPr/>
        </p:nvSpPr>
        <p:spPr>
          <a:xfrm>
            <a:off x="2520000" y="3348000"/>
            <a:ext cx="2160000" cy="576000"/>
          </a:xfrm>
          <a:prstGeom prst="rect">
            <a:avLst/>
          </a:prstGeom>
          <a:noFill/>
        </p:spPr>
        <p:txBody>
          <a:bodyPr wrap="square">
            <a:spAutoFit/>
          </a:bodyPr>
          <a:lstStyle/>
          <a:p>
            <a:pPr algn="ctr">
              <a:lnSpc>
                <a:spcPct val="120000"/>
              </a:lnSpc>
              <a:spcAft>
                <a:spcPts val="600"/>
              </a:spcAft>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真值表</a:t>
            </a:r>
            <a:endParaRPr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p:txBody>
      </p:sp>
      <p:graphicFrame>
        <p:nvGraphicFramePr>
          <p:cNvPr id="113" name="Group 6">
            <a:extLst>
              <a:ext uri="{FF2B5EF4-FFF2-40B4-BE49-F238E27FC236}">
                <a16:creationId xmlns:a16="http://schemas.microsoft.com/office/drawing/2014/main" id="{97E2506A-515D-1A84-8016-7B1EEE8D2D95}"/>
              </a:ext>
            </a:extLst>
          </p:cNvPr>
          <p:cNvGraphicFramePr>
            <a:graphicFrameLocks noGrp="1"/>
          </p:cNvGraphicFramePr>
          <p:nvPr>
            <p:extLst>
              <p:ext uri="{D42A27DB-BD31-4B8C-83A1-F6EECF244321}">
                <p14:modId xmlns:p14="http://schemas.microsoft.com/office/powerpoint/2010/main" val="4141497823"/>
              </p:ext>
            </p:extLst>
          </p:nvPr>
        </p:nvGraphicFramePr>
        <p:xfrm>
          <a:off x="2520000" y="4176000"/>
          <a:ext cx="2160588" cy="2016126"/>
        </p:xfrm>
        <a:graphic>
          <a:graphicData uri="http://schemas.openxmlformats.org/drawingml/2006/table">
            <a:tbl>
              <a:tblPr/>
              <a:tblGrid>
                <a:gridCol w="649288">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tblGrid>
              <a:tr h="508000">
                <a:tc>
                  <a:txBody>
                    <a:bodyPr/>
                    <a:lstStyle/>
                    <a:p>
                      <a:pPr algn="ctr" eaLnBrk="1" hangingPunct="1">
                        <a:spcAft>
                          <a:spcPct val="0"/>
                        </a:spcAft>
                        <a:buFontTx/>
                        <a:buNone/>
                      </a:pPr>
                      <a:r>
                        <a:rPr kumimoji="1" lang="en-US" altLang="zh-CN" sz="2400" b="0" dirty="0">
                          <a:latin typeface="Microsoft YaHei" panose="020B0503020204020204" pitchFamily="34" charset="-122"/>
                          <a:ea typeface="Microsoft YaHei" panose="020B0503020204020204" pitchFamily="34" charset="-122"/>
                        </a:rPr>
                        <a:t>A</a:t>
                      </a: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hangingPunct="1">
                        <a:spcAft>
                          <a:spcPct val="0"/>
                        </a:spcAft>
                        <a:buFontTx/>
                        <a:buNone/>
                      </a:pPr>
                      <a:r>
                        <a:rPr kumimoji="1" lang="en-US" altLang="zh-CN" sz="2400" b="0" dirty="0">
                          <a:latin typeface="Microsoft YaHei" panose="020B0503020204020204" pitchFamily="34" charset="-122"/>
                          <a:ea typeface="Microsoft YaHei" panose="020B0503020204020204" pitchFamily="34" charset="-122"/>
                        </a:rPr>
                        <a:t>B</a:t>
                      </a: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hangingPunct="1">
                        <a:spcAft>
                          <a:spcPct val="0"/>
                        </a:spcAft>
                        <a:buFontTx/>
                        <a:buNone/>
                      </a:pPr>
                      <a:r>
                        <a:rPr kumimoji="1" lang="en-US" altLang="zh-CN" sz="2400" b="0" dirty="0">
                          <a:latin typeface="Microsoft YaHei" panose="020B0503020204020204" pitchFamily="34" charset="-122"/>
                          <a:ea typeface="Microsoft YaHei" panose="020B0503020204020204" pitchFamily="34" charset="-122"/>
                        </a:rPr>
                        <a:t>Y</a:t>
                      </a:r>
                    </a:p>
                  </a:txBody>
                  <a:tcPr marL="0" marR="0" marT="0" marB="0"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Times New Roman" charset="0"/>
                        <a:ea typeface="宋体" charset="0"/>
                        <a:cs typeface="宋体"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4" name="Line 38">
            <a:extLst>
              <a:ext uri="{FF2B5EF4-FFF2-40B4-BE49-F238E27FC236}">
                <a16:creationId xmlns:a16="http://schemas.microsoft.com/office/drawing/2014/main" id="{4D742B4F-4616-9C15-C341-E2C4927E5440}"/>
              </a:ext>
            </a:extLst>
          </p:cNvPr>
          <p:cNvSpPr>
            <a:spLocks noChangeShapeType="1"/>
          </p:cNvSpPr>
          <p:nvPr/>
        </p:nvSpPr>
        <p:spPr bwMode="auto">
          <a:xfrm flipV="1">
            <a:off x="3853500" y="4192081"/>
            <a:ext cx="0" cy="20161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5" name="Line 39">
            <a:extLst>
              <a:ext uri="{FF2B5EF4-FFF2-40B4-BE49-F238E27FC236}">
                <a16:creationId xmlns:a16="http://schemas.microsoft.com/office/drawing/2014/main" id="{A51DD84C-5F22-F8FC-9EAB-7296F010F13B}"/>
              </a:ext>
            </a:extLst>
          </p:cNvPr>
          <p:cNvSpPr>
            <a:spLocks noChangeShapeType="1"/>
          </p:cNvSpPr>
          <p:nvPr/>
        </p:nvSpPr>
        <p:spPr bwMode="auto">
          <a:xfrm>
            <a:off x="2520000" y="4695318"/>
            <a:ext cx="21605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graphicFrame>
        <p:nvGraphicFramePr>
          <p:cNvPr id="116" name="Group 100">
            <a:extLst>
              <a:ext uri="{FF2B5EF4-FFF2-40B4-BE49-F238E27FC236}">
                <a16:creationId xmlns:a16="http://schemas.microsoft.com/office/drawing/2014/main" id="{703CD376-485E-C460-D291-CD3DD5613B19}"/>
              </a:ext>
            </a:extLst>
          </p:cNvPr>
          <p:cNvGraphicFramePr>
            <a:graphicFrameLocks noGrp="1"/>
          </p:cNvGraphicFramePr>
          <p:nvPr>
            <p:extLst>
              <p:ext uri="{D42A27DB-BD31-4B8C-83A1-F6EECF244321}">
                <p14:modId xmlns:p14="http://schemas.microsoft.com/office/powerpoint/2010/main" val="1012411374"/>
              </p:ext>
            </p:extLst>
          </p:nvPr>
        </p:nvGraphicFramePr>
        <p:xfrm>
          <a:off x="2520000" y="4690556"/>
          <a:ext cx="2160588" cy="1508126"/>
        </p:xfrm>
        <a:graphic>
          <a:graphicData uri="http://schemas.openxmlformats.org/drawingml/2006/table">
            <a:tbl>
              <a:tblPr/>
              <a:tblGrid>
                <a:gridCol w="649288">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tblGrid>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76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0</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p>
                  </a:txBody>
                  <a:tcPr marL="0" marR="0" marT="0" marB="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17" name="文本框 116">
            <a:extLst>
              <a:ext uri="{FF2B5EF4-FFF2-40B4-BE49-F238E27FC236}">
                <a16:creationId xmlns:a16="http://schemas.microsoft.com/office/drawing/2014/main" id="{08FE05B1-EDD6-1CDE-754C-68DDAA83EF45}"/>
              </a:ext>
            </a:extLst>
          </p:cNvPr>
          <p:cNvSpPr txBox="1"/>
          <p:nvPr/>
        </p:nvSpPr>
        <p:spPr>
          <a:xfrm>
            <a:off x="7416000" y="3348000"/>
            <a:ext cx="2160000" cy="576000"/>
          </a:xfrm>
          <a:prstGeom prst="rect">
            <a:avLst/>
          </a:prstGeom>
          <a:noFill/>
        </p:spPr>
        <p:txBody>
          <a:bodyPr wrap="square">
            <a:spAutoFit/>
          </a:bodyPr>
          <a:lstStyle/>
          <a:p>
            <a:pPr algn="ctr">
              <a:lnSpc>
                <a:spcPct val="120000"/>
              </a:lnSpc>
              <a:spcAft>
                <a:spcPts val="600"/>
              </a:spcAft>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波形图</a:t>
            </a:r>
            <a:endParaRPr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9EDBB25B-1B22-83BE-73C9-23CA40C4B2D6}"/>
              </a:ext>
            </a:extLst>
          </p:cNvPr>
          <p:cNvGrpSpPr/>
          <p:nvPr/>
        </p:nvGrpSpPr>
        <p:grpSpPr>
          <a:xfrm>
            <a:off x="6912000" y="4068000"/>
            <a:ext cx="3168000" cy="2268000"/>
            <a:chOff x="1440000" y="2772000"/>
            <a:chExt cx="3168000" cy="2268000"/>
          </a:xfrm>
        </p:grpSpPr>
        <p:sp>
          <p:nvSpPr>
            <p:cNvPr id="10" name="Line 96">
              <a:extLst>
                <a:ext uri="{FF2B5EF4-FFF2-40B4-BE49-F238E27FC236}">
                  <a16:creationId xmlns:a16="http://schemas.microsoft.com/office/drawing/2014/main" id="{6BF2BD8D-50C2-20CE-41A2-0C857357919C}"/>
                </a:ext>
              </a:extLst>
            </p:cNvPr>
            <p:cNvSpPr>
              <a:spLocks noChangeShapeType="1"/>
            </p:cNvSpPr>
            <p:nvPr/>
          </p:nvSpPr>
          <p:spPr bwMode="auto">
            <a:xfrm>
              <a:off x="2448000" y="2772000"/>
              <a:ext cx="0" cy="2268000"/>
            </a:xfrm>
            <a:prstGeom prst="line">
              <a:avLst/>
            </a:prstGeom>
            <a:noFill/>
            <a:ln w="19050">
              <a:solidFill>
                <a:srgbClr val="0000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1" name="Line 97">
              <a:extLst>
                <a:ext uri="{FF2B5EF4-FFF2-40B4-BE49-F238E27FC236}">
                  <a16:creationId xmlns:a16="http://schemas.microsoft.com/office/drawing/2014/main" id="{E81F192E-D928-DF74-641C-E0F94E349E24}"/>
                </a:ext>
              </a:extLst>
            </p:cNvPr>
            <p:cNvSpPr>
              <a:spLocks noChangeShapeType="1"/>
            </p:cNvSpPr>
            <p:nvPr/>
          </p:nvSpPr>
          <p:spPr bwMode="auto">
            <a:xfrm>
              <a:off x="2988000" y="2772000"/>
              <a:ext cx="0" cy="2268000"/>
            </a:xfrm>
            <a:prstGeom prst="line">
              <a:avLst/>
            </a:prstGeom>
            <a:noFill/>
            <a:ln w="19050">
              <a:solidFill>
                <a:srgbClr val="0000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2" name="Line 98">
              <a:extLst>
                <a:ext uri="{FF2B5EF4-FFF2-40B4-BE49-F238E27FC236}">
                  <a16:creationId xmlns:a16="http://schemas.microsoft.com/office/drawing/2014/main" id="{22BD93B3-4C8D-71FA-7F51-88D42812CABC}"/>
                </a:ext>
              </a:extLst>
            </p:cNvPr>
            <p:cNvSpPr>
              <a:spLocks noChangeShapeType="1"/>
            </p:cNvSpPr>
            <p:nvPr/>
          </p:nvSpPr>
          <p:spPr bwMode="auto">
            <a:xfrm>
              <a:off x="3528000" y="2772000"/>
              <a:ext cx="0" cy="2268000"/>
            </a:xfrm>
            <a:prstGeom prst="line">
              <a:avLst/>
            </a:prstGeom>
            <a:noFill/>
            <a:ln w="19050">
              <a:solidFill>
                <a:srgbClr val="0000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3" name="Line 99">
              <a:extLst>
                <a:ext uri="{FF2B5EF4-FFF2-40B4-BE49-F238E27FC236}">
                  <a16:creationId xmlns:a16="http://schemas.microsoft.com/office/drawing/2014/main" id="{657FAFB3-AB1D-E327-A781-788784B61B80}"/>
                </a:ext>
              </a:extLst>
            </p:cNvPr>
            <p:cNvSpPr>
              <a:spLocks noChangeShapeType="1"/>
            </p:cNvSpPr>
            <p:nvPr/>
          </p:nvSpPr>
          <p:spPr bwMode="auto">
            <a:xfrm>
              <a:off x="4068000" y="2772000"/>
              <a:ext cx="0" cy="2268000"/>
            </a:xfrm>
            <a:prstGeom prst="line">
              <a:avLst/>
            </a:prstGeom>
            <a:noFill/>
            <a:ln w="19050">
              <a:solidFill>
                <a:srgbClr val="0000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4" name="Line 73">
              <a:extLst>
                <a:ext uri="{FF2B5EF4-FFF2-40B4-BE49-F238E27FC236}">
                  <a16:creationId xmlns:a16="http://schemas.microsoft.com/office/drawing/2014/main" id="{8C3981A2-D1C3-A4B1-949C-72222BDC6E02}"/>
                </a:ext>
              </a:extLst>
            </p:cNvPr>
            <p:cNvSpPr>
              <a:spLocks noChangeShapeType="1"/>
            </p:cNvSpPr>
            <p:nvPr/>
          </p:nvSpPr>
          <p:spPr bwMode="auto">
            <a:xfrm>
              <a:off x="2988000" y="4104000"/>
              <a:ext cx="5400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5" name="Line 74">
              <a:extLst>
                <a:ext uri="{FF2B5EF4-FFF2-40B4-BE49-F238E27FC236}">
                  <a16:creationId xmlns:a16="http://schemas.microsoft.com/office/drawing/2014/main" id="{AB38BEC4-A4D6-225D-6C40-FA4CC916F408}"/>
                </a:ext>
              </a:extLst>
            </p:cNvPr>
            <p:cNvSpPr>
              <a:spLocks noChangeShapeType="1"/>
            </p:cNvSpPr>
            <p:nvPr/>
          </p:nvSpPr>
          <p:spPr bwMode="auto">
            <a:xfrm>
              <a:off x="3528000" y="3744000"/>
              <a:ext cx="0" cy="3600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6" name="Line 75">
              <a:extLst>
                <a:ext uri="{FF2B5EF4-FFF2-40B4-BE49-F238E27FC236}">
                  <a16:creationId xmlns:a16="http://schemas.microsoft.com/office/drawing/2014/main" id="{701520E4-9C1F-5683-D244-E20A181EA9FB}"/>
                </a:ext>
              </a:extLst>
            </p:cNvPr>
            <p:cNvSpPr>
              <a:spLocks noChangeShapeType="1"/>
            </p:cNvSpPr>
            <p:nvPr/>
          </p:nvSpPr>
          <p:spPr bwMode="auto">
            <a:xfrm>
              <a:off x="3528000" y="3744000"/>
              <a:ext cx="5400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7" name="Line 76">
              <a:extLst>
                <a:ext uri="{FF2B5EF4-FFF2-40B4-BE49-F238E27FC236}">
                  <a16:creationId xmlns:a16="http://schemas.microsoft.com/office/drawing/2014/main" id="{54B99DA8-9A02-8111-DA1B-A829535CFEFA}"/>
                </a:ext>
              </a:extLst>
            </p:cNvPr>
            <p:cNvSpPr>
              <a:spLocks noChangeShapeType="1"/>
            </p:cNvSpPr>
            <p:nvPr/>
          </p:nvSpPr>
          <p:spPr bwMode="auto">
            <a:xfrm>
              <a:off x="4068000" y="3744000"/>
              <a:ext cx="0" cy="3600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8" name="Line 77">
              <a:extLst>
                <a:ext uri="{FF2B5EF4-FFF2-40B4-BE49-F238E27FC236}">
                  <a16:creationId xmlns:a16="http://schemas.microsoft.com/office/drawing/2014/main" id="{04311DE2-17A7-5704-D2EF-6254FB16DDAC}"/>
                </a:ext>
              </a:extLst>
            </p:cNvPr>
            <p:cNvSpPr>
              <a:spLocks noChangeShapeType="1"/>
            </p:cNvSpPr>
            <p:nvPr/>
          </p:nvSpPr>
          <p:spPr bwMode="auto">
            <a:xfrm>
              <a:off x="4068000" y="4104000"/>
              <a:ext cx="5400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9" name="Line 78">
              <a:extLst>
                <a:ext uri="{FF2B5EF4-FFF2-40B4-BE49-F238E27FC236}">
                  <a16:creationId xmlns:a16="http://schemas.microsoft.com/office/drawing/2014/main" id="{A6D11991-4094-2522-DB18-72D58595C562}"/>
                </a:ext>
              </a:extLst>
            </p:cNvPr>
            <p:cNvSpPr>
              <a:spLocks noChangeShapeType="1"/>
            </p:cNvSpPr>
            <p:nvPr/>
          </p:nvSpPr>
          <p:spPr bwMode="auto">
            <a:xfrm>
              <a:off x="1908000" y="4104000"/>
              <a:ext cx="5400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0" name="Line 79">
              <a:extLst>
                <a:ext uri="{FF2B5EF4-FFF2-40B4-BE49-F238E27FC236}">
                  <a16:creationId xmlns:a16="http://schemas.microsoft.com/office/drawing/2014/main" id="{D85FF261-8CDC-C892-B979-50F67CDA6955}"/>
                </a:ext>
              </a:extLst>
            </p:cNvPr>
            <p:cNvSpPr>
              <a:spLocks noChangeShapeType="1"/>
            </p:cNvSpPr>
            <p:nvPr/>
          </p:nvSpPr>
          <p:spPr bwMode="auto">
            <a:xfrm flipV="1">
              <a:off x="2448082" y="3744000"/>
              <a:ext cx="0" cy="3600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1" name="Line 80">
              <a:extLst>
                <a:ext uri="{FF2B5EF4-FFF2-40B4-BE49-F238E27FC236}">
                  <a16:creationId xmlns:a16="http://schemas.microsoft.com/office/drawing/2014/main" id="{F6345303-89D5-2E9E-51FF-0F8C6A008C5C}"/>
                </a:ext>
              </a:extLst>
            </p:cNvPr>
            <p:cNvSpPr>
              <a:spLocks noChangeShapeType="1"/>
            </p:cNvSpPr>
            <p:nvPr/>
          </p:nvSpPr>
          <p:spPr bwMode="auto">
            <a:xfrm>
              <a:off x="2448000" y="3744000"/>
              <a:ext cx="5400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2" name="Line 81">
              <a:extLst>
                <a:ext uri="{FF2B5EF4-FFF2-40B4-BE49-F238E27FC236}">
                  <a16:creationId xmlns:a16="http://schemas.microsoft.com/office/drawing/2014/main" id="{F50F4E97-E1B8-282E-AA35-9EF04494481A}"/>
                </a:ext>
              </a:extLst>
            </p:cNvPr>
            <p:cNvSpPr>
              <a:spLocks noChangeShapeType="1"/>
            </p:cNvSpPr>
            <p:nvPr/>
          </p:nvSpPr>
          <p:spPr bwMode="auto">
            <a:xfrm>
              <a:off x="2988000" y="3744000"/>
              <a:ext cx="0" cy="3600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3" name="Line 82">
              <a:extLst>
                <a:ext uri="{FF2B5EF4-FFF2-40B4-BE49-F238E27FC236}">
                  <a16:creationId xmlns:a16="http://schemas.microsoft.com/office/drawing/2014/main" id="{1D80889B-0D9A-33EB-D085-8A476310B3EF}"/>
                </a:ext>
              </a:extLst>
            </p:cNvPr>
            <p:cNvSpPr>
              <a:spLocks noChangeShapeType="1"/>
            </p:cNvSpPr>
            <p:nvPr/>
          </p:nvSpPr>
          <p:spPr bwMode="auto">
            <a:xfrm>
              <a:off x="1908000" y="4536000"/>
              <a:ext cx="5400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4" name="Line 83">
              <a:extLst>
                <a:ext uri="{FF2B5EF4-FFF2-40B4-BE49-F238E27FC236}">
                  <a16:creationId xmlns:a16="http://schemas.microsoft.com/office/drawing/2014/main" id="{F551A5D1-6B9E-EBFF-3740-3C399EA128E5}"/>
                </a:ext>
              </a:extLst>
            </p:cNvPr>
            <p:cNvSpPr>
              <a:spLocks noChangeShapeType="1"/>
            </p:cNvSpPr>
            <p:nvPr/>
          </p:nvSpPr>
          <p:spPr bwMode="auto">
            <a:xfrm flipV="1">
              <a:off x="2448062" y="4536000"/>
              <a:ext cx="0" cy="3600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5" name="Line 84">
              <a:extLst>
                <a:ext uri="{FF2B5EF4-FFF2-40B4-BE49-F238E27FC236}">
                  <a16:creationId xmlns:a16="http://schemas.microsoft.com/office/drawing/2014/main" id="{724778B6-DDEC-71A1-7146-54FC4DD8217D}"/>
                </a:ext>
              </a:extLst>
            </p:cNvPr>
            <p:cNvSpPr>
              <a:spLocks noChangeShapeType="1"/>
            </p:cNvSpPr>
            <p:nvPr/>
          </p:nvSpPr>
          <p:spPr bwMode="auto">
            <a:xfrm>
              <a:off x="2448062" y="4896000"/>
              <a:ext cx="10800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6" name="Line 85">
              <a:extLst>
                <a:ext uri="{FF2B5EF4-FFF2-40B4-BE49-F238E27FC236}">
                  <a16:creationId xmlns:a16="http://schemas.microsoft.com/office/drawing/2014/main" id="{C987B7E4-77C4-C2B4-AE0B-6E7F021A03AC}"/>
                </a:ext>
              </a:extLst>
            </p:cNvPr>
            <p:cNvSpPr>
              <a:spLocks noChangeShapeType="1"/>
            </p:cNvSpPr>
            <p:nvPr/>
          </p:nvSpPr>
          <p:spPr bwMode="auto">
            <a:xfrm>
              <a:off x="3528000" y="4536000"/>
              <a:ext cx="0" cy="3600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7" name="Line 86">
              <a:extLst>
                <a:ext uri="{FF2B5EF4-FFF2-40B4-BE49-F238E27FC236}">
                  <a16:creationId xmlns:a16="http://schemas.microsoft.com/office/drawing/2014/main" id="{46A5F705-C9AD-521B-327C-6834364B7E2C}"/>
                </a:ext>
              </a:extLst>
            </p:cNvPr>
            <p:cNvSpPr>
              <a:spLocks noChangeShapeType="1"/>
            </p:cNvSpPr>
            <p:nvPr/>
          </p:nvSpPr>
          <p:spPr bwMode="auto">
            <a:xfrm>
              <a:off x="3528000" y="4536000"/>
              <a:ext cx="10800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8" name="Line 87">
              <a:extLst>
                <a:ext uri="{FF2B5EF4-FFF2-40B4-BE49-F238E27FC236}">
                  <a16:creationId xmlns:a16="http://schemas.microsoft.com/office/drawing/2014/main" id="{5DC0956B-4FB9-7F24-7650-9698E2BDA068}"/>
                </a:ext>
              </a:extLst>
            </p:cNvPr>
            <p:cNvSpPr>
              <a:spLocks noChangeShapeType="1"/>
            </p:cNvSpPr>
            <p:nvPr/>
          </p:nvSpPr>
          <p:spPr bwMode="auto">
            <a:xfrm>
              <a:off x="2988000" y="2952000"/>
              <a:ext cx="10800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9" name="Line 88">
              <a:extLst>
                <a:ext uri="{FF2B5EF4-FFF2-40B4-BE49-F238E27FC236}">
                  <a16:creationId xmlns:a16="http://schemas.microsoft.com/office/drawing/2014/main" id="{F85F395A-ADFA-8008-E350-866564BAEA9A}"/>
                </a:ext>
              </a:extLst>
            </p:cNvPr>
            <p:cNvSpPr>
              <a:spLocks noChangeShapeType="1"/>
            </p:cNvSpPr>
            <p:nvPr/>
          </p:nvSpPr>
          <p:spPr bwMode="auto">
            <a:xfrm>
              <a:off x="1908000" y="3312000"/>
              <a:ext cx="10800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latin typeface="Microsoft YaHei" panose="020B0503020204020204" pitchFamily="34" charset="-122"/>
                <a:ea typeface="Microsoft YaHei" panose="020B0503020204020204" pitchFamily="34" charset="-122"/>
              </a:endParaRPr>
            </a:p>
          </p:txBody>
        </p:sp>
        <p:sp>
          <p:nvSpPr>
            <p:cNvPr id="30" name="Line 89">
              <a:extLst>
                <a:ext uri="{FF2B5EF4-FFF2-40B4-BE49-F238E27FC236}">
                  <a16:creationId xmlns:a16="http://schemas.microsoft.com/office/drawing/2014/main" id="{EBEC0B75-6CDB-CD1E-D764-18DA5BE36DF1}"/>
                </a:ext>
              </a:extLst>
            </p:cNvPr>
            <p:cNvSpPr>
              <a:spLocks noChangeShapeType="1"/>
            </p:cNvSpPr>
            <p:nvPr/>
          </p:nvSpPr>
          <p:spPr bwMode="auto">
            <a:xfrm flipV="1">
              <a:off x="2988000" y="2952000"/>
              <a:ext cx="0" cy="3600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1" name="Line 90">
              <a:extLst>
                <a:ext uri="{FF2B5EF4-FFF2-40B4-BE49-F238E27FC236}">
                  <a16:creationId xmlns:a16="http://schemas.microsoft.com/office/drawing/2014/main" id="{405533FE-077C-61D3-5E12-9FB8E4345DF9}"/>
                </a:ext>
              </a:extLst>
            </p:cNvPr>
            <p:cNvSpPr>
              <a:spLocks noChangeShapeType="1"/>
            </p:cNvSpPr>
            <p:nvPr/>
          </p:nvSpPr>
          <p:spPr bwMode="auto">
            <a:xfrm flipV="1">
              <a:off x="4068000" y="2952000"/>
              <a:ext cx="0" cy="3600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2" name="Line 91">
              <a:extLst>
                <a:ext uri="{FF2B5EF4-FFF2-40B4-BE49-F238E27FC236}">
                  <a16:creationId xmlns:a16="http://schemas.microsoft.com/office/drawing/2014/main" id="{E14192D9-C119-D3EE-4D4A-65ACC2F029BB}"/>
                </a:ext>
              </a:extLst>
            </p:cNvPr>
            <p:cNvSpPr>
              <a:spLocks noChangeShapeType="1"/>
            </p:cNvSpPr>
            <p:nvPr/>
          </p:nvSpPr>
          <p:spPr bwMode="auto">
            <a:xfrm>
              <a:off x="4068000" y="3312000"/>
              <a:ext cx="5400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33" name="Text Box 92">
              <a:extLst>
                <a:ext uri="{FF2B5EF4-FFF2-40B4-BE49-F238E27FC236}">
                  <a16:creationId xmlns:a16="http://schemas.microsoft.com/office/drawing/2014/main" id="{445F63D5-E93F-5CA1-F8C9-05DCA6C86B6D}"/>
                </a:ext>
              </a:extLst>
            </p:cNvPr>
            <p:cNvSpPr txBox="1">
              <a:spLocks noChangeArrowheads="1"/>
            </p:cNvSpPr>
            <p:nvPr/>
          </p:nvSpPr>
          <p:spPr bwMode="auto">
            <a:xfrm>
              <a:off x="1440000" y="3636000"/>
              <a:ext cx="360000" cy="4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b="0" dirty="0">
                  <a:latin typeface="Microsoft YaHei" panose="020B0503020204020204" pitchFamily="34" charset="-122"/>
                  <a:ea typeface="Microsoft YaHei" panose="020B0503020204020204" pitchFamily="34" charset="-122"/>
                </a:rPr>
                <a:t>B</a:t>
              </a:r>
            </a:p>
          </p:txBody>
        </p:sp>
        <p:sp>
          <p:nvSpPr>
            <p:cNvPr id="34" name="Text Box 93">
              <a:extLst>
                <a:ext uri="{FF2B5EF4-FFF2-40B4-BE49-F238E27FC236}">
                  <a16:creationId xmlns:a16="http://schemas.microsoft.com/office/drawing/2014/main" id="{B9A5C3AC-40BE-5EF2-AE8C-027FAEDE654B}"/>
                </a:ext>
              </a:extLst>
            </p:cNvPr>
            <p:cNvSpPr txBox="1">
              <a:spLocks noChangeArrowheads="1"/>
            </p:cNvSpPr>
            <p:nvPr/>
          </p:nvSpPr>
          <p:spPr bwMode="auto">
            <a:xfrm>
              <a:off x="1440000" y="2844000"/>
              <a:ext cx="360000" cy="4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b="0" dirty="0">
                  <a:latin typeface="Microsoft YaHei" panose="020B0503020204020204" pitchFamily="34" charset="-122"/>
                  <a:ea typeface="Microsoft YaHei" panose="020B0503020204020204" pitchFamily="34" charset="-122"/>
                </a:rPr>
                <a:t>A</a:t>
              </a:r>
            </a:p>
          </p:txBody>
        </p:sp>
        <p:sp>
          <p:nvSpPr>
            <p:cNvPr id="35" name="Text Box 94">
              <a:extLst>
                <a:ext uri="{FF2B5EF4-FFF2-40B4-BE49-F238E27FC236}">
                  <a16:creationId xmlns:a16="http://schemas.microsoft.com/office/drawing/2014/main" id="{2B149097-46E1-94E5-7BDF-ECD573DCEC24}"/>
                </a:ext>
              </a:extLst>
            </p:cNvPr>
            <p:cNvSpPr txBox="1">
              <a:spLocks noChangeArrowheads="1"/>
            </p:cNvSpPr>
            <p:nvPr/>
          </p:nvSpPr>
          <p:spPr bwMode="auto">
            <a:xfrm>
              <a:off x="1440000" y="4464000"/>
              <a:ext cx="360000" cy="4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Aft>
                  <a:spcPct val="20000"/>
                </a:spcAft>
                <a:buChar char="•"/>
                <a:defRPr sz="32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8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4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b="0" dirty="0">
                  <a:latin typeface="Microsoft YaHei" panose="020B0503020204020204" pitchFamily="34" charset="-122"/>
                  <a:ea typeface="Microsoft YaHei" panose="020B0503020204020204" pitchFamily="34" charset="-122"/>
                </a:rPr>
                <a:t>Y</a:t>
              </a:r>
            </a:p>
          </p:txBody>
        </p:sp>
      </p:grpSp>
    </p:spTree>
    <p:extLst>
      <p:ext uri="{BB962C8B-B14F-4D97-AF65-F5344CB8AC3E}">
        <p14:creationId xmlns:p14="http://schemas.microsoft.com/office/powerpoint/2010/main" val="2360798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CA688-731B-91E7-2830-68BA0177A87B}"/>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CC1C25E2-52B6-88C6-CA1E-113F75A0599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数字部分（逻辑代数基础）</a:t>
            </a:r>
          </a:p>
        </p:txBody>
      </p:sp>
      <p:grpSp>
        <p:nvGrpSpPr>
          <p:cNvPr id="4" name="组合 3">
            <a:extLst>
              <a:ext uri="{FF2B5EF4-FFF2-40B4-BE49-F238E27FC236}">
                <a16:creationId xmlns:a16="http://schemas.microsoft.com/office/drawing/2014/main" id="{7FFE87B4-81CA-E6A1-F2F8-C805C5B03F80}"/>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23461030-7415-4622-0447-049913D12460}"/>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E59BF392-A29C-6A40-1608-948273513A35}"/>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2287B7CA-C222-7355-1A9C-CB97447CD52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84AACD85-D713-D2DD-716E-92258A091473}"/>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10</a:t>
              </a:fld>
              <a:endParaRPr lang="zh-CN" altLang="en-US" sz="3200" dirty="0">
                <a:solidFill>
                  <a:schemeClr val="bg1"/>
                </a:solidFill>
                <a:latin typeface="Candara"/>
                <a:ea typeface="微软雅黑"/>
              </a:endParaRPr>
            </a:p>
          </p:txBody>
        </p:sp>
      </p:grpSp>
      <p:sp>
        <p:nvSpPr>
          <p:cNvPr id="2" name="文本框 1">
            <a:extLst>
              <a:ext uri="{FF2B5EF4-FFF2-40B4-BE49-F238E27FC236}">
                <a16:creationId xmlns:a16="http://schemas.microsoft.com/office/drawing/2014/main" id="{DEEB2110-F87F-AE12-D3E7-050433FF7559}"/>
              </a:ext>
            </a:extLst>
          </p:cNvPr>
          <p:cNvSpPr txBox="1"/>
          <p:nvPr/>
        </p:nvSpPr>
        <p:spPr>
          <a:xfrm>
            <a:off x="360000" y="827999"/>
            <a:ext cx="5760000"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逻辑代数基本定律</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FFA4706-CDF8-B4B7-52D0-D73D765EBED6}"/>
                  </a:ext>
                </a:extLst>
              </p:cNvPr>
              <p:cNvSpPr txBox="1"/>
              <p:nvPr/>
            </p:nvSpPr>
            <p:spPr>
              <a:xfrm>
                <a:off x="360000" y="1404000"/>
                <a:ext cx="11110277" cy="2129942"/>
              </a:xfrm>
              <a:prstGeom prst="rect">
                <a:avLst/>
              </a:prstGeom>
              <a:noFill/>
            </p:spPr>
            <p:txBody>
              <a:bodyPr wrap="square">
                <a:spAutoFit/>
              </a:bodyPr>
              <a:lstStyle/>
              <a:p>
                <a:pPr lvl="2"/>
                <a14:m>
                  <m:oMath xmlns:m="http://schemas.openxmlformats.org/officeDocument/2006/math">
                    <m:r>
                      <m:rPr>
                        <m:sty m:val="p"/>
                      </m:rPr>
                      <a:rPr lang="en-US" altLang="zh-CN" sz="3200" b="0" i="0" smtClean="0">
                        <a:solidFill>
                          <a:srgbClr val="002060"/>
                        </a:solidFill>
                        <a:latin typeface="Cambria Math" panose="02040503050406030204" pitchFamily="18" charset="0"/>
                      </a:rPr>
                      <m:t>A</m:t>
                    </m:r>
                    <m:r>
                      <a:rPr lang="en-US" altLang="zh-CN" sz="3200" b="0" i="1" smtClean="0">
                        <a:solidFill>
                          <a:srgbClr val="002060"/>
                        </a:solidFill>
                        <a:latin typeface="Cambria Math" panose="02040503050406030204" pitchFamily="18" charset="0"/>
                        <a:ea typeface="Cambria Math" panose="02040503050406030204" pitchFamily="18" charset="0"/>
                      </a:rPr>
                      <m:t>∙</m:t>
                    </m:r>
                    <m:r>
                      <a:rPr lang="en-US" altLang="zh-CN" sz="3200" b="0" i="0" smtClean="0">
                        <a:solidFill>
                          <a:srgbClr val="002060"/>
                        </a:solidFill>
                        <a:latin typeface="Cambria Math" panose="02040503050406030204" pitchFamily="18" charset="0"/>
                      </a:rPr>
                      <m:t>0=0</m:t>
                    </m:r>
                  </m:oMath>
                </a14:m>
                <a:r>
                  <a:rPr lang="zh-CN" altLang="en-US" sz="3200" dirty="0">
                    <a:solidFill>
                      <a:srgbClr val="002060"/>
                    </a:solidFill>
                    <a:latin typeface="微软雅黑" panose="020B0503020204020204" pitchFamily="34" charset="-122"/>
                    <a:ea typeface="微软雅黑" panose="020B0503020204020204" pitchFamily="34" charset="-122"/>
                  </a:rPr>
                  <a:t>，</a:t>
                </a:r>
                <a14:m>
                  <m:oMath xmlns:m="http://schemas.openxmlformats.org/officeDocument/2006/math">
                    <m:r>
                      <m:rPr>
                        <m:sty m:val="p"/>
                      </m:rPr>
                      <a:rPr lang="en-US" altLang="zh-CN" sz="3200">
                        <a:solidFill>
                          <a:srgbClr val="002060"/>
                        </a:solidFill>
                        <a:latin typeface="Cambria Math" panose="02040503050406030204" pitchFamily="18" charset="0"/>
                      </a:rPr>
                      <m:t>A</m:t>
                    </m:r>
                    <m:r>
                      <a:rPr lang="en-US" altLang="zh-CN" sz="3200" i="1">
                        <a:solidFill>
                          <a:srgbClr val="002060"/>
                        </a:solidFill>
                        <a:latin typeface="Cambria Math" panose="02040503050406030204" pitchFamily="18" charset="0"/>
                        <a:ea typeface="Cambria Math" panose="02040503050406030204" pitchFamily="18" charset="0"/>
                      </a:rPr>
                      <m:t>∙</m:t>
                    </m:r>
                    <m:r>
                      <a:rPr lang="en-US" altLang="zh-CN" sz="3200" b="0" i="0" smtClean="0">
                        <a:solidFill>
                          <a:srgbClr val="002060"/>
                        </a:solidFill>
                        <a:latin typeface="Cambria Math" panose="02040503050406030204" pitchFamily="18" charset="0"/>
                        <a:ea typeface="Cambria Math" panose="02040503050406030204" pitchFamily="18" charset="0"/>
                      </a:rPr>
                      <m:t>1</m:t>
                    </m:r>
                    <m:r>
                      <a:rPr lang="en-US" altLang="zh-CN" sz="320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oMath>
                </a14:m>
                <a:r>
                  <a:rPr lang="en-US" altLang="zh-CN" sz="32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3200">
                        <a:solidFill>
                          <a:srgbClr val="002060"/>
                        </a:solidFill>
                        <a:latin typeface="Cambria Math" panose="02040503050406030204" pitchFamily="18" charset="0"/>
                      </a:rPr>
                      <m:t>A</m:t>
                    </m:r>
                    <m:r>
                      <a:rPr lang="en-US" altLang="zh-CN" sz="3200" b="0" i="1" smtClean="0">
                        <a:solidFill>
                          <a:srgbClr val="002060"/>
                        </a:solidFill>
                        <a:latin typeface="Cambria Math" panose="02040503050406030204" pitchFamily="18" charset="0"/>
                        <a:ea typeface="Cambria Math" panose="02040503050406030204" pitchFamily="18" charset="0"/>
                      </a:rPr>
                      <m:t>+</m:t>
                    </m:r>
                    <m:r>
                      <a:rPr lang="en-US" altLang="zh-CN" sz="3200">
                        <a:solidFill>
                          <a:srgbClr val="002060"/>
                        </a:solidFill>
                        <a:latin typeface="Cambria Math" panose="02040503050406030204" pitchFamily="18" charset="0"/>
                        <a:ea typeface="Cambria Math" panose="02040503050406030204" pitchFamily="18" charset="0"/>
                      </a:rPr>
                      <m:t>1</m:t>
                    </m:r>
                    <m:r>
                      <a:rPr lang="en-US" altLang="zh-CN" sz="3200">
                        <a:solidFill>
                          <a:srgbClr val="002060"/>
                        </a:solidFill>
                        <a:latin typeface="Cambria Math" panose="02040503050406030204" pitchFamily="18" charset="0"/>
                      </a:rPr>
                      <m:t>=</m:t>
                    </m:r>
                    <m:r>
                      <a:rPr lang="en-US" altLang="zh-CN" sz="3200" b="0" i="0" smtClean="0">
                        <a:solidFill>
                          <a:srgbClr val="002060"/>
                        </a:solidFill>
                        <a:latin typeface="Cambria Math" panose="02040503050406030204" pitchFamily="18" charset="0"/>
                      </a:rPr>
                      <m:t>1</m:t>
                    </m:r>
                  </m:oMath>
                </a14:m>
                <a:r>
                  <a:rPr lang="zh-CN" altLang="en-US" sz="3200" dirty="0">
                    <a:solidFill>
                      <a:srgbClr val="002060"/>
                    </a:solidFill>
                    <a:latin typeface="微软雅黑" panose="020B0503020204020204" pitchFamily="34" charset="-122"/>
                    <a:ea typeface="微软雅黑" panose="020B0503020204020204" pitchFamily="34" charset="-122"/>
                  </a:rPr>
                  <a:t>，</a:t>
                </a:r>
                <a14:m>
                  <m:oMath xmlns:m="http://schemas.openxmlformats.org/officeDocument/2006/math">
                    <m:r>
                      <m:rPr>
                        <m:sty m:val="p"/>
                      </m:rPr>
                      <a:rPr lang="en-US" altLang="zh-CN" sz="3200">
                        <a:solidFill>
                          <a:srgbClr val="002060"/>
                        </a:solidFill>
                        <a:latin typeface="Cambria Math" panose="02040503050406030204" pitchFamily="18" charset="0"/>
                      </a:rPr>
                      <m:t>A</m:t>
                    </m:r>
                    <m:r>
                      <a:rPr lang="en-US" altLang="zh-CN" sz="3200" i="1">
                        <a:solidFill>
                          <a:srgbClr val="002060"/>
                        </a:solidFill>
                        <a:latin typeface="Cambria Math" panose="02040503050406030204" pitchFamily="18" charset="0"/>
                        <a:ea typeface="Cambria Math" panose="02040503050406030204" pitchFamily="18" charset="0"/>
                      </a:rPr>
                      <m:t>+</m:t>
                    </m:r>
                    <m:r>
                      <a:rPr lang="en-US" altLang="zh-CN" sz="3200" b="0" i="0" smtClean="0">
                        <a:solidFill>
                          <a:srgbClr val="002060"/>
                        </a:solidFill>
                        <a:latin typeface="Cambria Math" panose="02040503050406030204" pitchFamily="18" charset="0"/>
                        <a:ea typeface="Cambria Math" panose="02040503050406030204" pitchFamily="18" charset="0"/>
                      </a:rPr>
                      <m:t>0</m:t>
                    </m:r>
                    <m:r>
                      <a:rPr lang="en-US" altLang="zh-CN" sz="320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oMath>
                </a14:m>
                <a:endParaRPr lang="en-US" altLang="zh-CN" sz="3200" dirty="0">
                  <a:solidFill>
                    <a:srgbClr val="002060"/>
                  </a:solidFill>
                  <a:latin typeface="微软雅黑" panose="020B0503020204020204" pitchFamily="34" charset="-122"/>
                  <a:ea typeface="微软雅黑" panose="020B0503020204020204" pitchFamily="34" charset="-122"/>
                </a:endParaRPr>
              </a:p>
              <a:p>
                <a:pPr lvl="2"/>
                <a14:m>
                  <m:oMath xmlns:m="http://schemas.openxmlformats.org/officeDocument/2006/math">
                    <m:r>
                      <m:rPr>
                        <m:sty m:val="p"/>
                      </m:rPr>
                      <a:rPr lang="en-US" altLang="zh-CN" sz="3200">
                        <a:solidFill>
                          <a:srgbClr val="002060"/>
                        </a:solidFill>
                        <a:latin typeface="Cambria Math" panose="02040503050406030204" pitchFamily="18" charset="0"/>
                      </a:rPr>
                      <m:t>A</m:t>
                    </m:r>
                    <m:r>
                      <a:rPr lang="en-US" altLang="zh-CN" sz="3200" i="1">
                        <a:solidFill>
                          <a:srgbClr val="002060"/>
                        </a:solidFill>
                        <a:latin typeface="Cambria Math" panose="02040503050406030204" pitchFamily="18" charset="0"/>
                        <a:ea typeface="Cambria Math" panose="02040503050406030204" pitchFamily="18" charset="0"/>
                      </a:rPr>
                      <m:t>∙</m:t>
                    </m:r>
                    <m:r>
                      <m:rPr>
                        <m:sty m:val="p"/>
                      </m:rPr>
                      <a:rPr lang="en-US" altLang="zh-CN" sz="3200" b="0" i="0" smtClean="0">
                        <a:solidFill>
                          <a:srgbClr val="002060"/>
                        </a:solidFill>
                        <a:latin typeface="Cambria Math" panose="02040503050406030204" pitchFamily="18" charset="0"/>
                        <a:ea typeface="Cambria Math" panose="02040503050406030204" pitchFamily="18" charset="0"/>
                      </a:rPr>
                      <m:t>A</m:t>
                    </m:r>
                    <m:r>
                      <a:rPr lang="en-US" altLang="zh-CN" sz="320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oMath>
                </a14:m>
                <a:r>
                  <a:rPr lang="en-US" altLang="zh-CN" sz="32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3200">
                        <a:solidFill>
                          <a:srgbClr val="002060"/>
                        </a:solidFill>
                        <a:latin typeface="Cambria Math" panose="02040503050406030204" pitchFamily="18" charset="0"/>
                      </a:rPr>
                      <m:t>A</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r>
                      <a:rPr lang="en-US" altLang="zh-CN" sz="3200" i="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oMath>
                </a14:m>
                <a:endParaRPr lang="en-US" altLang="zh-CN" sz="3200" dirty="0">
                  <a:solidFill>
                    <a:srgbClr val="002060"/>
                  </a:solidFill>
                  <a:latin typeface="微软雅黑" panose="020B0503020204020204" pitchFamily="34" charset="-122"/>
                  <a:ea typeface="微软雅黑" panose="020B0503020204020204" pitchFamily="34" charset="-122"/>
                </a:endParaRPr>
              </a:p>
              <a:p>
                <a:pPr lvl="2"/>
                <a14:m>
                  <m:oMath xmlns:m="http://schemas.openxmlformats.org/officeDocument/2006/math">
                    <m:acc>
                      <m:accPr>
                        <m:chr m:val="̅"/>
                        <m:ctrlPr>
                          <a:rPr lang="en-US" altLang="zh-CN" sz="3200" i="1" smtClean="0">
                            <a:solidFill>
                              <a:srgbClr val="002060"/>
                            </a:solidFill>
                            <a:latin typeface="Cambria Math" panose="02040503050406030204" pitchFamily="18" charset="0"/>
                          </a:rPr>
                        </m:ctrlPr>
                      </m:accPr>
                      <m:e>
                        <m:r>
                          <m:rPr>
                            <m:sty m:val="p"/>
                          </m:rPr>
                          <a:rPr lang="en-US" altLang="zh-CN" sz="3200" b="0" i="0" smtClean="0">
                            <a:solidFill>
                              <a:srgbClr val="002060"/>
                            </a:solidFill>
                            <a:latin typeface="Cambria Math" panose="02040503050406030204" pitchFamily="18" charset="0"/>
                          </a:rPr>
                          <m:t>A</m:t>
                        </m:r>
                      </m:e>
                    </m:acc>
                    <m:r>
                      <a:rPr lang="en-US" altLang="zh-CN" sz="3200" i="1">
                        <a:solidFill>
                          <a:srgbClr val="002060"/>
                        </a:solidFill>
                        <a:latin typeface="Cambria Math" panose="02040503050406030204" pitchFamily="18" charset="0"/>
                        <a:ea typeface="Cambria Math" panose="02040503050406030204" pitchFamily="18" charset="0"/>
                      </a:rPr>
                      <m:t>∙</m:t>
                    </m:r>
                    <m:r>
                      <m:rPr>
                        <m:sty m:val="p"/>
                      </m:rPr>
                      <a:rPr lang="en-US" altLang="zh-CN" sz="3200" b="0" i="0" smtClean="0">
                        <a:solidFill>
                          <a:srgbClr val="002060"/>
                        </a:solidFill>
                        <a:latin typeface="Cambria Math" panose="02040503050406030204" pitchFamily="18" charset="0"/>
                        <a:ea typeface="Cambria Math" panose="02040503050406030204" pitchFamily="18" charset="0"/>
                      </a:rPr>
                      <m:t>A</m:t>
                    </m:r>
                    <m:r>
                      <a:rPr lang="en-US" altLang="zh-CN" sz="3200" b="0" i="0" smtClean="0">
                        <a:solidFill>
                          <a:srgbClr val="002060"/>
                        </a:solidFill>
                        <a:latin typeface="Cambria Math" panose="02040503050406030204" pitchFamily="18" charset="0"/>
                        <a:ea typeface="Cambria Math" panose="02040503050406030204" pitchFamily="18" charset="0"/>
                      </a:rPr>
                      <m:t>=0</m:t>
                    </m:r>
                  </m:oMath>
                </a14:m>
                <a:r>
                  <a:rPr lang="en-US" altLang="zh-CN" sz="32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A</m:t>
                        </m:r>
                      </m:e>
                    </m:acc>
                    <m:r>
                      <a:rPr lang="en-US" altLang="zh-CN" sz="3200" b="0" i="1" smtClean="0">
                        <a:solidFill>
                          <a:srgbClr val="002060"/>
                        </a:solidFill>
                        <a:latin typeface="Cambria Math" panose="02040503050406030204" pitchFamily="18" charset="0"/>
                        <a:ea typeface="Cambria Math" panose="02040503050406030204" pitchFamily="18" charset="0"/>
                      </a:rPr>
                      <m:t>+</m:t>
                    </m:r>
                    <m:r>
                      <m:rPr>
                        <m:sty m:val="p"/>
                      </m:rPr>
                      <a:rPr lang="en-US" altLang="zh-CN" sz="3200">
                        <a:solidFill>
                          <a:srgbClr val="002060"/>
                        </a:solidFill>
                        <a:latin typeface="Cambria Math" panose="02040503050406030204" pitchFamily="18" charset="0"/>
                        <a:ea typeface="Cambria Math" panose="02040503050406030204" pitchFamily="18" charset="0"/>
                      </a:rPr>
                      <m:t>A</m:t>
                    </m:r>
                    <m:r>
                      <a:rPr lang="en-US" altLang="zh-CN" sz="3200" b="0" i="0" smtClean="0">
                        <a:solidFill>
                          <a:srgbClr val="002060"/>
                        </a:solidFill>
                        <a:latin typeface="Cambria Math" panose="02040503050406030204" pitchFamily="18" charset="0"/>
                        <a:ea typeface="Cambria Math" panose="02040503050406030204" pitchFamily="18" charset="0"/>
                      </a:rPr>
                      <m:t>=1</m:t>
                    </m:r>
                  </m:oMath>
                </a14:m>
                <a:endParaRPr lang="en-US" altLang="zh-CN" sz="3200" dirty="0">
                  <a:solidFill>
                    <a:srgbClr val="002060"/>
                  </a:solidFill>
                  <a:latin typeface="微软雅黑" panose="020B0503020204020204" pitchFamily="34" charset="-122"/>
                  <a:ea typeface="微软雅黑" panose="020B0503020204020204" pitchFamily="34" charset="-122"/>
                </a:endParaRPr>
              </a:p>
              <a:p>
                <a:pPr lvl="2"/>
                <a14:m>
                  <m:oMath xmlns:m="http://schemas.openxmlformats.org/officeDocument/2006/math">
                    <m:acc>
                      <m:accPr>
                        <m:chr m:val="̅"/>
                        <m:ctrlPr>
                          <a:rPr lang="en-US" altLang="zh-CN" sz="3200" i="1">
                            <a:solidFill>
                              <a:srgbClr val="002060"/>
                            </a:solidFill>
                            <a:latin typeface="Cambria Math" panose="02040503050406030204" pitchFamily="18" charset="0"/>
                          </a:rPr>
                        </m:ctrlPr>
                      </m:accPr>
                      <m:e>
                        <m:acc>
                          <m:accPr>
                            <m:chr m:val="̅"/>
                            <m:ctrlPr>
                              <a:rPr lang="en-US" altLang="zh-CN" sz="3200" i="1">
                                <a:solidFill>
                                  <a:srgbClr val="002060"/>
                                </a:solidFill>
                                <a:latin typeface="Cambria Math" panose="02040503050406030204" pitchFamily="18" charset="0"/>
                              </a:rPr>
                            </m:ctrlPr>
                          </m:accPr>
                          <m:e>
                            <m:r>
                              <m:rPr>
                                <m:sty m:val="p"/>
                              </m:rPr>
                              <a:rPr lang="en-US" altLang="zh-CN" sz="3200">
                                <a:solidFill>
                                  <a:srgbClr val="002060"/>
                                </a:solidFill>
                                <a:latin typeface="Cambria Math" panose="02040503050406030204" pitchFamily="18" charset="0"/>
                              </a:rPr>
                              <m:t>A</m:t>
                            </m:r>
                          </m:e>
                        </m:acc>
                      </m:e>
                    </m:acc>
                    <m:r>
                      <a:rPr lang="en-US" altLang="zh-CN" sz="3200" b="0" i="1" smtClean="0">
                        <a:solidFill>
                          <a:srgbClr val="002060"/>
                        </a:solidFill>
                        <a:latin typeface="Cambria Math" panose="02040503050406030204" pitchFamily="18" charset="0"/>
                      </a:rPr>
                      <m:t>=</m:t>
                    </m:r>
                    <m:r>
                      <m:rPr>
                        <m:sty m:val="p"/>
                      </m:rPr>
                      <a:rPr lang="en-US" altLang="zh-CN" sz="3200">
                        <a:solidFill>
                          <a:srgbClr val="002060"/>
                        </a:solidFill>
                        <a:latin typeface="Cambria Math" panose="02040503050406030204" pitchFamily="18" charset="0"/>
                        <a:ea typeface="Cambria Math" panose="02040503050406030204" pitchFamily="18" charset="0"/>
                      </a:rPr>
                      <m:t>A</m:t>
                    </m:r>
                  </m:oMath>
                </a14:m>
                <a:r>
                  <a:rPr lang="zh-CN" altLang="en-US" sz="3200" dirty="0">
                    <a:solidFill>
                      <a:srgbClr val="002060"/>
                    </a:solidFill>
                    <a:latin typeface="微软雅黑" panose="020B0503020204020204" pitchFamily="34" charset="-122"/>
                    <a:ea typeface="微软雅黑" panose="020B0503020204020204" pitchFamily="34" charset="-122"/>
                  </a:rPr>
                  <a:t> </a:t>
                </a:r>
                <a:r>
                  <a:rPr lang="en-US" altLang="zh-CN" sz="3200" dirty="0">
                    <a:solidFill>
                      <a:srgbClr val="002060"/>
                    </a:solidFill>
                    <a:latin typeface="微软雅黑" panose="020B0503020204020204" pitchFamily="34" charset="-122"/>
                    <a:ea typeface="微软雅黑" panose="020B0503020204020204" pitchFamily="34" charset="-122"/>
                  </a:rPr>
                  <a:t>				</a:t>
                </a:r>
                <a:endParaRPr lang="zh-CN" altLang="en-US" sz="32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13" name="文本框 12">
                <a:extLst>
                  <a:ext uri="{FF2B5EF4-FFF2-40B4-BE49-F238E27FC236}">
                    <a16:creationId xmlns:a16="http://schemas.microsoft.com/office/drawing/2014/main" id="{BFFA4706-CDF8-B4B7-52D0-D73D765EBED6}"/>
                  </a:ext>
                </a:extLst>
              </p:cNvPr>
              <p:cNvSpPr txBox="1">
                <a:spLocks noRot="1" noChangeAspect="1" noMove="1" noResize="1" noEditPoints="1" noAdjustHandles="1" noChangeArrowheads="1" noChangeShapeType="1" noTextEdit="1"/>
              </p:cNvSpPr>
              <p:nvPr/>
            </p:nvSpPr>
            <p:spPr>
              <a:xfrm>
                <a:off x="360000" y="1404000"/>
                <a:ext cx="11110277" cy="2129942"/>
              </a:xfrm>
              <a:prstGeom prst="rect">
                <a:avLst/>
              </a:prstGeom>
              <a:blipFill>
                <a:blip r:embed="rId3"/>
                <a:stretch>
                  <a:fillRect t="-37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53F7EFF-0C05-9920-53C7-F0B0F934B912}"/>
                  </a:ext>
                </a:extLst>
              </p:cNvPr>
              <p:cNvSpPr txBox="1"/>
              <p:nvPr/>
            </p:nvSpPr>
            <p:spPr>
              <a:xfrm>
                <a:off x="360000" y="3600000"/>
                <a:ext cx="10795733" cy="2863220"/>
              </a:xfrm>
              <a:prstGeom prst="rect">
                <a:avLst/>
              </a:prstGeom>
              <a:noFill/>
            </p:spPr>
            <p:txBody>
              <a:bodyPr wrap="square">
                <a:spAutoFit/>
              </a:bodyPr>
              <a:lstStyle/>
              <a:p>
                <a:pPr marL="914400" lvl="1" indent="-457200">
                  <a:spcAft>
                    <a:spcPts val="1200"/>
                  </a:spcAft>
                  <a:buFont typeface="Wingdings" panose="05000000000000000000" pitchFamily="2" charset="2"/>
                  <a:buChar char="Ø"/>
                </a:pP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交换律：</a:t>
                </a:r>
                <a14:m>
                  <m:oMath xmlns:m="http://schemas.openxmlformats.org/officeDocument/2006/math">
                    <m:r>
                      <m:rPr>
                        <m:sty m:val="p"/>
                      </m:rPr>
                      <a:rPr lang="en-US" altLang="zh-CN" sz="2800" i="0">
                        <a:solidFill>
                          <a:schemeClr val="accent5">
                            <a:lumMod val="75000"/>
                          </a:schemeClr>
                        </a:solidFill>
                        <a:latin typeface="Cambria Math" panose="02040503050406030204" pitchFamily="18" charset="0"/>
                      </a:rPr>
                      <m:t>A</m:t>
                    </m:r>
                    <m:r>
                      <a:rPr lang="en-US" altLang="zh-CN" sz="2800" i="0">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800" i="0">
                        <a:solidFill>
                          <a:schemeClr val="accent5">
                            <a:lumMod val="75000"/>
                          </a:schemeClr>
                        </a:solidFill>
                        <a:latin typeface="Cambria Math" panose="02040503050406030204" pitchFamily="18" charset="0"/>
                      </a:rPr>
                      <m:t>B</m:t>
                    </m:r>
                    <m:r>
                      <a:rPr lang="en-US" altLang="zh-CN" sz="2800" i="0">
                        <a:solidFill>
                          <a:schemeClr val="accent5">
                            <a:lumMod val="75000"/>
                          </a:schemeClr>
                        </a:solidFill>
                        <a:latin typeface="Cambria Math" panose="02040503050406030204" pitchFamily="18" charset="0"/>
                      </a:rPr>
                      <m:t>=</m:t>
                    </m:r>
                    <m:r>
                      <m:rPr>
                        <m:sty m:val="p"/>
                      </m:rPr>
                      <a:rPr lang="en-US" altLang="zh-CN" sz="2800" i="0">
                        <a:solidFill>
                          <a:schemeClr val="accent5">
                            <a:lumMod val="75000"/>
                          </a:schemeClr>
                        </a:solidFill>
                        <a:latin typeface="Cambria Math" panose="02040503050406030204" pitchFamily="18" charset="0"/>
                      </a:rPr>
                      <m:t>B</m:t>
                    </m:r>
                    <m:r>
                      <a:rPr lang="en-US" altLang="zh-CN" sz="2800" i="0">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800" i="0">
                        <a:solidFill>
                          <a:schemeClr val="accent5">
                            <a:lumMod val="75000"/>
                          </a:schemeClr>
                        </a:solidFill>
                        <a:latin typeface="Cambria Math" panose="02040503050406030204" pitchFamily="18" charset="0"/>
                      </a:rPr>
                      <m:t>A</m:t>
                    </m:r>
                  </m:oMath>
                </a14:m>
                <a:r>
                  <a:rPr lang="en-US" altLang="zh-CN" sz="28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800" i="0">
                        <a:solidFill>
                          <a:schemeClr val="accent5">
                            <a:lumMod val="75000"/>
                          </a:schemeClr>
                        </a:solidFill>
                        <a:latin typeface="Cambria Math" panose="02040503050406030204" pitchFamily="18" charset="0"/>
                      </a:rPr>
                      <m:t>A</m:t>
                    </m:r>
                    <m:r>
                      <a:rPr lang="en-US" altLang="zh-CN" sz="2800" i="0" smtClean="0">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800" i="0">
                        <a:solidFill>
                          <a:schemeClr val="accent5">
                            <a:lumMod val="75000"/>
                          </a:schemeClr>
                        </a:solidFill>
                        <a:latin typeface="Cambria Math" panose="02040503050406030204" pitchFamily="18" charset="0"/>
                      </a:rPr>
                      <m:t>B</m:t>
                    </m:r>
                    <m:r>
                      <a:rPr lang="en-US" altLang="zh-CN" sz="2800" i="0">
                        <a:solidFill>
                          <a:schemeClr val="accent5">
                            <a:lumMod val="75000"/>
                          </a:schemeClr>
                        </a:solidFill>
                        <a:latin typeface="Cambria Math" panose="02040503050406030204" pitchFamily="18" charset="0"/>
                      </a:rPr>
                      <m:t>=</m:t>
                    </m:r>
                    <m:r>
                      <m:rPr>
                        <m:sty m:val="p"/>
                      </m:rPr>
                      <a:rPr lang="en-US" altLang="zh-CN" sz="2800" i="0">
                        <a:solidFill>
                          <a:schemeClr val="accent5">
                            <a:lumMod val="75000"/>
                          </a:schemeClr>
                        </a:solidFill>
                        <a:latin typeface="Cambria Math" panose="02040503050406030204" pitchFamily="18" charset="0"/>
                      </a:rPr>
                      <m:t>B</m:t>
                    </m:r>
                    <m:r>
                      <a:rPr lang="en-US" altLang="zh-CN" sz="2800" i="0">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800" i="0">
                        <a:solidFill>
                          <a:schemeClr val="accent5">
                            <a:lumMod val="75000"/>
                          </a:schemeClr>
                        </a:solidFill>
                        <a:latin typeface="Cambria Math" panose="02040503050406030204" pitchFamily="18" charset="0"/>
                      </a:rPr>
                      <m:t>A</m:t>
                    </m:r>
                  </m:oMath>
                </a14:m>
                <a:endParaRPr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1200"/>
                  </a:spcAft>
                  <a:buFont typeface="Wingdings" panose="05000000000000000000" pitchFamily="2" charset="2"/>
                  <a:buChar char="Ø"/>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结合律：</a:t>
                </a:r>
                <a14:m>
                  <m:oMath xmlns:m="http://schemas.openxmlformats.org/officeDocument/2006/math">
                    <m:r>
                      <m:rPr>
                        <m:sty m:val="p"/>
                      </m:rPr>
                      <a:rPr lang="en-US" altLang="zh-CN" sz="2800" i="0">
                        <a:solidFill>
                          <a:schemeClr val="accent5">
                            <a:lumMod val="75000"/>
                          </a:schemeClr>
                        </a:solidFill>
                        <a:latin typeface="Cambria Math" panose="02040503050406030204" pitchFamily="18" charset="0"/>
                      </a:rPr>
                      <m:t>A</m:t>
                    </m:r>
                    <m:r>
                      <a:rPr lang="en-US" altLang="zh-CN" sz="2800" b="0" i="0" smtClean="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BC</m:t>
                    </m:r>
                    <m:r>
                      <a:rPr lang="en-US" altLang="zh-CN" sz="2800" b="0" i="0" smtClean="0">
                        <a:solidFill>
                          <a:schemeClr val="accent5">
                            <a:lumMod val="75000"/>
                          </a:schemeClr>
                        </a:solidFill>
                        <a:latin typeface="Cambria Math" panose="02040503050406030204" pitchFamily="18" charset="0"/>
                      </a:rPr>
                      <m:t>)=</m:t>
                    </m:r>
                    <m:d>
                      <m:dPr>
                        <m:ctrlPr>
                          <a:rPr lang="en-US" altLang="zh-CN" sz="2800" b="0" i="1" smtClean="0">
                            <a:solidFill>
                              <a:schemeClr val="accent5">
                                <a:lumMod val="75000"/>
                              </a:schemeClr>
                            </a:solidFill>
                            <a:latin typeface="Cambria Math" panose="02040503050406030204" pitchFamily="18" charset="0"/>
                          </a:rPr>
                        </m:ctrlPr>
                      </m:dPr>
                      <m:e>
                        <m:r>
                          <m:rPr>
                            <m:sty m:val="p"/>
                          </m:rPr>
                          <a:rPr lang="en-US" altLang="zh-CN" sz="2800" b="0" i="0" smtClean="0">
                            <a:solidFill>
                              <a:schemeClr val="accent5">
                                <a:lumMod val="75000"/>
                              </a:schemeClr>
                            </a:solidFill>
                            <a:latin typeface="Cambria Math" panose="02040503050406030204" pitchFamily="18" charset="0"/>
                          </a:rPr>
                          <m:t>A</m:t>
                        </m:r>
                        <m:r>
                          <m:rPr>
                            <m:sty m:val="p"/>
                          </m:rPr>
                          <a:rPr lang="en-US" altLang="zh-CN" sz="2800" i="0">
                            <a:solidFill>
                              <a:schemeClr val="accent5">
                                <a:lumMod val="75000"/>
                              </a:schemeClr>
                            </a:solidFill>
                            <a:latin typeface="Cambria Math" panose="02040503050406030204" pitchFamily="18" charset="0"/>
                          </a:rPr>
                          <m:t>B</m:t>
                        </m:r>
                      </m:e>
                    </m:d>
                    <m:r>
                      <m:rPr>
                        <m:sty m:val="p"/>
                      </m:rPr>
                      <a:rPr lang="en-US" altLang="zh-CN" sz="2800" b="0" i="0" smtClean="0">
                        <a:solidFill>
                          <a:schemeClr val="accent5">
                            <a:lumMod val="75000"/>
                          </a:schemeClr>
                        </a:solidFill>
                        <a:latin typeface="Cambria Math" panose="02040503050406030204" pitchFamily="18" charset="0"/>
                      </a:rPr>
                      <m:t>C</m:t>
                    </m:r>
                  </m:oMath>
                </a14:m>
                <a:r>
                  <a:rPr lang="en-US" altLang="zh-CN" sz="28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800" i="0">
                        <a:solidFill>
                          <a:schemeClr val="accent5">
                            <a:lumMod val="75000"/>
                          </a:schemeClr>
                        </a:solidFill>
                        <a:latin typeface="Cambria Math" panose="02040503050406030204" pitchFamily="18" charset="0"/>
                      </a:rPr>
                      <m:t>A</m:t>
                    </m:r>
                    <m:r>
                      <a:rPr lang="en-US" altLang="zh-CN" sz="2800" i="0">
                        <a:solidFill>
                          <a:schemeClr val="accent5">
                            <a:lumMod val="75000"/>
                          </a:schemeClr>
                        </a:solidFill>
                        <a:latin typeface="Cambria Math" panose="02040503050406030204" pitchFamily="18" charset="0"/>
                        <a:ea typeface="Cambria Math" panose="02040503050406030204" pitchFamily="18" charset="0"/>
                      </a:rPr>
                      <m:t>+</m:t>
                    </m:r>
                    <m:d>
                      <m:dPr>
                        <m:ctrlPr>
                          <a:rPr lang="en-US" altLang="zh-CN" sz="2800" b="0" i="1" smtClean="0">
                            <a:solidFill>
                              <a:schemeClr val="accent5">
                                <a:lumMod val="75000"/>
                              </a:schemeClr>
                            </a:solidFill>
                            <a:latin typeface="Cambria Math" panose="02040503050406030204" pitchFamily="18" charset="0"/>
                            <a:ea typeface="Cambria Math" panose="02040503050406030204" pitchFamily="18" charset="0"/>
                          </a:rPr>
                        </m:ctrlPr>
                      </m:dPr>
                      <m:e>
                        <m:r>
                          <m:rPr>
                            <m:sty m:val="p"/>
                          </m:rPr>
                          <a:rPr lang="en-US" altLang="zh-CN" sz="2800" i="0">
                            <a:solidFill>
                              <a:schemeClr val="accent5">
                                <a:lumMod val="75000"/>
                              </a:schemeClr>
                            </a:solidFill>
                            <a:latin typeface="Cambria Math" panose="02040503050406030204" pitchFamily="18" charset="0"/>
                          </a:rPr>
                          <m:t>B</m:t>
                        </m:r>
                        <m:r>
                          <a:rPr lang="en-US" altLang="zh-CN" sz="2800" b="0" i="0" smtClean="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C</m:t>
                        </m:r>
                      </m:e>
                    </m:d>
                    <m:r>
                      <a:rPr lang="en-US" altLang="zh-CN" sz="2800" i="0">
                        <a:solidFill>
                          <a:schemeClr val="accent5">
                            <a:lumMod val="75000"/>
                          </a:schemeClr>
                        </a:solidFill>
                        <a:latin typeface="Cambria Math" panose="02040503050406030204" pitchFamily="18" charset="0"/>
                      </a:rPr>
                      <m:t>=</m:t>
                    </m:r>
                    <m:r>
                      <a:rPr lang="en-US" altLang="zh-CN" sz="2800" b="0" i="0" smtClean="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A</m:t>
                    </m:r>
                    <m:r>
                      <a:rPr lang="en-US" altLang="zh-CN" sz="2800" b="0" i="0" smtClean="0">
                        <a:solidFill>
                          <a:schemeClr val="accent5">
                            <a:lumMod val="75000"/>
                          </a:schemeClr>
                        </a:solidFill>
                        <a:latin typeface="Cambria Math" panose="02040503050406030204" pitchFamily="18" charset="0"/>
                      </a:rPr>
                      <m:t>+</m:t>
                    </m:r>
                    <m:r>
                      <m:rPr>
                        <m:sty m:val="p"/>
                      </m:rPr>
                      <a:rPr lang="en-US" altLang="zh-CN" sz="2800" i="0">
                        <a:solidFill>
                          <a:schemeClr val="accent5">
                            <a:lumMod val="75000"/>
                          </a:schemeClr>
                        </a:solidFill>
                        <a:latin typeface="Cambria Math" panose="02040503050406030204" pitchFamily="18" charset="0"/>
                      </a:rPr>
                      <m:t>B</m:t>
                    </m:r>
                    <m:r>
                      <a:rPr lang="en-US" altLang="zh-CN" sz="2800" b="0" i="0" smtClean="0">
                        <a:solidFill>
                          <a:schemeClr val="accent5">
                            <a:lumMod val="75000"/>
                          </a:schemeClr>
                        </a:solidFill>
                        <a:latin typeface="Cambria Math" panose="02040503050406030204" pitchFamily="18" charset="0"/>
                      </a:rPr>
                      <m:t>)</m:t>
                    </m:r>
                    <m:r>
                      <a:rPr lang="en-US" altLang="zh-CN" sz="2800" i="0">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ea typeface="Cambria Math" panose="02040503050406030204" pitchFamily="18" charset="0"/>
                      </a:rPr>
                      <m:t>C</m:t>
                    </m:r>
                  </m:oMath>
                </a14:m>
                <a:endParaRPr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1200"/>
                  </a:spcAft>
                  <a:buFont typeface="Wingdings" panose="05000000000000000000" pitchFamily="2" charset="2"/>
                  <a:buChar char="Ø"/>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分配律：</a:t>
                </a:r>
                <a14:m>
                  <m:oMath xmlns:m="http://schemas.openxmlformats.org/officeDocument/2006/math">
                    <m:r>
                      <m:rPr>
                        <m:sty m:val="p"/>
                      </m:rPr>
                      <a:rPr lang="en-US" altLang="zh-CN" sz="2800" i="0">
                        <a:solidFill>
                          <a:schemeClr val="accent5">
                            <a:lumMod val="75000"/>
                          </a:schemeClr>
                        </a:solidFill>
                        <a:latin typeface="Cambria Math" panose="02040503050406030204" pitchFamily="18" charset="0"/>
                      </a:rPr>
                      <m:t>A</m:t>
                    </m:r>
                    <m:d>
                      <m:dPr>
                        <m:ctrlPr>
                          <a:rPr lang="en-US" altLang="zh-CN" sz="2800" i="1">
                            <a:solidFill>
                              <a:schemeClr val="accent5">
                                <a:lumMod val="75000"/>
                              </a:schemeClr>
                            </a:solidFill>
                            <a:latin typeface="Cambria Math" panose="02040503050406030204" pitchFamily="18" charset="0"/>
                          </a:rPr>
                        </m:ctrlPr>
                      </m:dPr>
                      <m:e>
                        <m:r>
                          <m:rPr>
                            <m:sty m:val="p"/>
                          </m:rPr>
                          <a:rPr lang="en-US" altLang="zh-CN" sz="2800" i="0">
                            <a:solidFill>
                              <a:schemeClr val="accent5">
                                <a:lumMod val="75000"/>
                              </a:schemeClr>
                            </a:solidFill>
                            <a:latin typeface="Cambria Math" panose="02040503050406030204" pitchFamily="18" charset="0"/>
                          </a:rPr>
                          <m:t>B</m:t>
                        </m:r>
                        <m:r>
                          <a:rPr lang="en-US" altLang="zh-CN" sz="2800" i="0" smtClean="0">
                            <a:solidFill>
                              <a:schemeClr val="accent5">
                                <a:lumMod val="75000"/>
                              </a:schemeClr>
                            </a:solidFill>
                            <a:latin typeface="Cambria Math" panose="02040503050406030204" pitchFamily="18" charset="0"/>
                          </a:rPr>
                          <m:t>+</m:t>
                        </m:r>
                        <m:r>
                          <m:rPr>
                            <m:sty m:val="p"/>
                          </m:rPr>
                          <a:rPr lang="en-US" altLang="zh-CN" sz="2800" i="0">
                            <a:solidFill>
                              <a:schemeClr val="accent5">
                                <a:lumMod val="75000"/>
                              </a:schemeClr>
                            </a:solidFill>
                            <a:latin typeface="Cambria Math" panose="02040503050406030204" pitchFamily="18" charset="0"/>
                          </a:rPr>
                          <m:t>C</m:t>
                        </m:r>
                      </m:e>
                    </m:d>
                    <m:r>
                      <a:rPr lang="en-US" altLang="zh-CN" sz="2800" i="0">
                        <a:solidFill>
                          <a:schemeClr val="accent5">
                            <a:lumMod val="75000"/>
                          </a:schemeClr>
                        </a:solidFill>
                        <a:latin typeface="Cambria Math" panose="02040503050406030204" pitchFamily="18" charset="0"/>
                      </a:rPr>
                      <m:t>=</m:t>
                    </m:r>
                    <m:r>
                      <m:rPr>
                        <m:sty m:val="p"/>
                      </m:rPr>
                      <a:rPr lang="en-US" altLang="zh-CN" sz="2800" i="0">
                        <a:solidFill>
                          <a:schemeClr val="accent5">
                            <a:lumMod val="75000"/>
                          </a:schemeClr>
                        </a:solidFill>
                        <a:latin typeface="Cambria Math" panose="02040503050406030204" pitchFamily="18" charset="0"/>
                      </a:rPr>
                      <m:t>AB</m:t>
                    </m:r>
                    <m:r>
                      <a:rPr lang="en-US" altLang="zh-CN" sz="2800" b="0" i="0" smtClean="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AC</m:t>
                    </m:r>
                  </m:oMath>
                </a14:m>
                <a:r>
                  <a:rPr lang="en-US" altLang="zh-CN" sz="28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800" i="0">
                        <a:solidFill>
                          <a:schemeClr val="accent5">
                            <a:lumMod val="75000"/>
                          </a:schemeClr>
                        </a:solidFill>
                        <a:latin typeface="Cambria Math" panose="02040503050406030204" pitchFamily="18" charset="0"/>
                      </a:rPr>
                      <m:t>A</m:t>
                    </m:r>
                    <m:r>
                      <a:rPr lang="en-US" altLang="zh-CN" sz="2800" i="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BC</m:t>
                    </m:r>
                    <m:r>
                      <a:rPr lang="en-US" altLang="zh-CN" sz="2800" b="0" i="0" smtClean="0">
                        <a:solidFill>
                          <a:schemeClr val="accent5">
                            <a:lumMod val="75000"/>
                          </a:schemeClr>
                        </a:solidFill>
                        <a:latin typeface="Cambria Math" panose="02040503050406030204" pitchFamily="18" charset="0"/>
                      </a:rPr>
                      <m:t>=</m:t>
                    </m:r>
                    <m:d>
                      <m:dPr>
                        <m:ctrlPr>
                          <a:rPr lang="en-US" altLang="zh-CN" sz="2800" i="1">
                            <a:solidFill>
                              <a:schemeClr val="accent5">
                                <a:lumMod val="75000"/>
                              </a:schemeClr>
                            </a:solidFill>
                            <a:latin typeface="Cambria Math" panose="02040503050406030204" pitchFamily="18" charset="0"/>
                          </a:rPr>
                        </m:ctrlPr>
                      </m:dPr>
                      <m:e>
                        <m:r>
                          <m:rPr>
                            <m:sty m:val="p"/>
                          </m:rPr>
                          <a:rPr lang="en-US" altLang="zh-CN" sz="2800" b="0" i="0" smtClean="0">
                            <a:solidFill>
                              <a:schemeClr val="accent5">
                                <a:lumMod val="75000"/>
                              </a:schemeClr>
                            </a:solidFill>
                            <a:latin typeface="Cambria Math" panose="02040503050406030204" pitchFamily="18" charset="0"/>
                          </a:rPr>
                          <m:t>A</m:t>
                        </m:r>
                        <m:r>
                          <a:rPr lang="en-US" altLang="zh-CN" sz="2800" i="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B</m:t>
                        </m:r>
                      </m:e>
                    </m:d>
                    <m:r>
                      <a:rPr lang="en-US" altLang="zh-CN" sz="2800" b="0" i="0" smtClean="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A</m:t>
                    </m:r>
                    <m:r>
                      <a:rPr lang="en-US" altLang="zh-CN" sz="2800" b="0" i="0" smtClean="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C</m:t>
                    </m:r>
                    <m:r>
                      <a:rPr lang="en-US" altLang="zh-CN" sz="2800" b="0" i="0" smtClean="0">
                        <a:solidFill>
                          <a:schemeClr val="accent5">
                            <a:lumMod val="75000"/>
                          </a:schemeClr>
                        </a:solidFill>
                        <a:latin typeface="Cambria Math" panose="02040503050406030204" pitchFamily="18" charset="0"/>
                      </a:rPr>
                      <m:t>)</m:t>
                    </m:r>
                  </m:oMath>
                </a14:m>
                <a:endParaRPr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1200"/>
                  </a:spcAft>
                  <a:buFont typeface="Wingdings" panose="05000000000000000000" pitchFamily="2" charset="2"/>
                  <a:buChar char="Ø"/>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吸收律：</a:t>
                </a:r>
                <a14:m>
                  <m:oMath xmlns:m="http://schemas.openxmlformats.org/officeDocument/2006/math">
                    <m:r>
                      <m:rPr>
                        <m:sty m:val="p"/>
                      </m:rPr>
                      <a:rPr lang="en-US" altLang="zh-CN" sz="2800" i="0">
                        <a:solidFill>
                          <a:schemeClr val="accent5">
                            <a:lumMod val="75000"/>
                          </a:schemeClr>
                        </a:solidFill>
                        <a:latin typeface="Cambria Math" panose="02040503050406030204" pitchFamily="18" charset="0"/>
                      </a:rPr>
                      <m:t>A</m:t>
                    </m:r>
                    <m:r>
                      <a:rPr lang="en-US" altLang="zh-CN" sz="2800" i="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AB</m:t>
                    </m:r>
                    <m:r>
                      <a:rPr lang="en-US" altLang="zh-CN" sz="2800" b="0" i="0" smtClean="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A</m:t>
                    </m:r>
                  </m:oMath>
                </a14:m>
                <a:r>
                  <a:rPr lang="en-US" altLang="zh-CN" sz="28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800" i="0">
                        <a:solidFill>
                          <a:schemeClr val="accent5">
                            <a:lumMod val="75000"/>
                          </a:schemeClr>
                        </a:solidFill>
                        <a:latin typeface="Cambria Math" panose="02040503050406030204" pitchFamily="18" charset="0"/>
                      </a:rPr>
                      <m:t>A</m:t>
                    </m:r>
                    <m:r>
                      <a:rPr lang="en-US" altLang="zh-CN" sz="2800" b="0" i="0" smtClean="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A</m:t>
                    </m:r>
                    <m:r>
                      <a:rPr lang="en-US" altLang="zh-CN" sz="2800" b="0" i="0" smtClean="0">
                        <a:solidFill>
                          <a:schemeClr val="accent5">
                            <a:lumMod val="75000"/>
                          </a:schemeClr>
                        </a:solidFill>
                        <a:latin typeface="Cambria Math" panose="02040503050406030204" pitchFamily="18" charset="0"/>
                      </a:rPr>
                      <m:t>+</m:t>
                    </m:r>
                    <m:r>
                      <m:rPr>
                        <m:sty m:val="p"/>
                      </m:rPr>
                      <a:rPr lang="en-US" altLang="zh-CN" sz="2800" b="0" i="0" smtClean="0">
                        <a:solidFill>
                          <a:schemeClr val="accent5">
                            <a:lumMod val="75000"/>
                          </a:schemeClr>
                        </a:solidFill>
                        <a:latin typeface="Cambria Math" panose="02040503050406030204" pitchFamily="18" charset="0"/>
                      </a:rPr>
                      <m:t>B</m:t>
                    </m:r>
                    <m:r>
                      <a:rPr lang="en-US" altLang="zh-CN" sz="2800" b="0" i="0" smtClean="0">
                        <a:solidFill>
                          <a:schemeClr val="accent5">
                            <a:lumMod val="75000"/>
                          </a:schemeClr>
                        </a:solidFill>
                        <a:latin typeface="Cambria Math" panose="02040503050406030204" pitchFamily="18" charset="0"/>
                      </a:rPr>
                      <m:t>)=</m:t>
                    </m:r>
                    <m:r>
                      <m:rPr>
                        <m:sty m:val="p"/>
                      </m:rPr>
                      <a:rPr lang="en-US" altLang="zh-CN" sz="2800" i="0">
                        <a:solidFill>
                          <a:schemeClr val="accent5">
                            <a:lumMod val="75000"/>
                          </a:schemeClr>
                        </a:solidFill>
                        <a:latin typeface="Cambria Math" panose="02040503050406030204" pitchFamily="18" charset="0"/>
                      </a:rPr>
                      <m:t>A</m:t>
                    </m:r>
                  </m:oMath>
                </a14:m>
                <a:endParaRPr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1200"/>
                  </a:spcAft>
                  <a:buFont typeface="Wingdings" panose="05000000000000000000" pitchFamily="2" charset="2"/>
                  <a:buChar char="Ø"/>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反演律：</a:t>
                </a:r>
                <a14:m>
                  <m:oMath xmlns:m="http://schemas.openxmlformats.org/officeDocument/2006/math">
                    <m:acc>
                      <m:accPr>
                        <m:chr m:val="̅"/>
                        <m:ctrlPr>
                          <a:rPr lang="en-US" altLang="zh-CN" sz="2800" i="1" smtClean="0">
                            <a:solidFill>
                              <a:schemeClr val="accent5">
                                <a:lumMod val="75000"/>
                              </a:schemeClr>
                            </a:solidFill>
                            <a:latin typeface="Cambria Math" panose="02040503050406030204" pitchFamily="18" charset="0"/>
                          </a:rPr>
                        </m:ctrlPr>
                      </m:accPr>
                      <m:e>
                        <m:r>
                          <m:rPr>
                            <m:sty m:val="p"/>
                          </m:rPr>
                          <a:rPr lang="en-US" altLang="zh-CN" sz="2800" i="0">
                            <a:solidFill>
                              <a:schemeClr val="accent5">
                                <a:lumMod val="75000"/>
                              </a:schemeClr>
                            </a:solidFill>
                            <a:latin typeface="Cambria Math" panose="02040503050406030204" pitchFamily="18" charset="0"/>
                          </a:rPr>
                          <m:t>A</m:t>
                        </m:r>
                        <m:r>
                          <a:rPr lang="en-US" altLang="zh-CN" sz="2800" i="0">
                            <a:solidFill>
                              <a:schemeClr val="accent5">
                                <a:lumMod val="75000"/>
                              </a:schemeClr>
                            </a:solidFill>
                            <a:latin typeface="Cambria Math" panose="02040503050406030204" pitchFamily="18" charset="0"/>
                          </a:rPr>
                          <m:t>+</m:t>
                        </m:r>
                        <m:r>
                          <m:rPr>
                            <m:sty m:val="p"/>
                          </m:rPr>
                          <a:rPr lang="en-US" altLang="zh-CN" sz="2800" i="0">
                            <a:solidFill>
                              <a:schemeClr val="accent5">
                                <a:lumMod val="75000"/>
                              </a:schemeClr>
                            </a:solidFill>
                            <a:latin typeface="Cambria Math" panose="02040503050406030204" pitchFamily="18" charset="0"/>
                          </a:rPr>
                          <m:t>B</m:t>
                        </m:r>
                      </m:e>
                    </m:acc>
                    <m:r>
                      <a:rPr lang="en-US" altLang="zh-CN" sz="2800" b="0" i="0" smtClean="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i="0">
                            <a:solidFill>
                              <a:schemeClr val="accent5">
                                <a:lumMod val="75000"/>
                              </a:schemeClr>
                            </a:solidFill>
                            <a:latin typeface="Cambria Math" panose="02040503050406030204" pitchFamily="18" charset="0"/>
                          </a:rPr>
                          <m:t>A</m:t>
                        </m:r>
                      </m:e>
                    </m:acc>
                    <m:r>
                      <a:rPr lang="en-US" altLang="zh-CN" sz="2800" i="0">
                        <a:solidFill>
                          <a:schemeClr val="accent5">
                            <a:lumMod val="75000"/>
                          </a:schemeClr>
                        </a:solidFill>
                        <a:latin typeface="Cambria Math" panose="02040503050406030204" pitchFamily="18" charset="0"/>
                        <a:ea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b="0" i="0" smtClean="0">
                            <a:solidFill>
                              <a:schemeClr val="accent5">
                                <a:lumMod val="75000"/>
                              </a:schemeClr>
                            </a:solidFill>
                            <a:latin typeface="Cambria Math" panose="02040503050406030204" pitchFamily="18" charset="0"/>
                          </a:rPr>
                          <m:t>B</m:t>
                        </m:r>
                      </m:e>
                    </m:acc>
                  </m:oMath>
                </a14:m>
                <a:r>
                  <a:rPr lang="en-US" altLang="zh-CN" sz="28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i="0">
                            <a:solidFill>
                              <a:schemeClr val="accent5">
                                <a:lumMod val="75000"/>
                              </a:schemeClr>
                            </a:solidFill>
                            <a:latin typeface="Cambria Math" panose="02040503050406030204" pitchFamily="18" charset="0"/>
                          </a:rPr>
                          <m:t>AB</m:t>
                        </m:r>
                      </m:e>
                    </m:acc>
                    <m:r>
                      <a:rPr lang="en-US" altLang="zh-CN" sz="2800" i="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i="0">
                            <a:solidFill>
                              <a:schemeClr val="accent5">
                                <a:lumMod val="75000"/>
                              </a:schemeClr>
                            </a:solidFill>
                            <a:latin typeface="Cambria Math" panose="02040503050406030204" pitchFamily="18" charset="0"/>
                          </a:rPr>
                          <m:t>A</m:t>
                        </m:r>
                      </m:e>
                    </m:acc>
                    <m:r>
                      <a:rPr lang="en-US" altLang="zh-CN" sz="2800" i="0">
                        <a:solidFill>
                          <a:schemeClr val="accent5">
                            <a:lumMod val="75000"/>
                          </a:schemeClr>
                        </a:solidFill>
                        <a:latin typeface="Cambria Math" panose="02040503050406030204" pitchFamily="18" charset="0"/>
                        <a:ea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m:rPr>
                            <m:sty m:val="p"/>
                          </m:rPr>
                          <a:rPr lang="en-US" altLang="zh-CN" sz="2800" i="0">
                            <a:solidFill>
                              <a:schemeClr val="accent5">
                                <a:lumMod val="75000"/>
                              </a:schemeClr>
                            </a:solidFill>
                            <a:latin typeface="Cambria Math" panose="02040503050406030204" pitchFamily="18" charset="0"/>
                          </a:rPr>
                          <m:t>B</m:t>
                        </m:r>
                      </m:e>
                    </m:acc>
                  </m:oMath>
                </a14:m>
                <a:endParaRPr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4" name="文本框 13">
                <a:extLst>
                  <a:ext uri="{FF2B5EF4-FFF2-40B4-BE49-F238E27FC236}">
                    <a16:creationId xmlns:a16="http://schemas.microsoft.com/office/drawing/2014/main" id="{053F7EFF-0C05-9920-53C7-F0B0F934B912}"/>
                  </a:ext>
                </a:extLst>
              </p:cNvPr>
              <p:cNvSpPr txBox="1">
                <a:spLocks noRot="1" noChangeAspect="1" noMove="1" noResize="1" noEditPoints="1" noAdjustHandles="1" noChangeArrowheads="1" noChangeShapeType="1" noTextEdit="1"/>
              </p:cNvSpPr>
              <p:nvPr/>
            </p:nvSpPr>
            <p:spPr>
              <a:xfrm>
                <a:off x="360000" y="3600000"/>
                <a:ext cx="10795733" cy="2863220"/>
              </a:xfrm>
              <a:prstGeom prst="rect">
                <a:avLst/>
              </a:prstGeom>
              <a:blipFill>
                <a:blip r:embed="rId4"/>
                <a:stretch>
                  <a:fillRect t="-2345" b="-5117"/>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87AE56AA-A9A6-1D07-564B-D94F2DFA4681}"/>
              </a:ext>
            </a:extLst>
          </p:cNvPr>
          <p:cNvSpPr/>
          <p:nvPr/>
        </p:nvSpPr>
        <p:spPr>
          <a:xfrm>
            <a:off x="826680" y="5904000"/>
            <a:ext cx="9792000" cy="504000"/>
          </a:xfrm>
          <a:prstGeom prst="rect">
            <a:avLst/>
          </a:prstGeom>
          <a:noFill/>
          <a:ln w="2540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5CE71A48-FCA8-203E-9C55-E3FF7C02C59F}"/>
              </a:ext>
            </a:extLst>
          </p:cNvPr>
          <p:cNvSpPr txBox="1"/>
          <p:nvPr/>
        </p:nvSpPr>
        <p:spPr>
          <a:xfrm>
            <a:off x="9000000" y="5904000"/>
            <a:ext cx="1620000" cy="504000"/>
          </a:xfrm>
          <a:prstGeom prst="rect">
            <a:avLst/>
          </a:prstGeom>
          <a:noFill/>
        </p:spPr>
        <p:txBody>
          <a:bodyPr wrap="square">
            <a:spAutoFit/>
          </a:bodyPr>
          <a:lstStyle/>
          <a:p>
            <a:pPr algn="ctr"/>
            <a:r>
              <a:rPr kumimoji="1" lang="zh-CN" altLang="en-US" sz="2800" b="1" dirty="0">
                <a:solidFill>
                  <a:srgbClr val="C00000"/>
                </a:solidFill>
                <a:latin typeface="微软雅黑" panose="020B0503020204020204" pitchFamily="34" charset="-122"/>
                <a:ea typeface="微软雅黑" panose="020B0503020204020204" pitchFamily="34" charset="-122"/>
              </a:rPr>
              <a:t>摩根定理</a:t>
            </a:r>
            <a:endParaRPr lang="zh-CN" altLang="en-US" sz="2800" b="1" dirty="0">
              <a:solidFill>
                <a:srgbClr val="C00000"/>
              </a:solidFill>
            </a:endParaRPr>
          </a:p>
        </p:txBody>
      </p:sp>
    </p:spTree>
    <p:extLst>
      <p:ext uri="{BB962C8B-B14F-4D97-AF65-F5344CB8AC3E}">
        <p14:creationId xmlns:p14="http://schemas.microsoft.com/office/powerpoint/2010/main" val="175849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F13F4B-BA3B-8C8B-1474-DB6295FDA332}"/>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数字部分（逻辑代数基础）</a:t>
            </a:r>
          </a:p>
        </p:txBody>
      </p:sp>
      <p:grpSp>
        <p:nvGrpSpPr>
          <p:cNvPr id="3" name="组合 2">
            <a:extLst>
              <a:ext uri="{FF2B5EF4-FFF2-40B4-BE49-F238E27FC236}">
                <a16:creationId xmlns:a16="http://schemas.microsoft.com/office/drawing/2014/main" id="{E7396EE8-DFEC-6F73-073B-0E6C3E51E6F5}"/>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90872494-2D8B-6172-63D9-367812AB8B8B}"/>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9661B5CC-B6B9-3056-49C6-4988B4234E7D}"/>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D1D0DD21-A211-C8CD-5BBF-0C1A48464492}"/>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CCD0AB46-95B7-0F4D-10DD-4ED3949AFA06}"/>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11</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A7B00EE-FCEC-7C98-E337-75EA7B4AFA24}"/>
                  </a:ext>
                </a:extLst>
              </p:cNvPr>
              <p:cNvSpPr txBox="1"/>
              <p:nvPr/>
            </p:nvSpPr>
            <p:spPr>
              <a:xfrm>
                <a:off x="359999" y="827999"/>
                <a:ext cx="10690860" cy="504253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逻辑函数式 </a:t>
                </a:r>
                <a14:m>
                  <m:oMath xmlns:m="http://schemas.openxmlformats.org/officeDocument/2006/math">
                    <m:r>
                      <m:rPr>
                        <m:sty m:val="p"/>
                      </m:rPr>
                      <a:rPr lang="en-US" altLang="zh-CN" sz="2800" b="0" i="0" smtClean="0">
                        <a:solidFill>
                          <a:srgbClr val="002060"/>
                        </a:solidFill>
                        <a:latin typeface="Cambria Math" panose="02040503050406030204" pitchFamily="18" charset="0"/>
                      </a:rPr>
                      <m:t>Y</m:t>
                    </m:r>
                  </m:oMath>
                </a14:m>
                <a:r>
                  <a:rPr kumimoji="1" lang="zh-CN" altLang="en-US" sz="2800" dirty="0">
                    <a:solidFill>
                      <a:srgbClr val="002060"/>
                    </a:solidFill>
                    <a:latin typeface="微软雅黑" panose="020B0503020204020204" pitchFamily="34" charset="-122"/>
                    <a:ea typeface="微软雅黑" panose="020B0503020204020204" pitchFamily="34" charset="-122"/>
                  </a:rPr>
                  <a:t> 的反函数和对偶式</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反函数 </a:t>
                </a:r>
                <a14:m>
                  <m:oMath xmlns:m="http://schemas.openxmlformats.org/officeDocument/2006/math">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Y</m:t>
                        </m:r>
                      </m:e>
                    </m:ba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反演规则：与变或、或变与、常量取反、变量取反</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注意加括号，不属于单个变量上的非号保留不变</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例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Y</m:t>
                    </m:r>
                    <m:r>
                      <a:rPr lang="en-US" altLang="zh-CN" sz="2400" b="0" i="0" smtClean="0">
                        <a:solidFill>
                          <a:schemeClr val="accent5">
                            <a:lumMod val="75000"/>
                          </a:schemeClr>
                        </a:solidFill>
                        <a:latin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A</m:t>
                    </m:r>
                    <m:r>
                      <a:rPr lang="en-US" altLang="zh-CN" sz="2400" b="0" i="1" smtClean="0">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e>
                    </m:bar>
                    <m:r>
                      <a:rPr lang="en-US" altLang="zh-CN" sz="2400">
                        <a:solidFill>
                          <a:schemeClr val="accent5">
                            <a:lumMod val="75000"/>
                          </a:schemeClr>
                        </a:solidFill>
                        <a:latin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B</m:t>
                    </m:r>
                    <m:r>
                      <a:rPr lang="en-US" altLang="zh-CN" sz="2400" b="0" i="1" smtClean="0">
                        <a:solidFill>
                          <a:schemeClr val="accent5">
                            <a:lumMod val="75000"/>
                          </a:schemeClr>
                        </a:solidFill>
                        <a:latin typeface="Cambria Math" panose="02040503050406030204" pitchFamily="18" charset="0"/>
                      </a:rPr>
                      <m:t>)</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，其反函数为 </a:t>
                </a:r>
                <a14:m>
                  <m:oMath xmlns:m="http://schemas.openxmlformats.org/officeDocument/2006/math">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Y</m:t>
                        </m:r>
                      </m:e>
                    </m:bar>
                    <m:r>
                      <a:rPr lang="en-US" altLang="zh-CN" sz="2400" b="0" i="1" smtClean="0">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e>
                    </m:bar>
                    <m:r>
                      <a:rPr lang="en-US" altLang="zh-CN" sz="2400" b="0" i="1" smtClean="0">
                        <a:solidFill>
                          <a:schemeClr val="accent5">
                            <a:lumMod val="75000"/>
                          </a:schemeClr>
                        </a:solidFill>
                        <a:latin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A</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b="0" i="0" smtClean="0">
                            <a:solidFill>
                              <a:schemeClr val="accent5">
                                <a:lumMod val="75000"/>
                              </a:schemeClr>
                            </a:solidFill>
                            <a:latin typeface="Cambria Math" panose="02040503050406030204" pitchFamily="18" charset="0"/>
                          </a:rPr>
                          <m:t>B</m:t>
                        </m:r>
                      </m:e>
                    </m:ba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例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2</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lang="en-US" altLang="zh-CN" sz="2400" dirty="0">
                    <a:solidFill>
                      <a:schemeClr val="accent5">
                        <a:lumMod val="75000"/>
                      </a:schemeClr>
                    </a:solidFill>
                    <a:ea typeface="微软雅黑" panose="020B0503020204020204" pitchFamily="34" charset="-122"/>
                  </a:rPr>
                  <a:t>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Y</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A</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B</m:t>
                        </m:r>
                      </m:e>
                    </m:bar>
                    <m:r>
                      <a:rPr lang="en-US" altLang="zh-CN" sz="2400">
                        <a:solidFill>
                          <a:schemeClr val="accent5">
                            <a:lumMod val="75000"/>
                          </a:schemeClr>
                        </a:solidFill>
                        <a:latin typeface="Cambria Math" panose="02040503050406030204" pitchFamily="18" charset="0"/>
                        <a:ea typeface="微软雅黑" panose="020B0503020204020204" pitchFamily="34" charset="-122"/>
                      </a:rPr>
                      <m:t>+</m:t>
                    </m:r>
                    <m:bar>
                      <m:barPr>
                        <m:pos m:val="top"/>
                        <m:ctrlPr>
                          <a:rPr lang="en-US" altLang="zh-CN" sz="2400" i="1">
                            <a:solidFill>
                              <a:schemeClr val="accent5">
                                <a:lumMod val="75000"/>
                              </a:schemeClr>
                            </a:solidFill>
                            <a:latin typeface="Cambria Math" panose="02040503050406030204" pitchFamily="18" charset="0"/>
                          </a:rPr>
                        </m:ctrlPr>
                      </m:barPr>
                      <m:e>
                        <m:r>
                          <a:rPr lang="en-US" altLang="zh-CN" sz="2400" b="0" i="0" smtClean="0">
                            <a:solidFill>
                              <a:schemeClr val="accent5">
                                <a:lumMod val="75000"/>
                              </a:schemeClr>
                            </a:solidFill>
                            <a:latin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A</m:t>
                        </m:r>
                        <m:r>
                          <a:rPr lang="en-US" altLang="zh-CN" sz="2400" b="0" i="0" smtClean="0">
                            <a:solidFill>
                              <a:schemeClr val="accent5">
                                <a:lumMod val="75000"/>
                              </a:schemeClr>
                            </a:solidFill>
                            <a:latin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C</m:t>
                        </m:r>
                        <m:r>
                          <a:rPr lang="en-US" altLang="zh-CN" sz="2400" b="0" i="0" smtClean="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B</m:t>
                        </m:r>
                      </m:e>
                    </m:bar>
                    <m:r>
                      <a:rPr lang="en-US" altLang="zh-CN" sz="2400" b="0" i="1" smtClean="0">
                        <a:solidFill>
                          <a:schemeClr val="accent5">
                            <a:lumMod val="75000"/>
                          </a:schemeClr>
                        </a:solidFill>
                        <a:latin typeface="Cambria Math" panose="02040503050406030204" pitchFamily="18" charset="0"/>
                        <a:ea typeface="微软雅黑" panose="020B0503020204020204" pitchFamily="34" charset="-122"/>
                      </a:rPr>
                      <m:t> </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，其反函数为 </a:t>
                </a:r>
                <a14:m>
                  <m:oMath xmlns:m="http://schemas.openxmlformats.org/officeDocument/2006/math">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Y</m:t>
                        </m:r>
                      </m:e>
                    </m:bar>
                    <m:r>
                      <a:rPr lang="en-US" altLang="zh-CN" sz="2400" i="1">
                        <a:solidFill>
                          <a:schemeClr val="accent5">
                            <a:lumMod val="75000"/>
                          </a:schemeClr>
                        </a:solidFill>
                        <a:latin typeface="Cambria Math" panose="02040503050406030204" pitchFamily="18" charset="0"/>
                      </a:rPr>
                      <m:t>=</m:t>
                    </m:r>
                    <m: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e>
                    </m:bar>
                    <m: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m:t>
                    </m:r>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B</m:t>
                    </m:r>
                    <m:r>
                      <a:rPr kumimoji="1" lang="en-US" altLang="zh-CN" sz="2400" b="0" i="1" dirty="0" smtClean="0">
                        <a:solidFill>
                          <a:schemeClr val="accent5">
                            <a:lumMod val="75000"/>
                          </a:schemeClr>
                        </a:solidFill>
                        <a:latin typeface="Cambria Math" panose="02040503050406030204" pitchFamily="18" charset="0"/>
                        <a:ea typeface="微软雅黑" panose="020B0503020204020204" pitchFamily="34" charset="-122"/>
                      </a:rPr>
                      <m:t>)</m:t>
                    </m:r>
                    <m:bar>
                      <m:barPr>
                        <m:pos m:val="top"/>
                        <m:ctrlPr>
                          <a:rPr kumimoji="1" lang="en-US" altLang="zh-CN" sz="2400" b="0" i="1" dirty="0" smtClean="0">
                            <a:solidFill>
                              <a:schemeClr val="accent5">
                                <a:lumMod val="75000"/>
                              </a:schemeClr>
                            </a:solidFill>
                            <a:latin typeface="Cambria Math" panose="02040503050406030204" pitchFamily="18" charset="0"/>
                            <a:ea typeface="微软雅黑" panose="020B0503020204020204" pitchFamily="34" charset="-122"/>
                          </a:rPr>
                        </m:ctrlPr>
                      </m:barPr>
                      <m:e>
                        <m:r>
                          <a:rPr kumimoji="1" lang="en-US" altLang="zh-CN" sz="2400" b="0" i="1" dirty="0" smtClean="0">
                            <a:solidFill>
                              <a:schemeClr val="accent5">
                                <a:lumMod val="75000"/>
                              </a:schemeClr>
                            </a:solidFill>
                            <a:latin typeface="Cambria Math" panose="02040503050406030204" pitchFamily="18" charset="0"/>
                            <a:ea typeface="微软雅黑" panose="020B0503020204020204" pitchFamily="34" charset="-122"/>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e>
                        </m:bar>
                        <m:r>
                          <a:rPr lang="en-US" altLang="zh-CN" sz="2400" i="1">
                            <a:solidFill>
                              <a:schemeClr val="accent5">
                                <a:lumMod val="75000"/>
                              </a:schemeClr>
                            </a:solidFill>
                            <a:latin typeface="Cambria Math" panose="02040503050406030204" pitchFamily="18" charset="0"/>
                          </a:rPr>
                          <m:t> </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C</m:t>
                            </m:r>
                          </m:e>
                        </m:bar>
                        <m: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B</m:t>
                            </m:r>
                          </m:e>
                        </m:bar>
                        <m:r>
                          <a:rPr lang="en-US" altLang="zh-CN" sz="2400" b="0" i="1" smtClean="0">
                            <a:solidFill>
                              <a:schemeClr val="accent5">
                                <a:lumMod val="75000"/>
                              </a:schemeClr>
                            </a:solidFill>
                            <a:latin typeface="Cambria Math" panose="02040503050406030204" pitchFamily="18" charset="0"/>
                          </a:rPr>
                          <m:t>)</m:t>
                        </m:r>
                      </m:e>
                    </m:ba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对偶式 </a:t>
                </a:r>
                <a14:m>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Y</m:t>
                    </m:r>
                    <m:r>
                      <a:rPr lang="en-US" altLang="zh-CN" sz="2400" b="0" i="0" smtClean="0">
                        <a:solidFill>
                          <a:schemeClr val="accent5">
                            <a:lumMod val="75000"/>
                          </a:schemeClr>
                        </a:solidFill>
                        <a:latin typeface="Cambria Math" panose="02040503050406030204" pitchFamily="18" charset="0"/>
                      </a:rPr>
                      <m:t>′</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对偶规则：与变或、或变与、常量取反、变量保持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例：</a:t>
                </a:r>
                <a:r>
                  <a:rPr lang="en-US" altLang="zh-CN" sz="2400" dirty="0">
                    <a:solidFill>
                      <a:schemeClr val="accent5">
                        <a:lumMod val="75000"/>
                      </a:schemeClr>
                    </a:solidFill>
                  </a:rPr>
                  <a:t>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Y</m:t>
                    </m: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m:t>
                    </m:r>
                    <m:r>
                      <a:rPr lang="en-US" altLang="zh-CN" sz="2400" i="1">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e>
                    </m:ba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B</m:t>
                    </m:r>
                    <m:r>
                      <a:rPr lang="en-US" altLang="zh-CN" sz="2400" i="1">
                        <a:solidFill>
                          <a:schemeClr val="accent5">
                            <a:lumMod val="75000"/>
                          </a:schemeClr>
                        </a:solidFill>
                        <a:latin typeface="Cambria Math" panose="02040503050406030204" pitchFamily="18" charset="0"/>
                      </a:rPr>
                      <m:t>)</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，其对偶式为 </a:t>
                </a:r>
                <a14:m>
                  <m:oMath xmlns:m="http://schemas.openxmlformats.org/officeDocument/2006/math">
                    <m:sSup>
                      <m:sSupPr>
                        <m:ctrlPr>
                          <a:rPr lang="en-US" altLang="zh-CN" sz="2400" i="1">
                            <a:solidFill>
                              <a:schemeClr val="accent5">
                                <a:lumMod val="75000"/>
                              </a:schemeClr>
                            </a:solidFill>
                            <a:latin typeface="Cambria Math" panose="02040503050406030204" pitchFamily="18" charset="0"/>
                          </a:rPr>
                        </m:ctrlPr>
                      </m:sSupPr>
                      <m:e>
                        <m:r>
                          <m:rPr>
                            <m:sty m:val="p"/>
                          </m:rPr>
                          <a:rPr lang="en-US" altLang="zh-CN" sz="2400">
                            <a:solidFill>
                              <a:schemeClr val="accent5">
                                <a:lumMod val="75000"/>
                              </a:schemeClr>
                            </a:solidFill>
                            <a:latin typeface="Cambria Math" panose="02040503050406030204" pitchFamily="18" charset="0"/>
                          </a:rPr>
                          <m:t>Y</m:t>
                        </m:r>
                      </m:e>
                      <m:sup>
                        <m:r>
                          <a:rPr lang="en-US" altLang="zh-CN" sz="2400" i="1">
                            <a:solidFill>
                              <a:schemeClr val="accent5">
                                <a:lumMod val="75000"/>
                              </a:schemeClr>
                            </a:solidFill>
                            <a:latin typeface="Cambria Math" panose="02040503050406030204" pitchFamily="18" charset="0"/>
                          </a:rPr>
                          <m:t>′</m:t>
                        </m:r>
                      </m:sup>
                    </m:sSup>
                    <m:r>
                      <a:rPr lang="en-US" altLang="zh-CN" sz="2400" i="0" smtClean="0">
                        <a:solidFill>
                          <a:schemeClr val="accent5">
                            <a:lumMod val="75000"/>
                          </a:schemeClr>
                        </a:solidFill>
                        <a:latin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A</m:t>
                    </m:r>
                    <m:r>
                      <a:rPr lang="en-US" altLang="zh-CN" sz="2400" b="0" i="0" smtClean="0">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i="0">
                            <a:solidFill>
                              <a:schemeClr val="accent5">
                                <a:lumMod val="75000"/>
                              </a:schemeClr>
                            </a:solidFill>
                            <a:latin typeface="Cambria Math" panose="02040503050406030204" pitchFamily="18" charset="0"/>
                          </a:rPr>
                          <m:t>A</m:t>
                        </m:r>
                      </m:e>
                    </m:bar>
                    <m:r>
                      <m:rPr>
                        <m:sty m:val="p"/>
                      </m:rPr>
                      <a:rPr lang="en-US" altLang="zh-CN" sz="2400" b="0" i="0" smtClean="0">
                        <a:solidFill>
                          <a:schemeClr val="accent5">
                            <a:lumMod val="75000"/>
                          </a:schemeClr>
                        </a:solidFill>
                        <a:latin typeface="Cambria Math" panose="02040503050406030204" pitchFamily="18" charset="0"/>
                      </a:rPr>
                      <m:t>B</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8A7B00EE-FCEC-7C98-E337-75EA7B4AFA24}"/>
                  </a:ext>
                </a:extLst>
              </p:cNvPr>
              <p:cNvSpPr txBox="1">
                <a:spLocks noRot="1" noChangeAspect="1" noMove="1" noResize="1" noEditPoints="1" noAdjustHandles="1" noChangeArrowheads="1" noChangeShapeType="1" noTextEdit="1"/>
              </p:cNvSpPr>
              <p:nvPr/>
            </p:nvSpPr>
            <p:spPr>
              <a:xfrm>
                <a:off x="359999" y="827999"/>
                <a:ext cx="10690860" cy="5042534"/>
              </a:xfrm>
              <a:prstGeom prst="rect">
                <a:avLst/>
              </a:prstGeom>
              <a:blipFill>
                <a:blip r:embed="rId3"/>
                <a:stretch>
                  <a:fillRect l="-1026" t="-484" b="-16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41298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B402F-066A-9DC6-3A31-9F006F1AD50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AC28CF5-CF46-DF5D-984A-E6A5AC1D1BCA}"/>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数字部分（逻辑代数基础）</a:t>
            </a:r>
          </a:p>
        </p:txBody>
      </p:sp>
      <p:grpSp>
        <p:nvGrpSpPr>
          <p:cNvPr id="3" name="组合 2">
            <a:extLst>
              <a:ext uri="{FF2B5EF4-FFF2-40B4-BE49-F238E27FC236}">
                <a16:creationId xmlns:a16="http://schemas.microsoft.com/office/drawing/2014/main" id="{94C99C6B-D3CF-5F57-F7CD-2B73FEBCFC52}"/>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E6F15063-AEBD-91B2-46F4-34AF8FC333C1}"/>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0FEA03FB-B410-1CF8-3EE7-DA1C8858BF0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680E5BBC-AC0B-2D72-9952-077878B2367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216A76C3-956F-BE59-A780-1C836B4FEAD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12</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A502378-EA7D-1568-8B7D-80123EEF369A}"/>
                  </a:ext>
                </a:extLst>
              </p:cNvPr>
              <p:cNvSpPr txBox="1"/>
              <p:nvPr/>
            </p:nvSpPr>
            <p:spPr>
              <a:xfrm>
                <a:off x="359999" y="827999"/>
                <a:ext cx="10690860" cy="3943772"/>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逻辑函数的不同表达式</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与或：</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Y</m:t>
                    </m:r>
                    <m:r>
                      <a:rPr lang="en-US" altLang="zh-CN" sz="2400">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e>
                    </m:bar>
                    <m:r>
                      <m:rPr>
                        <m:sty m:val="p"/>
                      </m:rPr>
                      <a:rPr lang="en-US" altLang="zh-CN" sz="2400" b="0" i="0" smtClean="0">
                        <a:solidFill>
                          <a:schemeClr val="accent5">
                            <a:lumMod val="75000"/>
                          </a:schemeClr>
                        </a:solidFill>
                        <a:latin typeface="Cambria Math" panose="02040503050406030204" pitchFamily="18" charset="0"/>
                      </a:rPr>
                      <m:t>B</m:t>
                    </m:r>
                    <m:r>
                      <a:rPr lang="en-US" altLang="zh-CN" sz="2400" b="0" i="0" smtClean="0">
                        <a:solidFill>
                          <a:schemeClr val="accent5">
                            <a:lumMod val="75000"/>
                          </a:schemeClr>
                        </a:solidFill>
                        <a:latin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A</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b="0" i="0" smtClean="0">
                            <a:solidFill>
                              <a:schemeClr val="accent5">
                                <a:lumMod val="75000"/>
                              </a:schemeClr>
                            </a:solidFill>
                            <a:latin typeface="Cambria Math" panose="02040503050406030204" pitchFamily="18" charset="0"/>
                          </a:rPr>
                          <m:t>C</m:t>
                        </m:r>
                      </m:e>
                    </m:ba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或与：</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Y</m:t>
                    </m: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A</m:t>
                    </m:r>
                    <m:r>
                      <a:rPr lang="en-US" altLang="zh-CN" sz="240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B</m:t>
                    </m:r>
                    <m:r>
                      <a:rPr lang="en-US" altLang="zh-CN" sz="2400">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e>
                    </m:bar>
                    <m:r>
                      <a:rPr lang="en-US" altLang="zh-CN" sz="2400">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C</m:t>
                        </m:r>
                      </m:e>
                    </m:bar>
                    <m:r>
                      <a:rPr lang="en-US" altLang="zh-CN" sz="2400">
                        <a:solidFill>
                          <a:schemeClr val="accent5">
                            <a:lumMod val="75000"/>
                          </a:schemeClr>
                        </a:solidFill>
                        <a:latin typeface="Cambria Math" panose="02040503050406030204" pitchFamily="18" charset="0"/>
                      </a:rPr>
                      <m:t>)</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与非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与非：</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Y</m:t>
                    </m:r>
                    <m:r>
                      <a:rPr lang="en-US" altLang="zh-CN" sz="2400" i="1">
                        <a:solidFill>
                          <a:schemeClr val="accent5">
                            <a:lumMod val="75000"/>
                          </a:schemeClr>
                        </a:solidFill>
                        <a:latin typeface="Cambria Math" panose="02040503050406030204" pitchFamily="18" charset="0"/>
                      </a:rPr>
                      <m:t>=</m:t>
                    </m:r>
                    <m:bar>
                      <m:barPr>
                        <m:pos m:val="top"/>
                        <m:ctrlPr>
                          <a:rPr lang="en-US" altLang="zh-CN" sz="2400" i="1" smtClean="0">
                            <a:solidFill>
                              <a:schemeClr val="accent5">
                                <a:lumMod val="75000"/>
                              </a:schemeClr>
                            </a:solidFill>
                            <a:latin typeface="Cambria Math" panose="02040503050406030204" pitchFamily="18" charset="0"/>
                          </a:rPr>
                        </m:ctrlPr>
                      </m:barPr>
                      <m:e>
                        <m:bar>
                          <m:barPr>
                            <m:pos m:val="top"/>
                            <m:ctrlPr>
                              <a:rPr lang="en-US" altLang="zh-CN" sz="2400" i="1">
                                <a:solidFill>
                                  <a:schemeClr val="accent5">
                                    <a:lumMod val="75000"/>
                                  </a:schemeClr>
                                </a:solidFill>
                                <a:latin typeface="Cambria Math" panose="02040503050406030204" pitchFamily="18" charset="0"/>
                              </a:rPr>
                            </m:ctrlPr>
                          </m:barPr>
                          <m:e>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e>
                            </m:bar>
                            <m:r>
                              <m:rPr>
                                <m:sty m:val="p"/>
                              </m:rPr>
                              <a:rPr lang="en-US" altLang="zh-CN" sz="2400">
                                <a:solidFill>
                                  <a:schemeClr val="accent5">
                                    <a:lumMod val="75000"/>
                                  </a:schemeClr>
                                </a:solidFill>
                                <a:latin typeface="Cambria Math" panose="02040503050406030204" pitchFamily="18" charset="0"/>
                              </a:rPr>
                              <m:t>B</m:t>
                            </m:r>
                          </m:e>
                        </m:bar>
                        <m:r>
                          <a:rPr lang="en-US" altLang="zh-CN" sz="2400" i="1" smtClean="0">
                            <a:solidFill>
                              <a:schemeClr val="accent5">
                                <a:lumMod val="75000"/>
                              </a:schemeClr>
                            </a:solidFill>
                            <a:latin typeface="Cambria Math" panose="02040503050406030204" pitchFamily="18" charset="0"/>
                            <a:ea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C</m:t>
                                </m:r>
                              </m:e>
                            </m:bar>
                          </m:e>
                        </m:bar>
                      </m:e>
                    </m:ba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或非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或非：</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	</a:t>
                </a:r>
                <a:r>
                  <a:rPr lang="en-US" altLang="zh-CN" sz="2400" dirty="0">
                    <a:solidFill>
                      <a:schemeClr val="accent5">
                        <a:lumMod val="75000"/>
                      </a:schemeClr>
                    </a:solidFill>
                  </a:rPr>
                  <a:t>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Y</m:t>
                    </m:r>
                    <m:r>
                      <a:rPr lang="en-US" altLang="zh-CN" sz="2400" i="1">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b="0" i="0" smtClean="0">
                                <a:solidFill>
                                  <a:schemeClr val="accent5">
                                    <a:lumMod val="75000"/>
                                  </a:schemeClr>
                                </a:solidFill>
                                <a:latin typeface="Cambria Math" panose="02040503050406030204" pitchFamily="18" charset="0"/>
                              </a:rPr>
                              <m:t>A</m:t>
                            </m:r>
                            <m:r>
                              <a:rPr lang="en-US" altLang="zh-CN" sz="2400" b="0" i="0" smtClean="0">
                                <a:solidFill>
                                  <a:schemeClr val="accent5">
                                    <a:lumMod val="75000"/>
                                  </a:schemeClr>
                                </a:solidFill>
                                <a:latin typeface="Cambria Math" panose="02040503050406030204" pitchFamily="18" charset="0"/>
                              </a:rPr>
                              <m:t>+</m:t>
                            </m:r>
                            <m:r>
                              <m:rPr>
                                <m:sty m:val="p"/>
                              </m:rPr>
                              <a:rPr lang="en-US" altLang="zh-CN" sz="2400">
                                <a:solidFill>
                                  <a:schemeClr val="accent5">
                                    <a:lumMod val="75000"/>
                                  </a:schemeClr>
                                </a:solidFill>
                                <a:latin typeface="Cambria Math" panose="02040503050406030204" pitchFamily="18" charset="0"/>
                              </a:rPr>
                              <m:t>B</m:t>
                            </m:r>
                          </m:e>
                        </m:bar>
                        <m:r>
                          <a:rPr lang="en-US" altLang="zh-CN" sz="2400" b="0" i="1" smtClean="0">
                            <a:solidFill>
                              <a:schemeClr val="accent5">
                                <a:lumMod val="75000"/>
                              </a:schemeClr>
                            </a:solidFill>
                            <a:latin typeface="Cambria Math" panose="02040503050406030204" pitchFamily="18" charset="0"/>
                            <a:ea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e>
                            </m:bar>
                            <m:r>
                              <a:rPr lang="en-US" altLang="zh-CN" sz="2400" b="0" i="0" smtClean="0">
                                <a:solidFill>
                                  <a:schemeClr val="accent5">
                                    <a:lumMod val="75000"/>
                                  </a:schemeClr>
                                </a:solidFill>
                                <a:latin typeface="Cambria Math" panose="02040503050406030204" pitchFamily="18" charset="0"/>
                              </a:rPr>
                              <m:t>+</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C</m:t>
                                </m:r>
                              </m:e>
                            </m:bar>
                          </m:e>
                        </m:bar>
                      </m:e>
                    </m:ba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与或非：</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sym typeface="Wingdings" panose="05000000000000000000" pitchFamily="2" charset="2"/>
                  </a:rPr>
                  <a:t>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Y</m:t>
                    </m:r>
                    <m:r>
                      <a:rPr lang="en-US" altLang="zh-CN" sz="2400">
                        <a:solidFill>
                          <a:schemeClr val="accent5">
                            <a:lumMod val="75000"/>
                          </a:schemeClr>
                        </a:solidFill>
                        <a:latin typeface="Cambria Math" panose="02040503050406030204" pitchFamily="18" charset="0"/>
                      </a:rPr>
                      <m:t>=</m:t>
                    </m:r>
                    <m:bar>
                      <m:barPr>
                        <m:pos m:val="top"/>
                        <m:ctrlPr>
                          <a:rPr lang="en-US" altLang="zh-CN" sz="2400" i="1" smtClean="0">
                            <a:solidFill>
                              <a:schemeClr val="accent5">
                                <a:lumMod val="75000"/>
                              </a:schemeClr>
                            </a:solidFill>
                            <a:latin typeface="Cambria Math" panose="02040503050406030204" pitchFamily="18" charset="0"/>
                          </a:rPr>
                        </m:ctrlPr>
                      </m:barPr>
                      <m:e>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A</m:t>
                            </m:r>
                          </m:e>
                        </m:bar>
                        <m:r>
                          <a:rPr lang="en-US" altLang="zh-CN" sz="2400" i="1">
                            <a:solidFill>
                              <a:schemeClr val="accent5">
                                <a:lumMod val="75000"/>
                              </a:schemeClr>
                            </a:solidFill>
                            <a:latin typeface="Cambria Math" panose="02040503050406030204" pitchFamily="18" charset="0"/>
                          </a:rPr>
                          <m:t> </m:t>
                        </m:r>
                        <m:bar>
                          <m:barPr>
                            <m:pos m:val="top"/>
                            <m:ctrlPr>
                              <a:rPr lang="en-US" altLang="zh-CN" sz="2400" i="1">
                                <a:solidFill>
                                  <a:schemeClr val="accent5">
                                    <a:lumMod val="75000"/>
                                  </a:schemeClr>
                                </a:solidFill>
                                <a:latin typeface="Cambria Math" panose="02040503050406030204" pitchFamily="18" charset="0"/>
                              </a:rPr>
                            </m:ctrlPr>
                          </m:barPr>
                          <m:e>
                            <m:r>
                              <m:rPr>
                                <m:sty m:val="p"/>
                              </m:rPr>
                              <a:rPr lang="en-US" altLang="zh-CN" sz="2400">
                                <a:solidFill>
                                  <a:schemeClr val="accent5">
                                    <a:lumMod val="75000"/>
                                  </a:schemeClr>
                                </a:solidFill>
                                <a:latin typeface="Cambria Math" panose="02040503050406030204" pitchFamily="18" charset="0"/>
                              </a:rPr>
                              <m:t>B</m:t>
                            </m:r>
                          </m:e>
                        </m:bar>
                        <m:r>
                          <a:rPr lang="en-US" altLang="zh-CN" sz="2400" i="1">
                            <a:solidFill>
                              <a:schemeClr val="accent5">
                                <a:lumMod val="75000"/>
                              </a:schemeClr>
                            </a:solidFill>
                            <a:latin typeface="Cambria Math" panose="02040503050406030204" pitchFamily="18" charset="0"/>
                          </a:rPr>
                          <m:t>+</m:t>
                        </m:r>
                        <m:r>
                          <m:rPr>
                            <m:sty m:val="p"/>
                          </m:rPr>
                          <a:rPr lang="en-US" altLang="zh-CN" sz="2400" i="0">
                            <a:solidFill>
                              <a:schemeClr val="accent5">
                                <a:lumMod val="75000"/>
                              </a:schemeClr>
                            </a:solidFill>
                            <a:latin typeface="Cambria Math" panose="02040503050406030204" pitchFamily="18" charset="0"/>
                          </a:rPr>
                          <m:t>AC</m:t>
                        </m:r>
                      </m:e>
                    </m:ba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4A502378-EA7D-1568-8B7D-80123EEF369A}"/>
                  </a:ext>
                </a:extLst>
              </p:cNvPr>
              <p:cNvSpPr txBox="1">
                <a:spLocks noRot="1" noChangeAspect="1" noMove="1" noResize="1" noEditPoints="1" noAdjustHandles="1" noChangeArrowheads="1" noChangeShapeType="1" noTextEdit="1"/>
              </p:cNvSpPr>
              <p:nvPr/>
            </p:nvSpPr>
            <p:spPr>
              <a:xfrm>
                <a:off x="359999" y="827999"/>
                <a:ext cx="10690860" cy="3943772"/>
              </a:xfrm>
              <a:prstGeom prst="rect">
                <a:avLst/>
              </a:prstGeom>
              <a:blipFill>
                <a:blip r:embed="rId3"/>
                <a:stretch>
                  <a:fillRect l="-1026" t="-618" b="-2628"/>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2506A353-986C-56E3-764B-2E400E915602}"/>
              </a:ext>
            </a:extLst>
          </p:cNvPr>
          <p:cNvSpPr/>
          <p:nvPr/>
        </p:nvSpPr>
        <p:spPr>
          <a:xfrm>
            <a:off x="3240000" y="5400000"/>
            <a:ext cx="576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2060"/>
                </a:solidFill>
                <a:latin typeface="微软雅黑" panose="020B0503020204020204" pitchFamily="34" charset="-122"/>
                <a:ea typeface="微软雅黑" panose="020B0503020204020204" pitchFamily="34" charset="-122"/>
              </a:rPr>
              <a:t>会合理使用摩根定律变换不同表达式</a:t>
            </a:r>
          </a:p>
        </p:txBody>
      </p:sp>
    </p:spTree>
    <p:extLst>
      <p:ext uri="{BB962C8B-B14F-4D97-AF65-F5344CB8AC3E}">
        <p14:creationId xmlns:p14="http://schemas.microsoft.com/office/powerpoint/2010/main" val="933985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E9BCA-3378-C5A9-AE98-5D1A3D7285D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33BFD82-417D-62A2-6048-B17BB52C3F3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数字部分（逻辑代数基础）</a:t>
            </a:r>
          </a:p>
        </p:txBody>
      </p:sp>
      <p:grpSp>
        <p:nvGrpSpPr>
          <p:cNvPr id="3" name="组合 2">
            <a:extLst>
              <a:ext uri="{FF2B5EF4-FFF2-40B4-BE49-F238E27FC236}">
                <a16:creationId xmlns:a16="http://schemas.microsoft.com/office/drawing/2014/main" id="{1734E156-9E21-5EDC-2643-3CAF072E9F2B}"/>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EA559F02-EC33-AE88-4C4F-B304105C2A11}"/>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BF65360B-3625-A9AC-47D4-1E03543ACC1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EE7366AB-FFA9-B21D-E6F0-93F6976EFEE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9AF436D6-E718-AF5E-6D24-372094359AD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13</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15EFC7B-7990-2E73-087A-53E945ADCD60}"/>
                  </a:ext>
                </a:extLst>
              </p:cNvPr>
              <p:cNvSpPr txBox="1"/>
              <p:nvPr/>
            </p:nvSpPr>
            <p:spPr>
              <a:xfrm>
                <a:off x="359999" y="827999"/>
                <a:ext cx="11089270" cy="546156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最小项（</a:t>
                </a:r>
                <a14:m>
                  <m:oMath xmlns:m="http://schemas.openxmlformats.org/officeDocument/2006/math">
                    <m:sSub>
                      <m:sSubPr>
                        <m:ctrlPr>
                          <a:rPr kumimoji="1" lang="en-US" altLang="zh-CN" sz="2800" i="1">
                            <a:solidFill>
                              <a:srgbClr val="002060"/>
                            </a:solidFill>
                            <a:latin typeface="Cambria Math" panose="02040503050406030204" pitchFamily="18" charset="0"/>
                            <a:ea typeface="宋体" charset="0"/>
                          </a:rPr>
                        </m:ctrlPr>
                      </m:sSubPr>
                      <m:e>
                        <m:r>
                          <a:rPr kumimoji="1" lang="en-US" altLang="zh-CN" sz="2800" i="1">
                            <a:solidFill>
                              <a:srgbClr val="002060"/>
                            </a:solidFill>
                            <a:latin typeface="Cambria Math" panose="02040503050406030204" pitchFamily="18" charset="0"/>
                            <a:ea typeface="宋体" charset="0"/>
                          </a:rPr>
                          <m:t>𝑚</m:t>
                        </m:r>
                      </m:e>
                      <m:sub>
                        <m:r>
                          <a:rPr kumimoji="1" lang="en-US" altLang="zh-CN" sz="2800" i="1">
                            <a:solidFill>
                              <a:srgbClr val="002060"/>
                            </a:solidFill>
                            <a:latin typeface="Cambria Math" panose="02040503050406030204" pitchFamily="18" charset="0"/>
                            <a:ea typeface="宋体" charset="0"/>
                          </a:rPr>
                          <m:t>𝑖</m:t>
                        </m:r>
                      </m:sub>
                    </m:sSub>
                  </m:oMath>
                </a14:m>
                <a:r>
                  <a:rPr kumimoji="1" lang="zh-CN" altLang="en-US" sz="2800" dirty="0">
                    <a:solidFill>
                      <a:srgbClr val="002060"/>
                    </a:solidFill>
                    <a:latin typeface="微软雅黑" panose="020B0503020204020204" pitchFamily="34" charset="-122"/>
                    <a:ea typeface="微软雅黑" panose="020B0503020204020204" pitchFamily="34" charset="-122"/>
                  </a:rPr>
                  <a:t>）：</a:t>
                </a: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包含全部输入变量的与项，每个变量均以原变量或反变量的形式出现一次</a:t>
                </a:r>
                <a:endParaRPr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最大项（</a:t>
                </a:r>
                <a14:m>
                  <m:oMath xmlns:m="http://schemas.openxmlformats.org/officeDocument/2006/math">
                    <m:sSub>
                      <m:sSubPr>
                        <m:ctrlPr>
                          <a:rPr kumimoji="1" lang="en-US" altLang="zh-CN" sz="2800" i="1">
                            <a:solidFill>
                              <a:srgbClr val="002060"/>
                            </a:solidFill>
                            <a:latin typeface="Cambria Math" panose="02040503050406030204" pitchFamily="18" charset="0"/>
                            <a:ea typeface="宋体" charset="0"/>
                          </a:rPr>
                        </m:ctrlPr>
                      </m:sSubPr>
                      <m:e>
                        <m:r>
                          <a:rPr kumimoji="1" lang="en-US" altLang="zh-CN" sz="2800" b="0" i="1" smtClean="0">
                            <a:solidFill>
                              <a:srgbClr val="002060"/>
                            </a:solidFill>
                            <a:latin typeface="Cambria Math" panose="02040503050406030204" pitchFamily="18" charset="0"/>
                            <a:ea typeface="宋体" charset="0"/>
                          </a:rPr>
                          <m:t>𝑀</m:t>
                        </m:r>
                      </m:e>
                      <m:sub>
                        <m:r>
                          <a:rPr kumimoji="1" lang="en-US" altLang="zh-CN" sz="2800" i="1">
                            <a:solidFill>
                              <a:srgbClr val="002060"/>
                            </a:solidFill>
                            <a:latin typeface="Cambria Math" panose="02040503050406030204" pitchFamily="18" charset="0"/>
                            <a:ea typeface="宋体" charset="0"/>
                          </a:rPr>
                          <m:t>𝑖</m:t>
                        </m:r>
                      </m:sub>
                    </m:sSub>
                  </m:oMath>
                </a14:m>
                <a:r>
                  <a:rPr kumimoji="1" lang="zh-CN" altLang="en-US" sz="2800" dirty="0">
                    <a:solidFill>
                      <a:srgbClr val="002060"/>
                    </a:solidFill>
                    <a:latin typeface="微软雅黑" panose="020B0503020204020204" pitchFamily="34" charset="-122"/>
                    <a:ea typeface="微软雅黑" panose="020B0503020204020204" pitchFamily="34" charset="-122"/>
                  </a:rPr>
                  <a:t>）：</a:t>
                </a: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包含全部输入变量的或项，每个变量均以原变量或反变量的形式出现一次</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逻辑函数的标准式</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标准与或式：最小项之和，也称最小项表达式</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对应真值表输出为“</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”的输入的项</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标准或与式：最大项之积，也称最大项表达式</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对应真值表输出为“</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”的输入的项</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14:m>
                  <m:oMath xmlns:m="http://schemas.openxmlformats.org/officeDocument/2006/math">
                    <m:sSub>
                      <m:sSubPr>
                        <m:ctrlPr>
                          <a:rPr kumimoji="1" lang="en-US" altLang="zh-CN" sz="2800" i="1" smtClean="0">
                            <a:solidFill>
                              <a:srgbClr val="002060"/>
                            </a:solidFill>
                            <a:latin typeface="Cambria Math" panose="02040503050406030204" pitchFamily="18" charset="0"/>
                            <a:ea typeface="宋体" charset="0"/>
                          </a:rPr>
                        </m:ctrlPr>
                      </m:sSubPr>
                      <m:e>
                        <m:r>
                          <a:rPr kumimoji="1" lang="en-US" altLang="zh-CN" sz="2800" i="1">
                            <a:solidFill>
                              <a:srgbClr val="002060"/>
                            </a:solidFill>
                            <a:latin typeface="Cambria Math" panose="02040503050406030204" pitchFamily="18" charset="0"/>
                            <a:ea typeface="宋体" charset="0"/>
                          </a:rPr>
                          <m:t>𝑚</m:t>
                        </m:r>
                      </m:e>
                      <m:sub>
                        <m:r>
                          <a:rPr kumimoji="1" lang="en-US" altLang="zh-CN" sz="2800" i="1">
                            <a:solidFill>
                              <a:srgbClr val="002060"/>
                            </a:solidFill>
                            <a:latin typeface="Cambria Math" panose="02040503050406030204" pitchFamily="18" charset="0"/>
                            <a:ea typeface="宋体" charset="0"/>
                          </a:rPr>
                          <m:t>𝑖</m:t>
                        </m:r>
                      </m:sub>
                    </m:sSub>
                    <m:r>
                      <a:rPr kumimoji="1" lang="en-US" altLang="zh-CN" sz="2800" i="1">
                        <a:solidFill>
                          <a:srgbClr val="002060"/>
                        </a:solidFill>
                        <a:latin typeface="Cambria Math" panose="02040503050406030204" pitchFamily="18" charset="0"/>
                        <a:ea typeface="宋体" charset="0"/>
                      </a:rPr>
                      <m:t>=</m:t>
                    </m:r>
                    <m:acc>
                      <m:accPr>
                        <m:chr m:val="̅"/>
                        <m:ctrlPr>
                          <a:rPr kumimoji="1" lang="en-US" altLang="zh-CN" sz="2800" i="1">
                            <a:solidFill>
                              <a:srgbClr val="002060"/>
                            </a:solidFill>
                            <a:latin typeface="Cambria Math" panose="02040503050406030204" pitchFamily="18" charset="0"/>
                            <a:ea typeface="宋体" charset="0"/>
                          </a:rPr>
                        </m:ctrlPr>
                      </m:accPr>
                      <m:e>
                        <m:sSub>
                          <m:sSubPr>
                            <m:ctrlPr>
                              <a:rPr kumimoji="1" lang="en-US" altLang="zh-CN" sz="2800" i="1">
                                <a:solidFill>
                                  <a:srgbClr val="002060"/>
                                </a:solidFill>
                                <a:latin typeface="Cambria Math" panose="02040503050406030204" pitchFamily="18" charset="0"/>
                                <a:ea typeface="宋体" charset="0"/>
                              </a:rPr>
                            </m:ctrlPr>
                          </m:sSubPr>
                          <m:e>
                            <m:r>
                              <a:rPr kumimoji="1" lang="en-US" altLang="zh-CN" sz="2800" i="1">
                                <a:solidFill>
                                  <a:srgbClr val="002060"/>
                                </a:solidFill>
                                <a:latin typeface="Cambria Math" panose="02040503050406030204" pitchFamily="18" charset="0"/>
                                <a:ea typeface="宋体" charset="0"/>
                              </a:rPr>
                              <m:t>𝑀</m:t>
                            </m:r>
                          </m:e>
                          <m:sub>
                            <m:r>
                              <a:rPr kumimoji="1" lang="en-US" altLang="zh-CN" sz="2800" i="1">
                                <a:solidFill>
                                  <a:srgbClr val="002060"/>
                                </a:solidFill>
                                <a:latin typeface="Cambria Math" panose="02040503050406030204" pitchFamily="18" charset="0"/>
                                <a:ea typeface="宋体" charset="0"/>
                              </a:rPr>
                              <m:t>𝑖</m:t>
                            </m:r>
                          </m:sub>
                        </m:sSub>
                      </m:e>
                    </m:acc>
                  </m:oMath>
                </a14:m>
                <a:r>
                  <a:rPr kumimoji="1" lang="zh-CN" altLang="en-US" sz="2800" dirty="0">
                    <a:solidFill>
                      <a:srgbClr val="002060"/>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sz="2800" i="1">
                            <a:solidFill>
                              <a:srgbClr val="002060"/>
                            </a:solidFill>
                            <a:latin typeface="Cambria Math" panose="02040503050406030204" pitchFamily="18" charset="0"/>
                            <a:ea typeface="宋体" charset="0"/>
                          </a:rPr>
                        </m:ctrlPr>
                      </m:sSubPr>
                      <m:e>
                        <m:r>
                          <a:rPr kumimoji="1" lang="en-US" altLang="zh-CN" sz="2800" i="1">
                            <a:solidFill>
                              <a:srgbClr val="002060"/>
                            </a:solidFill>
                            <a:latin typeface="Cambria Math" panose="02040503050406030204" pitchFamily="18" charset="0"/>
                            <a:ea typeface="宋体" charset="0"/>
                          </a:rPr>
                          <m:t>𝑀</m:t>
                        </m:r>
                      </m:e>
                      <m:sub>
                        <m:r>
                          <a:rPr kumimoji="1" lang="en-US" altLang="zh-CN" sz="2800" i="1">
                            <a:solidFill>
                              <a:srgbClr val="002060"/>
                            </a:solidFill>
                            <a:latin typeface="Cambria Math" panose="02040503050406030204" pitchFamily="18" charset="0"/>
                            <a:ea typeface="宋体" charset="0"/>
                          </a:rPr>
                          <m:t>𝑖</m:t>
                        </m:r>
                      </m:sub>
                    </m:sSub>
                    <m:r>
                      <a:rPr kumimoji="1" lang="en-US" altLang="zh-CN" sz="2800" i="1">
                        <a:solidFill>
                          <a:srgbClr val="002060"/>
                        </a:solidFill>
                        <a:latin typeface="Cambria Math" panose="02040503050406030204" pitchFamily="18" charset="0"/>
                        <a:ea typeface="宋体" charset="0"/>
                      </a:rPr>
                      <m:t>=</m:t>
                    </m:r>
                    <m:acc>
                      <m:accPr>
                        <m:chr m:val="̅"/>
                        <m:ctrlPr>
                          <a:rPr kumimoji="1" lang="en-US" altLang="zh-CN" sz="2800" i="1">
                            <a:solidFill>
                              <a:srgbClr val="002060"/>
                            </a:solidFill>
                            <a:latin typeface="Cambria Math" panose="02040503050406030204" pitchFamily="18" charset="0"/>
                            <a:ea typeface="宋体" charset="0"/>
                          </a:rPr>
                        </m:ctrlPr>
                      </m:accPr>
                      <m:e>
                        <m:sSub>
                          <m:sSubPr>
                            <m:ctrlPr>
                              <a:rPr kumimoji="1" lang="en-US" altLang="zh-CN" sz="2800" i="1">
                                <a:solidFill>
                                  <a:srgbClr val="002060"/>
                                </a:solidFill>
                                <a:latin typeface="Cambria Math" panose="02040503050406030204" pitchFamily="18" charset="0"/>
                                <a:ea typeface="宋体" charset="0"/>
                              </a:rPr>
                            </m:ctrlPr>
                          </m:sSubPr>
                          <m:e>
                            <m:r>
                              <a:rPr kumimoji="1" lang="en-US" altLang="zh-CN" sz="2800" i="1">
                                <a:solidFill>
                                  <a:srgbClr val="002060"/>
                                </a:solidFill>
                                <a:latin typeface="Cambria Math" panose="02040503050406030204" pitchFamily="18" charset="0"/>
                                <a:ea typeface="宋体" charset="0"/>
                              </a:rPr>
                              <m:t>𝑚</m:t>
                            </m:r>
                          </m:e>
                          <m:sub>
                            <m:r>
                              <a:rPr kumimoji="1" lang="en-US" altLang="zh-CN" sz="2800" i="1">
                                <a:solidFill>
                                  <a:srgbClr val="002060"/>
                                </a:solidFill>
                                <a:latin typeface="Cambria Math" panose="02040503050406030204" pitchFamily="18" charset="0"/>
                                <a:ea typeface="宋体" charset="0"/>
                              </a:rPr>
                              <m:t>𝑖</m:t>
                            </m:r>
                          </m:sub>
                        </m:sSub>
                      </m:e>
                    </m:acc>
                  </m:oMath>
                </a14:m>
                <a:r>
                  <a:rPr kumimoji="1" lang="zh-CN" altLang="en-US" sz="2800" dirty="0">
                    <a:solidFill>
                      <a:srgbClr val="002060"/>
                    </a:solidFill>
                    <a:latin typeface="微软雅黑" panose="020B0503020204020204" pitchFamily="34" charset="-122"/>
                    <a:ea typeface="微软雅黑" panose="020B0503020204020204" pitchFamily="34" charset="-122"/>
                  </a:rPr>
                  <a:t>，最小项和最大项表达式转换相当于求补集</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715EFC7B-7990-2E73-087A-53E945ADCD60}"/>
                  </a:ext>
                </a:extLst>
              </p:cNvPr>
              <p:cNvSpPr txBox="1">
                <a:spLocks noRot="1" noChangeAspect="1" noMove="1" noResize="1" noEditPoints="1" noAdjustHandles="1" noChangeArrowheads="1" noChangeShapeType="1" noTextEdit="1"/>
              </p:cNvSpPr>
              <p:nvPr/>
            </p:nvSpPr>
            <p:spPr>
              <a:xfrm>
                <a:off x="359999" y="827999"/>
                <a:ext cx="11089270" cy="5461560"/>
              </a:xfrm>
              <a:prstGeom prst="rect">
                <a:avLst/>
              </a:prstGeom>
              <a:blipFill>
                <a:blip r:embed="rId3"/>
                <a:stretch>
                  <a:fillRect l="-990" t="-446" r="-165" b="-22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96337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DB7DC-ACF1-504A-42BE-D9137D095B7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977B542-4D87-5026-FF4F-515F29572E2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数字部分（逻辑代数基础）</a:t>
            </a:r>
          </a:p>
        </p:txBody>
      </p:sp>
      <p:sp>
        <p:nvSpPr>
          <p:cNvPr id="3" name="文本框 2">
            <a:extLst>
              <a:ext uri="{FF2B5EF4-FFF2-40B4-BE49-F238E27FC236}">
                <a16:creationId xmlns:a16="http://schemas.microsoft.com/office/drawing/2014/main" id="{2865EC4E-8F8B-D454-4785-1E1D32A38A78}"/>
              </a:ext>
            </a:extLst>
          </p:cNvPr>
          <p:cNvSpPr txBox="1"/>
          <p:nvPr/>
        </p:nvSpPr>
        <p:spPr>
          <a:xfrm>
            <a:off x="359999" y="827999"/>
            <a:ext cx="10690860"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代数化简逻辑函数式</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常用公式如下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3C5F5B14-EB7D-24D8-BC3A-F32A375E25D5}"/>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DF2DA432-D334-4F7F-1282-0A8739775691}"/>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BDA4C5EB-3881-D9DE-662F-8790CCF7D795}"/>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B6DAAAD7-2B8B-449E-54EC-8290AE8146F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919B4B17-B385-55E7-2900-A43AD58296A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14</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4A5FA7B-A09B-3F83-9084-6D9D83BCC129}"/>
                  </a:ext>
                </a:extLst>
              </p:cNvPr>
              <p:cNvSpPr txBox="1"/>
              <p:nvPr/>
            </p:nvSpPr>
            <p:spPr>
              <a:xfrm>
                <a:off x="359999" y="2160000"/>
                <a:ext cx="5976000" cy="4320000"/>
              </a:xfrm>
              <a:prstGeom prst="rect">
                <a:avLst/>
              </a:prstGeom>
              <a:noFill/>
            </p:spPr>
            <p:txBody>
              <a:bodyPr wrap="square">
                <a:spAutoFit/>
              </a:bodyPr>
              <a:lstStyle/>
              <a:p>
                <a:pPr lvl="2">
                  <a:spcAft>
                    <a:spcPts val="1800"/>
                  </a:spcAft>
                </a:pPr>
                <a14:m>
                  <m:oMath xmlns:m="http://schemas.openxmlformats.org/officeDocument/2006/math">
                    <m:r>
                      <m:rPr>
                        <m:sty m:val="p"/>
                      </m:rPr>
                      <a:rPr lang="en-US" altLang="zh-CN" sz="3200" b="0" i="0" smtClean="0">
                        <a:solidFill>
                          <a:srgbClr val="002060"/>
                        </a:solidFill>
                        <a:latin typeface="Cambria Math" panose="02040503050406030204" pitchFamily="18" charset="0"/>
                      </a:rPr>
                      <m:t>A</m:t>
                    </m:r>
                    <m:r>
                      <a:rPr lang="en-US" altLang="zh-CN" sz="3200" i="0">
                        <a:solidFill>
                          <a:srgbClr val="002060"/>
                        </a:solidFill>
                        <a:latin typeface="Cambria Math" panose="02040503050406030204" pitchFamily="18" charset="0"/>
                      </a:rPr>
                      <m:t>+</m:t>
                    </m:r>
                    <m:bar>
                      <m:barPr>
                        <m:pos m:val="top"/>
                        <m:ctrlPr>
                          <a:rPr lang="en-US" altLang="zh-CN" sz="3200" i="1" smtClean="0">
                            <a:solidFill>
                              <a:srgbClr val="002060"/>
                            </a:solidFill>
                            <a:latin typeface="Cambria Math" panose="02040503050406030204" pitchFamily="18" charset="0"/>
                          </a:rPr>
                        </m:ctrlPr>
                      </m:barPr>
                      <m:e>
                        <m:r>
                          <m:rPr>
                            <m:sty m:val="p"/>
                          </m:rPr>
                          <a:rPr lang="en-US" altLang="zh-CN" sz="3200">
                            <a:solidFill>
                              <a:srgbClr val="002060"/>
                            </a:solidFill>
                            <a:latin typeface="Cambria Math" panose="02040503050406030204" pitchFamily="18" charset="0"/>
                          </a:rPr>
                          <m:t>A</m:t>
                        </m:r>
                      </m:e>
                    </m:bar>
                    <m:r>
                      <m:rPr>
                        <m:sty m:val="p"/>
                      </m:rPr>
                      <a:rPr lang="en-US" altLang="zh-CN" sz="3200" b="0" i="0" smtClean="0">
                        <a:solidFill>
                          <a:srgbClr val="002060"/>
                        </a:solidFill>
                        <a:latin typeface="Cambria Math" panose="02040503050406030204" pitchFamily="18" charset="0"/>
                      </a:rPr>
                      <m:t>B</m:t>
                    </m:r>
                    <m:r>
                      <a:rPr lang="en-US" altLang="zh-CN" sz="3200" i="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B</m:t>
                    </m:r>
                  </m:oMath>
                </a14:m>
                <a:r>
                  <a:rPr lang="en-US" altLang="zh-CN" sz="3200" b="0" dirty="0">
                    <a:solidFill>
                      <a:srgbClr val="002060"/>
                    </a:solidFill>
                    <a:latin typeface="微软雅黑" panose="020B0503020204020204" pitchFamily="34" charset="-122"/>
                    <a:ea typeface="微软雅黑" panose="020B0503020204020204" pitchFamily="34" charset="-122"/>
                  </a:rPr>
                  <a:t> </a:t>
                </a:r>
              </a:p>
              <a:p>
                <a:pPr lvl="2">
                  <a:spcAft>
                    <a:spcPts val="1800"/>
                  </a:spcAft>
                </a:pPr>
                <a14:m>
                  <m:oMath xmlns:m="http://schemas.openxmlformats.org/officeDocument/2006/math">
                    <m:r>
                      <m:rPr>
                        <m:sty m:val="p"/>
                      </m:rPr>
                      <a:rPr lang="en-US" altLang="zh-CN" sz="3200" i="0">
                        <a:solidFill>
                          <a:srgbClr val="002060"/>
                        </a:solidFill>
                        <a:latin typeface="Cambria Math" panose="02040503050406030204" pitchFamily="18" charset="0"/>
                      </a:rPr>
                      <m:t>A</m:t>
                    </m:r>
                    <m:r>
                      <m:rPr>
                        <m:sty m:val="p"/>
                      </m:rPr>
                      <a:rPr lang="en-US" altLang="zh-CN" sz="3200" b="0" i="0" smtClean="0">
                        <a:solidFill>
                          <a:srgbClr val="002060"/>
                        </a:solidFill>
                        <a:latin typeface="Cambria Math" panose="02040503050406030204" pitchFamily="18" charset="0"/>
                      </a:rPr>
                      <m:t>B</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bar>
                      <m:barPr>
                        <m:pos m:val="top"/>
                        <m:ctrlPr>
                          <a:rPr lang="en-US" altLang="zh-CN" sz="3200" i="1">
                            <a:solidFill>
                              <a:srgbClr val="002060"/>
                            </a:solidFill>
                            <a:latin typeface="Cambria Math" panose="02040503050406030204" pitchFamily="18" charset="0"/>
                          </a:rPr>
                        </m:ctrlPr>
                      </m:barPr>
                      <m:e>
                        <m:r>
                          <m:rPr>
                            <m:sty m:val="p"/>
                          </m:rPr>
                          <a:rPr lang="en-US" altLang="zh-CN" sz="3200" b="0" i="0" smtClean="0">
                            <a:solidFill>
                              <a:srgbClr val="002060"/>
                            </a:solidFill>
                            <a:latin typeface="Cambria Math" panose="02040503050406030204" pitchFamily="18" charset="0"/>
                          </a:rPr>
                          <m:t>B</m:t>
                        </m:r>
                      </m:e>
                    </m:ba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m:t>
                    </m:r>
                  </m:oMath>
                </a14:m>
                <a:r>
                  <a:rPr lang="en-US" altLang="zh-CN" sz="3200" b="0" dirty="0">
                    <a:solidFill>
                      <a:srgbClr val="002060"/>
                    </a:solidFill>
                    <a:latin typeface="微软雅黑" panose="020B0503020204020204" pitchFamily="34" charset="-122"/>
                    <a:ea typeface="微软雅黑" panose="020B0503020204020204" pitchFamily="34" charset="-122"/>
                  </a:rPr>
                  <a:t> </a:t>
                </a:r>
              </a:p>
              <a:p>
                <a:pPr lvl="2">
                  <a:spcAft>
                    <a:spcPts val="1800"/>
                  </a:spcAft>
                </a:pPr>
                <a14:m>
                  <m:oMath xmlns:m="http://schemas.openxmlformats.org/officeDocument/2006/math">
                    <m:r>
                      <m:rPr>
                        <m:sty m:val="p"/>
                      </m:rPr>
                      <a:rPr lang="en-US" altLang="zh-CN" sz="3200">
                        <a:solidFill>
                          <a:srgbClr val="002060"/>
                        </a:solidFill>
                        <a:latin typeface="Cambria Math" panose="02040503050406030204" pitchFamily="18" charset="0"/>
                      </a:rPr>
                      <m:t>AB</m:t>
                    </m:r>
                    <m:r>
                      <a:rPr lang="en-US" altLang="zh-CN" sz="3200" b="0" i="0" smtClean="0">
                        <a:solidFill>
                          <a:srgbClr val="002060"/>
                        </a:solidFill>
                        <a:latin typeface="Cambria Math" panose="02040503050406030204" pitchFamily="18" charset="0"/>
                      </a:rPr>
                      <m:t>+</m:t>
                    </m:r>
                    <m:bar>
                      <m:barPr>
                        <m:pos m:val="top"/>
                        <m:ctrlPr>
                          <a:rPr lang="en-US" altLang="zh-CN" sz="3200" i="1">
                            <a:solidFill>
                              <a:srgbClr val="002060"/>
                            </a:solidFill>
                            <a:latin typeface="Cambria Math" panose="02040503050406030204" pitchFamily="18" charset="0"/>
                          </a:rPr>
                        </m:ctrlPr>
                      </m:barPr>
                      <m:e>
                        <m:r>
                          <m:rPr>
                            <m:sty m:val="p"/>
                          </m:rPr>
                          <a:rPr lang="en-US" altLang="zh-CN" sz="3200">
                            <a:solidFill>
                              <a:srgbClr val="002060"/>
                            </a:solidFill>
                            <a:latin typeface="Cambria Math" panose="02040503050406030204" pitchFamily="18" charset="0"/>
                          </a:rPr>
                          <m:t>A</m:t>
                        </m:r>
                      </m:e>
                    </m:bar>
                    <m:r>
                      <m:rPr>
                        <m:sty m:val="p"/>
                      </m:rPr>
                      <a:rPr lang="en-US" altLang="zh-CN" sz="3200" b="0" i="0" smtClean="0">
                        <a:solidFill>
                          <a:srgbClr val="002060"/>
                        </a:solidFill>
                        <a:latin typeface="Cambria Math" panose="02040503050406030204" pitchFamily="18" charset="0"/>
                      </a:rPr>
                      <m:t>C</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BC</m:t>
                    </m:r>
                    <m:r>
                      <a:rPr lang="en-US" altLang="zh-CN" sz="3200" b="0" i="0" smtClean="0">
                        <a:solidFill>
                          <a:srgbClr val="002060"/>
                        </a:solidFill>
                        <a:latin typeface="Cambria Math" panose="02040503050406030204" pitchFamily="18" charset="0"/>
                      </a:rPr>
                      <m:t>=</m:t>
                    </m:r>
                    <m:r>
                      <m:rPr>
                        <m:sty m:val="p"/>
                      </m:rPr>
                      <a:rPr lang="en-US" altLang="zh-CN" sz="3200" b="0" i="0" smtClean="0">
                        <a:solidFill>
                          <a:srgbClr val="002060"/>
                        </a:solidFill>
                        <a:latin typeface="Cambria Math" panose="02040503050406030204" pitchFamily="18" charset="0"/>
                      </a:rPr>
                      <m:t>AB</m:t>
                    </m:r>
                    <m:r>
                      <a:rPr lang="en-US" altLang="zh-CN" sz="3200" b="0" i="0" smtClean="0">
                        <a:solidFill>
                          <a:srgbClr val="002060"/>
                        </a:solidFill>
                        <a:latin typeface="Cambria Math" panose="02040503050406030204" pitchFamily="18" charset="0"/>
                      </a:rPr>
                      <m:t>+</m:t>
                    </m:r>
                    <m:bar>
                      <m:barPr>
                        <m:pos m:val="top"/>
                        <m:ctrlPr>
                          <a:rPr lang="en-US" altLang="zh-CN" sz="3200" i="1">
                            <a:solidFill>
                              <a:srgbClr val="002060"/>
                            </a:solidFill>
                            <a:latin typeface="Cambria Math" panose="02040503050406030204" pitchFamily="18" charset="0"/>
                          </a:rPr>
                        </m:ctrlPr>
                      </m:barPr>
                      <m:e>
                        <m:r>
                          <m:rPr>
                            <m:sty m:val="p"/>
                          </m:rPr>
                          <a:rPr lang="en-US" altLang="zh-CN" sz="3200">
                            <a:solidFill>
                              <a:srgbClr val="002060"/>
                            </a:solidFill>
                            <a:latin typeface="Cambria Math" panose="02040503050406030204" pitchFamily="18" charset="0"/>
                          </a:rPr>
                          <m:t>A</m:t>
                        </m:r>
                      </m:e>
                    </m:bar>
                    <m:r>
                      <m:rPr>
                        <m:sty m:val="p"/>
                      </m:rPr>
                      <a:rPr lang="en-US" altLang="zh-CN" sz="3200">
                        <a:solidFill>
                          <a:srgbClr val="002060"/>
                        </a:solidFill>
                        <a:latin typeface="Cambria Math" panose="02040503050406030204" pitchFamily="18" charset="0"/>
                      </a:rPr>
                      <m:t>C</m:t>
                    </m:r>
                  </m:oMath>
                </a14:m>
                <a:r>
                  <a:rPr lang="en-US" altLang="zh-CN" sz="3200" b="0" dirty="0">
                    <a:solidFill>
                      <a:srgbClr val="002060"/>
                    </a:solidFill>
                    <a:latin typeface="微软雅黑" panose="020B0503020204020204" pitchFamily="34" charset="-122"/>
                    <a:ea typeface="微软雅黑" panose="020B0503020204020204" pitchFamily="34" charset="-122"/>
                  </a:rPr>
                  <a:t> </a:t>
                </a:r>
              </a:p>
              <a:p>
                <a:pPr lvl="2">
                  <a:spcAft>
                    <a:spcPts val="1800"/>
                  </a:spcAft>
                </a:pPr>
                <a14:m>
                  <m:oMath xmlns:m="http://schemas.openxmlformats.org/officeDocument/2006/math">
                    <m:r>
                      <m:rPr>
                        <m:sty m:val="p"/>
                      </m:rPr>
                      <a:rPr lang="en-US" altLang="zh-CN" sz="3200">
                        <a:solidFill>
                          <a:srgbClr val="002060"/>
                        </a:solidFill>
                        <a:latin typeface="Cambria Math" panose="02040503050406030204" pitchFamily="18" charset="0"/>
                      </a:rPr>
                      <m:t>AB</m:t>
                    </m:r>
                    <m:r>
                      <a:rPr lang="en-US" altLang="zh-CN" sz="3200">
                        <a:solidFill>
                          <a:srgbClr val="002060"/>
                        </a:solidFill>
                        <a:latin typeface="Cambria Math" panose="02040503050406030204" pitchFamily="18" charset="0"/>
                      </a:rPr>
                      <m:t>+</m:t>
                    </m:r>
                    <m:bar>
                      <m:barPr>
                        <m:pos m:val="top"/>
                        <m:ctrlPr>
                          <a:rPr lang="en-US" altLang="zh-CN" sz="3200" i="1">
                            <a:solidFill>
                              <a:srgbClr val="002060"/>
                            </a:solidFill>
                            <a:latin typeface="Cambria Math" panose="02040503050406030204" pitchFamily="18" charset="0"/>
                          </a:rPr>
                        </m:ctrlPr>
                      </m:barPr>
                      <m:e>
                        <m:r>
                          <m:rPr>
                            <m:sty m:val="p"/>
                          </m:rPr>
                          <a:rPr lang="en-US" altLang="zh-CN" sz="3200">
                            <a:solidFill>
                              <a:srgbClr val="002060"/>
                            </a:solidFill>
                            <a:latin typeface="Cambria Math" panose="02040503050406030204" pitchFamily="18" charset="0"/>
                          </a:rPr>
                          <m:t>A</m:t>
                        </m:r>
                      </m:e>
                    </m:bar>
                    <m:r>
                      <m:rPr>
                        <m:sty m:val="p"/>
                      </m:rPr>
                      <a:rPr lang="en-US" altLang="zh-CN" sz="3200">
                        <a:solidFill>
                          <a:srgbClr val="002060"/>
                        </a:solidFill>
                        <a:latin typeface="Cambria Math" panose="02040503050406030204" pitchFamily="18" charset="0"/>
                      </a:rPr>
                      <m:t>C</m:t>
                    </m:r>
                    <m:r>
                      <a:rPr lang="en-US" altLang="zh-CN" sz="3200">
                        <a:solidFill>
                          <a:srgbClr val="002060"/>
                        </a:solidFill>
                        <a:latin typeface="Cambria Math" panose="02040503050406030204" pitchFamily="18" charset="0"/>
                      </a:rPr>
                      <m:t>+</m:t>
                    </m:r>
                    <m:r>
                      <m:rPr>
                        <m:sty m:val="p"/>
                      </m:rPr>
                      <a:rPr lang="en-US" altLang="zh-CN" sz="3200">
                        <a:solidFill>
                          <a:srgbClr val="002060"/>
                        </a:solidFill>
                        <a:latin typeface="Cambria Math" panose="02040503050406030204" pitchFamily="18" charset="0"/>
                      </a:rPr>
                      <m:t>BCD</m:t>
                    </m:r>
                    <m:r>
                      <a:rPr lang="en-US" altLang="zh-CN" sz="3200">
                        <a:solidFill>
                          <a:srgbClr val="002060"/>
                        </a:solidFill>
                        <a:latin typeface="Cambria Math" panose="02040503050406030204" pitchFamily="18" charset="0"/>
                      </a:rPr>
                      <m:t>=</m:t>
                    </m:r>
                    <m:r>
                      <m:rPr>
                        <m:sty m:val="p"/>
                      </m:rPr>
                      <a:rPr lang="en-US" altLang="zh-CN" sz="3200">
                        <a:solidFill>
                          <a:srgbClr val="002060"/>
                        </a:solidFill>
                        <a:latin typeface="Cambria Math" panose="02040503050406030204" pitchFamily="18" charset="0"/>
                      </a:rPr>
                      <m:t>AB</m:t>
                    </m:r>
                    <m:r>
                      <a:rPr lang="en-US" altLang="zh-CN" sz="3200">
                        <a:solidFill>
                          <a:srgbClr val="002060"/>
                        </a:solidFill>
                        <a:latin typeface="Cambria Math" panose="02040503050406030204" pitchFamily="18" charset="0"/>
                      </a:rPr>
                      <m:t>+</m:t>
                    </m:r>
                    <m:bar>
                      <m:barPr>
                        <m:pos m:val="top"/>
                        <m:ctrlPr>
                          <a:rPr lang="en-US" altLang="zh-CN" sz="3200" i="1">
                            <a:solidFill>
                              <a:srgbClr val="002060"/>
                            </a:solidFill>
                            <a:latin typeface="Cambria Math" panose="02040503050406030204" pitchFamily="18" charset="0"/>
                          </a:rPr>
                        </m:ctrlPr>
                      </m:barPr>
                      <m:e>
                        <m:r>
                          <m:rPr>
                            <m:sty m:val="p"/>
                          </m:rPr>
                          <a:rPr lang="en-US" altLang="zh-CN" sz="3200">
                            <a:solidFill>
                              <a:srgbClr val="002060"/>
                            </a:solidFill>
                            <a:latin typeface="Cambria Math" panose="02040503050406030204" pitchFamily="18" charset="0"/>
                          </a:rPr>
                          <m:t>A</m:t>
                        </m:r>
                      </m:e>
                    </m:bar>
                    <m:r>
                      <m:rPr>
                        <m:sty m:val="p"/>
                      </m:rPr>
                      <a:rPr lang="en-US" altLang="zh-CN" sz="3200">
                        <a:solidFill>
                          <a:srgbClr val="002060"/>
                        </a:solidFill>
                        <a:latin typeface="Cambria Math" panose="02040503050406030204" pitchFamily="18" charset="0"/>
                      </a:rPr>
                      <m:t>C</m:t>
                    </m:r>
                  </m:oMath>
                </a14:m>
                <a:r>
                  <a:rPr lang="en-US" altLang="zh-CN" sz="3200" dirty="0">
                    <a:solidFill>
                      <a:srgbClr val="002060"/>
                    </a:solidFill>
                    <a:latin typeface="微软雅黑" panose="020B0503020204020204" pitchFamily="34" charset="-122"/>
                    <a:ea typeface="微软雅黑" panose="020B0503020204020204" pitchFamily="34" charset="-122"/>
                  </a:rPr>
                  <a:t> </a:t>
                </a:r>
              </a:p>
              <a:p>
                <a:pPr lvl="2">
                  <a:spcAft>
                    <a:spcPts val="1800"/>
                  </a:spcAft>
                </a:pPr>
                <a14:m>
                  <m:oMath xmlns:m="http://schemas.openxmlformats.org/officeDocument/2006/math">
                    <m:d>
                      <m:dPr>
                        <m:begChr m:val="{"/>
                        <m:endChr m:val=""/>
                        <m:ctrlPr>
                          <a:rPr lang="en-US" altLang="zh-CN" sz="3200" i="1" smtClean="0">
                            <a:solidFill>
                              <a:srgbClr val="002060"/>
                            </a:solidFill>
                            <a:latin typeface="Cambria Math" panose="02040503050406030204" pitchFamily="18" charset="0"/>
                          </a:rPr>
                        </m:ctrlPr>
                      </m:dPr>
                      <m:e>
                        <m:eqArr>
                          <m:eqArrPr>
                            <m:ctrlPr>
                              <a:rPr lang="en-US" altLang="zh-CN" sz="3200" i="1">
                                <a:solidFill>
                                  <a:srgbClr val="002060"/>
                                </a:solidFill>
                                <a:latin typeface="Cambria Math" panose="02040503050406030204" pitchFamily="18" charset="0"/>
                              </a:rPr>
                            </m:ctrlPr>
                          </m:eqArrPr>
                          <m:e>
                            <m:r>
                              <m:rPr>
                                <m:sty m:val="p"/>
                              </m:rPr>
                              <a:rPr lang="en-US" altLang="zh-CN" sz="3200">
                                <a:solidFill>
                                  <a:srgbClr val="002060"/>
                                </a:solidFill>
                                <a:latin typeface="Cambria Math" panose="02040503050406030204" pitchFamily="18" charset="0"/>
                              </a:rPr>
                              <m:t>A</m:t>
                            </m:r>
                            <m:r>
                              <a:rPr lang="en-US" altLang="zh-CN" sz="3200" i="1">
                                <a:solidFill>
                                  <a:srgbClr val="002060"/>
                                </a:solidFill>
                                <a:latin typeface="Cambria Math" panose="02040503050406030204" pitchFamily="18" charset="0"/>
                                <a:ea typeface="Cambria Math" panose="02040503050406030204" pitchFamily="18" charset="0"/>
                              </a:rPr>
                              <m:t>∙</m:t>
                            </m:r>
                            <m:bar>
                              <m:barPr>
                                <m:pos m:val="top"/>
                                <m:ctrlPr>
                                  <a:rPr lang="en-US" altLang="zh-CN" sz="3200" i="1">
                                    <a:solidFill>
                                      <a:srgbClr val="002060"/>
                                    </a:solidFill>
                                    <a:latin typeface="Cambria Math" panose="02040503050406030204" pitchFamily="18" charset="0"/>
                                  </a:rPr>
                                </m:ctrlPr>
                              </m:barPr>
                              <m:e>
                                <m:r>
                                  <m:rPr>
                                    <m:sty m:val="p"/>
                                  </m:rPr>
                                  <a:rPr lang="en-US" altLang="zh-CN" sz="3200">
                                    <a:solidFill>
                                      <a:srgbClr val="002060"/>
                                    </a:solidFill>
                                    <a:latin typeface="Cambria Math" panose="02040503050406030204" pitchFamily="18" charset="0"/>
                                  </a:rPr>
                                  <m:t>A</m:t>
                                </m:r>
                                <m:r>
                                  <m:rPr>
                                    <m:sty m:val="p"/>
                                  </m:rPr>
                                  <a:rPr lang="en-US" altLang="zh-CN" sz="3200" b="0" i="0" smtClean="0">
                                    <a:solidFill>
                                      <a:srgbClr val="002060"/>
                                    </a:solidFill>
                                    <a:latin typeface="Cambria Math" panose="02040503050406030204" pitchFamily="18" charset="0"/>
                                  </a:rPr>
                                  <m:t>B</m:t>
                                </m:r>
                              </m:e>
                            </m:bar>
                            <m:r>
                              <a:rPr lang="en-US" altLang="zh-CN" sz="3200">
                                <a:solidFill>
                                  <a:srgbClr val="002060"/>
                                </a:solidFill>
                                <a:latin typeface="Cambria Math" panose="02040503050406030204" pitchFamily="18" charset="0"/>
                              </a:rPr>
                              <m:t>=</m:t>
                            </m:r>
                            <m:r>
                              <m:rPr>
                                <m:sty m:val="p"/>
                              </m:rPr>
                              <a:rPr lang="en-US" altLang="zh-CN" sz="3200">
                                <a:solidFill>
                                  <a:srgbClr val="002060"/>
                                </a:solidFill>
                                <a:latin typeface="Cambria Math" panose="02040503050406030204" pitchFamily="18" charset="0"/>
                              </a:rPr>
                              <m:t>A</m:t>
                            </m:r>
                            <m:bar>
                              <m:barPr>
                                <m:pos m:val="top"/>
                                <m:ctrlPr>
                                  <a:rPr lang="en-US" altLang="zh-CN" sz="3200" i="1">
                                    <a:solidFill>
                                      <a:srgbClr val="002060"/>
                                    </a:solidFill>
                                    <a:latin typeface="Cambria Math" panose="02040503050406030204" pitchFamily="18" charset="0"/>
                                  </a:rPr>
                                </m:ctrlPr>
                              </m:barPr>
                              <m:e>
                                <m:r>
                                  <m:rPr>
                                    <m:sty m:val="p"/>
                                  </m:rPr>
                                  <a:rPr lang="en-US" altLang="zh-CN" sz="3200">
                                    <a:solidFill>
                                      <a:srgbClr val="002060"/>
                                    </a:solidFill>
                                    <a:latin typeface="Cambria Math" panose="02040503050406030204" pitchFamily="18" charset="0"/>
                                  </a:rPr>
                                  <m:t>B</m:t>
                                </m:r>
                              </m:e>
                            </m:bar>
                          </m:e>
                          <m:e>
                            <m:bar>
                              <m:barPr>
                                <m:pos m:val="top"/>
                                <m:ctrlPr>
                                  <a:rPr lang="en-US" altLang="zh-CN" sz="3200" i="1">
                                    <a:solidFill>
                                      <a:srgbClr val="002060"/>
                                    </a:solidFill>
                                    <a:latin typeface="Cambria Math" panose="02040503050406030204" pitchFamily="18" charset="0"/>
                                  </a:rPr>
                                </m:ctrlPr>
                              </m:barPr>
                              <m:e>
                                <m:r>
                                  <m:rPr>
                                    <m:sty m:val="p"/>
                                  </m:rPr>
                                  <a:rPr lang="en-US" altLang="zh-CN" sz="3200">
                                    <a:solidFill>
                                      <a:srgbClr val="002060"/>
                                    </a:solidFill>
                                    <a:latin typeface="Cambria Math" panose="02040503050406030204" pitchFamily="18" charset="0"/>
                                  </a:rPr>
                                  <m:t>A</m:t>
                                </m:r>
                              </m:e>
                            </m:bar>
                            <m:r>
                              <a:rPr lang="en-US" altLang="zh-CN" sz="3200" i="1">
                                <a:solidFill>
                                  <a:srgbClr val="002060"/>
                                </a:solidFill>
                                <a:latin typeface="Cambria Math" panose="02040503050406030204" pitchFamily="18" charset="0"/>
                                <a:ea typeface="Cambria Math" panose="02040503050406030204" pitchFamily="18" charset="0"/>
                              </a:rPr>
                              <m:t>∙</m:t>
                            </m:r>
                            <m:bar>
                              <m:barPr>
                                <m:pos m:val="top"/>
                                <m:ctrlPr>
                                  <a:rPr lang="en-US" altLang="zh-CN" sz="3200" i="1">
                                    <a:solidFill>
                                      <a:srgbClr val="002060"/>
                                    </a:solidFill>
                                    <a:latin typeface="Cambria Math" panose="02040503050406030204" pitchFamily="18" charset="0"/>
                                  </a:rPr>
                                </m:ctrlPr>
                              </m:barPr>
                              <m:e>
                                <m:r>
                                  <m:rPr>
                                    <m:sty m:val="p"/>
                                  </m:rPr>
                                  <a:rPr lang="en-US" altLang="zh-CN" sz="3200">
                                    <a:solidFill>
                                      <a:srgbClr val="002060"/>
                                    </a:solidFill>
                                    <a:latin typeface="Cambria Math" panose="02040503050406030204" pitchFamily="18" charset="0"/>
                                  </a:rPr>
                                  <m:t>AB</m:t>
                                </m:r>
                              </m:e>
                            </m:bar>
                            <m:r>
                              <a:rPr lang="en-US" altLang="zh-CN" sz="3200" i="1">
                                <a:solidFill>
                                  <a:srgbClr val="002060"/>
                                </a:solidFill>
                                <a:latin typeface="Cambria Math" panose="02040503050406030204" pitchFamily="18" charset="0"/>
                              </a:rPr>
                              <m:t>=</m:t>
                            </m:r>
                            <m:bar>
                              <m:barPr>
                                <m:pos m:val="top"/>
                                <m:ctrlPr>
                                  <a:rPr lang="en-US" altLang="zh-CN" sz="3200" i="1">
                                    <a:solidFill>
                                      <a:srgbClr val="002060"/>
                                    </a:solidFill>
                                    <a:latin typeface="Cambria Math" panose="02040503050406030204" pitchFamily="18" charset="0"/>
                                  </a:rPr>
                                </m:ctrlPr>
                              </m:barPr>
                              <m:e>
                                <m:r>
                                  <m:rPr>
                                    <m:sty m:val="p"/>
                                  </m:rPr>
                                  <a:rPr lang="en-US" altLang="zh-CN" sz="3200">
                                    <a:solidFill>
                                      <a:srgbClr val="002060"/>
                                    </a:solidFill>
                                    <a:latin typeface="Cambria Math" panose="02040503050406030204" pitchFamily="18" charset="0"/>
                                  </a:rPr>
                                  <m:t>A</m:t>
                                </m:r>
                              </m:e>
                            </m:bar>
                            <m:r>
                              <a:rPr lang="en-US" altLang="zh-CN" sz="3200" b="0" i="1" smtClean="0">
                                <a:solidFill>
                                  <a:srgbClr val="002060"/>
                                </a:solidFill>
                                <a:latin typeface="Cambria Math" panose="02040503050406030204" pitchFamily="18" charset="0"/>
                              </a:rPr>
                              <m:t>   </m:t>
                            </m:r>
                          </m:e>
                        </m:eqArr>
                      </m:e>
                    </m:d>
                  </m:oMath>
                </a14:m>
                <a:r>
                  <a:rPr lang="en-US" altLang="zh-CN" sz="3200" dirty="0">
                    <a:solidFill>
                      <a:srgbClr val="002060"/>
                    </a:solidFill>
                    <a:latin typeface="微软雅黑" panose="020B0503020204020204" pitchFamily="34" charset="-122"/>
                    <a:ea typeface="微软雅黑" panose="020B0503020204020204" pitchFamily="34" charset="-122"/>
                  </a:rPr>
                  <a:t> </a:t>
                </a:r>
              </a:p>
            </p:txBody>
          </p:sp>
        </mc:Choice>
        <mc:Fallback xmlns="">
          <p:sp>
            <p:nvSpPr>
              <p:cNvPr id="9" name="文本框 8">
                <a:extLst>
                  <a:ext uri="{FF2B5EF4-FFF2-40B4-BE49-F238E27FC236}">
                    <a16:creationId xmlns:a16="http://schemas.microsoft.com/office/drawing/2014/main" id="{C4A5FA7B-A09B-3F83-9084-6D9D83BCC129}"/>
                  </a:ext>
                </a:extLst>
              </p:cNvPr>
              <p:cNvSpPr txBox="1">
                <a:spLocks noRot="1" noChangeAspect="1" noMove="1" noResize="1" noEditPoints="1" noAdjustHandles="1" noChangeArrowheads="1" noChangeShapeType="1" noTextEdit="1"/>
              </p:cNvSpPr>
              <p:nvPr/>
            </p:nvSpPr>
            <p:spPr>
              <a:xfrm>
                <a:off x="359999" y="2160000"/>
                <a:ext cx="5976000" cy="4320000"/>
              </a:xfrm>
              <a:prstGeom prst="rect">
                <a:avLst/>
              </a:prstGeom>
              <a:blipFill>
                <a:blip r:embed="rId2"/>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7C3D89D9-1F6C-0037-33D2-7DC8900E2E89}"/>
              </a:ext>
            </a:extLst>
          </p:cNvPr>
          <p:cNvSpPr/>
          <p:nvPr/>
        </p:nvSpPr>
        <p:spPr>
          <a:xfrm>
            <a:off x="7560000" y="4860000"/>
            <a:ext cx="396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2060"/>
                </a:solidFill>
                <a:latin typeface="微软雅黑" panose="020B0503020204020204" pitchFamily="34" charset="-122"/>
                <a:ea typeface="微软雅黑" panose="020B0503020204020204" pitchFamily="34" charset="-122"/>
              </a:rPr>
              <a:t>注意</a:t>
            </a:r>
            <a:r>
              <a:rPr lang="zh-CN" altLang="en-US" sz="2400" b="1" dirty="0">
                <a:solidFill>
                  <a:srgbClr val="002060"/>
                </a:solidFill>
                <a:latin typeface="微软雅黑" panose="020B0503020204020204" pitchFamily="34" charset="-122"/>
                <a:ea typeface="微软雅黑" panose="020B0503020204020204" pitchFamily="34" charset="-122"/>
              </a:rPr>
              <a:t>标准式</a:t>
            </a:r>
            <a:r>
              <a:rPr lang="zh-CN" altLang="en-US" sz="2400" dirty="0">
                <a:solidFill>
                  <a:srgbClr val="002060"/>
                </a:solidFill>
                <a:latin typeface="微软雅黑" panose="020B0503020204020204" pitchFamily="34" charset="-122"/>
                <a:ea typeface="微软雅黑" panose="020B0503020204020204" pitchFamily="34" charset="-122"/>
              </a:rPr>
              <a:t>和</a:t>
            </a:r>
            <a:r>
              <a:rPr lang="zh-CN" altLang="en-US" sz="2400" b="1" dirty="0">
                <a:solidFill>
                  <a:srgbClr val="002060"/>
                </a:solidFill>
                <a:latin typeface="微软雅黑" panose="020B0503020204020204" pitchFamily="34" charset="-122"/>
                <a:ea typeface="微软雅黑" panose="020B0503020204020204" pitchFamily="34" charset="-122"/>
              </a:rPr>
              <a:t>最简式</a:t>
            </a:r>
            <a:r>
              <a:rPr lang="zh-CN" altLang="en-US" sz="2400" dirty="0">
                <a:solidFill>
                  <a:srgbClr val="002060"/>
                </a:solidFill>
                <a:latin typeface="微软雅黑" panose="020B0503020204020204" pitchFamily="34" charset="-122"/>
                <a:ea typeface="微软雅黑" panose="020B0503020204020204" pitchFamily="34" charset="-122"/>
              </a:rPr>
              <a:t>的区别</a:t>
            </a:r>
          </a:p>
        </p:txBody>
      </p:sp>
    </p:spTree>
    <p:extLst>
      <p:ext uri="{BB962C8B-B14F-4D97-AF65-F5344CB8AC3E}">
        <p14:creationId xmlns:p14="http://schemas.microsoft.com/office/powerpoint/2010/main" val="3658640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53CA5-D106-8DEE-58D6-96A89890551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F69C49B-8058-7DED-890F-98E65B88C21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数字部分（逻辑代数基础）</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32180F9-A724-807C-53A9-70A498DB2359}"/>
                  </a:ext>
                </a:extLst>
              </p:cNvPr>
              <p:cNvSpPr txBox="1"/>
              <p:nvPr/>
            </p:nvSpPr>
            <p:spPr>
              <a:xfrm>
                <a:off x="359999" y="827998"/>
                <a:ext cx="7115622" cy="4732962"/>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卡诺图化简逻辑函数式（</a:t>
                </a:r>
                <a:r>
                  <a:rPr kumimoji="1" lang="zh-CN" altLang="en-US" sz="2800" dirty="0">
                    <a:solidFill>
                      <a:srgbClr val="C00000"/>
                    </a:solidFill>
                    <a:latin typeface="微软雅黑" panose="020B0503020204020204" pitchFamily="34" charset="-122"/>
                    <a:ea typeface="微软雅黑" panose="020B0503020204020204" pitchFamily="34" charset="-122"/>
                  </a:rPr>
                  <a:t>必须会！</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注意格式</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左右相邻、上下相邻、循环相邻</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矩形圈（广义），全部要圈到</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圈大不圈小，圈少不圈多</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圈“</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”方便，则可圈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0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再求反</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任意项</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14:m>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Y</m:t>
                    </m:r>
                    <m:r>
                      <a:rPr lang="en-US" altLang="zh-CN" sz="2400" i="1">
                        <a:solidFill>
                          <a:schemeClr val="accent5">
                            <a:lumMod val="75000"/>
                          </a:schemeClr>
                        </a:solidFill>
                        <a:latin typeface="Cambria Math" panose="02040503050406030204" pitchFamily="18" charset="0"/>
                      </a:rPr>
                      <m:t>=</m:t>
                    </m:r>
                    <m:nary>
                      <m:naryPr>
                        <m:chr m:val="∑"/>
                        <m:subHide m:val="on"/>
                        <m:supHide m:val="on"/>
                        <m:ctrlPr>
                          <a:rPr lang="en-US" altLang="zh-CN" sz="2400" i="1" smtClean="0">
                            <a:solidFill>
                              <a:schemeClr val="accent5">
                                <a:lumMod val="75000"/>
                              </a:schemeClr>
                            </a:solidFill>
                            <a:latin typeface="Cambria Math" panose="02040503050406030204" pitchFamily="18" charset="0"/>
                          </a:rPr>
                        </m:ctrlPr>
                      </m:naryPr>
                      <m:sub/>
                      <m:sup/>
                      <m:e>
                        <m:r>
                          <a:rPr lang="en-US" altLang="zh-CN" sz="2400" b="0" i="1" smtClean="0">
                            <a:solidFill>
                              <a:schemeClr val="accent5">
                                <a:lumMod val="75000"/>
                              </a:schemeClr>
                            </a:solidFill>
                            <a:latin typeface="Cambria Math" panose="02040503050406030204" pitchFamily="18" charset="0"/>
                          </a:rPr>
                          <m:t>𝑚</m:t>
                        </m:r>
                        <m:r>
                          <a:rPr lang="en-US" altLang="zh-CN" sz="2400" b="0" i="1" smtClean="0">
                            <a:solidFill>
                              <a:schemeClr val="accent5">
                                <a:lumMod val="75000"/>
                              </a:schemeClr>
                            </a:solidFill>
                            <a:latin typeface="Cambria Math" panose="02040503050406030204" pitchFamily="18" charset="0"/>
                          </a:rPr>
                          <m:t>(⋯)</m:t>
                        </m:r>
                      </m:e>
                    </m:nary>
                    <m:r>
                      <a:rPr lang="en-US" altLang="zh-CN" sz="2400" b="0" i="1" smtClean="0">
                        <a:solidFill>
                          <a:schemeClr val="accent5">
                            <a:lumMod val="75000"/>
                          </a:schemeClr>
                        </a:solidFill>
                        <a:latin typeface="Cambria Math" panose="02040503050406030204" pitchFamily="18" charset="0"/>
                      </a:rPr>
                      <m:t>+</m:t>
                    </m:r>
                    <m:nary>
                      <m:naryPr>
                        <m:chr m:val="∑"/>
                        <m:subHide m:val="on"/>
                        <m:supHide m:val="on"/>
                        <m:ctrlPr>
                          <a:rPr lang="en-US" altLang="zh-CN" sz="2400" b="0" i="1" smtClean="0">
                            <a:solidFill>
                              <a:schemeClr val="accent5">
                                <a:lumMod val="75000"/>
                              </a:schemeClr>
                            </a:solidFill>
                            <a:latin typeface="Cambria Math" panose="02040503050406030204" pitchFamily="18" charset="0"/>
                          </a:rPr>
                        </m:ctrlPr>
                      </m:naryPr>
                      <m:sub/>
                      <m:sup/>
                      <m:e>
                        <m:r>
                          <a:rPr lang="en-US" altLang="zh-CN" sz="2400" b="0" i="1" smtClean="0">
                            <a:solidFill>
                              <a:schemeClr val="accent5">
                                <a:lumMod val="75000"/>
                              </a:schemeClr>
                            </a:solidFill>
                            <a:latin typeface="Cambria Math" panose="02040503050406030204" pitchFamily="18" charset="0"/>
                          </a:rPr>
                          <m:t>𝑑</m:t>
                        </m:r>
                        <m:r>
                          <a:rPr lang="en-US" altLang="zh-CN" sz="2400" b="0" i="1" smtClean="0">
                            <a:solidFill>
                              <a:schemeClr val="accent5">
                                <a:lumMod val="75000"/>
                              </a:schemeClr>
                            </a:solidFill>
                            <a:latin typeface="Cambria Math" panose="02040503050406030204" pitchFamily="18" charset="0"/>
                          </a:rPr>
                          <m:t>(⋯)</m:t>
                        </m:r>
                      </m:e>
                    </m:nary>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填“</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x</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”看着圈</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232180F9-A724-807C-53A9-70A498DB2359}"/>
                  </a:ext>
                </a:extLst>
              </p:cNvPr>
              <p:cNvSpPr txBox="1">
                <a:spLocks noRot="1" noChangeAspect="1" noMove="1" noResize="1" noEditPoints="1" noAdjustHandles="1" noChangeArrowheads="1" noChangeShapeType="1" noTextEdit="1"/>
              </p:cNvSpPr>
              <p:nvPr/>
            </p:nvSpPr>
            <p:spPr>
              <a:xfrm>
                <a:off x="359999" y="827998"/>
                <a:ext cx="7115622" cy="4732962"/>
              </a:xfrm>
              <a:prstGeom prst="rect">
                <a:avLst/>
              </a:prstGeom>
              <a:blipFill>
                <a:blip r:embed="rId2"/>
                <a:stretch>
                  <a:fillRect l="-1542" t="-515" b="-7603"/>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2DB726D7-9A99-D4D7-22FA-0ED4C56AF67E}"/>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5BEE0E69-1DB9-925A-E112-F4E0780DD196}"/>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52383EC9-CDA6-1802-651A-316623892C5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BA2D83B8-9849-90BC-F8FA-97DDF8C6207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67349E14-14B1-D1B9-10BD-02A503BB995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15</a:t>
              </a:fld>
              <a:endParaRPr lang="zh-CN" altLang="en-US" sz="3200" dirty="0">
                <a:solidFill>
                  <a:schemeClr val="bg1"/>
                </a:solidFill>
                <a:latin typeface="Candara"/>
                <a:ea typeface="微软雅黑"/>
              </a:endParaRPr>
            </a:p>
          </p:txBody>
        </p:sp>
      </p:grpSp>
      <p:grpSp>
        <p:nvGrpSpPr>
          <p:cNvPr id="10" name="组合 9">
            <a:extLst>
              <a:ext uri="{FF2B5EF4-FFF2-40B4-BE49-F238E27FC236}">
                <a16:creationId xmlns:a16="http://schemas.microsoft.com/office/drawing/2014/main" id="{90A317B6-8F87-80F6-BBCC-D53B5165F1C8}"/>
              </a:ext>
            </a:extLst>
          </p:cNvPr>
          <p:cNvGrpSpPr/>
          <p:nvPr/>
        </p:nvGrpSpPr>
        <p:grpSpPr>
          <a:xfrm>
            <a:off x="5760000" y="3960000"/>
            <a:ext cx="5316108" cy="2541324"/>
            <a:chOff x="5325931" y="1061292"/>
            <a:chExt cx="5316108" cy="2541324"/>
          </a:xfrm>
        </p:grpSpPr>
        <p:cxnSp>
          <p:nvCxnSpPr>
            <p:cNvPr id="11" name="直接连接符 10">
              <a:extLst>
                <a:ext uri="{FF2B5EF4-FFF2-40B4-BE49-F238E27FC236}">
                  <a16:creationId xmlns:a16="http://schemas.microsoft.com/office/drawing/2014/main" id="{2E83047E-1E1F-12B2-C091-5A30E4236CC1}"/>
                </a:ext>
              </a:extLst>
            </p:cNvPr>
            <p:cNvCxnSpPr>
              <a:cxnSpLocks/>
            </p:cNvCxnSpPr>
            <p:nvPr/>
          </p:nvCxnSpPr>
          <p:spPr>
            <a:xfrm>
              <a:off x="5793339" y="1350550"/>
              <a:ext cx="392623" cy="394247"/>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56FD8F1-5591-9AF8-FD6E-EEB1B1D73885}"/>
                    </a:ext>
                  </a:extLst>
                </p:cNvPr>
                <p:cNvSpPr txBox="1"/>
                <p:nvPr/>
              </p:nvSpPr>
              <p:spPr>
                <a:xfrm>
                  <a:off x="5827614" y="1061292"/>
                  <a:ext cx="608605"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tx1"/>
                            </a:solidFill>
                            <a:latin typeface="Cambria Math" panose="02040503050406030204" pitchFamily="18" charset="0"/>
                          </a:rPr>
                          <m:t>CD</m:t>
                        </m:r>
                      </m:oMath>
                    </m:oMathPara>
                  </a14:m>
                  <a:endParaRPr lang="zh-CN" altLang="en-US" sz="2800" dirty="0">
                    <a:solidFill>
                      <a:schemeClr val="tx1"/>
                    </a:solidFill>
                  </a:endParaRPr>
                </a:p>
              </p:txBody>
            </p:sp>
          </mc:Choice>
          <mc:Fallback xmlns="">
            <p:sp>
              <p:nvSpPr>
                <p:cNvPr id="190" name="文本框 189">
                  <a:extLst>
                    <a:ext uri="{FF2B5EF4-FFF2-40B4-BE49-F238E27FC236}">
                      <a16:creationId xmlns:a16="http://schemas.microsoft.com/office/drawing/2014/main" id="{395E65CC-A20D-1D5D-C4E8-B56ED17919C7}"/>
                    </a:ext>
                  </a:extLst>
                </p:cNvPr>
                <p:cNvSpPr txBox="1">
                  <a:spLocks noRot="1" noChangeAspect="1" noMove="1" noResize="1" noEditPoints="1" noAdjustHandles="1" noChangeArrowheads="1" noChangeShapeType="1" noTextEdit="1"/>
                </p:cNvSpPr>
                <p:nvPr/>
              </p:nvSpPr>
              <p:spPr>
                <a:xfrm>
                  <a:off x="5827614" y="1061292"/>
                  <a:ext cx="608605" cy="523220"/>
                </a:xfrm>
                <a:prstGeom prst="rect">
                  <a:avLst/>
                </a:prstGeom>
                <a:blipFill>
                  <a:blip r:embed="rId93"/>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9EBD60B3-8FB3-38E2-B4B0-87C8DA6BF625}"/>
                    </a:ext>
                  </a:extLst>
                </p:cNvPr>
                <p:cNvSpPr txBox="1"/>
                <p:nvPr/>
              </p:nvSpPr>
              <p:spPr>
                <a:xfrm>
                  <a:off x="5325931" y="1277908"/>
                  <a:ext cx="725275"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tx1"/>
                            </a:solidFill>
                            <a:latin typeface="Cambria Math" panose="02040503050406030204" pitchFamily="18" charset="0"/>
                          </a:rPr>
                          <m:t>AB</m:t>
                        </m:r>
                      </m:oMath>
                    </m:oMathPara>
                  </a14:m>
                  <a:endParaRPr lang="zh-CN" altLang="en-US" sz="2800" dirty="0">
                    <a:solidFill>
                      <a:schemeClr val="tx1"/>
                    </a:solidFill>
                  </a:endParaRPr>
                </a:p>
              </p:txBody>
            </p:sp>
          </mc:Choice>
          <mc:Fallback xmlns="">
            <p:sp>
              <p:nvSpPr>
                <p:cNvPr id="191" name="文本框 190">
                  <a:extLst>
                    <a:ext uri="{FF2B5EF4-FFF2-40B4-BE49-F238E27FC236}">
                      <a16:creationId xmlns:a16="http://schemas.microsoft.com/office/drawing/2014/main" id="{A28CCCDA-3C4C-DB7A-CC57-98F7A31FCA35}"/>
                    </a:ext>
                  </a:extLst>
                </p:cNvPr>
                <p:cNvSpPr txBox="1">
                  <a:spLocks noRot="1" noChangeAspect="1" noMove="1" noResize="1" noEditPoints="1" noAdjustHandles="1" noChangeArrowheads="1" noChangeShapeType="1" noTextEdit="1"/>
                </p:cNvSpPr>
                <p:nvPr/>
              </p:nvSpPr>
              <p:spPr>
                <a:xfrm>
                  <a:off x="5325931" y="1277908"/>
                  <a:ext cx="725275" cy="523220"/>
                </a:xfrm>
                <a:prstGeom prst="rect">
                  <a:avLst/>
                </a:prstGeom>
                <a:blipFill>
                  <a:blip r:embed="rId94"/>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A3138C2-4852-02D1-A431-70A5EB2F4AF1}"/>
                    </a:ext>
                  </a:extLst>
                </p:cNvPr>
                <p:cNvSpPr txBox="1"/>
                <p:nvPr/>
              </p:nvSpPr>
              <p:spPr>
                <a:xfrm>
                  <a:off x="5672106" y="1737538"/>
                  <a:ext cx="513855"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00</m:t>
                        </m:r>
                      </m:oMath>
                    </m:oMathPara>
                  </a14:m>
                  <a:endParaRPr lang="zh-CN" altLang="en-US" sz="2400" dirty="0">
                    <a:solidFill>
                      <a:schemeClr val="tx1"/>
                    </a:solidFill>
                  </a:endParaRPr>
                </a:p>
              </p:txBody>
            </p:sp>
          </mc:Choice>
          <mc:Fallback xmlns="">
            <p:sp>
              <p:nvSpPr>
                <p:cNvPr id="193" name="文本框 192">
                  <a:extLst>
                    <a:ext uri="{FF2B5EF4-FFF2-40B4-BE49-F238E27FC236}">
                      <a16:creationId xmlns:a16="http://schemas.microsoft.com/office/drawing/2014/main" id="{CFA4A007-C0D9-C82E-1CB2-9020CB5B17A6}"/>
                    </a:ext>
                  </a:extLst>
                </p:cNvPr>
                <p:cNvSpPr txBox="1">
                  <a:spLocks noRot="1" noChangeAspect="1" noMove="1" noResize="1" noEditPoints="1" noAdjustHandles="1" noChangeArrowheads="1" noChangeShapeType="1" noTextEdit="1"/>
                </p:cNvSpPr>
                <p:nvPr/>
              </p:nvSpPr>
              <p:spPr>
                <a:xfrm>
                  <a:off x="5672106" y="1737538"/>
                  <a:ext cx="513855" cy="461665"/>
                </a:xfrm>
                <a:prstGeom prst="rect">
                  <a:avLst/>
                </a:prstGeom>
                <a:blipFill>
                  <a:blip r:embed="rId95"/>
                  <a:stretch>
                    <a:fillRect l="-2353" r="-470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464A94DD-7342-FFA1-82FD-42392A32B8DB}"/>
                    </a:ext>
                  </a:extLst>
                </p:cNvPr>
                <p:cNvSpPr txBox="1"/>
                <p:nvPr/>
              </p:nvSpPr>
              <p:spPr>
                <a:xfrm>
                  <a:off x="5672449" y="2203763"/>
                  <a:ext cx="513248"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194" name="文本框 193">
                  <a:extLst>
                    <a:ext uri="{FF2B5EF4-FFF2-40B4-BE49-F238E27FC236}">
                      <a16:creationId xmlns:a16="http://schemas.microsoft.com/office/drawing/2014/main" id="{8CA77147-DE70-E4FD-A971-70A056721365}"/>
                    </a:ext>
                  </a:extLst>
                </p:cNvPr>
                <p:cNvSpPr txBox="1">
                  <a:spLocks noRot="1" noChangeAspect="1" noMove="1" noResize="1" noEditPoints="1" noAdjustHandles="1" noChangeArrowheads="1" noChangeShapeType="1" noTextEdit="1"/>
                </p:cNvSpPr>
                <p:nvPr/>
              </p:nvSpPr>
              <p:spPr>
                <a:xfrm>
                  <a:off x="5672449" y="2203763"/>
                  <a:ext cx="513248" cy="461665"/>
                </a:xfrm>
                <a:prstGeom prst="rect">
                  <a:avLst/>
                </a:prstGeom>
                <a:blipFill>
                  <a:blip r:embed="rId96"/>
                  <a:stretch>
                    <a:fillRect l="-2381" r="-5952"/>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E5CE4E1D-D94C-3FA7-17F8-A237BE28C050}"/>
                    </a:ext>
                  </a:extLst>
                </p:cNvPr>
                <p:cNvSpPr txBox="1"/>
                <p:nvPr/>
              </p:nvSpPr>
              <p:spPr>
                <a:xfrm>
                  <a:off x="5672106" y="2671799"/>
                  <a:ext cx="513855"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solidFill>
                              <a:schemeClr val="tx1"/>
                            </a:solidFill>
                            <a:latin typeface="Cambria Math" panose="02040503050406030204" pitchFamily="18" charset="0"/>
                          </a:rPr>
                          <m:t>1</m:t>
                        </m:r>
                        <m:r>
                          <a:rPr lang="en-US" altLang="zh-CN" sz="2400" b="0" i="0"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195" name="文本框 194">
                  <a:extLst>
                    <a:ext uri="{FF2B5EF4-FFF2-40B4-BE49-F238E27FC236}">
                      <a16:creationId xmlns:a16="http://schemas.microsoft.com/office/drawing/2014/main" id="{A1AA61FD-90D6-75F6-5760-494B134300C2}"/>
                    </a:ext>
                  </a:extLst>
                </p:cNvPr>
                <p:cNvSpPr txBox="1">
                  <a:spLocks noRot="1" noChangeAspect="1" noMove="1" noResize="1" noEditPoints="1" noAdjustHandles="1" noChangeArrowheads="1" noChangeShapeType="1" noTextEdit="1"/>
                </p:cNvSpPr>
                <p:nvPr/>
              </p:nvSpPr>
              <p:spPr>
                <a:xfrm>
                  <a:off x="5672106" y="2671799"/>
                  <a:ext cx="513855" cy="461665"/>
                </a:xfrm>
                <a:prstGeom prst="rect">
                  <a:avLst/>
                </a:prstGeom>
                <a:blipFill>
                  <a:blip r:embed="rId97"/>
                  <a:stretch>
                    <a:fillRect l="-2353" r="-470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7ACB3BC-50D3-6A6E-15CD-1BBEF48FDC0E}"/>
                    </a:ext>
                  </a:extLst>
                </p:cNvPr>
                <p:cNvSpPr txBox="1"/>
                <p:nvPr/>
              </p:nvSpPr>
              <p:spPr>
                <a:xfrm>
                  <a:off x="5672106" y="3138424"/>
                  <a:ext cx="513855"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196" name="文本框 195">
                  <a:extLst>
                    <a:ext uri="{FF2B5EF4-FFF2-40B4-BE49-F238E27FC236}">
                      <a16:creationId xmlns:a16="http://schemas.microsoft.com/office/drawing/2014/main" id="{C2DFA577-101C-53FF-5EB0-E43AA7B3D90B}"/>
                    </a:ext>
                  </a:extLst>
                </p:cNvPr>
                <p:cNvSpPr txBox="1">
                  <a:spLocks noRot="1" noChangeAspect="1" noMove="1" noResize="1" noEditPoints="1" noAdjustHandles="1" noChangeArrowheads="1" noChangeShapeType="1" noTextEdit="1"/>
                </p:cNvSpPr>
                <p:nvPr/>
              </p:nvSpPr>
              <p:spPr>
                <a:xfrm>
                  <a:off x="5672106" y="3138424"/>
                  <a:ext cx="513855" cy="461665"/>
                </a:xfrm>
                <a:prstGeom prst="rect">
                  <a:avLst/>
                </a:prstGeom>
                <a:blipFill>
                  <a:blip r:embed="rId98"/>
                  <a:stretch>
                    <a:fillRect l="-2353" r="-470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BAF3718-5C95-C357-EBE5-809E1288689A}"/>
                    </a:ext>
                  </a:extLst>
                </p:cNvPr>
                <p:cNvSpPr txBox="1"/>
                <p:nvPr/>
              </p:nvSpPr>
              <p:spPr>
                <a:xfrm>
                  <a:off x="6190017" y="1737526"/>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197" name="文本框 196">
                  <a:extLst>
                    <a:ext uri="{FF2B5EF4-FFF2-40B4-BE49-F238E27FC236}">
                      <a16:creationId xmlns:a16="http://schemas.microsoft.com/office/drawing/2014/main" id="{BC6A0B18-E323-F431-5568-80ADAA1B0185}"/>
                    </a:ext>
                  </a:extLst>
                </p:cNvPr>
                <p:cNvSpPr txBox="1">
                  <a:spLocks noRot="1" noChangeAspect="1" noMove="1" noResize="1" noEditPoints="1" noAdjustHandles="1" noChangeArrowheads="1" noChangeShapeType="1" noTextEdit="1"/>
                </p:cNvSpPr>
                <p:nvPr/>
              </p:nvSpPr>
              <p:spPr>
                <a:xfrm>
                  <a:off x="6190017" y="1737526"/>
                  <a:ext cx="1110179" cy="462434"/>
                </a:xfrm>
                <a:prstGeom prst="rect">
                  <a:avLst/>
                </a:prstGeom>
                <a:blipFill>
                  <a:blip r:embed="rId99"/>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22F0D6D-3183-C881-0BC0-C4AC199D66F2}"/>
                    </a:ext>
                  </a:extLst>
                </p:cNvPr>
                <p:cNvSpPr txBox="1"/>
                <p:nvPr/>
              </p:nvSpPr>
              <p:spPr>
                <a:xfrm>
                  <a:off x="7304250" y="1737998"/>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198" name="文本框 197">
                  <a:extLst>
                    <a:ext uri="{FF2B5EF4-FFF2-40B4-BE49-F238E27FC236}">
                      <a16:creationId xmlns:a16="http://schemas.microsoft.com/office/drawing/2014/main" id="{4680A6C3-B097-E65E-FE9C-D86D5DAF4D12}"/>
                    </a:ext>
                  </a:extLst>
                </p:cNvPr>
                <p:cNvSpPr txBox="1">
                  <a:spLocks noRot="1" noChangeAspect="1" noMove="1" noResize="1" noEditPoints="1" noAdjustHandles="1" noChangeArrowheads="1" noChangeShapeType="1" noTextEdit="1"/>
                </p:cNvSpPr>
                <p:nvPr/>
              </p:nvSpPr>
              <p:spPr>
                <a:xfrm>
                  <a:off x="7304250" y="1737998"/>
                  <a:ext cx="1110179" cy="462434"/>
                </a:xfrm>
                <a:prstGeom prst="rect">
                  <a:avLst/>
                </a:prstGeom>
                <a:blipFill>
                  <a:blip r:embed="rId100"/>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7FED06F-04B2-8263-2018-028284D35519}"/>
                    </a:ext>
                  </a:extLst>
                </p:cNvPr>
                <p:cNvSpPr txBox="1"/>
                <p:nvPr/>
              </p:nvSpPr>
              <p:spPr>
                <a:xfrm>
                  <a:off x="8417627" y="1739132"/>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3</m:t>
                            </m:r>
                          </m:sub>
                        </m:sSub>
                      </m:oMath>
                    </m:oMathPara>
                  </a14:m>
                  <a:endParaRPr lang="zh-CN" altLang="en-US" sz="2400" dirty="0">
                    <a:solidFill>
                      <a:schemeClr val="tx1"/>
                    </a:solidFill>
                  </a:endParaRPr>
                </a:p>
              </p:txBody>
            </p:sp>
          </mc:Choice>
          <mc:Fallback xmlns="">
            <p:sp>
              <p:nvSpPr>
                <p:cNvPr id="199" name="文本框 198">
                  <a:extLst>
                    <a:ext uri="{FF2B5EF4-FFF2-40B4-BE49-F238E27FC236}">
                      <a16:creationId xmlns:a16="http://schemas.microsoft.com/office/drawing/2014/main" id="{5E0EB8DB-44CE-3742-276B-6A2F2DFEF324}"/>
                    </a:ext>
                  </a:extLst>
                </p:cNvPr>
                <p:cNvSpPr txBox="1">
                  <a:spLocks noRot="1" noChangeAspect="1" noMove="1" noResize="1" noEditPoints="1" noAdjustHandles="1" noChangeArrowheads="1" noChangeShapeType="1" noTextEdit="1"/>
                </p:cNvSpPr>
                <p:nvPr/>
              </p:nvSpPr>
              <p:spPr>
                <a:xfrm>
                  <a:off x="8417627" y="1739132"/>
                  <a:ext cx="1110179" cy="462434"/>
                </a:xfrm>
                <a:prstGeom prst="rect">
                  <a:avLst/>
                </a:prstGeom>
                <a:blipFill>
                  <a:blip r:embed="rId101"/>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BC6D7AA-BAC7-597F-5DF7-7DD2A068EF1B}"/>
                    </a:ext>
                  </a:extLst>
                </p:cNvPr>
                <p:cNvSpPr txBox="1"/>
                <p:nvPr/>
              </p:nvSpPr>
              <p:spPr>
                <a:xfrm>
                  <a:off x="9531860" y="1739604"/>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2</m:t>
                            </m:r>
                          </m:sub>
                        </m:sSub>
                      </m:oMath>
                    </m:oMathPara>
                  </a14:m>
                  <a:endParaRPr lang="zh-CN" altLang="en-US" sz="2400" dirty="0">
                    <a:solidFill>
                      <a:schemeClr val="tx1"/>
                    </a:solidFill>
                  </a:endParaRPr>
                </a:p>
              </p:txBody>
            </p:sp>
          </mc:Choice>
          <mc:Fallback xmlns="">
            <p:sp>
              <p:nvSpPr>
                <p:cNvPr id="207" name="文本框 206">
                  <a:extLst>
                    <a:ext uri="{FF2B5EF4-FFF2-40B4-BE49-F238E27FC236}">
                      <a16:creationId xmlns:a16="http://schemas.microsoft.com/office/drawing/2014/main" id="{75BC3195-7BF0-ED86-5904-FDC0554EF396}"/>
                    </a:ext>
                  </a:extLst>
                </p:cNvPr>
                <p:cNvSpPr txBox="1">
                  <a:spLocks noRot="1" noChangeAspect="1" noMove="1" noResize="1" noEditPoints="1" noAdjustHandles="1" noChangeArrowheads="1" noChangeShapeType="1" noTextEdit="1"/>
                </p:cNvSpPr>
                <p:nvPr/>
              </p:nvSpPr>
              <p:spPr>
                <a:xfrm>
                  <a:off x="9531860" y="1739604"/>
                  <a:ext cx="1110179" cy="462434"/>
                </a:xfrm>
                <a:prstGeom prst="rect">
                  <a:avLst/>
                </a:prstGeom>
                <a:blipFill>
                  <a:blip r:embed="rId102"/>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3DB660C5-CF22-DEF8-E322-923F610081EC}"/>
                    </a:ext>
                  </a:extLst>
                </p:cNvPr>
                <p:cNvSpPr txBox="1"/>
                <p:nvPr/>
              </p:nvSpPr>
              <p:spPr>
                <a:xfrm>
                  <a:off x="6190017" y="2203916"/>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4</m:t>
                            </m:r>
                          </m:sub>
                        </m:sSub>
                      </m:oMath>
                    </m:oMathPara>
                  </a14:m>
                  <a:endParaRPr lang="zh-CN" altLang="en-US" sz="2400" dirty="0">
                    <a:solidFill>
                      <a:schemeClr val="tx1"/>
                    </a:solidFill>
                  </a:endParaRPr>
                </a:p>
              </p:txBody>
            </p:sp>
          </mc:Choice>
          <mc:Fallback xmlns="">
            <p:sp>
              <p:nvSpPr>
                <p:cNvPr id="223" name="文本框 222">
                  <a:extLst>
                    <a:ext uri="{FF2B5EF4-FFF2-40B4-BE49-F238E27FC236}">
                      <a16:creationId xmlns:a16="http://schemas.microsoft.com/office/drawing/2014/main" id="{D3C89E07-8119-61C5-2181-2D343AB0FE88}"/>
                    </a:ext>
                  </a:extLst>
                </p:cNvPr>
                <p:cNvSpPr txBox="1">
                  <a:spLocks noRot="1" noChangeAspect="1" noMove="1" noResize="1" noEditPoints="1" noAdjustHandles="1" noChangeArrowheads="1" noChangeShapeType="1" noTextEdit="1"/>
                </p:cNvSpPr>
                <p:nvPr/>
              </p:nvSpPr>
              <p:spPr>
                <a:xfrm>
                  <a:off x="6190017" y="2203916"/>
                  <a:ext cx="1110179" cy="462434"/>
                </a:xfrm>
                <a:prstGeom prst="rect">
                  <a:avLst/>
                </a:prstGeom>
                <a:blipFill>
                  <a:blip r:embed="rId103"/>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61BEE993-082A-D8A6-E438-0C9D322D10CE}"/>
                    </a:ext>
                  </a:extLst>
                </p:cNvPr>
                <p:cNvSpPr txBox="1"/>
                <p:nvPr/>
              </p:nvSpPr>
              <p:spPr>
                <a:xfrm>
                  <a:off x="7304250" y="2204388"/>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5</m:t>
                            </m:r>
                          </m:sub>
                        </m:sSub>
                      </m:oMath>
                    </m:oMathPara>
                  </a14:m>
                  <a:endParaRPr lang="zh-CN" altLang="en-US" sz="2400" dirty="0">
                    <a:solidFill>
                      <a:schemeClr val="tx1"/>
                    </a:solidFill>
                  </a:endParaRPr>
                </a:p>
              </p:txBody>
            </p:sp>
          </mc:Choice>
          <mc:Fallback xmlns="">
            <p:sp>
              <p:nvSpPr>
                <p:cNvPr id="230" name="文本框 229">
                  <a:extLst>
                    <a:ext uri="{FF2B5EF4-FFF2-40B4-BE49-F238E27FC236}">
                      <a16:creationId xmlns:a16="http://schemas.microsoft.com/office/drawing/2014/main" id="{583D178B-A62F-B6D7-7499-7DCFCD128582}"/>
                    </a:ext>
                  </a:extLst>
                </p:cNvPr>
                <p:cNvSpPr txBox="1">
                  <a:spLocks noRot="1" noChangeAspect="1" noMove="1" noResize="1" noEditPoints="1" noAdjustHandles="1" noChangeArrowheads="1" noChangeShapeType="1" noTextEdit="1"/>
                </p:cNvSpPr>
                <p:nvPr/>
              </p:nvSpPr>
              <p:spPr>
                <a:xfrm>
                  <a:off x="7304250" y="2204388"/>
                  <a:ext cx="1110179" cy="462434"/>
                </a:xfrm>
                <a:prstGeom prst="rect">
                  <a:avLst/>
                </a:prstGeom>
                <a:blipFill>
                  <a:blip r:embed="rId104"/>
                  <a:stretch>
                    <a:fillRect b="-1299"/>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AFADD7E8-EB3D-D4C4-5779-BCE79BE9F791}"/>
                    </a:ext>
                  </a:extLst>
                </p:cNvPr>
                <p:cNvSpPr txBox="1"/>
                <p:nvPr/>
              </p:nvSpPr>
              <p:spPr>
                <a:xfrm>
                  <a:off x="8417627" y="2205522"/>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7</m:t>
                            </m:r>
                          </m:sub>
                        </m:sSub>
                      </m:oMath>
                    </m:oMathPara>
                  </a14:m>
                  <a:endParaRPr lang="zh-CN" altLang="en-US" sz="2400" dirty="0">
                    <a:solidFill>
                      <a:schemeClr val="tx1"/>
                    </a:solidFill>
                  </a:endParaRPr>
                </a:p>
              </p:txBody>
            </p:sp>
          </mc:Choice>
          <mc:Fallback xmlns="">
            <p:sp>
              <p:nvSpPr>
                <p:cNvPr id="250" name="文本框 249">
                  <a:extLst>
                    <a:ext uri="{FF2B5EF4-FFF2-40B4-BE49-F238E27FC236}">
                      <a16:creationId xmlns:a16="http://schemas.microsoft.com/office/drawing/2014/main" id="{A354E79B-7417-FE8F-975B-8574C8EDFB83}"/>
                    </a:ext>
                  </a:extLst>
                </p:cNvPr>
                <p:cNvSpPr txBox="1">
                  <a:spLocks noRot="1" noChangeAspect="1" noMove="1" noResize="1" noEditPoints="1" noAdjustHandles="1" noChangeArrowheads="1" noChangeShapeType="1" noTextEdit="1"/>
                </p:cNvSpPr>
                <p:nvPr/>
              </p:nvSpPr>
              <p:spPr>
                <a:xfrm>
                  <a:off x="8417627" y="2205522"/>
                  <a:ext cx="1110179" cy="462434"/>
                </a:xfrm>
                <a:prstGeom prst="rect">
                  <a:avLst/>
                </a:prstGeom>
                <a:blipFill>
                  <a:blip r:embed="rId105"/>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2B556345-B577-2BEE-AE47-7A99CD2E83D0}"/>
                    </a:ext>
                  </a:extLst>
                </p:cNvPr>
                <p:cNvSpPr txBox="1"/>
                <p:nvPr/>
              </p:nvSpPr>
              <p:spPr>
                <a:xfrm>
                  <a:off x="9531860" y="2205994"/>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6</m:t>
                            </m:r>
                          </m:sub>
                        </m:sSub>
                      </m:oMath>
                    </m:oMathPara>
                  </a14:m>
                  <a:endParaRPr lang="zh-CN" altLang="en-US" sz="2400" dirty="0">
                    <a:solidFill>
                      <a:schemeClr val="tx1"/>
                    </a:solidFill>
                  </a:endParaRPr>
                </a:p>
              </p:txBody>
            </p:sp>
          </mc:Choice>
          <mc:Fallback xmlns="">
            <p:sp>
              <p:nvSpPr>
                <p:cNvPr id="251" name="文本框 250">
                  <a:extLst>
                    <a:ext uri="{FF2B5EF4-FFF2-40B4-BE49-F238E27FC236}">
                      <a16:creationId xmlns:a16="http://schemas.microsoft.com/office/drawing/2014/main" id="{2A411E8B-85C1-36BF-E771-8D60907230F0}"/>
                    </a:ext>
                  </a:extLst>
                </p:cNvPr>
                <p:cNvSpPr txBox="1">
                  <a:spLocks noRot="1" noChangeAspect="1" noMove="1" noResize="1" noEditPoints="1" noAdjustHandles="1" noChangeArrowheads="1" noChangeShapeType="1" noTextEdit="1"/>
                </p:cNvSpPr>
                <p:nvPr/>
              </p:nvSpPr>
              <p:spPr>
                <a:xfrm>
                  <a:off x="9531860" y="2205994"/>
                  <a:ext cx="1110179" cy="462434"/>
                </a:xfrm>
                <a:prstGeom prst="rect">
                  <a:avLst/>
                </a:prstGeom>
                <a:blipFill>
                  <a:blip r:embed="rId106"/>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7444E64F-43F1-AA54-F8F0-760556D09229}"/>
                    </a:ext>
                  </a:extLst>
                </p:cNvPr>
                <p:cNvSpPr txBox="1"/>
                <p:nvPr/>
              </p:nvSpPr>
              <p:spPr>
                <a:xfrm>
                  <a:off x="6190017" y="2671714"/>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12</m:t>
                            </m:r>
                          </m:sub>
                        </m:sSub>
                      </m:oMath>
                    </m:oMathPara>
                  </a14:m>
                  <a:endParaRPr lang="zh-CN" altLang="en-US" sz="2400" dirty="0">
                    <a:solidFill>
                      <a:schemeClr val="tx1"/>
                    </a:solidFill>
                  </a:endParaRPr>
                </a:p>
              </p:txBody>
            </p:sp>
          </mc:Choice>
          <mc:Fallback xmlns="">
            <p:sp>
              <p:nvSpPr>
                <p:cNvPr id="252" name="文本框 251">
                  <a:extLst>
                    <a:ext uri="{FF2B5EF4-FFF2-40B4-BE49-F238E27FC236}">
                      <a16:creationId xmlns:a16="http://schemas.microsoft.com/office/drawing/2014/main" id="{466545FF-EBA2-D894-AC41-D4EF734B86A4}"/>
                    </a:ext>
                  </a:extLst>
                </p:cNvPr>
                <p:cNvSpPr txBox="1">
                  <a:spLocks noRot="1" noChangeAspect="1" noMove="1" noResize="1" noEditPoints="1" noAdjustHandles="1" noChangeArrowheads="1" noChangeShapeType="1" noTextEdit="1"/>
                </p:cNvSpPr>
                <p:nvPr/>
              </p:nvSpPr>
              <p:spPr>
                <a:xfrm>
                  <a:off x="6190017" y="2671714"/>
                  <a:ext cx="1110179" cy="462434"/>
                </a:xfrm>
                <a:prstGeom prst="rect">
                  <a:avLst/>
                </a:prstGeom>
                <a:blipFill>
                  <a:blip r:embed="rId107"/>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805D2158-8FB6-5CEB-390A-317392AB8097}"/>
                    </a:ext>
                  </a:extLst>
                </p:cNvPr>
                <p:cNvSpPr txBox="1"/>
                <p:nvPr/>
              </p:nvSpPr>
              <p:spPr>
                <a:xfrm>
                  <a:off x="7304250" y="2672186"/>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13</m:t>
                            </m:r>
                          </m:sub>
                        </m:sSub>
                      </m:oMath>
                    </m:oMathPara>
                  </a14:m>
                  <a:endParaRPr lang="zh-CN" altLang="en-US" sz="2400" dirty="0">
                    <a:solidFill>
                      <a:schemeClr val="tx1"/>
                    </a:solidFill>
                  </a:endParaRPr>
                </a:p>
              </p:txBody>
            </p:sp>
          </mc:Choice>
          <mc:Fallback xmlns="">
            <p:sp>
              <p:nvSpPr>
                <p:cNvPr id="253" name="文本框 252">
                  <a:extLst>
                    <a:ext uri="{FF2B5EF4-FFF2-40B4-BE49-F238E27FC236}">
                      <a16:creationId xmlns:a16="http://schemas.microsoft.com/office/drawing/2014/main" id="{E4B07FF6-4B73-7943-8AD7-B86EF848E14A}"/>
                    </a:ext>
                  </a:extLst>
                </p:cNvPr>
                <p:cNvSpPr txBox="1">
                  <a:spLocks noRot="1" noChangeAspect="1" noMove="1" noResize="1" noEditPoints="1" noAdjustHandles="1" noChangeArrowheads="1" noChangeShapeType="1" noTextEdit="1"/>
                </p:cNvSpPr>
                <p:nvPr/>
              </p:nvSpPr>
              <p:spPr>
                <a:xfrm>
                  <a:off x="7304250" y="2672186"/>
                  <a:ext cx="1110179" cy="462434"/>
                </a:xfrm>
                <a:prstGeom prst="rect">
                  <a:avLst/>
                </a:prstGeom>
                <a:blipFill>
                  <a:blip r:embed="rId108"/>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8AA2CEE8-278A-3812-CF9F-E210E44A8341}"/>
                    </a:ext>
                  </a:extLst>
                </p:cNvPr>
                <p:cNvSpPr txBox="1"/>
                <p:nvPr/>
              </p:nvSpPr>
              <p:spPr>
                <a:xfrm>
                  <a:off x="8417627" y="2673320"/>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15</m:t>
                            </m:r>
                          </m:sub>
                        </m:sSub>
                      </m:oMath>
                    </m:oMathPara>
                  </a14:m>
                  <a:endParaRPr lang="zh-CN" altLang="en-US" sz="2400" dirty="0">
                    <a:solidFill>
                      <a:schemeClr val="tx1"/>
                    </a:solidFill>
                  </a:endParaRPr>
                </a:p>
              </p:txBody>
            </p:sp>
          </mc:Choice>
          <mc:Fallback xmlns="">
            <p:sp>
              <p:nvSpPr>
                <p:cNvPr id="254" name="文本框 253">
                  <a:extLst>
                    <a:ext uri="{FF2B5EF4-FFF2-40B4-BE49-F238E27FC236}">
                      <a16:creationId xmlns:a16="http://schemas.microsoft.com/office/drawing/2014/main" id="{7E68DF38-E160-0515-BA8D-7FFCF5A962C2}"/>
                    </a:ext>
                  </a:extLst>
                </p:cNvPr>
                <p:cNvSpPr txBox="1">
                  <a:spLocks noRot="1" noChangeAspect="1" noMove="1" noResize="1" noEditPoints="1" noAdjustHandles="1" noChangeArrowheads="1" noChangeShapeType="1" noTextEdit="1"/>
                </p:cNvSpPr>
                <p:nvPr/>
              </p:nvSpPr>
              <p:spPr>
                <a:xfrm>
                  <a:off x="8417627" y="2673320"/>
                  <a:ext cx="1110179" cy="462434"/>
                </a:xfrm>
                <a:prstGeom prst="rect">
                  <a:avLst/>
                </a:prstGeom>
                <a:blipFill>
                  <a:blip r:embed="rId109"/>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0A2B8BE6-64D3-E58B-82CF-A3841BF906AC}"/>
                    </a:ext>
                  </a:extLst>
                </p:cNvPr>
                <p:cNvSpPr txBox="1"/>
                <p:nvPr/>
              </p:nvSpPr>
              <p:spPr>
                <a:xfrm>
                  <a:off x="9531860" y="2673792"/>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14</m:t>
                            </m:r>
                          </m:sub>
                        </m:sSub>
                      </m:oMath>
                    </m:oMathPara>
                  </a14:m>
                  <a:endParaRPr lang="zh-CN" altLang="en-US" sz="2400" dirty="0">
                    <a:solidFill>
                      <a:schemeClr val="tx1"/>
                    </a:solidFill>
                  </a:endParaRPr>
                </a:p>
              </p:txBody>
            </p:sp>
          </mc:Choice>
          <mc:Fallback xmlns="">
            <p:sp>
              <p:nvSpPr>
                <p:cNvPr id="255" name="文本框 254">
                  <a:extLst>
                    <a:ext uri="{FF2B5EF4-FFF2-40B4-BE49-F238E27FC236}">
                      <a16:creationId xmlns:a16="http://schemas.microsoft.com/office/drawing/2014/main" id="{4BA3464D-C501-99AB-3DC7-18DF71028634}"/>
                    </a:ext>
                  </a:extLst>
                </p:cNvPr>
                <p:cNvSpPr txBox="1">
                  <a:spLocks noRot="1" noChangeAspect="1" noMove="1" noResize="1" noEditPoints="1" noAdjustHandles="1" noChangeArrowheads="1" noChangeShapeType="1" noTextEdit="1"/>
                </p:cNvSpPr>
                <p:nvPr/>
              </p:nvSpPr>
              <p:spPr>
                <a:xfrm>
                  <a:off x="9531860" y="2673792"/>
                  <a:ext cx="1110179" cy="462434"/>
                </a:xfrm>
                <a:prstGeom prst="rect">
                  <a:avLst/>
                </a:prstGeom>
                <a:blipFill>
                  <a:blip r:embed="rId110"/>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7F9F8C9D-7A65-6FDF-91E9-811363C6B797}"/>
                    </a:ext>
                  </a:extLst>
                </p:cNvPr>
                <p:cNvSpPr txBox="1"/>
                <p:nvPr/>
              </p:nvSpPr>
              <p:spPr>
                <a:xfrm>
                  <a:off x="6190017" y="3138104"/>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8</m:t>
                            </m:r>
                          </m:sub>
                        </m:sSub>
                      </m:oMath>
                    </m:oMathPara>
                  </a14:m>
                  <a:endParaRPr lang="zh-CN" altLang="en-US" sz="2400" dirty="0">
                    <a:solidFill>
                      <a:schemeClr val="tx1"/>
                    </a:solidFill>
                  </a:endParaRPr>
                </a:p>
              </p:txBody>
            </p:sp>
          </mc:Choice>
          <mc:Fallback xmlns="">
            <p:sp>
              <p:nvSpPr>
                <p:cNvPr id="256" name="文本框 255">
                  <a:extLst>
                    <a:ext uri="{FF2B5EF4-FFF2-40B4-BE49-F238E27FC236}">
                      <a16:creationId xmlns:a16="http://schemas.microsoft.com/office/drawing/2014/main" id="{98B3C646-323C-2025-D030-DD34C81EE3C0}"/>
                    </a:ext>
                  </a:extLst>
                </p:cNvPr>
                <p:cNvSpPr txBox="1">
                  <a:spLocks noRot="1" noChangeAspect="1" noMove="1" noResize="1" noEditPoints="1" noAdjustHandles="1" noChangeArrowheads="1" noChangeShapeType="1" noTextEdit="1"/>
                </p:cNvSpPr>
                <p:nvPr/>
              </p:nvSpPr>
              <p:spPr>
                <a:xfrm>
                  <a:off x="6190017" y="3138104"/>
                  <a:ext cx="1110179" cy="462434"/>
                </a:xfrm>
                <a:prstGeom prst="rect">
                  <a:avLst/>
                </a:prstGeom>
                <a:blipFill>
                  <a:blip r:embed="rId111"/>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C243A857-1FB9-6BB8-1E88-213189CA9C96}"/>
                    </a:ext>
                  </a:extLst>
                </p:cNvPr>
                <p:cNvSpPr txBox="1"/>
                <p:nvPr/>
              </p:nvSpPr>
              <p:spPr>
                <a:xfrm>
                  <a:off x="7304250" y="3138576"/>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9</m:t>
                            </m:r>
                          </m:sub>
                        </m:sSub>
                      </m:oMath>
                    </m:oMathPara>
                  </a14:m>
                  <a:endParaRPr lang="zh-CN" altLang="en-US" sz="2400" dirty="0">
                    <a:solidFill>
                      <a:schemeClr val="tx1"/>
                    </a:solidFill>
                  </a:endParaRPr>
                </a:p>
              </p:txBody>
            </p:sp>
          </mc:Choice>
          <mc:Fallback xmlns="">
            <p:sp>
              <p:nvSpPr>
                <p:cNvPr id="257" name="文本框 256">
                  <a:extLst>
                    <a:ext uri="{FF2B5EF4-FFF2-40B4-BE49-F238E27FC236}">
                      <a16:creationId xmlns:a16="http://schemas.microsoft.com/office/drawing/2014/main" id="{338B5BCE-1529-1AF5-049F-54AE83AA9A0C}"/>
                    </a:ext>
                  </a:extLst>
                </p:cNvPr>
                <p:cNvSpPr txBox="1">
                  <a:spLocks noRot="1" noChangeAspect="1" noMove="1" noResize="1" noEditPoints="1" noAdjustHandles="1" noChangeArrowheads="1" noChangeShapeType="1" noTextEdit="1"/>
                </p:cNvSpPr>
                <p:nvPr/>
              </p:nvSpPr>
              <p:spPr>
                <a:xfrm>
                  <a:off x="7304250" y="3138576"/>
                  <a:ext cx="1110179" cy="462434"/>
                </a:xfrm>
                <a:prstGeom prst="rect">
                  <a:avLst/>
                </a:prstGeom>
                <a:blipFill>
                  <a:blip r:embed="rId112"/>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5DCD498C-E2CB-DD87-5E7F-6CFC0F4F5A10}"/>
                    </a:ext>
                  </a:extLst>
                </p:cNvPr>
                <p:cNvSpPr txBox="1"/>
                <p:nvPr/>
              </p:nvSpPr>
              <p:spPr>
                <a:xfrm>
                  <a:off x="8417627" y="3139710"/>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11</m:t>
                            </m:r>
                          </m:sub>
                        </m:sSub>
                      </m:oMath>
                    </m:oMathPara>
                  </a14:m>
                  <a:endParaRPr lang="zh-CN" altLang="en-US" sz="2400" dirty="0">
                    <a:solidFill>
                      <a:schemeClr val="tx1"/>
                    </a:solidFill>
                  </a:endParaRPr>
                </a:p>
              </p:txBody>
            </p:sp>
          </mc:Choice>
          <mc:Fallback xmlns="">
            <p:sp>
              <p:nvSpPr>
                <p:cNvPr id="258" name="文本框 257">
                  <a:extLst>
                    <a:ext uri="{FF2B5EF4-FFF2-40B4-BE49-F238E27FC236}">
                      <a16:creationId xmlns:a16="http://schemas.microsoft.com/office/drawing/2014/main" id="{6A592DC2-95E7-83BC-9AE9-F49772F2AA9E}"/>
                    </a:ext>
                  </a:extLst>
                </p:cNvPr>
                <p:cNvSpPr txBox="1">
                  <a:spLocks noRot="1" noChangeAspect="1" noMove="1" noResize="1" noEditPoints="1" noAdjustHandles="1" noChangeArrowheads="1" noChangeShapeType="1" noTextEdit="1"/>
                </p:cNvSpPr>
                <p:nvPr/>
              </p:nvSpPr>
              <p:spPr>
                <a:xfrm>
                  <a:off x="8417627" y="3139710"/>
                  <a:ext cx="1110179" cy="462434"/>
                </a:xfrm>
                <a:prstGeom prst="rect">
                  <a:avLst/>
                </a:prstGeom>
                <a:blipFill>
                  <a:blip r:embed="rId113"/>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C530A7FD-9E1F-2EA4-01C9-5C31380F8F09}"/>
                    </a:ext>
                  </a:extLst>
                </p:cNvPr>
                <p:cNvSpPr txBox="1"/>
                <p:nvPr/>
              </p:nvSpPr>
              <p:spPr>
                <a:xfrm>
                  <a:off x="9531860" y="3140182"/>
                  <a:ext cx="1110179"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10</m:t>
                            </m:r>
                          </m:sub>
                        </m:sSub>
                      </m:oMath>
                    </m:oMathPara>
                  </a14:m>
                  <a:endParaRPr lang="zh-CN" altLang="en-US" sz="2400" dirty="0">
                    <a:solidFill>
                      <a:schemeClr val="tx1"/>
                    </a:solidFill>
                  </a:endParaRPr>
                </a:p>
              </p:txBody>
            </p:sp>
          </mc:Choice>
          <mc:Fallback xmlns="">
            <p:sp>
              <p:nvSpPr>
                <p:cNvPr id="259" name="文本框 258">
                  <a:extLst>
                    <a:ext uri="{FF2B5EF4-FFF2-40B4-BE49-F238E27FC236}">
                      <a16:creationId xmlns:a16="http://schemas.microsoft.com/office/drawing/2014/main" id="{5DC14E11-E18F-A5DF-013E-5B66E24D9151}"/>
                    </a:ext>
                  </a:extLst>
                </p:cNvPr>
                <p:cNvSpPr txBox="1">
                  <a:spLocks noRot="1" noChangeAspect="1" noMove="1" noResize="1" noEditPoints="1" noAdjustHandles="1" noChangeArrowheads="1" noChangeShapeType="1" noTextEdit="1"/>
                </p:cNvSpPr>
                <p:nvPr/>
              </p:nvSpPr>
              <p:spPr>
                <a:xfrm>
                  <a:off x="9531860" y="3140182"/>
                  <a:ext cx="1110179" cy="462434"/>
                </a:xfrm>
                <a:prstGeom prst="rect">
                  <a:avLst/>
                </a:prstGeom>
                <a:blipFill>
                  <a:blip r:embed="rId114"/>
                  <a:stretch>
                    <a:fillRect/>
                  </a:stretch>
                </a:blipFill>
                <a:ln>
                  <a:solidFill>
                    <a:schemeClr val="accent5">
                      <a:lumMod val="75000"/>
                    </a:schemeClr>
                  </a:solidFill>
                </a:ln>
              </p:spPr>
              <p:txBody>
                <a:bodyPr/>
                <a:lstStyle/>
                <a:p>
                  <a:r>
                    <a:rPr lang="zh-CN" altLang="en-US">
                      <a:noFill/>
                    </a:rPr>
                    <a:t> </a:t>
                  </a:r>
                </a:p>
              </p:txBody>
            </p:sp>
          </mc:Fallback>
        </mc:AlternateContent>
        <p:cxnSp>
          <p:nvCxnSpPr>
            <p:cNvPr id="34" name="直接连接符 33">
              <a:extLst>
                <a:ext uri="{FF2B5EF4-FFF2-40B4-BE49-F238E27FC236}">
                  <a16:creationId xmlns:a16="http://schemas.microsoft.com/office/drawing/2014/main" id="{C6AD6F2A-06F9-E340-7223-04D23D77A7EA}"/>
                </a:ext>
              </a:extLst>
            </p:cNvPr>
            <p:cNvCxnSpPr>
              <a:cxnSpLocks/>
            </p:cNvCxnSpPr>
            <p:nvPr/>
          </p:nvCxnSpPr>
          <p:spPr>
            <a:xfrm>
              <a:off x="8414001" y="1737526"/>
              <a:ext cx="0" cy="1863012"/>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3A2553E6-19A7-F759-68D8-9FA91A448105}"/>
                </a:ext>
              </a:extLst>
            </p:cNvPr>
            <p:cNvCxnSpPr>
              <a:cxnSpLocks/>
            </p:cNvCxnSpPr>
            <p:nvPr/>
          </p:nvCxnSpPr>
          <p:spPr>
            <a:xfrm>
              <a:off x="6185962" y="2669032"/>
              <a:ext cx="4456077"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C9A39A5-408E-F545-E368-B4CEF87F9CBC}"/>
                </a:ext>
              </a:extLst>
            </p:cNvPr>
            <p:cNvCxnSpPr>
              <a:cxnSpLocks/>
            </p:cNvCxnSpPr>
            <p:nvPr/>
          </p:nvCxnSpPr>
          <p:spPr>
            <a:xfrm>
              <a:off x="7300196" y="1737526"/>
              <a:ext cx="0" cy="1863012"/>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04646B2-EB66-B96C-7D8F-3E20EAFCAF38}"/>
                </a:ext>
              </a:extLst>
            </p:cNvPr>
            <p:cNvCxnSpPr>
              <a:cxnSpLocks/>
            </p:cNvCxnSpPr>
            <p:nvPr/>
          </p:nvCxnSpPr>
          <p:spPr>
            <a:xfrm>
              <a:off x="9527806" y="1734844"/>
              <a:ext cx="0" cy="1863012"/>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C6639A5-AA07-6D90-6007-79167D43AE84}"/>
                </a:ext>
              </a:extLst>
            </p:cNvPr>
            <p:cNvCxnSpPr>
              <a:cxnSpLocks/>
            </p:cNvCxnSpPr>
            <p:nvPr/>
          </p:nvCxnSpPr>
          <p:spPr>
            <a:xfrm>
              <a:off x="6185962" y="2199959"/>
              <a:ext cx="4456077"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D8536D2-D381-5A1C-8E57-D9BD048E89AF}"/>
                </a:ext>
              </a:extLst>
            </p:cNvPr>
            <p:cNvCxnSpPr>
              <a:cxnSpLocks/>
            </p:cNvCxnSpPr>
            <p:nvPr/>
          </p:nvCxnSpPr>
          <p:spPr>
            <a:xfrm>
              <a:off x="6185961" y="3134148"/>
              <a:ext cx="4456077"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75F1EF87-74BE-71B0-6A51-534D32631E40}"/>
                </a:ext>
              </a:extLst>
            </p:cNvPr>
            <p:cNvSpPr/>
            <p:nvPr/>
          </p:nvSpPr>
          <p:spPr>
            <a:xfrm>
              <a:off x="6185962" y="1737526"/>
              <a:ext cx="4456077" cy="1863012"/>
            </a:xfrm>
            <a:prstGeom prst="rect">
              <a:avLst/>
            </a:prstGeom>
            <a:noFill/>
            <a:ln w="508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FDB25129-CF40-8234-384F-A4F285F7D3B5}"/>
                    </a:ext>
                  </a:extLst>
                </p:cNvPr>
                <p:cNvSpPr txBox="1"/>
                <p:nvPr/>
              </p:nvSpPr>
              <p:spPr>
                <a:xfrm>
                  <a:off x="6504363" y="132902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00</m:t>
                        </m:r>
                      </m:oMath>
                    </m:oMathPara>
                  </a14:m>
                  <a:endParaRPr lang="zh-CN" altLang="en-US" sz="2400" dirty="0">
                    <a:solidFill>
                      <a:schemeClr val="tx1"/>
                    </a:solidFill>
                  </a:endParaRPr>
                </a:p>
              </p:txBody>
            </p:sp>
          </mc:Choice>
          <mc:Fallback xmlns="">
            <p:sp>
              <p:nvSpPr>
                <p:cNvPr id="267" name="文本框 266">
                  <a:extLst>
                    <a:ext uri="{FF2B5EF4-FFF2-40B4-BE49-F238E27FC236}">
                      <a16:creationId xmlns:a16="http://schemas.microsoft.com/office/drawing/2014/main" id="{58D06D46-3A2C-C188-8511-A074F44079D8}"/>
                    </a:ext>
                  </a:extLst>
                </p:cNvPr>
                <p:cNvSpPr txBox="1">
                  <a:spLocks noRot="1" noChangeAspect="1" noMove="1" noResize="1" noEditPoints="1" noAdjustHandles="1" noChangeArrowheads="1" noChangeShapeType="1" noTextEdit="1"/>
                </p:cNvSpPr>
                <p:nvPr/>
              </p:nvSpPr>
              <p:spPr>
                <a:xfrm>
                  <a:off x="6504363" y="1329028"/>
                  <a:ext cx="473382" cy="461665"/>
                </a:xfrm>
                <a:prstGeom prst="rect">
                  <a:avLst/>
                </a:prstGeom>
                <a:blipFill>
                  <a:blip r:embed="rId115"/>
                  <a:stretch>
                    <a:fillRect l="-3896" r="-1428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9F47CC89-426C-A1E9-807E-971ECA87D686}"/>
                    </a:ext>
                  </a:extLst>
                </p:cNvPr>
                <p:cNvSpPr txBox="1"/>
                <p:nvPr/>
              </p:nvSpPr>
              <p:spPr>
                <a:xfrm>
                  <a:off x="7622648" y="132902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268" name="文本框 267">
                  <a:extLst>
                    <a:ext uri="{FF2B5EF4-FFF2-40B4-BE49-F238E27FC236}">
                      <a16:creationId xmlns:a16="http://schemas.microsoft.com/office/drawing/2014/main" id="{685334E7-9DC2-BE95-8A11-1D5850AED70D}"/>
                    </a:ext>
                  </a:extLst>
                </p:cNvPr>
                <p:cNvSpPr txBox="1">
                  <a:spLocks noRot="1" noChangeAspect="1" noMove="1" noResize="1" noEditPoints="1" noAdjustHandles="1" noChangeArrowheads="1" noChangeShapeType="1" noTextEdit="1"/>
                </p:cNvSpPr>
                <p:nvPr/>
              </p:nvSpPr>
              <p:spPr>
                <a:xfrm>
                  <a:off x="7622648" y="1329028"/>
                  <a:ext cx="473382" cy="461665"/>
                </a:xfrm>
                <a:prstGeom prst="rect">
                  <a:avLst/>
                </a:prstGeom>
                <a:blipFill>
                  <a:blip r:embed="rId116"/>
                  <a:stretch>
                    <a:fillRect l="-2564" r="-1410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7F6CBD02-1E85-3C07-FCEB-C47AD6667EB8}"/>
                    </a:ext>
                  </a:extLst>
                </p:cNvPr>
                <p:cNvSpPr txBox="1"/>
                <p:nvPr/>
              </p:nvSpPr>
              <p:spPr>
                <a:xfrm>
                  <a:off x="8736025" y="132902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269" name="文本框 268">
                  <a:extLst>
                    <a:ext uri="{FF2B5EF4-FFF2-40B4-BE49-F238E27FC236}">
                      <a16:creationId xmlns:a16="http://schemas.microsoft.com/office/drawing/2014/main" id="{29EA71AD-F349-7F1B-3CFB-A334CBBBE428}"/>
                    </a:ext>
                  </a:extLst>
                </p:cNvPr>
                <p:cNvSpPr txBox="1">
                  <a:spLocks noRot="1" noChangeAspect="1" noMove="1" noResize="1" noEditPoints="1" noAdjustHandles="1" noChangeArrowheads="1" noChangeShapeType="1" noTextEdit="1"/>
                </p:cNvSpPr>
                <p:nvPr/>
              </p:nvSpPr>
              <p:spPr>
                <a:xfrm>
                  <a:off x="8736025" y="1329028"/>
                  <a:ext cx="473382" cy="461665"/>
                </a:xfrm>
                <a:prstGeom prst="rect">
                  <a:avLst/>
                </a:prstGeom>
                <a:blipFill>
                  <a:blip r:embed="rId117"/>
                  <a:stretch>
                    <a:fillRect l="-3896" r="-1428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A5DC7653-7CF1-B3D5-FF0E-F651D5BC9FCB}"/>
                    </a:ext>
                  </a:extLst>
                </p:cNvPr>
                <p:cNvSpPr txBox="1"/>
                <p:nvPr/>
              </p:nvSpPr>
              <p:spPr>
                <a:xfrm>
                  <a:off x="9850258" y="132902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270" name="文本框 269">
                  <a:extLst>
                    <a:ext uri="{FF2B5EF4-FFF2-40B4-BE49-F238E27FC236}">
                      <a16:creationId xmlns:a16="http://schemas.microsoft.com/office/drawing/2014/main" id="{7D9B3186-8807-237B-1F34-C033D2053C94}"/>
                    </a:ext>
                  </a:extLst>
                </p:cNvPr>
                <p:cNvSpPr txBox="1">
                  <a:spLocks noRot="1" noChangeAspect="1" noMove="1" noResize="1" noEditPoints="1" noAdjustHandles="1" noChangeArrowheads="1" noChangeShapeType="1" noTextEdit="1"/>
                </p:cNvSpPr>
                <p:nvPr/>
              </p:nvSpPr>
              <p:spPr>
                <a:xfrm>
                  <a:off x="9850258" y="1329028"/>
                  <a:ext cx="473382" cy="461665"/>
                </a:xfrm>
                <a:prstGeom prst="rect">
                  <a:avLst/>
                </a:prstGeom>
                <a:blipFill>
                  <a:blip r:embed="rId118"/>
                  <a:stretch>
                    <a:fillRect l="-3896" r="-14286"/>
                  </a:stretch>
                </a:blipFill>
                <a:ln>
                  <a:noFill/>
                </a:ln>
              </p:spPr>
              <p:txBody>
                <a:bodyPr/>
                <a:lstStyle/>
                <a:p>
                  <a:r>
                    <a:rPr lang="zh-CN" altLang="en-US">
                      <a:noFill/>
                    </a:rPr>
                    <a:t> </a:t>
                  </a:r>
                </a:p>
              </p:txBody>
            </p:sp>
          </mc:Fallback>
        </mc:AlternateContent>
      </p:grpSp>
      <p:grpSp>
        <p:nvGrpSpPr>
          <p:cNvPr id="45" name="组合 44">
            <a:extLst>
              <a:ext uri="{FF2B5EF4-FFF2-40B4-BE49-F238E27FC236}">
                <a16:creationId xmlns:a16="http://schemas.microsoft.com/office/drawing/2014/main" id="{6BB5D054-2E25-28DD-6754-E86946B6239D}"/>
              </a:ext>
            </a:extLst>
          </p:cNvPr>
          <p:cNvGrpSpPr/>
          <p:nvPr/>
        </p:nvGrpSpPr>
        <p:grpSpPr>
          <a:xfrm>
            <a:off x="5868000" y="2268000"/>
            <a:ext cx="3879293" cy="1608740"/>
            <a:chOff x="151939" y="1524862"/>
            <a:chExt cx="3879293" cy="1608740"/>
          </a:xfrm>
        </p:grpSpPr>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DAA3C05A-FFB4-B408-8D41-ADADB7BFE343}"/>
                    </a:ext>
                  </a:extLst>
                </p:cNvPr>
                <p:cNvSpPr txBox="1"/>
                <p:nvPr/>
              </p:nvSpPr>
              <p:spPr>
                <a:xfrm>
                  <a:off x="737400" y="2208367"/>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76" name="文本框 75">
                  <a:extLst>
                    <a:ext uri="{FF2B5EF4-FFF2-40B4-BE49-F238E27FC236}">
                      <a16:creationId xmlns:a16="http://schemas.microsoft.com/office/drawing/2014/main" id="{06C9A270-CFEF-E660-F4F2-2EC0E6F6AA4E}"/>
                    </a:ext>
                  </a:extLst>
                </p:cNvPr>
                <p:cNvSpPr txBox="1">
                  <a:spLocks noRot="1" noChangeAspect="1" noMove="1" noResize="1" noEditPoints="1" noAdjustHandles="1" noChangeArrowheads="1" noChangeShapeType="1" noTextEdit="1"/>
                </p:cNvSpPr>
                <p:nvPr/>
              </p:nvSpPr>
              <p:spPr>
                <a:xfrm>
                  <a:off x="737400" y="2208367"/>
                  <a:ext cx="818698" cy="461665"/>
                </a:xfrm>
                <a:prstGeom prst="rect">
                  <a:avLst/>
                </a:prstGeom>
                <a:blipFill>
                  <a:blip r:embed="rId61"/>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1B484259-CA6D-4285-FE04-104933C2B059}"/>
                    </a:ext>
                  </a:extLst>
                </p:cNvPr>
                <p:cNvSpPr txBox="1"/>
                <p:nvPr/>
              </p:nvSpPr>
              <p:spPr>
                <a:xfrm>
                  <a:off x="1559035" y="2208367"/>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77" name="文本框 76">
                  <a:extLst>
                    <a:ext uri="{FF2B5EF4-FFF2-40B4-BE49-F238E27FC236}">
                      <a16:creationId xmlns:a16="http://schemas.microsoft.com/office/drawing/2014/main" id="{E7227220-ED28-961F-952B-EF5E2AE66B02}"/>
                    </a:ext>
                  </a:extLst>
                </p:cNvPr>
                <p:cNvSpPr txBox="1">
                  <a:spLocks noRot="1" noChangeAspect="1" noMove="1" noResize="1" noEditPoints="1" noAdjustHandles="1" noChangeArrowheads="1" noChangeShapeType="1" noTextEdit="1"/>
                </p:cNvSpPr>
                <p:nvPr/>
              </p:nvSpPr>
              <p:spPr>
                <a:xfrm>
                  <a:off x="1559035" y="2208367"/>
                  <a:ext cx="818698" cy="461665"/>
                </a:xfrm>
                <a:prstGeom prst="rect">
                  <a:avLst/>
                </a:prstGeom>
                <a:blipFill>
                  <a:blip r:embed="rId62"/>
                  <a:stretch>
                    <a:fillRect/>
                  </a:stretch>
                </a:blipFill>
                <a:ln>
                  <a:solidFill>
                    <a:schemeClr val="accent5">
                      <a:lumMod val="75000"/>
                    </a:schemeClr>
                  </a:solidFill>
                </a:ln>
              </p:spPr>
              <p:txBody>
                <a:bodyPr/>
                <a:lstStyle/>
                <a:p>
                  <a:r>
                    <a:rPr lang="zh-CN" altLang="en-US">
                      <a:noFill/>
                    </a:rPr>
                    <a:t> </a:t>
                  </a:r>
                </a:p>
              </p:txBody>
            </p:sp>
          </mc:Fallback>
        </mc:AlternateContent>
        <p:sp>
          <p:nvSpPr>
            <p:cNvPr id="48" name="矩形 47">
              <a:extLst>
                <a:ext uri="{FF2B5EF4-FFF2-40B4-BE49-F238E27FC236}">
                  <a16:creationId xmlns:a16="http://schemas.microsoft.com/office/drawing/2014/main" id="{52C821A1-7D12-9B7B-9D61-48BA85581035}"/>
                </a:ext>
              </a:extLst>
            </p:cNvPr>
            <p:cNvSpPr/>
            <p:nvPr/>
          </p:nvSpPr>
          <p:spPr>
            <a:xfrm>
              <a:off x="737400" y="2208367"/>
              <a:ext cx="3293832" cy="924466"/>
            </a:xfrm>
            <a:prstGeom prst="rect">
              <a:avLst/>
            </a:prstGeom>
            <a:noFill/>
            <a:ln w="508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cxnSp>
          <p:nvCxnSpPr>
            <p:cNvPr id="49" name="直接连接符 48">
              <a:extLst>
                <a:ext uri="{FF2B5EF4-FFF2-40B4-BE49-F238E27FC236}">
                  <a16:creationId xmlns:a16="http://schemas.microsoft.com/office/drawing/2014/main" id="{F49A8294-9BF6-8511-012B-8C0BD37BFFCD}"/>
                </a:ext>
              </a:extLst>
            </p:cNvPr>
            <p:cNvCxnSpPr>
              <a:cxnSpLocks/>
            </p:cNvCxnSpPr>
            <p:nvPr/>
          </p:nvCxnSpPr>
          <p:spPr>
            <a:xfrm>
              <a:off x="344777" y="1814120"/>
              <a:ext cx="392623" cy="394247"/>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A28A1C16-FDAF-859B-CDA1-33A0FF84C50C}"/>
                    </a:ext>
                  </a:extLst>
                </p:cNvPr>
                <p:cNvSpPr txBox="1"/>
                <p:nvPr/>
              </p:nvSpPr>
              <p:spPr>
                <a:xfrm>
                  <a:off x="907374" y="179259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00</m:t>
                        </m:r>
                      </m:oMath>
                    </m:oMathPara>
                  </a14:m>
                  <a:endParaRPr lang="zh-CN" altLang="en-US" sz="2400" dirty="0">
                    <a:solidFill>
                      <a:schemeClr val="tx1"/>
                    </a:solidFill>
                  </a:endParaRPr>
                </a:p>
              </p:txBody>
            </p:sp>
          </mc:Choice>
          <mc:Fallback xmlns="">
            <p:sp>
              <p:nvSpPr>
                <p:cNvPr id="80" name="文本框 79">
                  <a:extLst>
                    <a:ext uri="{FF2B5EF4-FFF2-40B4-BE49-F238E27FC236}">
                      <a16:creationId xmlns:a16="http://schemas.microsoft.com/office/drawing/2014/main" id="{1AF4DF90-4D0D-17DC-A0FD-71A474E82AA2}"/>
                    </a:ext>
                  </a:extLst>
                </p:cNvPr>
                <p:cNvSpPr txBox="1">
                  <a:spLocks noRot="1" noChangeAspect="1" noMove="1" noResize="1" noEditPoints="1" noAdjustHandles="1" noChangeArrowheads="1" noChangeShapeType="1" noTextEdit="1"/>
                </p:cNvSpPr>
                <p:nvPr/>
              </p:nvSpPr>
              <p:spPr>
                <a:xfrm>
                  <a:off x="907374" y="1792598"/>
                  <a:ext cx="473382" cy="461665"/>
                </a:xfrm>
                <a:prstGeom prst="rect">
                  <a:avLst/>
                </a:prstGeom>
                <a:blipFill>
                  <a:blip r:embed="rId63"/>
                  <a:stretch>
                    <a:fillRect l="-3896" r="-1428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672B9308-32A9-C184-5512-B886C5FB9C20}"/>
                    </a:ext>
                  </a:extLst>
                </p:cNvPr>
                <p:cNvSpPr txBox="1"/>
                <p:nvPr/>
              </p:nvSpPr>
              <p:spPr>
                <a:xfrm>
                  <a:off x="1728756" y="179259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81" name="文本框 80">
                  <a:extLst>
                    <a:ext uri="{FF2B5EF4-FFF2-40B4-BE49-F238E27FC236}">
                      <a16:creationId xmlns:a16="http://schemas.microsoft.com/office/drawing/2014/main" id="{702B743F-75E2-A4CB-18C6-7E1B39C8BF5B}"/>
                    </a:ext>
                  </a:extLst>
                </p:cNvPr>
                <p:cNvSpPr txBox="1">
                  <a:spLocks noRot="1" noChangeAspect="1" noMove="1" noResize="1" noEditPoints="1" noAdjustHandles="1" noChangeArrowheads="1" noChangeShapeType="1" noTextEdit="1"/>
                </p:cNvSpPr>
                <p:nvPr/>
              </p:nvSpPr>
              <p:spPr>
                <a:xfrm>
                  <a:off x="1728756" y="1792598"/>
                  <a:ext cx="473382" cy="461665"/>
                </a:xfrm>
                <a:prstGeom prst="rect">
                  <a:avLst/>
                </a:prstGeom>
                <a:blipFill>
                  <a:blip r:embed="rId64"/>
                  <a:stretch>
                    <a:fillRect l="-2564" r="-1410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DB1560AC-0DB5-00FE-FB9B-1AA3C69B44C3}"/>
                    </a:ext>
                  </a:extLst>
                </p:cNvPr>
                <p:cNvSpPr txBox="1"/>
                <p:nvPr/>
              </p:nvSpPr>
              <p:spPr>
                <a:xfrm>
                  <a:off x="379052" y="1524862"/>
                  <a:ext cx="608605"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tx1"/>
                            </a:solidFill>
                            <a:latin typeface="Cambria Math" panose="02040503050406030204" pitchFamily="18" charset="0"/>
                          </a:rPr>
                          <m:t>BC</m:t>
                        </m:r>
                      </m:oMath>
                    </m:oMathPara>
                  </a14:m>
                  <a:endParaRPr lang="zh-CN" altLang="en-US" sz="2800" dirty="0">
                    <a:solidFill>
                      <a:schemeClr val="tx1"/>
                    </a:solidFill>
                  </a:endParaRPr>
                </a:p>
              </p:txBody>
            </p:sp>
          </mc:Choice>
          <mc:Fallback xmlns="">
            <p:sp>
              <p:nvSpPr>
                <p:cNvPr id="82" name="文本框 81">
                  <a:extLst>
                    <a:ext uri="{FF2B5EF4-FFF2-40B4-BE49-F238E27FC236}">
                      <a16:creationId xmlns:a16="http://schemas.microsoft.com/office/drawing/2014/main" id="{3CEACABC-E84A-75F6-7F03-FA427582A8DA}"/>
                    </a:ext>
                  </a:extLst>
                </p:cNvPr>
                <p:cNvSpPr txBox="1">
                  <a:spLocks noRot="1" noChangeAspect="1" noMove="1" noResize="1" noEditPoints="1" noAdjustHandles="1" noChangeArrowheads="1" noChangeShapeType="1" noTextEdit="1"/>
                </p:cNvSpPr>
                <p:nvPr/>
              </p:nvSpPr>
              <p:spPr>
                <a:xfrm>
                  <a:off x="379052" y="1524862"/>
                  <a:ext cx="608605" cy="523220"/>
                </a:xfrm>
                <a:prstGeom prst="rect">
                  <a:avLst/>
                </a:prstGeom>
                <a:blipFill>
                  <a:blip r:embed="rId6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6FE9ECBD-03E5-90F4-1A0D-1DACFE26029D}"/>
                    </a:ext>
                  </a:extLst>
                </p:cNvPr>
                <p:cNvSpPr txBox="1"/>
                <p:nvPr/>
              </p:nvSpPr>
              <p:spPr>
                <a:xfrm>
                  <a:off x="2384317" y="2208367"/>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b="0" i="1" smtClean="0">
                                <a:solidFill>
                                  <a:schemeClr val="tx1"/>
                                </a:solidFill>
                                <a:latin typeface="Cambria Math" panose="02040503050406030204" pitchFamily="18" charset="0"/>
                              </a:rPr>
                              <m:t>3</m:t>
                            </m:r>
                          </m:sub>
                        </m:sSub>
                      </m:oMath>
                    </m:oMathPara>
                  </a14:m>
                  <a:endParaRPr lang="zh-CN" altLang="en-US" sz="2400" dirty="0">
                    <a:solidFill>
                      <a:schemeClr val="tx1"/>
                    </a:solidFill>
                  </a:endParaRPr>
                </a:p>
              </p:txBody>
            </p:sp>
          </mc:Choice>
          <mc:Fallback xmlns="">
            <p:sp>
              <p:nvSpPr>
                <p:cNvPr id="83" name="文本框 82">
                  <a:extLst>
                    <a:ext uri="{FF2B5EF4-FFF2-40B4-BE49-F238E27FC236}">
                      <a16:creationId xmlns:a16="http://schemas.microsoft.com/office/drawing/2014/main" id="{2A28C16C-6B04-144A-3F58-F63582E62548}"/>
                    </a:ext>
                  </a:extLst>
                </p:cNvPr>
                <p:cNvSpPr txBox="1">
                  <a:spLocks noRot="1" noChangeAspect="1" noMove="1" noResize="1" noEditPoints="1" noAdjustHandles="1" noChangeArrowheads="1" noChangeShapeType="1" noTextEdit="1"/>
                </p:cNvSpPr>
                <p:nvPr/>
              </p:nvSpPr>
              <p:spPr>
                <a:xfrm>
                  <a:off x="2384317" y="2208367"/>
                  <a:ext cx="818698" cy="461665"/>
                </a:xfrm>
                <a:prstGeom prst="rect">
                  <a:avLst/>
                </a:prstGeom>
                <a:blipFill>
                  <a:blip r:embed="rId66"/>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4A308C8B-D0DD-DD46-3185-FA763AFB2918}"/>
                    </a:ext>
                  </a:extLst>
                </p:cNvPr>
                <p:cNvSpPr txBox="1"/>
                <p:nvPr/>
              </p:nvSpPr>
              <p:spPr>
                <a:xfrm>
                  <a:off x="3205952" y="2208367"/>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b="0" i="1" smtClean="0">
                                <a:solidFill>
                                  <a:schemeClr val="tx1"/>
                                </a:solidFill>
                                <a:latin typeface="Cambria Math" panose="02040503050406030204" pitchFamily="18" charset="0"/>
                              </a:rPr>
                              <m:t>2</m:t>
                            </m:r>
                          </m:sub>
                        </m:sSub>
                      </m:oMath>
                    </m:oMathPara>
                  </a14:m>
                  <a:endParaRPr lang="zh-CN" altLang="en-US" sz="2400" dirty="0">
                    <a:solidFill>
                      <a:schemeClr val="tx1"/>
                    </a:solidFill>
                  </a:endParaRPr>
                </a:p>
              </p:txBody>
            </p:sp>
          </mc:Choice>
          <mc:Fallback xmlns="">
            <p:sp>
              <p:nvSpPr>
                <p:cNvPr id="84" name="文本框 83">
                  <a:extLst>
                    <a:ext uri="{FF2B5EF4-FFF2-40B4-BE49-F238E27FC236}">
                      <a16:creationId xmlns:a16="http://schemas.microsoft.com/office/drawing/2014/main" id="{794A420D-2EE1-B532-B3BC-12F7A611F050}"/>
                    </a:ext>
                  </a:extLst>
                </p:cNvPr>
                <p:cNvSpPr txBox="1">
                  <a:spLocks noRot="1" noChangeAspect="1" noMove="1" noResize="1" noEditPoints="1" noAdjustHandles="1" noChangeArrowheads="1" noChangeShapeType="1" noTextEdit="1"/>
                </p:cNvSpPr>
                <p:nvPr/>
              </p:nvSpPr>
              <p:spPr>
                <a:xfrm>
                  <a:off x="3205952" y="2208367"/>
                  <a:ext cx="818698" cy="462434"/>
                </a:xfrm>
                <a:prstGeom prst="rect">
                  <a:avLst/>
                </a:prstGeom>
                <a:blipFill>
                  <a:blip r:embed="rId67"/>
                  <a:stretch>
                    <a:fillRect/>
                  </a:stretch>
                </a:blipFill>
                <a:ln>
                  <a:solidFill>
                    <a:schemeClr val="accent5">
                      <a:lumMod val="75000"/>
                    </a:schemeClr>
                  </a:solidFill>
                </a:ln>
              </p:spPr>
              <p:txBody>
                <a:bodyPr/>
                <a:lstStyle/>
                <a:p>
                  <a:r>
                    <a:rPr lang="zh-CN" altLang="en-US">
                      <a:noFill/>
                    </a:rPr>
                    <a:t> </a:t>
                  </a:r>
                </a:p>
              </p:txBody>
            </p:sp>
          </mc:Fallback>
        </mc:AlternateContent>
        <p:cxnSp>
          <p:nvCxnSpPr>
            <p:cNvPr id="55" name="直接连接符 54">
              <a:extLst>
                <a:ext uri="{FF2B5EF4-FFF2-40B4-BE49-F238E27FC236}">
                  <a16:creationId xmlns:a16="http://schemas.microsoft.com/office/drawing/2014/main" id="{3DE320C7-64A7-A032-A398-D41629AF5631}"/>
                </a:ext>
              </a:extLst>
            </p:cNvPr>
            <p:cNvCxnSpPr>
              <a:cxnSpLocks/>
            </p:cNvCxnSpPr>
            <p:nvPr/>
          </p:nvCxnSpPr>
          <p:spPr>
            <a:xfrm>
              <a:off x="3207168" y="2208367"/>
              <a:ext cx="0" cy="92446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A5AC0DEC-3548-7757-45AD-15E669F54E38}"/>
                </a:ext>
              </a:extLst>
            </p:cNvPr>
            <p:cNvCxnSpPr>
              <a:cxnSpLocks/>
            </p:cNvCxnSpPr>
            <p:nvPr/>
          </p:nvCxnSpPr>
          <p:spPr>
            <a:xfrm>
              <a:off x="1560251" y="2208367"/>
              <a:ext cx="0" cy="92446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F4AC407A-1EE6-A523-C8DD-6208C1ADCA53}"/>
                    </a:ext>
                  </a:extLst>
                </p:cNvPr>
                <p:cNvSpPr txBox="1"/>
                <p:nvPr/>
              </p:nvSpPr>
              <p:spPr>
                <a:xfrm>
                  <a:off x="2565759" y="179259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87" name="文本框 86">
                  <a:extLst>
                    <a:ext uri="{FF2B5EF4-FFF2-40B4-BE49-F238E27FC236}">
                      <a16:creationId xmlns:a16="http://schemas.microsoft.com/office/drawing/2014/main" id="{9DEB3A36-34A6-57ED-5E3C-7BFFBC04C15C}"/>
                    </a:ext>
                  </a:extLst>
                </p:cNvPr>
                <p:cNvSpPr txBox="1">
                  <a:spLocks noRot="1" noChangeAspect="1" noMove="1" noResize="1" noEditPoints="1" noAdjustHandles="1" noChangeArrowheads="1" noChangeShapeType="1" noTextEdit="1"/>
                </p:cNvSpPr>
                <p:nvPr/>
              </p:nvSpPr>
              <p:spPr>
                <a:xfrm>
                  <a:off x="2565759" y="1792598"/>
                  <a:ext cx="473382" cy="461665"/>
                </a:xfrm>
                <a:prstGeom prst="rect">
                  <a:avLst/>
                </a:prstGeom>
                <a:blipFill>
                  <a:blip r:embed="rId68"/>
                  <a:stretch>
                    <a:fillRect l="-3896" r="-1428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6F0C704A-B2EE-3BDC-3998-E6E639D76BA2}"/>
                    </a:ext>
                  </a:extLst>
                </p:cNvPr>
                <p:cNvSpPr txBox="1"/>
                <p:nvPr/>
              </p:nvSpPr>
              <p:spPr>
                <a:xfrm>
                  <a:off x="3387141" y="1792598"/>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88" name="文本框 87">
                  <a:extLst>
                    <a:ext uri="{FF2B5EF4-FFF2-40B4-BE49-F238E27FC236}">
                      <a16:creationId xmlns:a16="http://schemas.microsoft.com/office/drawing/2014/main" id="{D0348613-2B24-8199-B860-A3413E4E0F81}"/>
                    </a:ext>
                  </a:extLst>
                </p:cNvPr>
                <p:cNvSpPr txBox="1">
                  <a:spLocks noRot="1" noChangeAspect="1" noMove="1" noResize="1" noEditPoints="1" noAdjustHandles="1" noChangeArrowheads="1" noChangeShapeType="1" noTextEdit="1"/>
                </p:cNvSpPr>
                <p:nvPr/>
              </p:nvSpPr>
              <p:spPr>
                <a:xfrm>
                  <a:off x="3387141" y="1792598"/>
                  <a:ext cx="473382" cy="461665"/>
                </a:xfrm>
                <a:prstGeom prst="rect">
                  <a:avLst/>
                </a:prstGeom>
                <a:blipFill>
                  <a:blip r:embed="rId69"/>
                  <a:stretch>
                    <a:fillRect l="-2564" r="-1410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BBB31B95-076A-4E66-619D-BB4068DF0402}"/>
                    </a:ext>
                  </a:extLst>
                </p:cNvPr>
                <p:cNvSpPr txBox="1"/>
                <p:nvPr/>
              </p:nvSpPr>
              <p:spPr>
                <a:xfrm>
                  <a:off x="151939" y="1741478"/>
                  <a:ext cx="450705"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tx1"/>
                            </a:solidFill>
                            <a:latin typeface="Cambria Math" panose="02040503050406030204" pitchFamily="18" charset="0"/>
                          </a:rPr>
                          <m:t>A</m:t>
                        </m:r>
                      </m:oMath>
                    </m:oMathPara>
                  </a14:m>
                  <a:endParaRPr lang="zh-CN" altLang="en-US" sz="2800" dirty="0">
                    <a:solidFill>
                      <a:schemeClr val="tx1"/>
                    </a:solidFill>
                  </a:endParaRPr>
                </a:p>
              </p:txBody>
            </p:sp>
          </mc:Choice>
          <mc:Fallback xmlns="">
            <p:sp>
              <p:nvSpPr>
                <p:cNvPr id="89" name="文本框 88">
                  <a:extLst>
                    <a:ext uri="{FF2B5EF4-FFF2-40B4-BE49-F238E27FC236}">
                      <a16:creationId xmlns:a16="http://schemas.microsoft.com/office/drawing/2014/main" id="{39D3B9F1-1512-4C96-692F-61D8A0CF1F33}"/>
                    </a:ext>
                  </a:extLst>
                </p:cNvPr>
                <p:cNvSpPr txBox="1">
                  <a:spLocks noRot="1" noChangeAspect="1" noMove="1" noResize="1" noEditPoints="1" noAdjustHandles="1" noChangeArrowheads="1" noChangeShapeType="1" noTextEdit="1"/>
                </p:cNvSpPr>
                <p:nvPr/>
              </p:nvSpPr>
              <p:spPr>
                <a:xfrm>
                  <a:off x="151939" y="1741478"/>
                  <a:ext cx="450705" cy="523220"/>
                </a:xfrm>
                <a:prstGeom prst="rect">
                  <a:avLst/>
                </a:prstGeom>
                <a:blipFill>
                  <a:blip r:embed="rId70"/>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1009759C-339E-C079-0D22-4250246684A8}"/>
                    </a:ext>
                  </a:extLst>
                </p:cNvPr>
                <p:cNvSpPr txBox="1"/>
                <p:nvPr/>
              </p:nvSpPr>
              <p:spPr>
                <a:xfrm>
                  <a:off x="404709" y="2207598"/>
                  <a:ext cx="333907"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90" name="文本框 89">
                  <a:extLst>
                    <a:ext uri="{FF2B5EF4-FFF2-40B4-BE49-F238E27FC236}">
                      <a16:creationId xmlns:a16="http://schemas.microsoft.com/office/drawing/2014/main" id="{81CC2555-6233-0831-D79F-06D71333A808}"/>
                    </a:ext>
                  </a:extLst>
                </p:cNvPr>
                <p:cNvSpPr txBox="1">
                  <a:spLocks noRot="1" noChangeAspect="1" noMove="1" noResize="1" noEditPoints="1" noAdjustHandles="1" noChangeArrowheads="1" noChangeShapeType="1" noTextEdit="1"/>
                </p:cNvSpPr>
                <p:nvPr/>
              </p:nvSpPr>
              <p:spPr>
                <a:xfrm>
                  <a:off x="404709" y="2207598"/>
                  <a:ext cx="333907" cy="461665"/>
                </a:xfrm>
                <a:prstGeom prst="rect">
                  <a:avLst/>
                </a:prstGeom>
                <a:blipFill>
                  <a:blip r:embed="rId71"/>
                  <a:stretch>
                    <a:fillRect l="-3636" r="-10909"/>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FC0615F9-34A0-A70C-FD94-680F33DD7B11}"/>
                    </a:ext>
                  </a:extLst>
                </p:cNvPr>
                <p:cNvSpPr txBox="1"/>
                <p:nvPr/>
              </p:nvSpPr>
              <p:spPr>
                <a:xfrm>
                  <a:off x="737400" y="2671168"/>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b="0" i="1" smtClean="0">
                                <a:solidFill>
                                  <a:schemeClr val="tx1"/>
                                </a:solidFill>
                                <a:latin typeface="Cambria Math" panose="02040503050406030204" pitchFamily="18" charset="0"/>
                              </a:rPr>
                              <m:t>4</m:t>
                            </m:r>
                          </m:sub>
                        </m:sSub>
                      </m:oMath>
                    </m:oMathPara>
                  </a14:m>
                  <a:endParaRPr lang="zh-CN" altLang="en-US" sz="2400" dirty="0">
                    <a:solidFill>
                      <a:schemeClr val="tx1"/>
                    </a:solidFill>
                  </a:endParaRPr>
                </a:p>
              </p:txBody>
            </p:sp>
          </mc:Choice>
          <mc:Fallback xmlns="">
            <p:sp>
              <p:nvSpPr>
                <p:cNvPr id="91" name="文本框 90">
                  <a:extLst>
                    <a:ext uri="{FF2B5EF4-FFF2-40B4-BE49-F238E27FC236}">
                      <a16:creationId xmlns:a16="http://schemas.microsoft.com/office/drawing/2014/main" id="{75EE8E00-84B1-F29A-40C3-64B809DFA91C}"/>
                    </a:ext>
                  </a:extLst>
                </p:cNvPr>
                <p:cNvSpPr txBox="1">
                  <a:spLocks noRot="1" noChangeAspect="1" noMove="1" noResize="1" noEditPoints="1" noAdjustHandles="1" noChangeArrowheads="1" noChangeShapeType="1" noTextEdit="1"/>
                </p:cNvSpPr>
                <p:nvPr/>
              </p:nvSpPr>
              <p:spPr>
                <a:xfrm>
                  <a:off x="737400" y="2671168"/>
                  <a:ext cx="818698" cy="462434"/>
                </a:xfrm>
                <a:prstGeom prst="rect">
                  <a:avLst/>
                </a:prstGeom>
                <a:blipFill>
                  <a:blip r:embed="rId72"/>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C34D5D80-8367-BED1-F4CB-8C5CC0434753}"/>
                    </a:ext>
                  </a:extLst>
                </p:cNvPr>
                <p:cNvSpPr txBox="1"/>
                <p:nvPr/>
              </p:nvSpPr>
              <p:spPr>
                <a:xfrm>
                  <a:off x="1559035" y="2671168"/>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b="0" i="1" smtClean="0">
                                <a:solidFill>
                                  <a:schemeClr val="tx1"/>
                                </a:solidFill>
                                <a:latin typeface="Cambria Math" panose="02040503050406030204" pitchFamily="18" charset="0"/>
                              </a:rPr>
                              <m:t>5</m:t>
                            </m:r>
                          </m:sub>
                        </m:sSub>
                      </m:oMath>
                    </m:oMathPara>
                  </a14:m>
                  <a:endParaRPr lang="zh-CN" altLang="en-US" sz="2400" dirty="0">
                    <a:solidFill>
                      <a:schemeClr val="tx1"/>
                    </a:solidFill>
                  </a:endParaRPr>
                </a:p>
              </p:txBody>
            </p:sp>
          </mc:Choice>
          <mc:Fallback xmlns="">
            <p:sp>
              <p:nvSpPr>
                <p:cNvPr id="92" name="文本框 91">
                  <a:extLst>
                    <a:ext uri="{FF2B5EF4-FFF2-40B4-BE49-F238E27FC236}">
                      <a16:creationId xmlns:a16="http://schemas.microsoft.com/office/drawing/2014/main" id="{35FB545E-6408-0FE0-1F8C-5EEEAD3FDC75}"/>
                    </a:ext>
                  </a:extLst>
                </p:cNvPr>
                <p:cNvSpPr txBox="1">
                  <a:spLocks noRot="1" noChangeAspect="1" noMove="1" noResize="1" noEditPoints="1" noAdjustHandles="1" noChangeArrowheads="1" noChangeShapeType="1" noTextEdit="1"/>
                </p:cNvSpPr>
                <p:nvPr/>
              </p:nvSpPr>
              <p:spPr>
                <a:xfrm>
                  <a:off x="1559035" y="2671168"/>
                  <a:ext cx="818698" cy="461665"/>
                </a:xfrm>
                <a:prstGeom prst="rect">
                  <a:avLst/>
                </a:prstGeom>
                <a:blipFill>
                  <a:blip r:embed="rId73"/>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33179687-04F4-29A8-7DCE-2C57AE8CF7BE}"/>
                    </a:ext>
                  </a:extLst>
                </p:cNvPr>
                <p:cNvSpPr txBox="1"/>
                <p:nvPr/>
              </p:nvSpPr>
              <p:spPr>
                <a:xfrm>
                  <a:off x="2384317" y="2671168"/>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b="0" i="1" smtClean="0">
                                <a:solidFill>
                                  <a:schemeClr val="tx1"/>
                                </a:solidFill>
                                <a:latin typeface="Cambria Math" panose="02040503050406030204" pitchFamily="18" charset="0"/>
                              </a:rPr>
                              <m:t>7</m:t>
                            </m:r>
                          </m:sub>
                        </m:sSub>
                      </m:oMath>
                    </m:oMathPara>
                  </a14:m>
                  <a:endParaRPr lang="zh-CN" altLang="en-US" sz="2400" dirty="0">
                    <a:solidFill>
                      <a:schemeClr val="tx1"/>
                    </a:solidFill>
                  </a:endParaRPr>
                </a:p>
              </p:txBody>
            </p:sp>
          </mc:Choice>
          <mc:Fallback xmlns="">
            <p:sp>
              <p:nvSpPr>
                <p:cNvPr id="93" name="文本框 92">
                  <a:extLst>
                    <a:ext uri="{FF2B5EF4-FFF2-40B4-BE49-F238E27FC236}">
                      <a16:creationId xmlns:a16="http://schemas.microsoft.com/office/drawing/2014/main" id="{6D947000-4C3A-7087-970B-71C05A535E68}"/>
                    </a:ext>
                  </a:extLst>
                </p:cNvPr>
                <p:cNvSpPr txBox="1">
                  <a:spLocks noRot="1" noChangeAspect="1" noMove="1" noResize="1" noEditPoints="1" noAdjustHandles="1" noChangeArrowheads="1" noChangeShapeType="1" noTextEdit="1"/>
                </p:cNvSpPr>
                <p:nvPr/>
              </p:nvSpPr>
              <p:spPr>
                <a:xfrm>
                  <a:off x="2384317" y="2671168"/>
                  <a:ext cx="818698" cy="461665"/>
                </a:xfrm>
                <a:prstGeom prst="rect">
                  <a:avLst/>
                </a:prstGeom>
                <a:blipFill>
                  <a:blip r:embed="rId74"/>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9D48C4A5-F187-F42D-AB85-A353A073A01A}"/>
                    </a:ext>
                  </a:extLst>
                </p:cNvPr>
                <p:cNvSpPr txBox="1"/>
                <p:nvPr/>
              </p:nvSpPr>
              <p:spPr>
                <a:xfrm>
                  <a:off x="3205952" y="2671168"/>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b="0" i="1" smtClean="0">
                                <a:solidFill>
                                  <a:schemeClr val="tx1"/>
                                </a:solidFill>
                                <a:latin typeface="Cambria Math" panose="02040503050406030204" pitchFamily="18" charset="0"/>
                              </a:rPr>
                              <m:t>6</m:t>
                            </m:r>
                          </m:sub>
                        </m:sSub>
                      </m:oMath>
                    </m:oMathPara>
                  </a14:m>
                  <a:endParaRPr lang="zh-CN" altLang="en-US" sz="2400" dirty="0">
                    <a:solidFill>
                      <a:schemeClr val="tx1"/>
                    </a:solidFill>
                  </a:endParaRPr>
                </a:p>
              </p:txBody>
            </p:sp>
          </mc:Choice>
          <mc:Fallback xmlns="">
            <p:sp>
              <p:nvSpPr>
                <p:cNvPr id="94" name="文本框 93">
                  <a:extLst>
                    <a:ext uri="{FF2B5EF4-FFF2-40B4-BE49-F238E27FC236}">
                      <a16:creationId xmlns:a16="http://schemas.microsoft.com/office/drawing/2014/main" id="{88322CF4-54B6-648A-CAE9-4F6575F800A3}"/>
                    </a:ext>
                  </a:extLst>
                </p:cNvPr>
                <p:cNvSpPr txBox="1">
                  <a:spLocks noRot="1" noChangeAspect="1" noMove="1" noResize="1" noEditPoints="1" noAdjustHandles="1" noChangeArrowheads="1" noChangeShapeType="1" noTextEdit="1"/>
                </p:cNvSpPr>
                <p:nvPr/>
              </p:nvSpPr>
              <p:spPr>
                <a:xfrm>
                  <a:off x="3205952" y="2671168"/>
                  <a:ext cx="818698" cy="462434"/>
                </a:xfrm>
                <a:prstGeom prst="rect">
                  <a:avLst/>
                </a:prstGeom>
                <a:blipFill>
                  <a:blip r:embed="rId75"/>
                  <a:stretch>
                    <a:fillRect/>
                  </a:stretch>
                </a:blipFill>
                <a:ln>
                  <a:solidFill>
                    <a:schemeClr val="accent5">
                      <a:lumMod val="75000"/>
                    </a:schemeClr>
                  </a:solidFill>
                </a:ln>
              </p:spPr>
              <p:txBody>
                <a:bodyPr/>
                <a:lstStyle/>
                <a:p>
                  <a:r>
                    <a:rPr lang="zh-CN" altLang="en-US">
                      <a:noFill/>
                    </a:rPr>
                    <a:t> </a:t>
                  </a:r>
                </a:p>
              </p:txBody>
            </p:sp>
          </mc:Fallback>
        </mc:AlternateContent>
        <p:cxnSp>
          <p:nvCxnSpPr>
            <p:cNvPr id="65" name="直接连接符 64">
              <a:extLst>
                <a:ext uri="{FF2B5EF4-FFF2-40B4-BE49-F238E27FC236}">
                  <a16:creationId xmlns:a16="http://schemas.microsoft.com/office/drawing/2014/main" id="{3885FE21-CB25-9FC7-C159-C603B18D54E7}"/>
                </a:ext>
              </a:extLst>
            </p:cNvPr>
            <p:cNvCxnSpPr>
              <a:cxnSpLocks/>
              <a:stCxn id="48" idx="0"/>
              <a:endCxn id="48" idx="2"/>
            </p:cNvCxnSpPr>
            <p:nvPr/>
          </p:nvCxnSpPr>
          <p:spPr>
            <a:xfrm>
              <a:off x="2384316" y="2208367"/>
              <a:ext cx="0" cy="92446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9FB444E-780F-EE16-9A11-A7EC32494B2E}"/>
                </a:ext>
              </a:extLst>
            </p:cNvPr>
            <p:cNvCxnSpPr>
              <a:cxnSpLocks/>
              <a:stCxn id="48" idx="1"/>
              <a:endCxn id="48" idx="3"/>
            </p:cNvCxnSpPr>
            <p:nvPr/>
          </p:nvCxnSpPr>
          <p:spPr>
            <a:xfrm>
              <a:off x="737400" y="2670600"/>
              <a:ext cx="3293832"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9081837A-2126-12D1-BB3A-30DBE05451FD}"/>
                    </a:ext>
                  </a:extLst>
                </p:cNvPr>
                <p:cNvSpPr txBox="1"/>
                <p:nvPr/>
              </p:nvSpPr>
              <p:spPr>
                <a:xfrm>
                  <a:off x="404101" y="2671167"/>
                  <a:ext cx="333907"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100" name="文本框 99">
                  <a:extLst>
                    <a:ext uri="{FF2B5EF4-FFF2-40B4-BE49-F238E27FC236}">
                      <a16:creationId xmlns:a16="http://schemas.microsoft.com/office/drawing/2014/main" id="{9FE63F2B-1F13-C12A-64B2-EFAFA36EB938}"/>
                    </a:ext>
                  </a:extLst>
                </p:cNvPr>
                <p:cNvSpPr txBox="1">
                  <a:spLocks noRot="1" noChangeAspect="1" noMove="1" noResize="1" noEditPoints="1" noAdjustHandles="1" noChangeArrowheads="1" noChangeShapeType="1" noTextEdit="1"/>
                </p:cNvSpPr>
                <p:nvPr/>
              </p:nvSpPr>
              <p:spPr>
                <a:xfrm>
                  <a:off x="404101" y="2671167"/>
                  <a:ext cx="333907" cy="461665"/>
                </a:xfrm>
                <a:prstGeom prst="rect">
                  <a:avLst/>
                </a:prstGeom>
                <a:blipFill>
                  <a:blip r:embed="rId76"/>
                  <a:stretch>
                    <a:fillRect l="-5455" r="-9091"/>
                  </a:stretch>
                </a:blipFill>
                <a:ln>
                  <a:noFill/>
                </a:ln>
              </p:spPr>
              <p:txBody>
                <a:bodyPr/>
                <a:lstStyle/>
                <a:p>
                  <a:r>
                    <a:rPr lang="zh-CN" altLang="en-US">
                      <a:noFill/>
                    </a:rPr>
                    <a:t> </a:t>
                  </a:r>
                </a:p>
              </p:txBody>
            </p:sp>
          </mc:Fallback>
        </mc:AlternateContent>
      </p:grpSp>
      <p:grpSp>
        <p:nvGrpSpPr>
          <p:cNvPr id="68" name="组合 67">
            <a:extLst>
              <a:ext uri="{FF2B5EF4-FFF2-40B4-BE49-F238E27FC236}">
                <a16:creationId xmlns:a16="http://schemas.microsoft.com/office/drawing/2014/main" id="{C5C4A119-DE8A-08B9-E684-AC493355EE57}"/>
              </a:ext>
            </a:extLst>
          </p:cNvPr>
          <p:cNvGrpSpPr/>
          <p:nvPr/>
        </p:nvGrpSpPr>
        <p:grpSpPr>
          <a:xfrm>
            <a:off x="9540000" y="1332000"/>
            <a:ext cx="2490345" cy="2534355"/>
            <a:chOff x="573458" y="3280866"/>
            <a:chExt cx="2490345" cy="2534355"/>
          </a:xfrm>
        </p:grpSpPr>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C5B27893-C3C0-58D2-AA6D-F9B4B80E8C83}"/>
                    </a:ext>
                  </a:extLst>
                </p:cNvPr>
                <p:cNvSpPr txBox="1"/>
                <p:nvPr/>
              </p:nvSpPr>
              <p:spPr>
                <a:xfrm>
                  <a:off x="1415672" y="3964371"/>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113" name="文本框 112">
                  <a:extLst>
                    <a:ext uri="{FF2B5EF4-FFF2-40B4-BE49-F238E27FC236}">
                      <a16:creationId xmlns:a16="http://schemas.microsoft.com/office/drawing/2014/main" id="{364FA5E6-3472-607C-AC09-4CDF03454C2E}"/>
                    </a:ext>
                  </a:extLst>
                </p:cNvPr>
                <p:cNvSpPr txBox="1">
                  <a:spLocks noRot="1" noChangeAspect="1" noMove="1" noResize="1" noEditPoints="1" noAdjustHandles="1" noChangeArrowheads="1" noChangeShapeType="1" noTextEdit="1"/>
                </p:cNvSpPr>
                <p:nvPr/>
              </p:nvSpPr>
              <p:spPr>
                <a:xfrm>
                  <a:off x="1415672" y="3964371"/>
                  <a:ext cx="818698" cy="462434"/>
                </a:xfrm>
                <a:prstGeom prst="rect">
                  <a:avLst/>
                </a:prstGeom>
                <a:blipFill>
                  <a:blip r:embed="rId77"/>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F3C47925-C4F1-2FDF-BB8F-C0337A587EF8}"/>
                    </a:ext>
                  </a:extLst>
                </p:cNvPr>
                <p:cNvSpPr txBox="1"/>
                <p:nvPr/>
              </p:nvSpPr>
              <p:spPr>
                <a:xfrm>
                  <a:off x="2237307" y="3964371"/>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114" name="文本框 113">
                  <a:extLst>
                    <a:ext uri="{FF2B5EF4-FFF2-40B4-BE49-F238E27FC236}">
                      <a16:creationId xmlns:a16="http://schemas.microsoft.com/office/drawing/2014/main" id="{08BF2063-C436-5F9D-15C2-8981C4FB4B07}"/>
                    </a:ext>
                  </a:extLst>
                </p:cNvPr>
                <p:cNvSpPr txBox="1">
                  <a:spLocks noRot="1" noChangeAspect="1" noMove="1" noResize="1" noEditPoints="1" noAdjustHandles="1" noChangeArrowheads="1" noChangeShapeType="1" noTextEdit="1"/>
                </p:cNvSpPr>
                <p:nvPr/>
              </p:nvSpPr>
              <p:spPr>
                <a:xfrm>
                  <a:off x="2237307" y="3964371"/>
                  <a:ext cx="818698" cy="462434"/>
                </a:xfrm>
                <a:prstGeom prst="rect">
                  <a:avLst/>
                </a:prstGeom>
                <a:blipFill>
                  <a:blip r:embed="rId78"/>
                  <a:stretch>
                    <a:fillRect/>
                  </a:stretch>
                </a:blipFill>
                <a:ln>
                  <a:solidFill>
                    <a:schemeClr val="accent5">
                      <a:lumMod val="75000"/>
                    </a:schemeClr>
                  </a:solidFill>
                </a:ln>
              </p:spPr>
              <p:txBody>
                <a:bodyPr/>
                <a:lstStyle/>
                <a:p>
                  <a:r>
                    <a:rPr lang="zh-CN" altLang="en-US">
                      <a:noFill/>
                    </a:rPr>
                    <a:t> </a:t>
                  </a:r>
                </a:p>
              </p:txBody>
            </p:sp>
          </mc:Fallback>
        </mc:AlternateContent>
        <p:sp>
          <p:nvSpPr>
            <p:cNvPr id="71" name="矩形 70">
              <a:extLst>
                <a:ext uri="{FF2B5EF4-FFF2-40B4-BE49-F238E27FC236}">
                  <a16:creationId xmlns:a16="http://schemas.microsoft.com/office/drawing/2014/main" id="{CBE325B2-32F6-6F1F-EE3F-DDF620954346}"/>
                </a:ext>
              </a:extLst>
            </p:cNvPr>
            <p:cNvSpPr/>
            <p:nvPr/>
          </p:nvSpPr>
          <p:spPr>
            <a:xfrm>
              <a:off x="1415672" y="3964370"/>
              <a:ext cx="1646915" cy="1848931"/>
            </a:xfrm>
            <a:prstGeom prst="rect">
              <a:avLst/>
            </a:prstGeom>
            <a:noFill/>
            <a:ln w="508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cxnSp>
          <p:nvCxnSpPr>
            <p:cNvPr id="72" name="直接连接符 71">
              <a:extLst>
                <a:ext uri="{FF2B5EF4-FFF2-40B4-BE49-F238E27FC236}">
                  <a16:creationId xmlns:a16="http://schemas.microsoft.com/office/drawing/2014/main" id="{9DFEF7FC-0A3D-0750-299D-5DC7A7D0DC3B}"/>
                </a:ext>
              </a:extLst>
            </p:cNvPr>
            <p:cNvCxnSpPr>
              <a:cxnSpLocks/>
            </p:cNvCxnSpPr>
            <p:nvPr/>
          </p:nvCxnSpPr>
          <p:spPr>
            <a:xfrm>
              <a:off x="1023049" y="3570124"/>
              <a:ext cx="392623" cy="394247"/>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EEBD1C82-5C92-06D9-8F1B-94FE2063CF10}"/>
                    </a:ext>
                  </a:extLst>
                </p:cNvPr>
                <p:cNvSpPr txBox="1"/>
                <p:nvPr/>
              </p:nvSpPr>
              <p:spPr>
                <a:xfrm>
                  <a:off x="1585646" y="3548602"/>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117" name="文本框 116">
                  <a:extLst>
                    <a:ext uri="{FF2B5EF4-FFF2-40B4-BE49-F238E27FC236}">
                      <a16:creationId xmlns:a16="http://schemas.microsoft.com/office/drawing/2014/main" id="{C3E97A7B-D2E7-4DA2-BB5F-77869F2270C4}"/>
                    </a:ext>
                  </a:extLst>
                </p:cNvPr>
                <p:cNvSpPr txBox="1">
                  <a:spLocks noRot="1" noChangeAspect="1" noMove="1" noResize="1" noEditPoints="1" noAdjustHandles="1" noChangeArrowheads="1" noChangeShapeType="1" noTextEdit="1"/>
                </p:cNvSpPr>
                <p:nvPr/>
              </p:nvSpPr>
              <p:spPr>
                <a:xfrm>
                  <a:off x="1585646" y="3548602"/>
                  <a:ext cx="473382" cy="461665"/>
                </a:xfrm>
                <a:prstGeom prst="rect">
                  <a:avLst/>
                </a:prstGeom>
                <a:blipFill>
                  <a:blip r:embed="rId79"/>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B52835F8-F6E4-A818-AF9C-C37F0F99FCAA}"/>
                    </a:ext>
                  </a:extLst>
                </p:cNvPr>
                <p:cNvSpPr txBox="1"/>
                <p:nvPr/>
              </p:nvSpPr>
              <p:spPr>
                <a:xfrm>
                  <a:off x="2407028" y="3548602"/>
                  <a:ext cx="473382"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118" name="文本框 117">
                  <a:extLst>
                    <a:ext uri="{FF2B5EF4-FFF2-40B4-BE49-F238E27FC236}">
                      <a16:creationId xmlns:a16="http://schemas.microsoft.com/office/drawing/2014/main" id="{68B18DE6-A696-080D-A766-2AA0CE7657B7}"/>
                    </a:ext>
                  </a:extLst>
                </p:cNvPr>
                <p:cNvSpPr txBox="1">
                  <a:spLocks noRot="1" noChangeAspect="1" noMove="1" noResize="1" noEditPoints="1" noAdjustHandles="1" noChangeArrowheads="1" noChangeShapeType="1" noTextEdit="1"/>
                </p:cNvSpPr>
                <p:nvPr/>
              </p:nvSpPr>
              <p:spPr>
                <a:xfrm>
                  <a:off x="2407028" y="3548602"/>
                  <a:ext cx="473382" cy="461665"/>
                </a:xfrm>
                <a:prstGeom prst="rect">
                  <a:avLst/>
                </a:prstGeom>
                <a:blipFill>
                  <a:blip r:embed="rId80"/>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86A18D1A-5173-6681-C361-5C78514B4962}"/>
                    </a:ext>
                  </a:extLst>
                </p:cNvPr>
                <p:cNvSpPr txBox="1"/>
                <p:nvPr/>
              </p:nvSpPr>
              <p:spPr>
                <a:xfrm>
                  <a:off x="1057324" y="3280866"/>
                  <a:ext cx="608605"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tx1"/>
                            </a:solidFill>
                            <a:latin typeface="Cambria Math" panose="02040503050406030204" pitchFamily="18" charset="0"/>
                          </a:rPr>
                          <m:t>C</m:t>
                        </m:r>
                      </m:oMath>
                    </m:oMathPara>
                  </a14:m>
                  <a:endParaRPr lang="zh-CN" altLang="en-US" sz="2800" dirty="0">
                    <a:solidFill>
                      <a:schemeClr val="tx1"/>
                    </a:solidFill>
                  </a:endParaRPr>
                </a:p>
              </p:txBody>
            </p:sp>
          </mc:Choice>
          <mc:Fallback xmlns="">
            <p:sp>
              <p:nvSpPr>
                <p:cNvPr id="120" name="文本框 119">
                  <a:extLst>
                    <a:ext uri="{FF2B5EF4-FFF2-40B4-BE49-F238E27FC236}">
                      <a16:creationId xmlns:a16="http://schemas.microsoft.com/office/drawing/2014/main" id="{F07C08FC-C7D4-21FC-0CCB-0EFE09579958}"/>
                    </a:ext>
                  </a:extLst>
                </p:cNvPr>
                <p:cNvSpPr txBox="1">
                  <a:spLocks noRot="1" noChangeAspect="1" noMove="1" noResize="1" noEditPoints="1" noAdjustHandles="1" noChangeArrowheads="1" noChangeShapeType="1" noTextEdit="1"/>
                </p:cNvSpPr>
                <p:nvPr/>
              </p:nvSpPr>
              <p:spPr>
                <a:xfrm>
                  <a:off x="1057324" y="3280866"/>
                  <a:ext cx="608605" cy="523220"/>
                </a:xfrm>
                <a:prstGeom prst="rect">
                  <a:avLst/>
                </a:prstGeom>
                <a:blipFill>
                  <a:blip r:embed="rId81"/>
                  <a:stretch>
                    <a:fillRect/>
                  </a:stretch>
                </a:blipFill>
                <a:ln>
                  <a:noFill/>
                </a:ln>
              </p:spPr>
              <p:txBody>
                <a:bodyPr/>
                <a:lstStyle/>
                <a:p>
                  <a:r>
                    <a:rPr lang="zh-CN" altLang="en-US">
                      <a:noFill/>
                    </a:rPr>
                    <a:t> </a:t>
                  </a:r>
                </a:p>
              </p:txBody>
            </p:sp>
          </mc:Fallback>
        </mc:AlternateContent>
        <p:cxnSp>
          <p:nvCxnSpPr>
            <p:cNvPr id="76" name="直接连接符 75">
              <a:extLst>
                <a:ext uri="{FF2B5EF4-FFF2-40B4-BE49-F238E27FC236}">
                  <a16:creationId xmlns:a16="http://schemas.microsoft.com/office/drawing/2014/main" id="{C1BC9411-9BE2-6B66-04BF-C9F61D536AD6}"/>
                </a:ext>
              </a:extLst>
            </p:cNvPr>
            <p:cNvCxnSpPr>
              <a:cxnSpLocks/>
            </p:cNvCxnSpPr>
            <p:nvPr/>
          </p:nvCxnSpPr>
          <p:spPr>
            <a:xfrm>
              <a:off x="2238523" y="3964371"/>
              <a:ext cx="0" cy="92446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7E541682-8348-18B7-50A5-7132D1D041B7}"/>
                    </a:ext>
                  </a:extLst>
                </p:cNvPr>
                <p:cNvSpPr txBox="1"/>
                <p:nvPr/>
              </p:nvSpPr>
              <p:spPr>
                <a:xfrm>
                  <a:off x="573458" y="3497482"/>
                  <a:ext cx="707460" cy="523220"/>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tx1"/>
                            </a:solidFill>
                            <a:latin typeface="Cambria Math" panose="02040503050406030204" pitchFamily="18" charset="0"/>
                          </a:rPr>
                          <m:t>AB</m:t>
                        </m:r>
                      </m:oMath>
                    </m:oMathPara>
                  </a14:m>
                  <a:endParaRPr lang="zh-CN" altLang="en-US" sz="2800" dirty="0">
                    <a:solidFill>
                      <a:schemeClr val="tx1"/>
                    </a:solidFill>
                  </a:endParaRPr>
                </a:p>
              </p:txBody>
            </p:sp>
          </mc:Choice>
          <mc:Fallback xmlns="">
            <p:sp>
              <p:nvSpPr>
                <p:cNvPr id="124" name="文本框 123">
                  <a:extLst>
                    <a:ext uri="{FF2B5EF4-FFF2-40B4-BE49-F238E27FC236}">
                      <a16:creationId xmlns:a16="http://schemas.microsoft.com/office/drawing/2014/main" id="{A66F0ED4-4E8C-27CE-056E-26EDCCBFD910}"/>
                    </a:ext>
                  </a:extLst>
                </p:cNvPr>
                <p:cNvSpPr txBox="1">
                  <a:spLocks noRot="1" noChangeAspect="1" noMove="1" noResize="1" noEditPoints="1" noAdjustHandles="1" noChangeArrowheads="1" noChangeShapeType="1" noTextEdit="1"/>
                </p:cNvSpPr>
                <p:nvPr/>
              </p:nvSpPr>
              <p:spPr>
                <a:xfrm>
                  <a:off x="573458" y="3497482"/>
                  <a:ext cx="707460" cy="523220"/>
                </a:xfrm>
                <a:prstGeom prst="rect">
                  <a:avLst/>
                </a:prstGeom>
                <a:blipFill>
                  <a:blip r:embed="rId82"/>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C59D08F8-8075-DE67-4C46-7C6CBE99BEC5}"/>
                    </a:ext>
                  </a:extLst>
                </p:cNvPr>
                <p:cNvSpPr txBox="1"/>
                <p:nvPr/>
              </p:nvSpPr>
              <p:spPr>
                <a:xfrm>
                  <a:off x="903034" y="3963602"/>
                  <a:ext cx="513855"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00</m:t>
                        </m:r>
                      </m:oMath>
                    </m:oMathPara>
                  </a14:m>
                  <a:endParaRPr lang="zh-CN" altLang="en-US" sz="2400" dirty="0">
                    <a:solidFill>
                      <a:schemeClr val="tx1"/>
                    </a:solidFill>
                  </a:endParaRPr>
                </a:p>
              </p:txBody>
            </p:sp>
          </mc:Choice>
          <mc:Fallback xmlns="">
            <p:sp>
              <p:nvSpPr>
                <p:cNvPr id="127" name="文本框 126">
                  <a:extLst>
                    <a:ext uri="{FF2B5EF4-FFF2-40B4-BE49-F238E27FC236}">
                      <a16:creationId xmlns:a16="http://schemas.microsoft.com/office/drawing/2014/main" id="{DD68B925-D522-6F16-9C9F-1D23DC291C5E}"/>
                    </a:ext>
                  </a:extLst>
                </p:cNvPr>
                <p:cNvSpPr txBox="1">
                  <a:spLocks noRot="1" noChangeAspect="1" noMove="1" noResize="1" noEditPoints="1" noAdjustHandles="1" noChangeArrowheads="1" noChangeShapeType="1" noTextEdit="1"/>
                </p:cNvSpPr>
                <p:nvPr/>
              </p:nvSpPr>
              <p:spPr>
                <a:xfrm>
                  <a:off x="903034" y="3963602"/>
                  <a:ext cx="513855" cy="461665"/>
                </a:xfrm>
                <a:prstGeom prst="rect">
                  <a:avLst/>
                </a:prstGeom>
                <a:blipFill>
                  <a:blip r:embed="rId83"/>
                  <a:stretch>
                    <a:fillRect l="-3571" r="-4762"/>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3906D6A1-8567-1685-CA6A-50204258C835}"/>
                    </a:ext>
                  </a:extLst>
                </p:cNvPr>
                <p:cNvSpPr txBox="1"/>
                <p:nvPr/>
              </p:nvSpPr>
              <p:spPr>
                <a:xfrm>
                  <a:off x="1415672" y="4427172"/>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2</m:t>
                            </m:r>
                          </m:sub>
                        </m:sSub>
                      </m:oMath>
                    </m:oMathPara>
                  </a14:m>
                  <a:endParaRPr lang="zh-CN" altLang="en-US" sz="2400" dirty="0">
                    <a:solidFill>
                      <a:schemeClr val="tx1"/>
                    </a:solidFill>
                  </a:endParaRPr>
                </a:p>
              </p:txBody>
            </p:sp>
          </mc:Choice>
          <mc:Fallback xmlns="">
            <p:sp>
              <p:nvSpPr>
                <p:cNvPr id="128" name="文本框 127">
                  <a:extLst>
                    <a:ext uri="{FF2B5EF4-FFF2-40B4-BE49-F238E27FC236}">
                      <a16:creationId xmlns:a16="http://schemas.microsoft.com/office/drawing/2014/main" id="{83075A59-ACF3-AA95-ADAD-32BB917F94C0}"/>
                    </a:ext>
                  </a:extLst>
                </p:cNvPr>
                <p:cNvSpPr txBox="1">
                  <a:spLocks noRot="1" noChangeAspect="1" noMove="1" noResize="1" noEditPoints="1" noAdjustHandles="1" noChangeArrowheads="1" noChangeShapeType="1" noTextEdit="1"/>
                </p:cNvSpPr>
                <p:nvPr/>
              </p:nvSpPr>
              <p:spPr>
                <a:xfrm>
                  <a:off x="1415672" y="4427172"/>
                  <a:ext cx="818698" cy="462434"/>
                </a:xfrm>
                <a:prstGeom prst="rect">
                  <a:avLst/>
                </a:prstGeom>
                <a:blipFill>
                  <a:blip r:embed="rId84"/>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5FD65A96-1405-4FA3-68B9-183EDC9A443E}"/>
                    </a:ext>
                  </a:extLst>
                </p:cNvPr>
                <p:cNvSpPr txBox="1"/>
                <p:nvPr/>
              </p:nvSpPr>
              <p:spPr>
                <a:xfrm>
                  <a:off x="2237307" y="4427172"/>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3</m:t>
                            </m:r>
                          </m:sub>
                        </m:sSub>
                      </m:oMath>
                    </m:oMathPara>
                  </a14:m>
                  <a:endParaRPr lang="zh-CN" altLang="en-US" sz="2400" dirty="0">
                    <a:solidFill>
                      <a:schemeClr val="tx1"/>
                    </a:solidFill>
                  </a:endParaRPr>
                </a:p>
              </p:txBody>
            </p:sp>
          </mc:Choice>
          <mc:Fallback xmlns="">
            <p:sp>
              <p:nvSpPr>
                <p:cNvPr id="129" name="文本框 128">
                  <a:extLst>
                    <a:ext uri="{FF2B5EF4-FFF2-40B4-BE49-F238E27FC236}">
                      <a16:creationId xmlns:a16="http://schemas.microsoft.com/office/drawing/2014/main" id="{BA37CEED-8E63-D3F8-22F4-A836BBAC42D0}"/>
                    </a:ext>
                  </a:extLst>
                </p:cNvPr>
                <p:cNvSpPr txBox="1">
                  <a:spLocks noRot="1" noChangeAspect="1" noMove="1" noResize="1" noEditPoints="1" noAdjustHandles="1" noChangeArrowheads="1" noChangeShapeType="1" noTextEdit="1"/>
                </p:cNvSpPr>
                <p:nvPr/>
              </p:nvSpPr>
              <p:spPr>
                <a:xfrm>
                  <a:off x="2237307" y="4427172"/>
                  <a:ext cx="818698" cy="461665"/>
                </a:xfrm>
                <a:prstGeom prst="rect">
                  <a:avLst/>
                </a:prstGeom>
                <a:blipFill>
                  <a:blip r:embed="rId85"/>
                  <a:stretch>
                    <a:fillRect/>
                  </a:stretch>
                </a:blipFill>
                <a:ln>
                  <a:solidFill>
                    <a:schemeClr val="accent5">
                      <a:lumMod val="75000"/>
                    </a:schemeClr>
                  </a:solidFill>
                </a:ln>
              </p:spPr>
              <p:txBody>
                <a:bodyPr/>
                <a:lstStyle/>
                <a:p>
                  <a:r>
                    <a:rPr lang="zh-CN" altLang="en-US">
                      <a:noFill/>
                    </a:rPr>
                    <a:t> </a:t>
                  </a:r>
                </a:p>
              </p:txBody>
            </p:sp>
          </mc:Fallback>
        </mc:AlternateContent>
        <p:cxnSp>
          <p:nvCxnSpPr>
            <p:cNvPr id="81" name="直接连接符 80">
              <a:extLst>
                <a:ext uri="{FF2B5EF4-FFF2-40B4-BE49-F238E27FC236}">
                  <a16:creationId xmlns:a16="http://schemas.microsoft.com/office/drawing/2014/main" id="{60588069-D903-BB9A-9815-58211BBE634C}"/>
                </a:ext>
              </a:extLst>
            </p:cNvPr>
            <p:cNvCxnSpPr>
              <a:cxnSpLocks/>
              <a:stCxn id="71" idx="0"/>
              <a:endCxn id="71" idx="2"/>
            </p:cNvCxnSpPr>
            <p:nvPr/>
          </p:nvCxnSpPr>
          <p:spPr>
            <a:xfrm>
              <a:off x="2239130" y="3964370"/>
              <a:ext cx="0" cy="1848931"/>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D3443C2F-06D3-41CB-3FB5-254372E21A87}"/>
                </a:ext>
              </a:extLst>
            </p:cNvPr>
            <p:cNvCxnSpPr>
              <a:cxnSpLocks/>
              <a:stCxn id="71" idx="1"/>
              <a:endCxn id="71" idx="3"/>
            </p:cNvCxnSpPr>
            <p:nvPr/>
          </p:nvCxnSpPr>
          <p:spPr>
            <a:xfrm>
              <a:off x="1415672" y="4888836"/>
              <a:ext cx="1646915"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BE3C9246-D16C-DCF6-8F0B-9C70E8CF5AC7}"/>
                    </a:ext>
                  </a:extLst>
                </p:cNvPr>
                <p:cNvSpPr txBox="1"/>
                <p:nvPr/>
              </p:nvSpPr>
              <p:spPr>
                <a:xfrm>
                  <a:off x="903033" y="4427171"/>
                  <a:ext cx="513248"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133" name="文本框 132">
                  <a:extLst>
                    <a:ext uri="{FF2B5EF4-FFF2-40B4-BE49-F238E27FC236}">
                      <a16:creationId xmlns:a16="http://schemas.microsoft.com/office/drawing/2014/main" id="{5BCCF1F6-2289-BADE-B530-D840A481EA3B}"/>
                    </a:ext>
                  </a:extLst>
                </p:cNvPr>
                <p:cNvSpPr txBox="1">
                  <a:spLocks noRot="1" noChangeAspect="1" noMove="1" noResize="1" noEditPoints="1" noAdjustHandles="1" noChangeArrowheads="1" noChangeShapeType="1" noTextEdit="1"/>
                </p:cNvSpPr>
                <p:nvPr/>
              </p:nvSpPr>
              <p:spPr>
                <a:xfrm>
                  <a:off x="903033" y="4427171"/>
                  <a:ext cx="513248" cy="461665"/>
                </a:xfrm>
                <a:prstGeom prst="rect">
                  <a:avLst/>
                </a:prstGeom>
                <a:blipFill>
                  <a:blip r:embed="rId86"/>
                  <a:stretch>
                    <a:fillRect l="-3571" r="-4762"/>
                  </a:stretch>
                </a:blipFill>
                <a:ln>
                  <a:noFill/>
                </a:ln>
              </p:spPr>
              <p:txBody>
                <a:bodyPr/>
                <a:lstStyle/>
                <a:p>
                  <a:r>
                    <a:rPr lang="zh-CN" altLang="en-US">
                      <a:noFill/>
                    </a:rPr>
                    <a:t> </a:t>
                  </a:r>
                </a:p>
              </p:txBody>
            </p:sp>
          </mc:Fallback>
        </mc:AlternateContent>
        <p:cxnSp>
          <p:nvCxnSpPr>
            <p:cNvPr id="84" name="直接连接符 83">
              <a:extLst>
                <a:ext uri="{FF2B5EF4-FFF2-40B4-BE49-F238E27FC236}">
                  <a16:creationId xmlns:a16="http://schemas.microsoft.com/office/drawing/2014/main" id="{F59C888D-6BB5-873F-2F0F-9A8BE6332BD8}"/>
                </a:ext>
              </a:extLst>
            </p:cNvPr>
            <p:cNvCxnSpPr>
              <a:cxnSpLocks/>
            </p:cNvCxnSpPr>
            <p:nvPr/>
          </p:nvCxnSpPr>
          <p:spPr>
            <a:xfrm>
              <a:off x="1415672" y="4426604"/>
              <a:ext cx="1646915"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59D78786-1094-FA8E-BF5D-F869BED555ED}"/>
                </a:ext>
              </a:extLst>
            </p:cNvPr>
            <p:cNvCxnSpPr>
              <a:cxnSpLocks/>
            </p:cNvCxnSpPr>
            <p:nvPr/>
          </p:nvCxnSpPr>
          <p:spPr>
            <a:xfrm>
              <a:off x="1415290" y="5351070"/>
              <a:ext cx="1646915"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718CD16D-90DB-DFE4-E7E8-918E443F288D}"/>
                    </a:ext>
                  </a:extLst>
                </p:cNvPr>
                <p:cNvSpPr txBox="1"/>
                <p:nvPr/>
              </p:nvSpPr>
              <p:spPr>
                <a:xfrm>
                  <a:off x="902803" y="4887683"/>
                  <a:ext cx="513855"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0" smtClean="0">
                            <a:solidFill>
                              <a:schemeClr val="tx1"/>
                            </a:solidFill>
                            <a:latin typeface="Cambria Math" panose="02040503050406030204" pitchFamily="18" charset="0"/>
                          </a:rPr>
                          <m:t>1</m:t>
                        </m:r>
                        <m:r>
                          <a:rPr lang="en-US" altLang="zh-CN" sz="2400" b="0" i="0"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137" name="文本框 136">
                  <a:extLst>
                    <a:ext uri="{FF2B5EF4-FFF2-40B4-BE49-F238E27FC236}">
                      <a16:creationId xmlns:a16="http://schemas.microsoft.com/office/drawing/2014/main" id="{7DECB0EB-673D-9A6F-CC92-0AE76A9B4D6E}"/>
                    </a:ext>
                  </a:extLst>
                </p:cNvPr>
                <p:cNvSpPr txBox="1">
                  <a:spLocks noRot="1" noChangeAspect="1" noMove="1" noResize="1" noEditPoints="1" noAdjustHandles="1" noChangeArrowheads="1" noChangeShapeType="1" noTextEdit="1"/>
                </p:cNvSpPr>
                <p:nvPr/>
              </p:nvSpPr>
              <p:spPr>
                <a:xfrm>
                  <a:off x="902803" y="4887683"/>
                  <a:ext cx="513855" cy="461665"/>
                </a:xfrm>
                <a:prstGeom prst="rect">
                  <a:avLst/>
                </a:prstGeom>
                <a:blipFill>
                  <a:blip r:embed="rId87"/>
                  <a:stretch>
                    <a:fillRect l="-2353" r="-470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1E28E372-1BF0-4B7C-9653-0054E4DCEAAA}"/>
                    </a:ext>
                  </a:extLst>
                </p:cNvPr>
                <p:cNvSpPr txBox="1"/>
                <p:nvPr/>
              </p:nvSpPr>
              <p:spPr>
                <a:xfrm>
                  <a:off x="902194" y="5351252"/>
                  <a:ext cx="513855" cy="461665"/>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139" name="文本框 138">
                  <a:extLst>
                    <a:ext uri="{FF2B5EF4-FFF2-40B4-BE49-F238E27FC236}">
                      <a16:creationId xmlns:a16="http://schemas.microsoft.com/office/drawing/2014/main" id="{58E67E93-6532-BEDB-FC61-0636B4A0356F}"/>
                    </a:ext>
                  </a:extLst>
                </p:cNvPr>
                <p:cNvSpPr txBox="1">
                  <a:spLocks noRot="1" noChangeAspect="1" noMove="1" noResize="1" noEditPoints="1" noAdjustHandles="1" noChangeArrowheads="1" noChangeShapeType="1" noTextEdit="1"/>
                </p:cNvSpPr>
                <p:nvPr/>
              </p:nvSpPr>
              <p:spPr>
                <a:xfrm>
                  <a:off x="902194" y="5351252"/>
                  <a:ext cx="513855" cy="461665"/>
                </a:xfrm>
                <a:prstGeom prst="rect">
                  <a:avLst/>
                </a:prstGeom>
                <a:blipFill>
                  <a:blip r:embed="rId88"/>
                  <a:stretch>
                    <a:fillRect l="-2353" r="-470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528D2C99-901D-536A-7079-474BACA60011}"/>
                    </a:ext>
                  </a:extLst>
                </p:cNvPr>
                <p:cNvSpPr txBox="1"/>
                <p:nvPr/>
              </p:nvSpPr>
              <p:spPr>
                <a:xfrm>
                  <a:off x="1416888" y="4889986"/>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6</m:t>
                            </m:r>
                          </m:sub>
                        </m:sSub>
                      </m:oMath>
                    </m:oMathPara>
                  </a14:m>
                  <a:endParaRPr lang="zh-CN" altLang="en-US" sz="2400" dirty="0">
                    <a:solidFill>
                      <a:schemeClr val="tx1"/>
                    </a:solidFill>
                  </a:endParaRPr>
                </a:p>
              </p:txBody>
            </p:sp>
          </mc:Choice>
          <mc:Fallback xmlns="">
            <p:sp>
              <p:nvSpPr>
                <p:cNvPr id="140" name="文本框 139">
                  <a:extLst>
                    <a:ext uri="{FF2B5EF4-FFF2-40B4-BE49-F238E27FC236}">
                      <a16:creationId xmlns:a16="http://schemas.microsoft.com/office/drawing/2014/main" id="{F3017B24-64E6-3913-7C7F-C83082512B80}"/>
                    </a:ext>
                  </a:extLst>
                </p:cNvPr>
                <p:cNvSpPr txBox="1">
                  <a:spLocks noRot="1" noChangeAspect="1" noMove="1" noResize="1" noEditPoints="1" noAdjustHandles="1" noChangeArrowheads="1" noChangeShapeType="1" noTextEdit="1"/>
                </p:cNvSpPr>
                <p:nvPr/>
              </p:nvSpPr>
              <p:spPr>
                <a:xfrm>
                  <a:off x="1416888" y="4889986"/>
                  <a:ext cx="818698" cy="462434"/>
                </a:xfrm>
                <a:prstGeom prst="rect">
                  <a:avLst/>
                </a:prstGeom>
                <a:blipFill>
                  <a:blip r:embed="rId89"/>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FF7FBE95-534E-3266-BD8A-F07CE2A431BA}"/>
                    </a:ext>
                  </a:extLst>
                </p:cNvPr>
                <p:cNvSpPr txBox="1"/>
                <p:nvPr/>
              </p:nvSpPr>
              <p:spPr>
                <a:xfrm>
                  <a:off x="2238523" y="4889986"/>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7</m:t>
                            </m:r>
                          </m:sub>
                        </m:sSub>
                      </m:oMath>
                    </m:oMathPara>
                  </a14:m>
                  <a:endParaRPr lang="zh-CN" altLang="en-US" sz="2400" dirty="0">
                    <a:solidFill>
                      <a:schemeClr val="tx1"/>
                    </a:solidFill>
                  </a:endParaRPr>
                </a:p>
              </p:txBody>
            </p:sp>
          </mc:Choice>
          <mc:Fallback xmlns="">
            <p:sp>
              <p:nvSpPr>
                <p:cNvPr id="141" name="文本框 140">
                  <a:extLst>
                    <a:ext uri="{FF2B5EF4-FFF2-40B4-BE49-F238E27FC236}">
                      <a16:creationId xmlns:a16="http://schemas.microsoft.com/office/drawing/2014/main" id="{43BBDAEF-1220-FBFC-C303-FB51CF798C63}"/>
                    </a:ext>
                  </a:extLst>
                </p:cNvPr>
                <p:cNvSpPr txBox="1">
                  <a:spLocks noRot="1" noChangeAspect="1" noMove="1" noResize="1" noEditPoints="1" noAdjustHandles="1" noChangeArrowheads="1" noChangeShapeType="1" noTextEdit="1"/>
                </p:cNvSpPr>
                <p:nvPr/>
              </p:nvSpPr>
              <p:spPr>
                <a:xfrm>
                  <a:off x="2238523" y="4889986"/>
                  <a:ext cx="818698" cy="462434"/>
                </a:xfrm>
                <a:prstGeom prst="rect">
                  <a:avLst/>
                </a:prstGeom>
                <a:blipFill>
                  <a:blip r:embed="rId90"/>
                  <a:stretch>
                    <a:fillRect/>
                  </a:stretch>
                </a:blipFill>
                <a:ln>
                  <a:solidFill>
                    <a:schemeClr val="accent5">
                      <a:lumMod val="75000"/>
                    </a:schemeClr>
                  </a:solidFill>
                </a:ln>
              </p:spPr>
              <p:txBody>
                <a:bodyPr/>
                <a:lstStyle/>
                <a:p>
                  <a:r>
                    <a:rPr lang="zh-CN" altLang="en-US">
                      <a:noFill/>
                    </a:rPr>
                    <a:t> </a:t>
                  </a:r>
                </a:p>
              </p:txBody>
            </p:sp>
          </mc:Fallback>
        </mc:AlternateContent>
        <p:cxnSp>
          <p:nvCxnSpPr>
            <p:cNvPr id="90" name="直接连接符 89">
              <a:extLst>
                <a:ext uri="{FF2B5EF4-FFF2-40B4-BE49-F238E27FC236}">
                  <a16:creationId xmlns:a16="http://schemas.microsoft.com/office/drawing/2014/main" id="{D587B44F-F1F2-F84F-8593-0016F216BD80}"/>
                </a:ext>
              </a:extLst>
            </p:cNvPr>
            <p:cNvCxnSpPr>
              <a:cxnSpLocks/>
            </p:cNvCxnSpPr>
            <p:nvPr/>
          </p:nvCxnSpPr>
          <p:spPr>
            <a:xfrm>
              <a:off x="2239739" y="4889986"/>
              <a:ext cx="0" cy="924466"/>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FAB47F46-3C9E-F798-0B19-31A3156BB6D2}"/>
                    </a:ext>
                  </a:extLst>
                </p:cNvPr>
                <p:cNvSpPr txBox="1"/>
                <p:nvPr/>
              </p:nvSpPr>
              <p:spPr>
                <a:xfrm>
                  <a:off x="1416888" y="5352787"/>
                  <a:ext cx="818698" cy="462434"/>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4</m:t>
                            </m:r>
                          </m:sub>
                        </m:sSub>
                      </m:oMath>
                    </m:oMathPara>
                  </a14:m>
                  <a:endParaRPr lang="zh-CN" altLang="en-US" sz="2400" dirty="0">
                    <a:solidFill>
                      <a:schemeClr val="tx1"/>
                    </a:solidFill>
                  </a:endParaRPr>
                </a:p>
              </p:txBody>
            </p:sp>
          </mc:Choice>
          <mc:Fallback xmlns="">
            <p:sp>
              <p:nvSpPr>
                <p:cNvPr id="143" name="文本框 142">
                  <a:extLst>
                    <a:ext uri="{FF2B5EF4-FFF2-40B4-BE49-F238E27FC236}">
                      <a16:creationId xmlns:a16="http://schemas.microsoft.com/office/drawing/2014/main" id="{DC9C5D4C-B8ED-43C8-7A39-5AB68D43F01F}"/>
                    </a:ext>
                  </a:extLst>
                </p:cNvPr>
                <p:cNvSpPr txBox="1">
                  <a:spLocks noRot="1" noChangeAspect="1" noMove="1" noResize="1" noEditPoints="1" noAdjustHandles="1" noChangeArrowheads="1" noChangeShapeType="1" noTextEdit="1"/>
                </p:cNvSpPr>
                <p:nvPr/>
              </p:nvSpPr>
              <p:spPr>
                <a:xfrm>
                  <a:off x="1416888" y="5352787"/>
                  <a:ext cx="818698" cy="462434"/>
                </a:xfrm>
                <a:prstGeom prst="rect">
                  <a:avLst/>
                </a:prstGeom>
                <a:blipFill>
                  <a:blip r:embed="rId91"/>
                  <a:stretch>
                    <a:fillRect/>
                  </a:stretch>
                </a:blipFill>
                <a:ln>
                  <a:solidFill>
                    <a:schemeClr val="accent5">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19E27FA6-FC73-628D-6992-37E8C8DA09F2}"/>
                    </a:ext>
                  </a:extLst>
                </p:cNvPr>
                <p:cNvSpPr txBox="1"/>
                <p:nvPr/>
              </p:nvSpPr>
              <p:spPr>
                <a:xfrm>
                  <a:off x="2238523" y="5352787"/>
                  <a:ext cx="818698" cy="461665"/>
                </a:xfrm>
                <a:prstGeom prst="rect">
                  <a:avLst/>
                </a:prstGeom>
                <a:noFill/>
                <a:ln>
                  <a:solidFill>
                    <a:schemeClr val="accent5">
                      <a:lumMod val="75000"/>
                    </a:schemeClr>
                  </a:solidFill>
                </a:ln>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𝑚</m:t>
                            </m:r>
                          </m:e>
                          <m:sub>
                            <m:r>
                              <a:rPr lang="en-US" altLang="zh-CN" sz="2400" i="1">
                                <a:solidFill>
                                  <a:schemeClr val="tx1"/>
                                </a:solidFill>
                                <a:latin typeface="Cambria Math" panose="02040503050406030204" pitchFamily="18" charset="0"/>
                              </a:rPr>
                              <m:t>5</m:t>
                            </m:r>
                          </m:sub>
                        </m:sSub>
                      </m:oMath>
                    </m:oMathPara>
                  </a14:m>
                  <a:endParaRPr lang="zh-CN" altLang="en-US" sz="2400" dirty="0">
                    <a:solidFill>
                      <a:schemeClr val="tx1"/>
                    </a:solidFill>
                  </a:endParaRPr>
                </a:p>
              </p:txBody>
            </p:sp>
          </mc:Choice>
          <mc:Fallback xmlns="">
            <p:sp>
              <p:nvSpPr>
                <p:cNvPr id="144" name="文本框 143">
                  <a:extLst>
                    <a:ext uri="{FF2B5EF4-FFF2-40B4-BE49-F238E27FC236}">
                      <a16:creationId xmlns:a16="http://schemas.microsoft.com/office/drawing/2014/main" id="{25A73D76-59B4-DDA4-EFE1-5CF1D8DE70A6}"/>
                    </a:ext>
                  </a:extLst>
                </p:cNvPr>
                <p:cNvSpPr txBox="1">
                  <a:spLocks noRot="1" noChangeAspect="1" noMove="1" noResize="1" noEditPoints="1" noAdjustHandles="1" noChangeArrowheads="1" noChangeShapeType="1" noTextEdit="1"/>
                </p:cNvSpPr>
                <p:nvPr/>
              </p:nvSpPr>
              <p:spPr>
                <a:xfrm>
                  <a:off x="2238523" y="5352787"/>
                  <a:ext cx="818698" cy="461665"/>
                </a:xfrm>
                <a:prstGeom prst="rect">
                  <a:avLst/>
                </a:prstGeom>
                <a:blipFill>
                  <a:blip r:embed="rId92"/>
                  <a:stretch>
                    <a:fillRect/>
                  </a:stretch>
                </a:blipFill>
                <a:ln>
                  <a:solidFill>
                    <a:schemeClr val="accent5">
                      <a:lumMod val="75000"/>
                    </a:schemeClr>
                  </a:solidFill>
                </a:ln>
              </p:spPr>
              <p:txBody>
                <a:bodyPr/>
                <a:lstStyle/>
                <a:p>
                  <a:r>
                    <a:rPr lang="zh-CN" altLang="en-US">
                      <a:noFill/>
                    </a:rPr>
                    <a:t> </a:t>
                  </a:r>
                </a:p>
              </p:txBody>
            </p:sp>
          </mc:Fallback>
        </mc:AlternateContent>
        <p:cxnSp>
          <p:nvCxnSpPr>
            <p:cNvPr id="93" name="直接连接符 92">
              <a:extLst>
                <a:ext uri="{FF2B5EF4-FFF2-40B4-BE49-F238E27FC236}">
                  <a16:creationId xmlns:a16="http://schemas.microsoft.com/office/drawing/2014/main" id="{2F061097-2F72-4AF4-71B3-CC368D2AC375}"/>
                </a:ext>
              </a:extLst>
            </p:cNvPr>
            <p:cNvCxnSpPr>
              <a:cxnSpLocks/>
            </p:cNvCxnSpPr>
            <p:nvPr/>
          </p:nvCxnSpPr>
          <p:spPr>
            <a:xfrm>
              <a:off x="1416888" y="5352219"/>
              <a:ext cx="1646915"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79734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A1EA8A-1873-66C3-1B74-6F1E854FDA1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数字部分（组合逻辑电路）</a:t>
            </a:r>
          </a:p>
        </p:txBody>
      </p:sp>
      <p:grpSp>
        <p:nvGrpSpPr>
          <p:cNvPr id="3" name="组合 2">
            <a:extLst>
              <a:ext uri="{FF2B5EF4-FFF2-40B4-BE49-F238E27FC236}">
                <a16:creationId xmlns:a16="http://schemas.microsoft.com/office/drawing/2014/main" id="{89D72DC4-15E2-7996-D08C-E8AE3608C6D3}"/>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9499E146-60CF-7791-4144-23281CED436D}"/>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8D12C0DC-5E63-52E9-151C-2F6564F813B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CE0E1D6B-1443-2640-8D88-9197C584A9D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7F8FAF77-AEB4-F452-C2C3-FE7954AD176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16</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87C9DAA3-4441-F555-09FF-14F67B428D24}"/>
              </a:ext>
            </a:extLst>
          </p:cNvPr>
          <p:cNvSpPr txBox="1"/>
          <p:nvPr/>
        </p:nvSpPr>
        <p:spPr>
          <a:xfrm>
            <a:off x="359999" y="827998"/>
            <a:ext cx="10187798" cy="1159613"/>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组合逻辑电路的分析</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lvl="1">
              <a:lnSpc>
                <a:spcPct val="120000"/>
              </a:lnSpc>
              <a:spcAft>
                <a:spcPts val="600"/>
              </a:spcAft>
            </a:pP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已知逻辑图，确定其逻辑功能</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3E191549-1082-5250-267D-96C922DB0F56}"/>
              </a:ext>
            </a:extLst>
          </p:cNvPr>
          <p:cNvSpPr txBox="1"/>
          <p:nvPr/>
        </p:nvSpPr>
        <p:spPr>
          <a:xfrm>
            <a:off x="360000" y="2880000"/>
            <a:ext cx="6840000" cy="2340000"/>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分析的一般步骤</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根据逻辑图，写出逻辑函数式</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化简和变换逻辑函数式</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根据逻辑函数式，列出真值表</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根据真值表，概括电路的逻辑功能</a:t>
            </a:r>
          </a:p>
        </p:txBody>
      </p:sp>
    </p:spTree>
    <p:extLst>
      <p:ext uri="{BB962C8B-B14F-4D97-AF65-F5344CB8AC3E}">
        <p14:creationId xmlns:p14="http://schemas.microsoft.com/office/powerpoint/2010/main" val="3025754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C6A7-F1F0-7D63-6CE5-1AE42157803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25DD12-AAA1-DB9A-98C0-84AAF0651E16}"/>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数字部分（组合逻辑电路）</a:t>
            </a:r>
          </a:p>
        </p:txBody>
      </p:sp>
      <p:grpSp>
        <p:nvGrpSpPr>
          <p:cNvPr id="3" name="组合 2">
            <a:extLst>
              <a:ext uri="{FF2B5EF4-FFF2-40B4-BE49-F238E27FC236}">
                <a16:creationId xmlns:a16="http://schemas.microsoft.com/office/drawing/2014/main" id="{DE9F8A1D-DCD4-0B0E-5936-2C3A5A8893DB}"/>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0FEEB66E-22DF-E526-50B3-46AFC6EBF1D0}"/>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E294656E-BE46-B016-0FE0-9760090DF0A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24791280-729B-A271-D8B1-AB163A0F799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571F2AF8-37F4-48AD-F1A4-1B7DEA46F8E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17</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D8B803DF-9342-7DA9-A8C5-9CEC6A337ACB}"/>
              </a:ext>
            </a:extLst>
          </p:cNvPr>
          <p:cNvSpPr txBox="1"/>
          <p:nvPr/>
        </p:nvSpPr>
        <p:spPr>
          <a:xfrm>
            <a:off x="359999" y="827998"/>
            <a:ext cx="10728712" cy="1159613"/>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组合逻辑电路的设计</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lvl="1">
              <a:lnSpc>
                <a:spcPct val="120000"/>
              </a:lnSpc>
              <a:spcAft>
                <a:spcPts val="600"/>
              </a:spcAft>
            </a:pP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已知逻辑功能，求出能实现该功能的</a:t>
            </a:r>
            <a:r>
              <a:rPr kumimoji="1" lang="zh-CN" altLang="en-US" sz="2800" b="1" dirty="0">
                <a:solidFill>
                  <a:schemeClr val="accent5">
                    <a:lumMod val="75000"/>
                  </a:schemeClr>
                </a:solidFill>
                <a:latin typeface="微软雅黑" panose="020B0503020204020204" pitchFamily="34" charset="-122"/>
                <a:ea typeface="微软雅黑" panose="020B0503020204020204" pitchFamily="34" charset="-122"/>
              </a:rPr>
              <a:t>最简</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逻辑电路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DBCAFEFA-4702-1AD1-73DB-23D881C5E552}"/>
              </a:ext>
            </a:extLst>
          </p:cNvPr>
          <p:cNvSpPr txBox="1"/>
          <p:nvPr/>
        </p:nvSpPr>
        <p:spPr>
          <a:xfrm>
            <a:off x="359998" y="2880000"/>
            <a:ext cx="7200000" cy="2376000"/>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设计的一般步骤</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明确逻辑功能，确定输入输出及其因果关系</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根据输入输出关系，列出真值表</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根据真值表，写出逻辑表达式</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化简和变换逻辑表达式，从而画出逻辑图</a:t>
            </a:r>
          </a:p>
        </p:txBody>
      </p:sp>
      <p:sp>
        <p:nvSpPr>
          <p:cNvPr id="10" name="矩形 9">
            <a:extLst>
              <a:ext uri="{FF2B5EF4-FFF2-40B4-BE49-F238E27FC236}">
                <a16:creationId xmlns:a16="http://schemas.microsoft.com/office/drawing/2014/main" id="{309F1714-F61A-7767-B1F0-C43BB6CEA5B3}"/>
              </a:ext>
            </a:extLst>
          </p:cNvPr>
          <p:cNvSpPr/>
          <p:nvPr/>
        </p:nvSpPr>
        <p:spPr>
          <a:xfrm>
            <a:off x="5760000" y="5760000"/>
            <a:ext cx="504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2060"/>
                </a:solidFill>
                <a:latin typeface="微软雅黑" panose="020B0503020204020204" pitchFamily="34" charset="-122"/>
                <a:ea typeface="微软雅黑" panose="020B0503020204020204" pitchFamily="34" charset="-122"/>
              </a:rPr>
              <a:t>考试不会写也尽可能完成前三步</a:t>
            </a:r>
          </a:p>
        </p:txBody>
      </p:sp>
    </p:spTree>
    <p:extLst>
      <p:ext uri="{BB962C8B-B14F-4D97-AF65-F5344CB8AC3E}">
        <p14:creationId xmlns:p14="http://schemas.microsoft.com/office/powerpoint/2010/main" val="1246808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64C46-3715-7891-7360-1AC0D2B539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00D9677-7338-DCF7-8267-FFBBEC273E7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数字部分（组合逻辑电路）</a:t>
            </a:r>
          </a:p>
        </p:txBody>
      </p:sp>
      <p:grpSp>
        <p:nvGrpSpPr>
          <p:cNvPr id="3" name="组合 2">
            <a:extLst>
              <a:ext uri="{FF2B5EF4-FFF2-40B4-BE49-F238E27FC236}">
                <a16:creationId xmlns:a16="http://schemas.microsoft.com/office/drawing/2014/main" id="{D12EF5D1-9E64-D716-6721-2A12822C946B}"/>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6E8FC71C-E170-C759-5CA9-010227713B29}"/>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3E7A2A32-48FF-08E9-1BD2-DE68E0E4457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F493BF19-CBE6-7ED2-2CB1-5EF46D9DDD9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65B0B691-BFFF-3261-DFFA-764EE0A5298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18</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B3EEC021-95C9-29FF-1B58-C4F9E0BD3244}"/>
              </a:ext>
            </a:extLst>
          </p:cNvPr>
          <p:cNvSpPr txBox="1"/>
          <p:nvPr/>
        </p:nvSpPr>
        <p:spPr>
          <a:xfrm>
            <a:off x="359999" y="827998"/>
            <a:ext cx="10728712"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逻辑门等效</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10" name="组合 9">
            <a:extLst>
              <a:ext uri="{FF2B5EF4-FFF2-40B4-BE49-F238E27FC236}">
                <a16:creationId xmlns:a16="http://schemas.microsoft.com/office/drawing/2014/main" id="{0DEF2144-C5B6-91B4-7633-43926E3164FD}"/>
              </a:ext>
            </a:extLst>
          </p:cNvPr>
          <p:cNvGrpSpPr/>
          <p:nvPr/>
        </p:nvGrpSpPr>
        <p:grpSpPr>
          <a:xfrm>
            <a:off x="360000" y="2160000"/>
            <a:ext cx="3132000" cy="1656000"/>
            <a:chOff x="936000" y="1620000"/>
            <a:chExt cx="3132000" cy="1656000"/>
          </a:xfrm>
        </p:grpSpPr>
        <p:sp>
          <p:nvSpPr>
            <p:cNvPr id="11" name="Line 32">
              <a:extLst>
                <a:ext uri="{FF2B5EF4-FFF2-40B4-BE49-F238E27FC236}">
                  <a16:creationId xmlns:a16="http://schemas.microsoft.com/office/drawing/2014/main" id="{83BA0463-143E-1AD9-2CB8-6526BF7ABF45}"/>
                </a:ext>
              </a:extLst>
            </p:cNvPr>
            <p:cNvSpPr>
              <a:spLocks noChangeShapeType="1"/>
            </p:cNvSpPr>
            <p:nvPr/>
          </p:nvSpPr>
          <p:spPr bwMode="auto">
            <a:xfrm>
              <a:off x="1296000" y="1800000"/>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33">
              <a:extLst>
                <a:ext uri="{FF2B5EF4-FFF2-40B4-BE49-F238E27FC236}">
                  <a16:creationId xmlns:a16="http://schemas.microsoft.com/office/drawing/2014/main" id="{E65E9897-C6D7-8AEE-C11F-B2D9C674F5AA}"/>
                </a:ext>
              </a:extLst>
            </p:cNvPr>
            <p:cNvSpPr>
              <a:spLocks noChangeShapeType="1"/>
            </p:cNvSpPr>
            <p:nvPr/>
          </p:nvSpPr>
          <p:spPr bwMode="auto">
            <a:xfrm>
              <a:off x="1296000" y="2088000"/>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34">
              <a:extLst>
                <a:ext uri="{FF2B5EF4-FFF2-40B4-BE49-F238E27FC236}">
                  <a16:creationId xmlns:a16="http://schemas.microsoft.com/office/drawing/2014/main" id="{6B92E688-E0E0-3A7D-79B1-5853FB7DC19E}"/>
                </a:ext>
              </a:extLst>
            </p:cNvPr>
            <p:cNvSpPr>
              <a:spLocks noChangeShapeType="1"/>
            </p:cNvSpPr>
            <p:nvPr/>
          </p:nvSpPr>
          <p:spPr bwMode="auto">
            <a:xfrm>
              <a:off x="1656000" y="1944000"/>
              <a:ext cx="93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AutoShape 35">
              <a:extLst>
                <a:ext uri="{FF2B5EF4-FFF2-40B4-BE49-F238E27FC236}">
                  <a16:creationId xmlns:a16="http://schemas.microsoft.com/office/drawing/2014/main" id="{2905DF18-42E8-7858-0453-4F6BC9C050A3}"/>
                </a:ext>
              </a:extLst>
            </p:cNvPr>
            <p:cNvSpPr>
              <a:spLocks noChangeArrowheads="1"/>
            </p:cNvSpPr>
            <p:nvPr/>
          </p:nvSpPr>
          <p:spPr bwMode="auto">
            <a:xfrm>
              <a:off x="1656000" y="1656000"/>
              <a:ext cx="576000" cy="576000"/>
            </a:xfrm>
            <a:prstGeom prst="flowChartDelay">
              <a:avLst/>
            </a:prstGeom>
            <a:solidFill>
              <a:srgbClr val="FFFFFF"/>
            </a:solidFill>
            <a:ln w="2540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dirty="0"/>
            </a:p>
          </p:txBody>
        </p:sp>
        <p:sp>
          <p:nvSpPr>
            <p:cNvPr id="15" name="Line 36">
              <a:extLst>
                <a:ext uri="{FF2B5EF4-FFF2-40B4-BE49-F238E27FC236}">
                  <a16:creationId xmlns:a16="http://schemas.microsoft.com/office/drawing/2014/main" id="{5FF80157-EB40-38CC-06CF-C2542ADFAF35}"/>
                </a:ext>
              </a:extLst>
            </p:cNvPr>
            <p:cNvSpPr>
              <a:spLocks noChangeShapeType="1"/>
            </p:cNvSpPr>
            <p:nvPr/>
          </p:nvSpPr>
          <p:spPr bwMode="auto">
            <a:xfrm>
              <a:off x="2592000" y="2304000"/>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37">
              <a:extLst>
                <a:ext uri="{FF2B5EF4-FFF2-40B4-BE49-F238E27FC236}">
                  <a16:creationId xmlns:a16="http://schemas.microsoft.com/office/drawing/2014/main" id="{923D0903-16C0-964B-F134-F80BB153BC35}"/>
                </a:ext>
              </a:extLst>
            </p:cNvPr>
            <p:cNvSpPr>
              <a:spLocks noChangeShapeType="1"/>
            </p:cNvSpPr>
            <p:nvPr/>
          </p:nvSpPr>
          <p:spPr bwMode="auto">
            <a:xfrm>
              <a:off x="2592000" y="2592000"/>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38">
              <a:extLst>
                <a:ext uri="{FF2B5EF4-FFF2-40B4-BE49-F238E27FC236}">
                  <a16:creationId xmlns:a16="http://schemas.microsoft.com/office/drawing/2014/main" id="{1522C465-5931-42D2-696F-C8E5E959621E}"/>
                </a:ext>
              </a:extLst>
            </p:cNvPr>
            <p:cNvSpPr>
              <a:spLocks noChangeShapeType="1"/>
            </p:cNvSpPr>
            <p:nvPr/>
          </p:nvSpPr>
          <p:spPr bwMode="auto">
            <a:xfrm>
              <a:off x="3492000" y="2448000"/>
              <a:ext cx="2508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41">
              <a:extLst>
                <a:ext uri="{FF2B5EF4-FFF2-40B4-BE49-F238E27FC236}">
                  <a16:creationId xmlns:a16="http://schemas.microsoft.com/office/drawing/2014/main" id="{CC8FBDE1-1EFA-9BE4-3934-10EF9832F02F}"/>
                </a:ext>
              </a:extLst>
            </p:cNvPr>
            <p:cNvSpPr>
              <a:spLocks noChangeShapeType="1"/>
            </p:cNvSpPr>
            <p:nvPr/>
          </p:nvSpPr>
          <p:spPr bwMode="auto">
            <a:xfrm>
              <a:off x="1655999" y="2952000"/>
              <a:ext cx="93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AutoShape 42">
              <a:extLst>
                <a:ext uri="{FF2B5EF4-FFF2-40B4-BE49-F238E27FC236}">
                  <a16:creationId xmlns:a16="http://schemas.microsoft.com/office/drawing/2014/main" id="{40AFF11F-4483-F39F-127E-CC7ACA2776DD}"/>
                </a:ext>
              </a:extLst>
            </p:cNvPr>
            <p:cNvSpPr>
              <a:spLocks noChangeArrowheads="1"/>
            </p:cNvSpPr>
            <p:nvPr/>
          </p:nvSpPr>
          <p:spPr bwMode="auto">
            <a:xfrm>
              <a:off x="1656000" y="2664000"/>
              <a:ext cx="576000" cy="576000"/>
            </a:xfrm>
            <a:prstGeom prst="flowChartDelay">
              <a:avLst/>
            </a:prstGeom>
            <a:solidFill>
              <a:srgbClr val="FFFFFF"/>
            </a:solidFill>
            <a:ln w="2540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0" name="Line 43">
              <a:extLst>
                <a:ext uri="{FF2B5EF4-FFF2-40B4-BE49-F238E27FC236}">
                  <a16:creationId xmlns:a16="http://schemas.microsoft.com/office/drawing/2014/main" id="{1CD924B2-0715-1033-D60C-4CA0903CD6A3}"/>
                </a:ext>
              </a:extLst>
            </p:cNvPr>
            <p:cNvSpPr>
              <a:spLocks noChangeShapeType="1"/>
            </p:cNvSpPr>
            <p:nvPr/>
          </p:nvSpPr>
          <p:spPr bwMode="auto">
            <a:xfrm flipV="1">
              <a:off x="2592000" y="2592000"/>
              <a:ext cx="0" cy="36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44">
              <a:extLst>
                <a:ext uri="{FF2B5EF4-FFF2-40B4-BE49-F238E27FC236}">
                  <a16:creationId xmlns:a16="http://schemas.microsoft.com/office/drawing/2014/main" id="{08305D35-4843-FC74-0AC6-09405EB6307B}"/>
                </a:ext>
              </a:extLst>
            </p:cNvPr>
            <p:cNvSpPr>
              <a:spLocks noChangeShapeType="1"/>
            </p:cNvSpPr>
            <p:nvPr/>
          </p:nvSpPr>
          <p:spPr bwMode="auto">
            <a:xfrm flipV="1">
              <a:off x="2592000" y="1944000"/>
              <a:ext cx="0" cy="36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22" name="Text Box 45">
              <a:extLst>
                <a:ext uri="{FF2B5EF4-FFF2-40B4-BE49-F238E27FC236}">
                  <a16:creationId xmlns:a16="http://schemas.microsoft.com/office/drawing/2014/main" id="{CE2D37B5-69F6-8361-4BFD-E02B7D42BE90}"/>
                </a:ext>
              </a:extLst>
            </p:cNvPr>
            <p:cNvSpPr txBox="1">
              <a:spLocks noChangeArrowheads="1"/>
            </p:cNvSpPr>
            <p:nvPr/>
          </p:nvSpPr>
          <p:spPr bwMode="auto">
            <a:xfrm>
              <a:off x="936000" y="1620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A</a:t>
              </a:r>
              <a:endParaRPr kumimoji="1" lang="en-US" altLang="zh-CN" sz="2400" b="0" baseline="-25000" dirty="0">
                <a:latin typeface="Times New Roman" panose="02020603050405020304" pitchFamily="18" charset="0"/>
                <a:ea typeface="楷体_GB2312" pitchFamily="49" charset="-122"/>
              </a:endParaRPr>
            </a:p>
          </p:txBody>
        </p:sp>
        <p:sp>
          <p:nvSpPr>
            <p:cNvPr id="23" name="Text Box 46">
              <a:extLst>
                <a:ext uri="{FF2B5EF4-FFF2-40B4-BE49-F238E27FC236}">
                  <a16:creationId xmlns:a16="http://schemas.microsoft.com/office/drawing/2014/main" id="{79F25D02-EC8F-FAA6-34B4-B2C4178F1C7F}"/>
                </a:ext>
              </a:extLst>
            </p:cNvPr>
            <p:cNvSpPr txBox="1">
              <a:spLocks noChangeArrowheads="1"/>
            </p:cNvSpPr>
            <p:nvPr/>
          </p:nvSpPr>
          <p:spPr bwMode="auto">
            <a:xfrm>
              <a:off x="3780000" y="2268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Y</a:t>
              </a:r>
              <a:endParaRPr kumimoji="1" lang="en-US" altLang="zh-CN" sz="2400" b="0" baseline="-25000" dirty="0">
                <a:latin typeface="Times New Roman" panose="02020603050405020304" pitchFamily="18" charset="0"/>
                <a:ea typeface="楷体_GB2312" pitchFamily="49" charset="-122"/>
              </a:endParaRPr>
            </a:p>
          </p:txBody>
        </p:sp>
        <p:sp>
          <p:nvSpPr>
            <p:cNvPr id="24" name="Text Box 47">
              <a:extLst>
                <a:ext uri="{FF2B5EF4-FFF2-40B4-BE49-F238E27FC236}">
                  <a16:creationId xmlns:a16="http://schemas.microsoft.com/office/drawing/2014/main" id="{668EE022-2184-7D65-73C2-8E47D06927CC}"/>
                </a:ext>
              </a:extLst>
            </p:cNvPr>
            <p:cNvSpPr txBox="1">
              <a:spLocks noChangeArrowheads="1"/>
            </p:cNvSpPr>
            <p:nvPr/>
          </p:nvSpPr>
          <p:spPr bwMode="auto">
            <a:xfrm>
              <a:off x="936000" y="1908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B</a:t>
              </a:r>
              <a:endParaRPr kumimoji="1" lang="en-US" altLang="zh-CN" sz="2400" b="0" baseline="-25000" dirty="0">
                <a:latin typeface="Times New Roman" panose="02020603050405020304" pitchFamily="18" charset="0"/>
                <a:ea typeface="楷体_GB2312" pitchFamily="49" charset="-122"/>
              </a:endParaRPr>
            </a:p>
          </p:txBody>
        </p:sp>
        <p:sp>
          <p:nvSpPr>
            <p:cNvPr id="25" name="Text Box 48">
              <a:extLst>
                <a:ext uri="{FF2B5EF4-FFF2-40B4-BE49-F238E27FC236}">
                  <a16:creationId xmlns:a16="http://schemas.microsoft.com/office/drawing/2014/main" id="{40AAE0BE-561E-5A7F-1DCA-69DA5F2E993D}"/>
                </a:ext>
              </a:extLst>
            </p:cNvPr>
            <p:cNvSpPr txBox="1">
              <a:spLocks noChangeArrowheads="1"/>
            </p:cNvSpPr>
            <p:nvPr/>
          </p:nvSpPr>
          <p:spPr bwMode="auto">
            <a:xfrm>
              <a:off x="936000" y="2628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C</a:t>
              </a:r>
              <a:endParaRPr kumimoji="1" lang="en-US" altLang="zh-CN" sz="2400" b="0" baseline="-25000" dirty="0">
                <a:latin typeface="Times New Roman" panose="02020603050405020304" pitchFamily="18" charset="0"/>
                <a:ea typeface="楷体_GB2312" pitchFamily="49" charset="-122"/>
              </a:endParaRPr>
            </a:p>
          </p:txBody>
        </p:sp>
        <p:sp>
          <p:nvSpPr>
            <p:cNvPr id="26" name="Text Box 49">
              <a:extLst>
                <a:ext uri="{FF2B5EF4-FFF2-40B4-BE49-F238E27FC236}">
                  <a16:creationId xmlns:a16="http://schemas.microsoft.com/office/drawing/2014/main" id="{1F6E6DBD-162B-464A-CE74-571B4B4EB8B4}"/>
                </a:ext>
              </a:extLst>
            </p:cNvPr>
            <p:cNvSpPr txBox="1">
              <a:spLocks noChangeArrowheads="1"/>
            </p:cNvSpPr>
            <p:nvPr/>
          </p:nvSpPr>
          <p:spPr bwMode="auto">
            <a:xfrm>
              <a:off x="936000" y="2916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D</a:t>
              </a:r>
              <a:endParaRPr kumimoji="1" lang="en-US" altLang="zh-CN" sz="2400" b="0" baseline="-25000" dirty="0">
                <a:latin typeface="Times New Roman" panose="02020603050405020304" pitchFamily="18" charset="0"/>
                <a:ea typeface="楷体_GB2312" pitchFamily="49" charset="-122"/>
              </a:endParaRPr>
            </a:p>
          </p:txBody>
        </p:sp>
        <p:sp>
          <p:nvSpPr>
            <p:cNvPr id="27" name="Arc 52">
              <a:extLst>
                <a:ext uri="{FF2B5EF4-FFF2-40B4-BE49-F238E27FC236}">
                  <a16:creationId xmlns:a16="http://schemas.microsoft.com/office/drawing/2014/main" id="{B0D29706-9EE6-F8B8-FE6F-F0B6849C046F}"/>
                </a:ext>
              </a:extLst>
            </p:cNvPr>
            <p:cNvSpPr>
              <a:spLocks/>
            </p:cNvSpPr>
            <p:nvPr/>
          </p:nvSpPr>
          <p:spPr bwMode="auto">
            <a:xfrm flipV="1">
              <a:off x="3132000" y="2160000"/>
              <a:ext cx="360000" cy="576000"/>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a:p>
          </p:txBody>
        </p:sp>
        <p:sp>
          <p:nvSpPr>
            <p:cNvPr id="28" name="Arc 53">
              <a:extLst>
                <a:ext uri="{FF2B5EF4-FFF2-40B4-BE49-F238E27FC236}">
                  <a16:creationId xmlns:a16="http://schemas.microsoft.com/office/drawing/2014/main" id="{85327660-1CC4-E2B6-2157-03B5E8DFFCA6}"/>
                </a:ext>
              </a:extLst>
            </p:cNvPr>
            <p:cNvSpPr>
              <a:spLocks/>
            </p:cNvSpPr>
            <p:nvPr/>
          </p:nvSpPr>
          <p:spPr bwMode="auto">
            <a:xfrm rot="5400000">
              <a:off x="2250000" y="1998000"/>
              <a:ext cx="576000" cy="90000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 name="Line 54">
              <a:extLst>
                <a:ext uri="{FF2B5EF4-FFF2-40B4-BE49-F238E27FC236}">
                  <a16:creationId xmlns:a16="http://schemas.microsoft.com/office/drawing/2014/main" id="{43A52427-01BC-CA66-E795-C227AB994850}"/>
                </a:ext>
              </a:extLst>
            </p:cNvPr>
            <p:cNvSpPr>
              <a:spLocks noChangeShapeType="1"/>
            </p:cNvSpPr>
            <p:nvPr/>
          </p:nvSpPr>
          <p:spPr bwMode="auto">
            <a:xfrm flipH="1">
              <a:off x="2880000" y="2736000"/>
              <a:ext cx="2731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0" name="组合 29">
              <a:extLst>
                <a:ext uri="{FF2B5EF4-FFF2-40B4-BE49-F238E27FC236}">
                  <a16:creationId xmlns:a16="http://schemas.microsoft.com/office/drawing/2014/main" id="{0A56AE50-266F-10DC-FE9B-262EBCB9DD7E}"/>
                </a:ext>
              </a:extLst>
            </p:cNvPr>
            <p:cNvGrpSpPr/>
            <p:nvPr/>
          </p:nvGrpSpPr>
          <p:grpSpPr>
            <a:xfrm>
              <a:off x="1296000" y="2808000"/>
              <a:ext cx="360000" cy="288000"/>
              <a:chOff x="1298382" y="1823051"/>
              <a:chExt cx="360000" cy="288000"/>
            </a:xfrm>
          </p:grpSpPr>
          <p:sp>
            <p:nvSpPr>
              <p:cNvPr id="33" name="Line 32">
                <a:extLst>
                  <a:ext uri="{FF2B5EF4-FFF2-40B4-BE49-F238E27FC236}">
                    <a16:creationId xmlns:a16="http://schemas.microsoft.com/office/drawing/2014/main" id="{30ECC8E6-CF84-22FA-E41A-80EA3515DF85}"/>
                  </a:ext>
                </a:extLst>
              </p:cNvPr>
              <p:cNvSpPr>
                <a:spLocks noChangeShapeType="1"/>
              </p:cNvSpPr>
              <p:nvPr/>
            </p:nvSpPr>
            <p:spPr bwMode="auto">
              <a:xfrm>
                <a:off x="1298382" y="1823051"/>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33">
                <a:extLst>
                  <a:ext uri="{FF2B5EF4-FFF2-40B4-BE49-F238E27FC236}">
                    <a16:creationId xmlns:a16="http://schemas.microsoft.com/office/drawing/2014/main" id="{D8C0A376-2EFF-1DD6-DB7C-36BB30D866A2}"/>
                  </a:ext>
                </a:extLst>
              </p:cNvPr>
              <p:cNvSpPr>
                <a:spLocks noChangeShapeType="1"/>
              </p:cNvSpPr>
              <p:nvPr/>
            </p:nvSpPr>
            <p:spPr bwMode="auto">
              <a:xfrm>
                <a:off x="1298382" y="2111051"/>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1" name="Arc 52">
              <a:extLst>
                <a:ext uri="{FF2B5EF4-FFF2-40B4-BE49-F238E27FC236}">
                  <a16:creationId xmlns:a16="http://schemas.microsoft.com/office/drawing/2014/main" id="{89911893-56B2-F77E-8F86-ED4DC148C7E5}"/>
                </a:ext>
              </a:extLst>
            </p:cNvPr>
            <p:cNvSpPr>
              <a:spLocks/>
            </p:cNvSpPr>
            <p:nvPr/>
          </p:nvSpPr>
          <p:spPr bwMode="auto">
            <a:xfrm>
              <a:off x="3132000" y="2160000"/>
              <a:ext cx="360000" cy="576000"/>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a:p>
          </p:txBody>
        </p:sp>
        <p:sp>
          <p:nvSpPr>
            <p:cNvPr id="32" name="Line 54">
              <a:extLst>
                <a:ext uri="{FF2B5EF4-FFF2-40B4-BE49-F238E27FC236}">
                  <a16:creationId xmlns:a16="http://schemas.microsoft.com/office/drawing/2014/main" id="{8B291E17-D6CC-FE5C-96AE-07E9B3959676}"/>
                </a:ext>
              </a:extLst>
            </p:cNvPr>
            <p:cNvSpPr>
              <a:spLocks noChangeShapeType="1"/>
            </p:cNvSpPr>
            <p:nvPr/>
          </p:nvSpPr>
          <p:spPr bwMode="auto">
            <a:xfrm flipH="1" flipV="1">
              <a:off x="2880000" y="2160000"/>
              <a:ext cx="252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6" name="组合 95">
            <a:extLst>
              <a:ext uri="{FF2B5EF4-FFF2-40B4-BE49-F238E27FC236}">
                <a16:creationId xmlns:a16="http://schemas.microsoft.com/office/drawing/2014/main" id="{BD850297-DCC4-25AE-99BA-A4E8F308CC6F}"/>
              </a:ext>
            </a:extLst>
          </p:cNvPr>
          <p:cNvGrpSpPr/>
          <p:nvPr/>
        </p:nvGrpSpPr>
        <p:grpSpPr>
          <a:xfrm>
            <a:off x="4680000" y="2160000"/>
            <a:ext cx="3132000" cy="1656000"/>
            <a:chOff x="7920000" y="1548000"/>
            <a:chExt cx="3132000" cy="1656000"/>
          </a:xfrm>
        </p:grpSpPr>
        <p:sp>
          <p:nvSpPr>
            <p:cNvPr id="97" name="Line 32">
              <a:extLst>
                <a:ext uri="{FF2B5EF4-FFF2-40B4-BE49-F238E27FC236}">
                  <a16:creationId xmlns:a16="http://schemas.microsoft.com/office/drawing/2014/main" id="{73346827-A643-C152-9E21-B3A9BB4C9D05}"/>
                </a:ext>
              </a:extLst>
            </p:cNvPr>
            <p:cNvSpPr>
              <a:spLocks noChangeShapeType="1"/>
            </p:cNvSpPr>
            <p:nvPr/>
          </p:nvSpPr>
          <p:spPr bwMode="auto">
            <a:xfrm>
              <a:off x="8280000" y="1728000"/>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Line 33">
              <a:extLst>
                <a:ext uri="{FF2B5EF4-FFF2-40B4-BE49-F238E27FC236}">
                  <a16:creationId xmlns:a16="http://schemas.microsoft.com/office/drawing/2014/main" id="{2C600366-F905-A24F-1D10-EAB0119C28A2}"/>
                </a:ext>
              </a:extLst>
            </p:cNvPr>
            <p:cNvSpPr>
              <a:spLocks noChangeShapeType="1"/>
            </p:cNvSpPr>
            <p:nvPr/>
          </p:nvSpPr>
          <p:spPr bwMode="auto">
            <a:xfrm>
              <a:off x="8280000" y="2016000"/>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 name="Line 34">
              <a:extLst>
                <a:ext uri="{FF2B5EF4-FFF2-40B4-BE49-F238E27FC236}">
                  <a16:creationId xmlns:a16="http://schemas.microsoft.com/office/drawing/2014/main" id="{022C4870-109C-35B9-9786-82AAD95A3CEC}"/>
                </a:ext>
              </a:extLst>
            </p:cNvPr>
            <p:cNvSpPr>
              <a:spLocks noChangeShapeType="1"/>
            </p:cNvSpPr>
            <p:nvPr/>
          </p:nvSpPr>
          <p:spPr bwMode="auto">
            <a:xfrm>
              <a:off x="8640000" y="1872000"/>
              <a:ext cx="93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 name="AutoShape 35">
              <a:extLst>
                <a:ext uri="{FF2B5EF4-FFF2-40B4-BE49-F238E27FC236}">
                  <a16:creationId xmlns:a16="http://schemas.microsoft.com/office/drawing/2014/main" id="{E687C612-0A76-645A-6E57-3DC416B2A671}"/>
                </a:ext>
              </a:extLst>
            </p:cNvPr>
            <p:cNvSpPr>
              <a:spLocks noChangeArrowheads="1"/>
            </p:cNvSpPr>
            <p:nvPr/>
          </p:nvSpPr>
          <p:spPr bwMode="auto">
            <a:xfrm>
              <a:off x="8640000" y="1584000"/>
              <a:ext cx="576000" cy="576000"/>
            </a:xfrm>
            <a:prstGeom prst="flowChartDelay">
              <a:avLst/>
            </a:prstGeom>
            <a:solidFill>
              <a:srgbClr val="FFFFFF"/>
            </a:solidFill>
            <a:ln w="2540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dirty="0"/>
            </a:p>
          </p:txBody>
        </p:sp>
        <p:sp>
          <p:nvSpPr>
            <p:cNvPr id="101" name="Line 36">
              <a:extLst>
                <a:ext uri="{FF2B5EF4-FFF2-40B4-BE49-F238E27FC236}">
                  <a16:creationId xmlns:a16="http://schemas.microsoft.com/office/drawing/2014/main" id="{E9E74106-AEB6-6FFD-AA59-EAEAFBB80266}"/>
                </a:ext>
              </a:extLst>
            </p:cNvPr>
            <p:cNvSpPr>
              <a:spLocks noChangeShapeType="1"/>
            </p:cNvSpPr>
            <p:nvPr/>
          </p:nvSpPr>
          <p:spPr bwMode="auto">
            <a:xfrm>
              <a:off x="9576000" y="2232000"/>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37">
              <a:extLst>
                <a:ext uri="{FF2B5EF4-FFF2-40B4-BE49-F238E27FC236}">
                  <a16:creationId xmlns:a16="http://schemas.microsoft.com/office/drawing/2014/main" id="{C30314D9-F926-AD51-E795-9A3652CA8CAA}"/>
                </a:ext>
              </a:extLst>
            </p:cNvPr>
            <p:cNvSpPr>
              <a:spLocks noChangeShapeType="1"/>
            </p:cNvSpPr>
            <p:nvPr/>
          </p:nvSpPr>
          <p:spPr bwMode="auto">
            <a:xfrm>
              <a:off x="9576000" y="2520000"/>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38">
              <a:extLst>
                <a:ext uri="{FF2B5EF4-FFF2-40B4-BE49-F238E27FC236}">
                  <a16:creationId xmlns:a16="http://schemas.microsoft.com/office/drawing/2014/main" id="{71DD9F69-7B7D-8640-5924-C4B0BFD2CDEF}"/>
                </a:ext>
              </a:extLst>
            </p:cNvPr>
            <p:cNvSpPr>
              <a:spLocks noChangeShapeType="1"/>
            </p:cNvSpPr>
            <p:nvPr/>
          </p:nvSpPr>
          <p:spPr bwMode="auto">
            <a:xfrm>
              <a:off x="10476000" y="2376000"/>
              <a:ext cx="2508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41">
              <a:extLst>
                <a:ext uri="{FF2B5EF4-FFF2-40B4-BE49-F238E27FC236}">
                  <a16:creationId xmlns:a16="http://schemas.microsoft.com/office/drawing/2014/main" id="{A4084C5C-5648-CB92-84AD-8C165B41EDA5}"/>
                </a:ext>
              </a:extLst>
            </p:cNvPr>
            <p:cNvSpPr>
              <a:spLocks noChangeShapeType="1"/>
            </p:cNvSpPr>
            <p:nvPr/>
          </p:nvSpPr>
          <p:spPr bwMode="auto">
            <a:xfrm>
              <a:off x="8639999" y="2880000"/>
              <a:ext cx="93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AutoShape 42">
              <a:extLst>
                <a:ext uri="{FF2B5EF4-FFF2-40B4-BE49-F238E27FC236}">
                  <a16:creationId xmlns:a16="http://schemas.microsoft.com/office/drawing/2014/main" id="{B5D16B78-BF94-5920-63C6-5867F12A1314}"/>
                </a:ext>
              </a:extLst>
            </p:cNvPr>
            <p:cNvSpPr>
              <a:spLocks noChangeArrowheads="1"/>
            </p:cNvSpPr>
            <p:nvPr/>
          </p:nvSpPr>
          <p:spPr bwMode="auto">
            <a:xfrm>
              <a:off x="8640000" y="2592000"/>
              <a:ext cx="576000" cy="576000"/>
            </a:xfrm>
            <a:prstGeom prst="flowChartDelay">
              <a:avLst/>
            </a:prstGeom>
            <a:solidFill>
              <a:srgbClr val="FFFFFF"/>
            </a:solidFill>
            <a:ln w="2540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06" name="Line 43">
              <a:extLst>
                <a:ext uri="{FF2B5EF4-FFF2-40B4-BE49-F238E27FC236}">
                  <a16:creationId xmlns:a16="http://schemas.microsoft.com/office/drawing/2014/main" id="{C0990C73-074F-7BE1-1041-CA194E4660A6}"/>
                </a:ext>
              </a:extLst>
            </p:cNvPr>
            <p:cNvSpPr>
              <a:spLocks noChangeShapeType="1"/>
            </p:cNvSpPr>
            <p:nvPr/>
          </p:nvSpPr>
          <p:spPr bwMode="auto">
            <a:xfrm flipV="1">
              <a:off x="9576000" y="2520000"/>
              <a:ext cx="0" cy="36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44">
              <a:extLst>
                <a:ext uri="{FF2B5EF4-FFF2-40B4-BE49-F238E27FC236}">
                  <a16:creationId xmlns:a16="http://schemas.microsoft.com/office/drawing/2014/main" id="{45941ACB-5CD3-3123-E86A-8633E5309A2B}"/>
                </a:ext>
              </a:extLst>
            </p:cNvPr>
            <p:cNvSpPr>
              <a:spLocks noChangeShapeType="1"/>
            </p:cNvSpPr>
            <p:nvPr/>
          </p:nvSpPr>
          <p:spPr bwMode="auto">
            <a:xfrm flipV="1">
              <a:off x="9576000" y="1872000"/>
              <a:ext cx="0" cy="36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108" name="Text Box 45">
              <a:extLst>
                <a:ext uri="{FF2B5EF4-FFF2-40B4-BE49-F238E27FC236}">
                  <a16:creationId xmlns:a16="http://schemas.microsoft.com/office/drawing/2014/main" id="{8D625411-B6A2-F2ED-E57F-1958480435F4}"/>
                </a:ext>
              </a:extLst>
            </p:cNvPr>
            <p:cNvSpPr txBox="1">
              <a:spLocks noChangeArrowheads="1"/>
            </p:cNvSpPr>
            <p:nvPr/>
          </p:nvSpPr>
          <p:spPr bwMode="auto">
            <a:xfrm>
              <a:off x="7920000" y="1548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A</a:t>
              </a:r>
              <a:endParaRPr kumimoji="1" lang="en-US" altLang="zh-CN" sz="2400" b="0" baseline="-25000" dirty="0">
                <a:latin typeface="Times New Roman" panose="02020603050405020304" pitchFamily="18" charset="0"/>
                <a:ea typeface="楷体_GB2312" pitchFamily="49" charset="-122"/>
              </a:endParaRPr>
            </a:p>
          </p:txBody>
        </p:sp>
        <p:sp>
          <p:nvSpPr>
            <p:cNvPr id="109" name="Text Box 46">
              <a:extLst>
                <a:ext uri="{FF2B5EF4-FFF2-40B4-BE49-F238E27FC236}">
                  <a16:creationId xmlns:a16="http://schemas.microsoft.com/office/drawing/2014/main" id="{4120F385-F0E3-BBB0-2E1E-8B774E8206FF}"/>
                </a:ext>
              </a:extLst>
            </p:cNvPr>
            <p:cNvSpPr txBox="1">
              <a:spLocks noChangeArrowheads="1"/>
            </p:cNvSpPr>
            <p:nvPr/>
          </p:nvSpPr>
          <p:spPr bwMode="auto">
            <a:xfrm>
              <a:off x="10764000" y="2196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Y</a:t>
              </a:r>
              <a:endParaRPr kumimoji="1" lang="en-US" altLang="zh-CN" sz="2400" b="0" baseline="-25000" dirty="0">
                <a:latin typeface="Times New Roman" panose="02020603050405020304" pitchFamily="18" charset="0"/>
                <a:ea typeface="楷体_GB2312" pitchFamily="49" charset="-122"/>
              </a:endParaRPr>
            </a:p>
          </p:txBody>
        </p:sp>
        <p:sp>
          <p:nvSpPr>
            <p:cNvPr id="110" name="Text Box 47">
              <a:extLst>
                <a:ext uri="{FF2B5EF4-FFF2-40B4-BE49-F238E27FC236}">
                  <a16:creationId xmlns:a16="http://schemas.microsoft.com/office/drawing/2014/main" id="{6475327B-D121-113C-D9A4-8698CCF99543}"/>
                </a:ext>
              </a:extLst>
            </p:cNvPr>
            <p:cNvSpPr txBox="1">
              <a:spLocks noChangeArrowheads="1"/>
            </p:cNvSpPr>
            <p:nvPr/>
          </p:nvSpPr>
          <p:spPr bwMode="auto">
            <a:xfrm>
              <a:off x="7920000" y="1836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B</a:t>
              </a:r>
              <a:endParaRPr kumimoji="1" lang="en-US" altLang="zh-CN" sz="2400" b="0" baseline="-25000" dirty="0">
                <a:latin typeface="Times New Roman" panose="02020603050405020304" pitchFamily="18" charset="0"/>
                <a:ea typeface="楷体_GB2312" pitchFamily="49" charset="-122"/>
              </a:endParaRPr>
            </a:p>
          </p:txBody>
        </p:sp>
        <p:sp>
          <p:nvSpPr>
            <p:cNvPr id="111" name="Text Box 48">
              <a:extLst>
                <a:ext uri="{FF2B5EF4-FFF2-40B4-BE49-F238E27FC236}">
                  <a16:creationId xmlns:a16="http://schemas.microsoft.com/office/drawing/2014/main" id="{4E1EE062-FDBD-654D-7FC6-C46C0958DF23}"/>
                </a:ext>
              </a:extLst>
            </p:cNvPr>
            <p:cNvSpPr txBox="1">
              <a:spLocks noChangeArrowheads="1"/>
            </p:cNvSpPr>
            <p:nvPr/>
          </p:nvSpPr>
          <p:spPr bwMode="auto">
            <a:xfrm>
              <a:off x="7920000" y="2556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C</a:t>
              </a:r>
              <a:endParaRPr kumimoji="1" lang="en-US" altLang="zh-CN" sz="2400" b="0" baseline="-25000" dirty="0">
                <a:latin typeface="Times New Roman" panose="02020603050405020304" pitchFamily="18" charset="0"/>
                <a:ea typeface="楷体_GB2312" pitchFamily="49" charset="-122"/>
              </a:endParaRPr>
            </a:p>
          </p:txBody>
        </p:sp>
        <p:sp>
          <p:nvSpPr>
            <p:cNvPr id="112" name="Text Box 49">
              <a:extLst>
                <a:ext uri="{FF2B5EF4-FFF2-40B4-BE49-F238E27FC236}">
                  <a16:creationId xmlns:a16="http://schemas.microsoft.com/office/drawing/2014/main" id="{C3855BBA-4182-93A2-5CC1-A5EBA3BB87A0}"/>
                </a:ext>
              </a:extLst>
            </p:cNvPr>
            <p:cNvSpPr txBox="1">
              <a:spLocks noChangeArrowheads="1"/>
            </p:cNvSpPr>
            <p:nvPr/>
          </p:nvSpPr>
          <p:spPr bwMode="auto">
            <a:xfrm>
              <a:off x="7920000" y="2844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D</a:t>
              </a:r>
              <a:endParaRPr kumimoji="1" lang="en-US" altLang="zh-CN" sz="2400" b="0" baseline="-25000" dirty="0">
                <a:latin typeface="Times New Roman" panose="02020603050405020304" pitchFamily="18" charset="0"/>
                <a:ea typeface="楷体_GB2312" pitchFamily="49" charset="-122"/>
              </a:endParaRPr>
            </a:p>
          </p:txBody>
        </p:sp>
        <p:sp>
          <p:nvSpPr>
            <p:cNvPr id="113" name="Arc 52">
              <a:extLst>
                <a:ext uri="{FF2B5EF4-FFF2-40B4-BE49-F238E27FC236}">
                  <a16:creationId xmlns:a16="http://schemas.microsoft.com/office/drawing/2014/main" id="{C4C2C708-0498-4182-83BF-A8DC3AF1F516}"/>
                </a:ext>
              </a:extLst>
            </p:cNvPr>
            <p:cNvSpPr>
              <a:spLocks/>
            </p:cNvSpPr>
            <p:nvPr/>
          </p:nvSpPr>
          <p:spPr bwMode="auto">
            <a:xfrm flipV="1">
              <a:off x="10116000" y="2088000"/>
              <a:ext cx="360000" cy="576000"/>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a:p>
          </p:txBody>
        </p:sp>
        <p:sp>
          <p:nvSpPr>
            <p:cNvPr id="114" name="Arc 53">
              <a:extLst>
                <a:ext uri="{FF2B5EF4-FFF2-40B4-BE49-F238E27FC236}">
                  <a16:creationId xmlns:a16="http://schemas.microsoft.com/office/drawing/2014/main" id="{59FFF2C6-24C1-4031-A3B5-4539FA6FC454}"/>
                </a:ext>
              </a:extLst>
            </p:cNvPr>
            <p:cNvSpPr>
              <a:spLocks/>
            </p:cNvSpPr>
            <p:nvPr/>
          </p:nvSpPr>
          <p:spPr bwMode="auto">
            <a:xfrm rot="5400000">
              <a:off x="9234000" y="1926000"/>
              <a:ext cx="576000" cy="90000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5" name="Line 54">
              <a:extLst>
                <a:ext uri="{FF2B5EF4-FFF2-40B4-BE49-F238E27FC236}">
                  <a16:creationId xmlns:a16="http://schemas.microsoft.com/office/drawing/2014/main" id="{68364408-6EBC-555E-8B63-6E4E41DCA8E8}"/>
                </a:ext>
              </a:extLst>
            </p:cNvPr>
            <p:cNvSpPr>
              <a:spLocks noChangeShapeType="1"/>
            </p:cNvSpPr>
            <p:nvPr/>
          </p:nvSpPr>
          <p:spPr bwMode="auto">
            <a:xfrm flipH="1">
              <a:off x="9864000" y="2664000"/>
              <a:ext cx="2731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6" name="组合 115">
              <a:extLst>
                <a:ext uri="{FF2B5EF4-FFF2-40B4-BE49-F238E27FC236}">
                  <a16:creationId xmlns:a16="http://schemas.microsoft.com/office/drawing/2014/main" id="{621187B9-7C2E-DEFD-9A4D-A7B5337A4815}"/>
                </a:ext>
              </a:extLst>
            </p:cNvPr>
            <p:cNvGrpSpPr/>
            <p:nvPr/>
          </p:nvGrpSpPr>
          <p:grpSpPr>
            <a:xfrm>
              <a:off x="8280000" y="2736000"/>
              <a:ext cx="360000" cy="288000"/>
              <a:chOff x="1298382" y="1823051"/>
              <a:chExt cx="360000" cy="288000"/>
            </a:xfrm>
          </p:grpSpPr>
          <p:sp>
            <p:nvSpPr>
              <p:cNvPr id="123" name="Line 32">
                <a:extLst>
                  <a:ext uri="{FF2B5EF4-FFF2-40B4-BE49-F238E27FC236}">
                    <a16:creationId xmlns:a16="http://schemas.microsoft.com/office/drawing/2014/main" id="{C0FB4115-8EDF-586D-30C3-0A86DB97E5FE}"/>
                  </a:ext>
                </a:extLst>
              </p:cNvPr>
              <p:cNvSpPr>
                <a:spLocks noChangeShapeType="1"/>
              </p:cNvSpPr>
              <p:nvPr/>
            </p:nvSpPr>
            <p:spPr bwMode="auto">
              <a:xfrm>
                <a:off x="1298382" y="1823051"/>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 name="Line 33">
                <a:extLst>
                  <a:ext uri="{FF2B5EF4-FFF2-40B4-BE49-F238E27FC236}">
                    <a16:creationId xmlns:a16="http://schemas.microsoft.com/office/drawing/2014/main" id="{FE6111CA-F2E3-7DD6-0FDB-7909C0CD1750}"/>
                  </a:ext>
                </a:extLst>
              </p:cNvPr>
              <p:cNvSpPr>
                <a:spLocks noChangeShapeType="1"/>
              </p:cNvSpPr>
              <p:nvPr/>
            </p:nvSpPr>
            <p:spPr bwMode="auto">
              <a:xfrm>
                <a:off x="1298382" y="2111051"/>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7" name="Arc 52">
              <a:extLst>
                <a:ext uri="{FF2B5EF4-FFF2-40B4-BE49-F238E27FC236}">
                  <a16:creationId xmlns:a16="http://schemas.microsoft.com/office/drawing/2014/main" id="{AC96E332-1B60-C670-3E0B-AFE19CBC4D10}"/>
                </a:ext>
              </a:extLst>
            </p:cNvPr>
            <p:cNvSpPr>
              <a:spLocks/>
            </p:cNvSpPr>
            <p:nvPr/>
          </p:nvSpPr>
          <p:spPr bwMode="auto">
            <a:xfrm>
              <a:off x="10116000" y="2088000"/>
              <a:ext cx="360000" cy="576000"/>
            </a:xfrm>
            <a:custGeom>
              <a:avLst/>
              <a:gdLst>
                <a:gd name="T0" fmla="*/ 0 w 18607"/>
                <a:gd name="T1" fmla="*/ 0 h 21600"/>
                <a:gd name="T2" fmla="*/ 0 w 18607"/>
                <a:gd name="T3" fmla="*/ 0 h 21600"/>
                <a:gd name="T4" fmla="*/ 0 w 18607"/>
                <a:gd name="T5" fmla="*/ 0 h 21600"/>
                <a:gd name="T6" fmla="*/ 0 60000 65536"/>
                <a:gd name="T7" fmla="*/ 0 60000 65536"/>
                <a:gd name="T8" fmla="*/ 0 60000 65536"/>
                <a:gd name="T9" fmla="*/ 0 w 18607"/>
                <a:gd name="T10" fmla="*/ 0 h 21600"/>
                <a:gd name="T11" fmla="*/ 18607 w 18607"/>
                <a:gd name="T12" fmla="*/ 21600 h 21600"/>
              </a:gdLst>
              <a:ahLst/>
              <a:cxnLst>
                <a:cxn ang="T6">
                  <a:pos x="T0" y="T1"/>
                </a:cxn>
                <a:cxn ang="T7">
                  <a:pos x="T2" y="T3"/>
                </a:cxn>
                <a:cxn ang="T8">
                  <a:pos x="T4" y="T5"/>
                </a:cxn>
              </a:cxnLst>
              <a:rect l="T9" t="T10" r="T11" b="T12"/>
              <a:pathLst>
                <a:path w="18607" h="21600" fill="none" extrusionOk="0">
                  <a:moveTo>
                    <a:pt x="-1" y="0"/>
                  </a:moveTo>
                  <a:cubicBezTo>
                    <a:pt x="7646" y="0"/>
                    <a:pt x="14724" y="4043"/>
                    <a:pt x="18607" y="10630"/>
                  </a:cubicBezTo>
                </a:path>
                <a:path w="18607" h="21600" stroke="0" extrusionOk="0">
                  <a:moveTo>
                    <a:pt x="-1" y="0"/>
                  </a:moveTo>
                  <a:cubicBezTo>
                    <a:pt x="7646" y="0"/>
                    <a:pt x="14724" y="4043"/>
                    <a:pt x="18607" y="1063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a:p>
          </p:txBody>
        </p:sp>
        <p:sp>
          <p:nvSpPr>
            <p:cNvPr id="118" name="Line 54">
              <a:extLst>
                <a:ext uri="{FF2B5EF4-FFF2-40B4-BE49-F238E27FC236}">
                  <a16:creationId xmlns:a16="http://schemas.microsoft.com/office/drawing/2014/main" id="{57A0E75A-7210-3048-4943-871AAF63B9CC}"/>
                </a:ext>
              </a:extLst>
            </p:cNvPr>
            <p:cNvSpPr>
              <a:spLocks noChangeShapeType="1"/>
            </p:cNvSpPr>
            <p:nvPr/>
          </p:nvSpPr>
          <p:spPr bwMode="auto">
            <a:xfrm flipH="1" flipV="1">
              <a:off x="9864000" y="2088000"/>
              <a:ext cx="252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 name="Oval 71">
              <a:extLst>
                <a:ext uri="{FF2B5EF4-FFF2-40B4-BE49-F238E27FC236}">
                  <a16:creationId xmlns:a16="http://schemas.microsoft.com/office/drawing/2014/main" id="{3BBA3681-AF71-7030-DD87-E492FFF0D557}"/>
                </a:ext>
              </a:extLst>
            </p:cNvPr>
            <p:cNvSpPr>
              <a:spLocks noChangeArrowheads="1"/>
            </p:cNvSpPr>
            <p:nvPr/>
          </p:nvSpPr>
          <p:spPr bwMode="auto">
            <a:xfrm>
              <a:off x="9234000" y="1800000"/>
              <a:ext cx="144000" cy="144000"/>
            </a:xfrm>
            <a:prstGeom prst="ellipse">
              <a:avLst/>
            </a:prstGeom>
            <a:solidFill>
              <a:srgbClr val="FFFFFF"/>
            </a:solidFill>
            <a:ln w="25400">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20" name="Oval 71">
              <a:extLst>
                <a:ext uri="{FF2B5EF4-FFF2-40B4-BE49-F238E27FC236}">
                  <a16:creationId xmlns:a16="http://schemas.microsoft.com/office/drawing/2014/main" id="{2F9C4191-064E-9C73-CB78-4B98423CC91D}"/>
                </a:ext>
              </a:extLst>
            </p:cNvPr>
            <p:cNvSpPr>
              <a:spLocks noChangeArrowheads="1"/>
            </p:cNvSpPr>
            <p:nvPr/>
          </p:nvSpPr>
          <p:spPr bwMode="auto">
            <a:xfrm>
              <a:off x="9234000" y="2808000"/>
              <a:ext cx="144000" cy="144000"/>
            </a:xfrm>
            <a:prstGeom prst="ellipse">
              <a:avLst/>
            </a:prstGeom>
            <a:solidFill>
              <a:srgbClr val="FFFFFF"/>
            </a:solidFill>
            <a:ln w="25400">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21" name="Oval 71">
              <a:extLst>
                <a:ext uri="{FF2B5EF4-FFF2-40B4-BE49-F238E27FC236}">
                  <a16:creationId xmlns:a16="http://schemas.microsoft.com/office/drawing/2014/main" id="{C93DF1A3-466A-BA35-2737-38118F5DDBAE}"/>
                </a:ext>
              </a:extLst>
            </p:cNvPr>
            <p:cNvSpPr>
              <a:spLocks noChangeArrowheads="1"/>
            </p:cNvSpPr>
            <p:nvPr/>
          </p:nvSpPr>
          <p:spPr bwMode="auto">
            <a:xfrm>
              <a:off x="9774000" y="2448000"/>
              <a:ext cx="144000" cy="144000"/>
            </a:xfrm>
            <a:prstGeom prst="ellipse">
              <a:avLst/>
            </a:prstGeom>
            <a:solidFill>
              <a:srgbClr val="FFFFFF"/>
            </a:solidFill>
            <a:ln w="25400">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22" name="Oval 71">
              <a:extLst>
                <a:ext uri="{FF2B5EF4-FFF2-40B4-BE49-F238E27FC236}">
                  <a16:creationId xmlns:a16="http://schemas.microsoft.com/office/drawing/2014/main" id="{C7FDA27B-CCDF-5724-9050-004E61E8677E}"/>
                </a:ext>
              </a:extLst>
            </p:cNvPr>
            <p:cNvSpPr>
              <a:spLocks noChangeArrowheads="1"/>
            </p:cNvSpPr>
            <p:nvPr/>
          </p:nvSpPr>
          <p:spPr bwMode="auto">
            <a:xfrm>
              <a:off x="9774000" y="2160000"/>
              <a:ext cx="144000" cy="144000"/>
            </a:xfrm>
            <a:prstGeom prst="ellipse">
              <a:avLst/>
            </a:prstGeom>
            <a:solidFill>
              <a:srgbClr val="FFFFFF"/>
            </a:solidFill>
            <a:ln w="25400">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125" name="组合 124">
            <a:extLst>
              <a:ext uri="{FF2B5EF4-FFF2-40B4-BE49-F238E27FC236}">
                <a16:creationId xmlns:a16="http://schemas.microsoft.com/office/drawing/2014/main" id="{6F64AAA2-4A7E-6007-EC2C-15A7FEE7436D}"/>
              </a:ext>
            </a:extLst>
          </p:cNvPr>
          <p:cNvGrpSpPr/>
          <p:nvPr/>
        </p:nvGrpSpPr>
        <p:grpSpPr>
          <a:xfrm>
            <a:off x="9000000" y="2160000"/>
            <a:ext cx="3132000" cy="1656000"/>
            <a:chOff x="7920000" y="4536000"/>
            <a:chExt cx="3132000" cy="1656000"/>
          </a:xfrm>
        </p:grpSpPr>
        <p:sp>
          <p:nvSpPr>
            <p:cNvPr id="126" name="Line 32">
              <a:extLst>
                <a:ext uri="{FF2B5EF4-FFF2-40B4-BE49-F238E27FC236}">
                  <a16:creationId xmlns:a16="http://schemas.microsoft.com/office/drawing/2014/main" id="{42C1F344-CC10-4C2B-C114-8F1774A3BD40}"/>
                </a:ext>
              </a:extLst>
            </p:cNvPr>
            <p:cNvSpPr>
              <a:spLocks noChangeShapeType="1"/>
            </p:cNvSpPr>
            <p:nvPr/>
          </p:nvSpPr>
          <p:spPr bwMode="auto">
            <a:xfrm>
              <a:off x="8280000" y="4716000"/>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 name="Line 33">
              <a:extLst>
                <a:ext uri="{FF2B5EF4-FFF2-40B4-BE49-F238E27FC236}">
                  <a16:creationId xmlns:a16="http://schemas.microsoft.com/office/drawing/2014/main" id="{18051A47-F90B-4EBD-D8ED-5AA63C764004}"/>
                </a:ext>
              </a:extLst>
            </p:cNvPr>
            <p:cNvSpPr>
              <a:spLocks noChangeShapeType="1"/>
            </p:cNvSpPr>
            <p:nvPr/>
          </p:nvSpPr>
          <p:spPr bwMode="auto">
            <a:xfrm>
              <a:off x="8280000" y="5004000"/>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 name="Line 34">
              <a:extLst>
                <a:ext uri="{FF2B5EF4-FFF2-40B4-BE49-F238E27FC236}">
                  <a16:creationId xmlns:a16="http://schemas.microsoft.com/office/drawing/2014/main" id="{BB7DEFAD-223E-5C1A-2DC5-CBAC227178B4}"/>
                </a:ext>
              </a:extLst>
            </p:cNvPr>
            <p:cNvSpPr>
              <a:spLocks noChangeShapeType="1"/>
            </p:cNvSpPr>
            <p:nvPr/>
          </p:nvSpPr>
          <p:spPr bwMode="auto">
            <a:xfrm>
              <a:off x="8640000" y="4860000"/>
              <a:ext cx="93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 name="AutoShape 35">
              <a:extLst>
                <a:ext uri="{FF2B5EF4-FFF2-40B4-BE49-F238E27FC236}">
                  <a16:creationId xmlns:a16="http://schemas.microsoft.com/office/drawing/2014/main" id="{A4DA4673-547A-CF32-3C9D-B544A1BD9A03}"/>
                </a:ext>
              </a:extLst>
            </p:cNvPr>
            <p:cNvSpPr>
              <a:spLocks noChangeArrowheads="1"/>
            </p:cNvSpPr>
            <p:nvPr/>
          </p:nvSpPr>
          <p:spPr bwMode="auto">
            <a:xfrm>
              <a:off x="8640000" y="4572000"/>
              <a:ext cx="576000" cy="576000"/>
            </a:xfrm>
            <a:prstGeom prst="flowChartDelay">
              <a:avLst/>
            </a:prstGeom>
            <a:solidFill>
              <a:srgbClr val="FFFFFF"/>
            </a:solidFill>
            <a:ln w="2540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dirty="0"/>
            </a:p>
          </p:txBody>
        </p:sp>
        <p:sp>
          <p:nvSpPr>
            <p:cNvPr id="130" name="Line 36">
              <a:extLst>
                <a:ext uri="{FF2B5EF4-FFF2-40B4-BE49-F238E27FC236}">
                  <a16:creationId xmlns:a16="http://schemas.microsoft.com/office/drawing/2014/main" id="{1C00E728-C31D-AE38-0E78-67FD6A260B4C}"/>
                </a:ext>
              </a:extLst>
            </p:cNvPr>
            <p:cNvSpPr>
              <a:spLocks noChangeShapeType="1"/>
            </p:cNvSpPr>
            <p:nvPr/>
          </p:nvSpPr>
          <p:spPr bwMode="auto">
            <a:xfrm>
              <a:off x="9576000" y="5220000"/>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 name="Line 37">
              <a:extLst>
                <a:ext uri="{FF2B5EF4-FFF2-40B4-BE49-F238E27FC236}">
                  <a16:creationId xmlns:a16="http://schemas.microsoft.com/office/drawing/2014/main" id="{3DF99B6A-0676-800C-CBE3-E69107C3CAEA}"/>
                </a:ext>
              </a:extLst>
            </p:cNvPr>
            <p:cNvSpPr>
              <a:spLocks noChangeShapeType="1"/>
            </p:cNvSpPr>
            <p:nvPr/>
          </p:nvSpPr>
          <p:spPr bwMode="auto">
            <a:xfrm>
              <a:off x="9576000" y="5508000"/>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 name="Line 38">
              <a:extLst>
                <a:ext uri="{FF2B5EF4-FFF2-40B4-BE49-F238E27FC236}">
                  <a16:creationId xmlns:a16="http://schemas.microsoft.com/office/drawing/2014/main" id="{F83AD6D3-9BC0-2EAC-30F7-09B72B73571C}"/>
                </a:ext>
              </a:extLst>
            </p:cNvPr>
            <p:cNvSpPr>
              <a:spLocks noChangeShapeType="1"/>
            </p:cNvSpPr>
            <p:nvPr/>
          </p:nvSpPr>
          <p:spPr bwMode="auto">
            <a:xfrm>
              <a:off x="10476000" y="5364000"/>
              <a:ext cx="2508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 name="Line 41">
              <a:extLst>
                <a:ext uri="{FF2B5EF4-FFF2-40B4-BE49-F238E27FC236}">
                  <a16:creationId xmlns:a16="http://schemas.microsoft.com/office/drawing/2014/main" id="{69037F0C-D1AE-AAE2-6E92-CFC33A906577}"/>
                </a:ext>
              </a:extLst>
            </p:cNvPr>
            <p:cNvSpPr>
              <a:spLocks noChangeShapeType="1"/>
            </p:cNvSpPr>
            <p:nvPr/>
          </p:nvSpPr>
          <p:spPr bwMode="auto">
            <a:xfrm>
              <a:off x="8639999" y="5868000"/>
              <a:ext cx="93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 name="AutoShape 42">
              <a:extLst>
                <a:ext uri="{FF2B5EF4-FFF2-40B4-BE49-F238E27FC236}">
                  <a16:creationId xmlns:a16="http://schemas.microsoft.com/office/drawing/2014/main" id="{09A1C27B-7165-9B25-BEAF-A288F04915FD}"/>
                </a:ext>
              </a:extLst>
            </p:cNvPr>
            <p:cNvSpPr>
              <a:spLocks noChangeArrowheads="1"/>
            </p:cNvSpPr>
            <p:nvPr/>
          </p:nvSpPr>
          <p:spPr bwMode="auto">
            <a:xfrm>
              <a:off x="8640000" y="5580000"/>
              <a:ext cx="576000" cy="576000"/>
            </a:xfrm>
            <a:prstGeom prst="flowChartDelay">
              <a:avLst/>
            </a:prstGeom>
            <a:solidFill>
              <a:srgbClr val="FFFFFF"/>
            </a:solidFill>
            <a:ln w="2540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35" name="Line 43">
              <a:extLst>
                <a:ext uri="{FF2B5EF4-FFF2-40B4-BE49-F238E27FC236}">
                  <a16:creationId xmlns:a16="http://schemas.microsoft.com/office/drawing/2014/main" id="{5D4A38D4-7899-27AC-47B3-909701F246EE}"/>
                </a:ext>
              </a:extLst>
            </p:cNvPr>
            <p:cNvSpPr>
              <a:spLocks noChangeShapeType="1"/>
            </p:cNvSpPr>
            <p:nvPr/>
          </p:nvSpPr>
          <p:spPr bwMode="auto">
            <a:xfrm flipV="1">
              <a:off x="9576000" y="5508000"/>
              <a:ext cx="0" cy="36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 name="Line 44">
              <a:extLst>
                <a:ext uri="{FF2B5EF4-FFF2-40B4-BE49-F238E27FC236}">
                  <a16:creationId xmlns:a16="http://schemas.microsoft.com/office/drawing/2014/main" id="{25F4ABBD-69C6-8A41-0897-152F5637888E}"/>
                </a:ext>
              </a:extLst>
            </p:cNvPr>
            <p:cNvSpPr>
              <a:spLocks noChangeShapeType="1"/>
            </p:cNvSpPr>
            <p:nvPr/>
          </p:nvSpPr>
          <p:spPr bwMode="auto">
            <a:xfrm flipV="1">
              <a:off x="9576000" y="4860000"/>
              <a:ext cx="0" cy="36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137" name="Text Box 45">
              <a:extLst>
                <a:ext uri="{FF2B5EF4-FFF2-40B4-BE49-F238E27FC236}">
                  <a16:creationId xmlns:a16="http://schemas.microsoft.com/office/drawing/2014/main" id="{DB3F7FD8-3E77-5BB0-A30C-CE4C2106B6E0}"/>
                </a:ext>
              </a:extLst>
            </p:cNvPr>
            <p:cNvSpPr txBox="1">
              <a:spLocks noChangeArrowheads="1"/>
            </p:cNvSpPr>
            <p:nvPr/>
          </p:nvSpPr>
          <p:spPr bwMode="auto">
            <a:xfrm>
              <a:off x="7920000" y="4536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A</a:t>
              </a:r>
              <a:endParaRPr kumimoji="1" lang="en-US" altLang="zh-CN" sz="2400" b="0" baseline="-25000" dirty="0">
                <a:latin typeface="Times New Roman" panose="02020603050405020304" pitchFamily="18" charset="0"/>
                <a:ea typeface="楷体_GB2312" pitchFamily="49" charset="-122"/>
              </a:endParaRPr>
            </a:p>
          </p:txBody>
        </p:sp>
        <p:sp>
          <p:nvSpPr>
            <p:cNvPr id="138" name="Text Box 46">
              <a:extLst>
                <a:ext uri="{FF2B5EF4-FFF2-40B4-BE49-F238E27FC236}">
                  <a16:creationId xmlns:a16="http://schemas.microsoft.com/office/drawing/2014/main" id="{27787130-9DDB-3711-3C3D-C2FEFA36F5DA}"/>
                </a:ext>
              </a:extLst>
            </p:cNvPr>
            <p:cNvSpPr txBox="1">
              <a:spLocks noChangeArrowheads="1"/>
            </p:cNvSpPr>
            <p:nvPr/>
          </p:nvSpPr>
          <p:spPr bwMode="auto">
            <a:xfrm>
              <a:off x="10764000" y="5184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Y</a:t>
              </a:r>
              <a:endParaRPr kumimoji="1" lang="en-US" altLang="zh-CN" sz="2400" b="0" baseline="-25000" dirty="0">
                <a:latin typeface="Times New Roman" panose="02020603050405020304" pitchFamily="18" charset="0"/>
                <a:ea typeface="楷体_GB2312" pitchFamily="49" charset="-122"/>
              </a:endParaRPr>
            </a:p>
          </p:txBody>
        </p:sp>
        <p:sp>
          <p:nvSpPr>
            <p:cNvPr id="139" name="Text Box 47">
              <a:extLst>
                <a:ext uri="{FF2B5EF4-FFF2-40B4-BE49-F238E27FC236}">
                  <a16:creationId xmlns:a16="http://schemas.microsoft.com/office/drawing/2014/main" id="{979567AD-5C8D-D8D2-55A3-B3FE1F27CD43}"/>
                </a:ext>
              </a:extLst>
            </p:cNvPr>
            <p:cNvSpPr txBox="1">
              <a:spLocks noChangeArrowheads="1"/>
            </p:cNvSpPr>
            <p:nvPr/>
          </p:nvSpPr>
          <p:spPr bwMode="auto">
            <a:xfrm>
              <a:off x="7920000" y="4824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B</a:t>
              </a:r>
              <a:endParaRPr kumimoji="1" lang="en-US" altLang="zh-CN" sz="2400" b="0" baseline="-25000" dirty="0">
                <a:latin typeface="Times New Roman" panose="02020603050405020304" pitchFamily="18" charset="0"/>
                <a:ea typeface="楷体_GB2312" pitchFamily="49" charset="-122"/>
              </a:endParaRPr>
            </a:p>
          </p:txBody>
        </p:sp>
        <p:sp>
          <p:nvSpPr>
            <p:cNvPr id="140" name="Text Box 48">
              <a:extLst>
                <a:ext uri="{FF2B5EF4-FFF2-40B4-BE49-F238E27FC236}">
                  <a16:creationId xmlns:a16="http://schemas.microsoft.com/office/drawing/2014/main" id="{2FD0D2F5-A4FB-6B46-FB75-0A2E9E6FFE96}"/>
                </a:ext>
              </a:extLst>
            </p:cNvPr>
            <p:cNvSpPr txBox="1">
              <a:spLocks noChangeArrowheads="1"/>
            </p:cNvSpPr>
            <p:nvPr/>
          </p:nvSpPr>
          <p:spPr bwMode="auto">
            <a:xfrm>
              <a:off x="7920000" y="5544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C</a:t>
              </a:r>
              <a:endParaRPr kumimoji="1" lang="en-US" altLang="zh-CN" sz="2400" b="0" baseline="-25000" dirty="0">
                <a:latin typeface="Times New Roman" panose="02020603050405020304" pitchFamily="18" charset="0"/>
                <a:ea typeface="楷体_GB2312" pitchFamily="49" charset="-122"/>
              </a:endParaRPr>
            </a:p>
          </p:txBody>
        </p:sp>
        <p:sp>
          <p:nvSpPr>
            <p:cNvPr id="141" name="Text Box 49">
              <a:extLst>
                <a:ext uri="{FF2B5EF4-FFF2-40B4-BE49-F238E27FC236}">
                  <a16:creationId xmlns:a16="http://schemas.microsoft.com/office/drawing/2014/main" id="{AED67A86-686D-AB58-3BB5-F25FF3891168}"/>
                </a:ext>
              </a:extLst>
            </p:cNvPr>
            <p:cNvSpPr txBox="1">
              <a:spLocks noChangeArrowheads="1"/>
            </p:cNvSpPr>
            <p:nvPr/>
          </p:nvSpPr>
          <p:spPr bwMode="auto">
            <a:xfrm>
              <a:off x="7920000" y="5832000"/>
              <a:ext cx="288000" cy="3600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spcAft>
                  <a:spcPct val="0"/>
                </a:spcAft>
                <a:buFontTx/>
                <a:buNone/>
              </a:pPr>
              <a:r>
                <a:rPr kumimoji="1" lang="en-US" altLang="zh-CN" sz="2400" b="0" dirty="0">
                  <a:latin typeface="Times New Roman" panose="02020603050405020304" pitchFamily="18" charset="0"/>
                  <a:ea typeface="楷体_GB2312" pitchFamily="49" charset="-122"/>
                </a:rPr>
                <a:t>D</a:t>
              </a:r>
              <a:endParaRPr kumimoji="1" lang="en-US" altLang="zh-CN" sz="2400" b="0" baseline="-25000" dirty="0">
                <a:latin typeface="Times New Roman" panose="02020603050405020304" pitchFamily="18" charset="0"/>
                <a:ea typeface="楷体_GB2312" pitchFamily="49" charset="-122"/>
              </a:endParaRPr>
            </a:p>
          </p:txBody>
        </p:sp>
        <p:grpSp>
          <p:nvGrpSpPr>
            <p:cNvPr id="142" name="组合 141">
              <a:extLst>
                <a:ext uri="{FF2B5EF4-FFF2-40B4-BE49-F238E27FC236}">
                  <a16:creationId xmlns:a16="http://schemas.microsoft.com/office/drawing/2014/main" id="{3109A494-1C16-6081-6059-F7B4B677A2BE}"/>
                </a:ext>
              </a:extLst>
            </p:cNvPr>
            <p:cNvGrpSpPr/>
            <p:nvPr/>
          </p:nvGrpSpPr>
          <p:grpSpPr>
            <a:xfrm>
              <a:off x="8280000" y="5724000"/>
              <a:ext cx="360000" cy="288000"/>
              <a:chOff x="1298382" y="1823051"/>
              <a:chExt cx="360000" cy="288000"/>
            </a:xfrm>
          </p:grpSpPr>
          <p:sp>
            <p:nvSpPr>
              <p:cNvPr id="147" name="Line 32">
                <a:extLst>
                  <a:ext uri="{FF2B5EF4-FFF2-40B4-BE49-F238E27FC236}">
                    <a16:creationId xmlns:a16="http://schemas.microsoft.com/office/drawing/2014/main" id="{DBF24612-DD92-00BF-042A-A885AFE36AD1}"/>
                  </a:ext>
                </a:extLst>
              </p:cNvPr>
              <p:cNvSpPr>
                <a:spLocks noChangeShapeType="1"/>
              </p:cNvSpPr>
              <p:nvPr/>
            </p:nvSpPr>
            <p:spPr bwMode="auto">
              <a:xfrm>
                <a:off x="1298382" y="1823051"/>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 name="Line 33">
                <a:extLst>
                  <a:ext uri="{FF2B5EF4-FFF2-40B4-BE49-F238E27FC236}">
                    <a16:creationId xmlns:a16="http://schemas.microsoft.com/office/drawing/2014/main" id="{14B93B80-7819-9B40-5A6A-40512BC0AF5B}"/>
                  </a:ext>
                </a:extLst>
              </p:cNvPr>
              <p:cNvSpPr>
                <a:spLocks noChangeShapeType="1"/>
              </p:cNvSpPr>
              <p:nvPr/>
            </p:nvSpPr>
            <p:spPr bwMode="auto">
              <a:xfrm>
                <a:off x="1298382" y="2111051"/>
                <a:ext cx="36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3" name="Oval 71">
              <a:extLst>
                <a:ext uri="{FF2B5EF4-FFF2-40B4-BE49-F238E27FC236}">
                  <a16:creationId xmlns:a16="http://schemas.microsoft.com/office/drawing/2014/main" id="{2C7805A6-46DF-18C4-1AA6-0B9B9E78EAE9}"/>
                </a:ext>
              </a:extLst>
            </p:cNvPr>
            <p:cNvSpPr>
              <a:spLocks noChangeArrowheads="1"/>
            </p:cNvSpPr>
            <p:nvPr/>
          </p:nvSpPr>
          <p:spPr bwMode="auto">
            <a:xfrm>
              <a:off x="9234000" y="4788000"/>
              <a:ext cx="144000" cy="144000"/>
            </a:xfrm>
            <a:prstGeom prst="ellipse">
              <a:avLst/>
            </a:prstGeom>
            <a:solidFill>
              <a:srgbClr val="FFFFFF"/>
            </a:solidFill>
            <a:ln w="25400">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44" name="Oval 71">
              <a:extLst>
                <a:ext uri="{FF2B5EF4-FFF2-40B4-BE49-F238E27FC236}">
                  <a16:creationId xmlns:a16="http://schemas.microsoft.com/office/drawing/2014/main" id="{94458131-747A-1157-BD3B-F2093CFB6071}"/>
                </a:ext>
              </a:extLst>
            </p:cNvPr>
            <p:cNvSpPr>
              <a:spLocks noChangeArrowheads="1"/>
            </p:cNvSpPr>
            <p:nvPr/>
          </p:nvSpPr>
          <p:spPr bwMode="auto">
            <a:xfrm>
              <a:off x="9234000" y="5796000"/>
              <a:ext cx="144000" cy="144000"/>
            </a:xfrm>
            <a:prstGeom prst="ellipse">
              <a:avLst/>
            </a:prstGeom>
            <a:solidFill>
              <a:srgbClr val="FFFFFF"/>
            </a:solidFill>
            <a:ln w="25400">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45" name="AutoShape 35">
              <a:extLst>
                <a:ext uri="{FF2B5EF4-FFF2-40B4-BE49-F238E27FC236}">
                  <a16:creationId xmlns:a16="http://schemas.microsoft.com/office/drawing/2014/main" id="{C0024587-649C-360E-9A8B-285EF0BCFF91}"/>
                </a:ext>
              </a:extLst>
            </p:cNvPr>
            <p:cNvSpPr>
              <a:spLocks noChangeArrowheads="1"/>
            </p:cNvSpPr>
            <p:nvPr/>
          </p:nvSpPr>
          <p:spPr bwMode="auto">
            <a:xfrm>
              <a:off x="9828000" y="5076000"/>
              <a:ext cx="576000" cy="576000"/>
            </a:xfrm>
            <a:prstGeom prst="flowChartDelay">
              <a:avLst/>
            </a:prstGeom>
            <a:solidFill>
              <a:srgbClr val="FFFFFF"/>
            </a:solidFill>
            <a:ln w="25400">
              <a:solidFill>
                <a:schemeClr val="tx1"/>
              </a:solidFill>
              <a:miter lim="800000"/>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dirty="0"/>
            </a:p>
          </p:txBody>
        </p:sp>
        <p:sp>
          <p:nvSpPr>
            <p:cNvPr id="146" name="Oval 71">
              <a:extLst>
                <a:ext uri="{FF2B5EF4-FFF2-40B4-BE49-F238E27FC236}">
                  <a16:creationId xmlns:a16="http://schemas.microsoft.com/office/drawing/2014/main" id="{61BB0A6B-F128-7EC2-873A-7B2DE3284281}"/>
                </a:ext>
              </a:extLst>
            </p:cNvPr>
            <p:cNvSpPr>
              <a:spLocks noChangeArrowheads="1"/>
            </p:cNvSpPr>
            <p:nvPr/>
          </p:nvSpPr>
          <p:spPr bwMode="auto">
            <a:xfrm>
              <a:off x="10422000" y="5292000"/>
              <a:ext cx="144000" cy="144000"/>
            </a:xfrm>
            <a:prstGeom prst="ellipse">
              <a:avLst/>
            </a:prstGeom>
            <a:solidFill>
              <a:srgbClr val="FFFFFF"/>
            </a:solidFill>
            <a:ln w="25400">
              <a:solidFill>
                <a:schemeClr val="tx1"/>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sp>
        <p:nvSpPr>
          <p:cNvPr id="149" name="箭头: 右 148">
            <a:extLst>
              <a:ext uri="{FF2B5EF4-FFF2-40B4-BE49-F238E27FC236}">
                <a16:creationId xmlns:a16="http://schemas.microsoft.com/office/drawing/2014/main" id="{14AEB3EB-91C1-33AB-2DFE-BBF8AF012BA8}"/>
              </a:ext>
            </a:extLst>
          </p:cNvPr>
          <p:cNvSpPr/>
          <p:nvPr/>
        </p:nvSpPr>
        <p:spPr>
          <a:xfrm>
            <a:off x="3888000" y="2808000"/>
            <a:ext cx="432000" cy="360000"/>
          </a:xfrm>
          <a:prstGeom prst="rightArrow">
            <a:avLst>
              <a:gd name="adj1" fmla="val 43807"/>
              <a:gd name="adj2" fmla="val 70533"/>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箭头: 右 149">
            <a:extLst>
              <a:ext uri="{FF2B5EF4-FFF2-40B4-BE49-F238E27FC236}">
                <a16:creationId xmlns:a16="http://schemas.microsoft.com/office/drawing/2014/main" id="{7459C432-6D06-4229-DE34-733B43AA20EC}"/>
              </a:ext>
            </a:extLst>
          </p:cNvPr>
          <p:cNvSpPr/>
          <p:nvPr/>
        </p:nvSpPr>
        <p:spPr>
          <a:xfrm>
            <a:off x="8208000" y="2808000"/>
            <a:ext cx="432000" cy="360000"/>
          </a:xfrm>
          <a:prstGeom prst="rightArrow">
            <a:avLst>
              <a:gd name="adj1" fmla="val 43807"/>
              <a:gd name="adj2" fmla="val 70533"/>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文本框 151">
            <a:extLst>
              <a:ext uri="{FF2B5EF4-FFF2-40B4-BE49-F238E27FC236}">
                <a16:creationId xmlns:a16="http://schemas.microsoft.com/office/drawing/2014/main" id="{46346348-B956-451F-ED55-57183768B27C}"/>
              </a:ext>
            </a:extLst>
          </p:cNvPr>
          <p:cNvSpPr txBox="1"/>
          <p:nvPr/>
        </p:nvSpPr>
        <p:spPr>
          <a:xfrm>
            <a:off x="360000" y="5039999"/>
            <a:ext cx="6480000" cy="1080000"/>
          </a:xfrm>
          <a:prstGeom prst="rect">
            <a:avLst/>
          </a:prstGeom>
          <a:solidFill>
            <a:schemeClr val="accent5">
              <a:lumMod val="20000"/>
              <a:lumOff val="80000"/>
            </a:schemeClr>
          </a:solidFill>
          <a:ln>
            <a:solidFill>
              <a:srgbClr val="002060"/>
            </a:solidFill>
          </a:ln>
        </p:spPr>
        <p:txBody>
          <a:bodyPr wrap="square" rtlCol="0">
            <a:spAutoFit/>
          </a:bodyPr>
          <a:lstStyle/>
          <a:p>
            <a:pPr marL="0" lvl="1" algn="ctr">
              <a:lnSpc>
                <a:spcPct val="110000"/>
              </a:lnSpc>
            </a:pPr>
            <a:r>
              <a:rPr lang="zh-CN" altLang="en-US" sz="2800" b="1" dirty="0">
                <a:solidFill>
                  <a:srgbClr val="002060"/>
                </a:solidFill>
              </a:rPr>
              <a:t>求反小圈线上跑，两个小圈中和掉</a:t>
            </a:r>
            <a:endParaRPr lang="en-US" altLang="zh-CN" sz="2800" b="1" dirty="0">
              <a:solidFill>
                <a:srgbClr val="002060"/>
              </a:solidFill>
            </a:endParaRPr>
          </a:p>
          <a:p>
            <a:pPr marL="0" lvl="1" algn="ctr">
              <a:lnSpc>
                <a:spcPct val="110000"/>
              </a:lnSpc>
            </a:pPr>
            <a:r>
              <a:rPr lang="zh-CN" altLang="en-US" sz="2800" b="1" dirty="0">
                <a:solidFill>
                  <a:srgbClr val="002060"/>
                </a:solidFill>
              </a:rPr>
              <a:t>输入输出以及门，统统求反即等效</a:t>
            </a:r>
          </a:p>
        </p:txBody>
      </p:sp>
    </p:spTree>
    <p:extLst>
      <p:ext uri="{BB962C8B-B14F-4D97-AF65-F5344CB8AC3E}">
        <p14:creationId xmlns:p14="http://schemas.microsoft.com/office/powerpoint/2010/main" val="2217093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23B1CF-9C60-5964-8821-2868748B9161}"/>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数字部分（组合逻辑电路）</a:t>
            </a:r>
          </a:p>
        </p:txBody>
      </p:sp>
      <p:grpSp>
        <p:nvGrpSpPr>
          <p:cNvPr id="3" name="组合 2">
            <a:extLst>
              <a:ext uri="{FF2B5EF4-FFF2-40B4-BE49-F238E27FC236}">
                <a16:creationId xmlns:a16="http://schemas.microsoft.com/office/drawing/2014/main" id="{6C081732-97FA-E73D-0F37-08D915EBF49B}"/>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15968EDE-E3DE-2EAE-50DC-74706E8D4F4B}"/>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9BD495DD-8976-F8E0-3478-6C4B33436919}"/>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790B2989-0612-D392-2B5B-03F432A6BC5F}"/>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924D44E5-E0FE-D06A-7AA0-BBA4AC623E18}"/>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19</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1C45182C-1C3B-FEE3-AD8B-2A9BB05C69D3}"/>
              </a:ext>
            </a:extLst>
          </p:cNvPr>
          <p:cNvSpPr txBox="1"/>
          <p:nvPr/>
        </p:nvSpPr>
        <p:spPr>
          <a:xfrm>
            <a:off x="359999" y="827998"/>
            <a:ext cx="6983776" cy="280012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编码器：选中输入线的编码</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译码器：选中编号对应的输出线</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74x138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译码器（数电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P160</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优先编码器：最多只响应一条输入线</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74x148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优先编码器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67" name="组合 66">
            <a:extLst>
              <a:ext uri="{FF2B5EF4-FFF2-40B4-BE49-F238E27FC236}">
                <a16:creationId xmlns:a16="http://schemas.microsoft.com/office/drawing/2014/main" id="{6E623B9C-450C-2B31-14FD-D207B87433AA}"/>
              </a:ext>
            </a:extLst>
          </p:cNvPr>
          <p:cNvGrpSpPr/>
          <p:nvPr/>
        </p:nvGrpSpPr>
        <p:grpSpPr>
          <a:xfrm>
            <a:off x="7200000" y="2520000"/>
            <a:ext cx="4032000" cy="4068000"/>
            <a:chOff x="8100000" y="1548000"/>
            <a:chExt cx="4032000" cy="4069414"/>
          </a:xfrm>
        </p:grpSpPr>
        <p:sp>
          <p:nvSpPr>
            <p:cNvPr id="68" name="矩形 67">
              <a:extLst>
                <a:ext uri="{FF2B5EF4-FFF2-40B4-BE49-F238E27FC236}">
                  <a16:creationId xmlns:a16="http://schemas.microsoft.com/office/drawing/2014/main" id="{360D9582-AA3C-E1CE-E159-623B6B54C9FA}"/>
                </a:ext>
              </a:extLst>
            </p:cNvPr>
            <p:cNvSpPr/>
            <p:nvPr/>
          </p:nvSpPr>
          <p:spPr>
            <a:xfrm>
              <a:off x="8964000" y="1548000"/>
              <a:ext cx="2340000" cy="3960000"/>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8 </a:t>
              </a: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线 </a:t>
              </a: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 3 </a:t>
              </a: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线</a:t>
              </a:r>
              <a:endParaRPr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优先编码器</a:t>
              </a:r>
              <a:endParaRPr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74x148</a:t>
              </a:r>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69" name="直接连接符 68">
              <a:extLst>
                <a:ext uri="{FF2B5EF4-FFF2-40B4-BE49-F238E27FC236}">
                  <a16:creationId xmlns:a16="http://schemas.microsoft.com/office/drawing/2014/main" id="{CBF4D1B5-F916-0BCB-6CF4-5DEE56EB1701}"/>
                </a:ext>
              </a:extLst>
            </p:cNvPr>
            <p:cNvCxnSpPr>
              <a:cxnSpLocks/>
            </p:cNvCxnSpPr>
            <p:nvPr/>
          </p:nvCxnSpPr>
          <p:spPr>
            <a:xfrm>
              <a:off x="8640000" y="1800000"/>
              <a:ext cx="3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2E88611A-AC4B-820F-2E17-4BA07A092A2A}"/>
                </a:ext>
              </a:extLst>
            </p:cNvPr>
            <p:cNvCxnSpPr>
              <a:cxnSpLocks/>
            </p:cNvCxnSpPr>
            <p:nvPr/>
          </p:nvCxnSpPr>
          <p:spPr>
            <a:xfrm>
              <a:off x="8640000" y="2232000"/>
              <a:ext cx="3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3981172F-4F93-BDC6-1454-5B1F14DBDC5E}"/>
                </a:ext>
              </a:extLst>
            </p:cNvPr>
            <p:cNvCxnSpPr>
              <a:cxnSpLocks/>
            </p:cNvCxnSpPr>
            <p:nvPr/>
          </p:nvCxnSpPr>
          <p:spPr>
            <a:xfrm>
              <a:off x="8640000" y="2664000"/>
              <a:ext cx="3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322CC005-7241-97DE-DB91-45E55B4FEF3E}"/>
                </a:ext>
              </a:extLst>
            </p:cNvPr>
            <p:cNvCxnSpPr>
              <a:cxnSpLocks/>
            </p:cNvCxnSpPr>
            <p:nvPr/>
          </p:nvCxnSpPr>
          <p:spPr>
            <a:xfrm>
              <a:off x="8640000" y="3096000"/>
              <a:ext cx="3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B193276F-B884-632C-9569-74AF646ECA40}"/>
                </a:ext>
              </a:extLst>
            </p:cNvPr>
            <p:cNvCxnSpPr>
              <a:cxnSpLocks/>
            </p:cNvCxnSpPr>
            <p:nvPr/>
          </p:nvCxnSpPr>
          <p:spPr>
            <a:xfrm>
              <a:off x="8640000" y="3528000"/>
              <a:ext cx="3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7AAAA25A-5B9C-93B1-5FEF-CB3A148298F0}"/>
                </a:ext>
              </a:extLst>
            </p:cNvPr>
            <p:cNvCxnSpPr>
              <a:cxnSpLocks/>
            </p:cNvCxnSpPr>
            <p:nvPr/>
          </p:nvCxnSpPr>
          <p:spPr>
            <a:xfrm>
              <a:off x="8640000" y="3960000"/>
              <a:ext cx="3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BD26B491-64F0-D6F3-5C55-DA1A0E86B1DE}"/>
                </a:ext>
              </a:extLst>
            </p:cNvPr>
            <p:cNvCxnSpPr>
              <a:cxnSpLocks/>
            </p:cNvCxnSpPr>
            <p:nvPr/>
          </p:nvCxnSpPr>
          <p:spPr>
            <a:xfrm>
              <a:off x="8640000" y="4392000"/>
              <a:ext cx="3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EE3D5531-2421-7373-9AD6-19E9117BAD61}"/>
                </a:ext>
              </a:extLst>
            </p:cNvPr>
            <p:cNvCxnSpPr>
              <a:cxnSpLocks/>
            </p:cNvCxnSpPr>
            <p:nvPr/>
          </p:nvCxnSpPr>
          <p:spPr>
            <a:xfrm>
              <a:off x="8638347" y="4824000"/>
              <a:ext cx="31441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772D7D64-BBE2-5FA4-D4F0-1C7E21EFFADB}"/>
                </a:ext>
              </a:extLst>
            </p:cNvPr>
            <p:cNvCxnSpPr>
              <a:cxnSpLocks/>
            </p:cNvCxnSpPr>
            <p:nvPr/>
          </p:nvCxnSpPr>
          <p:spPr>
            <a:xfrm>
              <a:off x="8638347" y="5292000"/>
              <a:ext cx="314419"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78B33231-7C4B-A3D3-B943-068137D51DA8}"/>
                </a:ext>
              </a:extLst>
            </p:cNvPr>
            <p:cNvCxnSpPr>
              <a:cxnSpLocks/>
            </p:cNvCxnSpPr>
            <p:nvPr/>
          </p:nvCxnSpPr>
          <p:spPr>
            <a:xfrm>
              <a:off x="11322000" y="2088000"/>
              <a:ext cx="3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6FDA40B5-96E0-E284-9404-C10B9475E404}"/>
                </a:ext>
              </a:extLst>
            </p:cNvPr>
            <p:cNvCxnSpPr>
              <a:cxnSpLocks/>
            </p:cNvCxnSpPr>
            <p:nvPr/>
          </p:nvCxnSpPr>
          <p:spPr>
            <a:xfrm>
              <a:off x="11322000" y="2808000"/>
              <a:ext cx="3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29B493A5-6059-B4E4-E1C2-FC76ED4F848E}"/>
                </a:ext>
              </a:extLst>
            </p:cNvPr>
            <p:cNvCxnSpPr>
              <a:cxnSpLocks/>
            </p:cNvCxnSpPr>
            <p:nvPr/>
          </p:nvCxnSpPr>
          <p:spPr>
            <a:xfrm>
              <a:off x="11322000" y="3816000"/>
              <a:ext cx="3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EC56A28D-3086-5DD9-874E-2CCCF32BEAAA}"/>
                </a:ext>
              </a:extLst>
            </p:cNvPr>
            <p:cNvCxnSpPr>
              <a:cxnSpLocks/>
            </p:cNvCxnSpPr>
            <p:nvPr/>
          </p:nvCxnSpPr>
          <p:spPr>
            <a:xfrm>
              <a:off x="11322000" y="4392000"/>
              <a:ext cx="3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B959AC46-CA8A-D8B6-74EE-378DE1CA6AD7}"/>
                </a:ext>
              </a:extLst>
            </p:cNvPr>
            <p:cNvCxnSpPr>
              <a:cxnSpLocks/>
            </p:cNvCxnSpPr>
            <p:nvPr/>
          </p:nvCxnSpPr>
          <p:spPr>
            <a:xfrm>
              <a:off x="11322000" y="4968000"/>
              <a:ext cx="3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C37F672C-58CE-CCCE-33F2-6C30A9D1D86E}"/>
                    </a:ext>
                  </a:extLst>
                </p:cNvPr>
                <p:cNvSpPr txBox="1"/>
                <p:nvPr/>
              </p:nvSpPr>
              <p:spPr>
                <a:xfrm>
                  <a:off x="8928000" y="1548000"/>
                  <a:ext cx="540000" cy="57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solidFill>
                                  <a:schemeClr val="tx1"/>
                                </a:solidFill>
                                <a:latin typeface="Cambria Math" panose="02040503050406030204" pitchFamily="18" charset="0"/>
                              </a:rPr>
                              <m:t>I</m:t>
                            </m:r>
                          </m:e>
                          <m:sub>
                            <m:r>
                              <a:rPr lang="en-US" altLang="zh-CN" sz="2400" b="0" i="0" smtClean="0">
                                <a:solidFill>
                                  <a:schemeClr val="tx1"/>
                                </a:solidFill>
                                <a:latin typeface="Cambria Math" panose="02040503050406030204" pitchFamily="18" charset="0"/>
                              </a:rPr>
                              <m:t>7</m:t>
                            </m:r>
                          </m:sub>
                        </m:sSub>
                      </m:oMath>
                    </m:oMathPara>
                  </a14:m>
                  <a:endParaRPr lang="zh-CN" altLang="en-US" sz="2400" dirty="0">
                    <a:solidFill>
                      <a:schemeClr val="tx1"/>
                    </a:solidFill>
                  </a:endParaRPr>
                </a:p>
              </p:txBody>
            </p:sp>
          </mc:Choice>
          <mc:Fallback xmlns="">
            <p:sp>
              <p:nvSpPr>
                <p:cNvPr id="65" name="文本框 64">
                  <a:extLst>
                    <a:ext uri="{FF2B5EF4-FFF2-40B4-BE49-F238E27FC236}">
                      <a16:creationId xmlns:a16="http://schemas.microsoft.com/office/drawing/2014/main" id="{F1592380-8F4D-368E-57FD-94E716A4CABD}"/>
                    </a:ext>
                  </a:extLst>
                </p:cNvPr>
                <p:cNvSpPr txBox="1">
                  <a:spLocks noRot="1" noChangeAspect="1" noMove="1" noResize="1" noEditPoints="1" noAdjustHandles="1" noChangeArrowheads="1" noChangeShapeType="1" noTextEdit="1"/>
                </p:cNvSpPr>
                <p:nvPr/>
              </p:nvSpPr>
              <p:spPr>
                <a:xfrm>
                  <a:off x="8928000" y="1548000"/>
                  <a:ext cx="540000" cy="57600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F787C831-C235-DA87-0726-30ACF6343605}"/>
                    </a:ext>
                  </a:extLst>
                </p:cNvPr>
                <p:cNvSpPr txBox="1"/>
                <p:nvPr/>
              </p:nvSpPr>
              <p:spPr>
                <a:xfrm>
                  <a:off x="8928000" y="1980000"/>
                  <a:ext cx="540000" cy="57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solidFill>
                                  <a:schemeClr val="tx1"/>
                                </a:solidFill>
                                <a:latin typeface="Cambria Math" panose="02040503050406030204" pitchFamily="18" charset="0"/>
                              </a:rPr>
                              <m:t>I</m:t>
                            </m:r>
                          </m:e>
                          <m:sub>
                            <m:r>
                              <a:rPr lang="en-US" altLang="zh-CN" sz="2400" b="0" i="0" smtClean="0">
                                <a:solidFill>
                                  <a:schemeClr val="tx1"/>
                                </a:solidFill>
                                <a:latin typeface="Cambria Math" panose="02040503050406030204" pitchFamily="18" charset="0"/>
                              </a:rPr>
                              <m:t>6</m:t>
                            </m:r>
                          </m:sub>
                        </m:sSub>
                      </m:oMath>
                    </m:oMathPara>
                  </a14:m>
                  <a:endParaRPr lang="zh-CN" altLang="en-US" sz="2400" dirty="0">
                    <a:solidFill>
                      <a:schemeClr val="tx1"/>
                    </a:solidFill>
                  </a:endParaRPr>
                </a:p>
              </p:txBody>
            </p:sp>
          </mc:Choice>
          <mc:Fallback xmlns="">
            <p:sp>
              <p:nvSpPr>
                <p:cNvPr id="66" name="文本框 65">
                  <a:extLst>
                    <a:ext uri="{FF2B5EF4-FFF2-40B4-BE49-F238E27FC236}">
                      <a16:creationId xmlns:a16="http://schemas.microsoft.com/office/drawing/2014/main" id="{23D624F6-57A8-5427-25A3-24B8EEBD1160}"/>
                    </a:ext>
                  </a:extLst>
                </p:cNvPr>
                <p:cNvSpPr txBox="1">
                  <a:spLocks noRot="1" noChangeAspect="1" noMove="1" noResize="1" noEditPoints="1" noAdjustHandles="1" noChangeArrowheads="1" noChangeShapeType="1" noTextEdit="1"/>
                </p:cNvSpPr>
                <p:nvPr/>
              </p:nvSpPr>
              <p:spPr>
                <a:xfrm>
                  <a:off x="8928000" y="1980000"/>
                  <a:ext cx="540000" cy="57600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681FFC60-C67C-A560-BF88-494906FFDF39}"/>
                    </a:ext>
                  </a:extLst>
                </p:cNvPr>
                <p:cNvSpPr txBox="1"/>
                <p:nvPr/>
              </p:nvSpPr>
              <p:spPr>
                <a:xfrm>
                  <a:off x="8928000" y="2412000"/>
                  <a:ext cx="540000" cy="57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solidFill>
                                  <a:schemeClr val="tx1"/>
                                </a:solidFill>
                                <a:latin typeface="Cambria Math" panose="02040503050406030204" pitchFamily="18" charset="0"/>
                              </a:rPr>
                              <m:t>I</m:t>
                            </m:r>
                          </m:e>
                          <m:sub>
                            <m:r>
                              <a:rPr lang="en-US" altLang="zh-CN" sz="2400" b="0" i="0" smtClean="0">
                                <a:solidFill>
                                  <a:schemeClr val="tx1"/>
                                </a:solidFill>
                                <a:latin typeface="Cambria Math" panose="02040503050406030204" pitchFamily="18" charset="0"/>
                              </a:rPr>
                              <m:t>5</m:t>
                            </m:r>
                          </m:sub>
                        </m:sSub>
                      </m:oMath>
                    </m:oMathPara>
                  </a14:m>
                  <a:endParaRPr lang="zh-CN" altLang="en-US" sz="2400" dirty="0">
                    <a:solidFill>
                      <a:schemeClr val="tx1"/>
                    </a:solidFill>
                  </a:endParaRPr>
                </a:p>
              </p:txBody>
            </p:sp>
          </mc:Choice>
          <mc:Fallback xmlns="">
            <p:sp>
              <p:nvSpPr>
                <p:cNvPr id="67" name="文本框 66">
                  <a:extLst>
                    <a:ext uri="{FF2B5EF4-FFF2-40B4-BE49-F238E27FC236}">
                      <a16:creationId xmlns:a16="http://schemas.microsoft.com/office/drawing/2014/main" id="{E9924302-D7C3-076D-92C3-F4BEA0BDD407}"/>
                    </a:ext>
                  </a:extLst>
                </p:cNvPr>
                <p:cNvSpPr txBox="1">
                  <a:spLocks noRot="1" noChangeAspect="1" noMove="1" noResize="1" noEditPoints="1" noAdjustHandles="1" noChangeArrowheads="1" noChangeShapeType="1" noTextEdit="1"/>
                </p:cNvSpPr>
                <p:nvPr/>
              </p:nvSpPr>
              <p:spPr>
                <a:xfrm>
                  <a:off x="8928000" y="2412000"/>
                  <a:ext cx="540000" cy="57600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B3E80EF4-2C77-079E-1CA5-85780838624B}"/>
                    </a:ext>
                  </a:extLst>
                </p:cNvPr>
                <p:cNvSpPr txBox="1"/>
                <p:nvPr/>
              </p:nvSpPr>
              <p:spPr>
                <a:xfrm>
                  <a:off x="8928000" y="2844000"/>
                  <a:ext cx="540000" cy="57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solidFill>
                                  <a:schemeClr val="tx1"/>
                                </a:solidFill>
                                <a:latin typeface="Cambria Math" panose="02040503050406030204" pitchFamily="18" charset="0"/>
                              </a:rPr>
                              <m:t>I</m:t>
                            </m:r>
                          </m:e>
                          <m:sub>
                            <m:r>
                              <a:rPr lang="en-US" altLang="zh-CN" sz="2400" b="0" i="0" smtClean="0">
                                <a:solidFill>
                                  <a:schemeClr val="tx1"/>
                                </a:solidFill>
                                <a:latin typeface="Cambria Math" panose="02040503050406030204" pitchFamily="18" charset="0"/>
                              </a:rPr>
                              <m:t>4</m:t>
                            </m:r>
                          </m:sub>
                        </m:sSub>
                      </m:oMath>
                    </m:oMathPara>
                  </a14:m>
                  <a:endParaRPr lang="zh-CN" altLang="en-US" sz="2400" dirty="0">
                    <a:solidFill>
                      <a:schemeClr val="tx1"/>
                    </a:solidFill>
                  </a:endParaRPr>
                </a:p>
              </p:txBody>
            </p:sp>
          </mc:Choice>
          <mc:Fallback xmlns="">
            <p:sp>
              <p:nvSpPr>
                <p:cNvPr id="68" name="文本框 67">
                  <a:extLst>
                    <a:ext uri="{FF2B5EF4-FFF2-40B4-BE49-F238E27FC236}">
                      <a16:creationId xmlns:a16="http://schemas.microsoft.com/office/drawing/2014/main" id="{BAE2B969-287C-6472-48A1-49F89F207F58}"/>
                    </a:ext>
                  </a:extLst>
                </p:cNvPr>
                <p:cNvSpPr txBox="1">
                  <a:spLocks noRot="1" noChangeAspect="1" noMove="1" noResize="1" noEditPoints="1" noAdjustHandles="1" noChangeArrowheads="1" noChangeShapeType="1" noTextEdit="1"/>
                </p:cNvSpPr>
                <p:nvPr/>
              </p:nvSpPr>
              <p:spPr>
                <a:xfrm>
                  <a:off x="8928000" y="2844000"/>
                  <a:ext cx="540000" cy="5760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BF25F4BF-107F-28F4-99B7-78DEF949F8CE}"/>
                    </a:ext>
                  </a:extLst>
                </p:cNvPr>
                <p:cNvSpPr txBox="1"/>
                <p:nvPr/>
              </p:nvSpPr>
              <p:spPr>
                <a:xfrm>
                  <a:off x="8928000" y="3276000"/>
                  <a:ext cx="540000" cy="57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solidFill>
                                  <a:schemeClr val="tx1"/>
                                </a:solidFill>
                                <a:latin typeface="Cambria Math" panose="02040503050406030204" pitchFamily="18" charset="0"/>
                              </a:rPr>
                              <m:t>I</m:t>
                            </m:r>
                          </m:e>
                          <m:sub>
                            <m:r>
                              <a:rPr lang="en-US" altLang="zh-CN" sz="2400" i="1">
                                <a:latin typeface="Cambria Math" panose="02040503050406030204" pitchFamily="18" charset="0"/>
                              </a:rPr>
                              <m:t>3</m:t>
                            </m:r>
                          </m:sub>
                        </m:sSub>
                      </m:oMath>
                    </m:oMathPara>
                  </a14:m>
                  <a:endParaRPr lang="zh-CN" altLang="en-US" sz="2400" dirty="0">
                    <a:solidFill>
                      <a:schemeClr val="tx1"/>
                    </a:solidFill>
                  </a:endParaRPr>
                </a:p>
              </p:txBody>
            </p:sp>
          </mc:Choice>
          <mc:Fallback xmlns="">
            <p:sp>
              <p:nvSpPr>
                <p:cNvPr id="69" name="文本框 68">
                  <a:extLst>
                    <a:ext uri="{FF2B5EF4-FFF2-40B4-BE49-F238E27FC236}">
                      <a16:creationId xmlns:a16="http://schemas.microsoft.com/office/drawing/2014/main" id="{F655773E-C793-1F76-D5DF-4C017D692BE7}"/>
                    </a:ext>
                  </a:extLst>
                </p:cNvPr>
                <p:cNvSpPr txBox="1">
                  <a:spLocks noRot="1" noChangeAspect="1" noMove="1" noResize="1" noEditPoints="1" noAdjustHandles="1" noChangeArrowheads="1" noChangeShapeType="1" noTextEdit="1"/>
                </p:cNvSpPr>
                <p:nvPr/>
              </p:nvSpPr>
              <p:spPr>
                <a:xfrm>
                  <a:off x="8928000" y="3276000"/>
                  <a:ext cx="540000" cy="57600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AF8CB9F9-0F5E-1C38-C8EE-927AFED8AE0E}"/>
                    </a:ext>
                  </a:extLst>
                </p:cNvPr>
                <p:cNvSpPr txBox="1"/>
                <p:nvPr/>
              </p:nvSpPr>
              <p:spPr>
                <a:xfrm>
                  <a:off x="8928000" y="3708000"/>
                  <a:ext cx="540000" cy="57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solidFill>
                                  <a:schemeClr val="tx1"/>
                                </a:solidFill>
                                <a:latin typeface="Cambria Math" panose="02040503050406030204" pitchFamily="18" charset="0"/>
                              </a:rPr>
                              <m:t>I</m:t>
                            </m:r>
                          </m:e>
                          <m:sub>
                            <m:r>
                              <a:rPr lang="en-US" altLang="zh-CN" sz="2400" b="0" i="1" smtClean="0">
                                <a:solidFill>
                                  <a:schemeClr val="tx1"/>
                                </a:solidFill>
                                <a:latin typeface="Cambria Math" panose="02040503050406030204" pitchFamily="18" charset="0"/>
                              </a:rPr>
                              <m:t>2</m:t>
                            </m:r>
                          </m:sub>
                        </m:sSub>
                      </m:oMath>
                    </m:oMathPara>
                  </a14:m>
                  <a:endParaRPr lang="zh-CN" altLang="en-US" sz="2400" dirty="0">
                    <a:solidFill>
                      <a:schemeClr val="tx1"/>
                    </a:solidFill>
                  </a:endParaRPr>
                </a:p>
              </p:txBody>
            </p:sp>
          </mc:Choice>
          <mc:Fallback xmlns="">
            <p:sp>
              <p:nvSpPr>
                <p:cNvPr id="70" name="文本框 69">
                  <a:extLst>
                    <a:ext uri="{FF2B5EF4-FFF2-40B4-BE49-F238E27FC236}">
                      <a16:creationId xmlns:a16="http://schemas.microsoft.com/office/drawing/2014/main" id="{EF8BAFE8-C90C-D8F4-DF02-9CB35FF3CFD9}"/>
                    </a:ext>
                  </a:extLst>
                </p:cNvPr>
                <p:cNvSpPr txBox="1">
                  <a:spLocks noRot="1" noChangeAspect="1" noMove="1" noResize="1" noEditPoints="1" noAdjustHandles="1" noChangeArrowheads="1" noChangeShapeType="1" noTextEdit="1"/>
                </p:cNvSpPr>
                <p:nvPr/>
              </p:nvSpPr>
              <p:spPr>
                <a:xfrm>
                  <a:off x="8928000" y="3708000"/>
                  <a:ext cx="540000" cy="57600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96BE3A98-D40C-BB97-82EF-C3672C5916D8}"/>
                    </a:ext>
                  </a:extLst>
                </p:cNvPr>
                <p:cNvSpPr txBox="1"/>
                <p:nvPr/>
              </p:nvSpPr>
              <p:spPr>
                <a:xfrm>
                  <a:off x="8928000" y="4140000"/>
                  <a:ext cx="540000" cy="57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solidFill>
                                  <a:schemeClr val="tx1"/>
                                </a:solidFill>
                                <a:latin typeface="Cambria Math" panose="02040503050406030204" pitchFamily="18" charset="0"/>
                              </a:rPr>
                              <m:t>I</m:t>
                            </m:r>
                          </m:e>
                          <m:sub>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71" name="文本框 70">
                  <a:extLst>
                    <a:ext uri="{FF2B5EF4-FFF2-40B4-BE49-F238E27FC236}">
                      <a16:creationId xmlns:a16="http://schemas.microsoft.com/office/drawing/2014/main" id="{3E364A9C-9D6D-F719-6333-8FD8D76670F3}"/>
                    </a:ext>
                  </a:extLst>
                </p:cNvPr>
                <p:cNvSpPr txBox="1">
                  <a:spLocks noRot="1" noChangeAspect="1" noMove="1" noResize="1" noEditPoints="1" noAdjustHandles="1" noChangeArrowheads="1" noChangeShapeType="1" noTextEdit="1"/>
                </p:cNvSpPr>
                <p:nvPr/>
              </p:nvSpPr>
              <p:spPr>
                <a:xfrm>
                  <a:off x="8928000" y="4140000"/>
                  <a:ext cx="540000" cy="57600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16587B13-32E3-6B33-3E42-858E8687425D}"/>
                    </a:ext>
                  </a:extLst>
                </p:cNvPr>
                <p:cNvSpPr txBox="1"/>
                <p:nvPr/>
              </p:nvSpPr>
              <p:spPr>
                <a:xfrm>
                  <a:off x="8928000" y="4572000"/>
                  <a:ext cx="540000" cy="57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solidFill>
                                  <a:schemeClr val="tx1"/>
                                </a:solidFill>
                                <a:latin typeface="Cambria Math" panose="02040503050406030204" pitchFamily="18" charset="0"/>
                              </a:rPr>
                              <m:t>I</m:t>
                            </m:r>
                          </m:e>
                          <m:sub>
                            <m:r>
                              <a:rPr lang="en-US" altLang="zh-CN" sz="2400" i="1">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72" name="文本框 71">
                  <a:extLst>
                    <a:ext uri="{FF2B5EF4-FFF2-40B4-BE49-F238E27FC236}">
                      <a16:creationId xmlns:a16="http://schemas.microsoft.com/office/drawing/2014/main" id="{74FECD47-4F9A-ACAB-232A-9D96591A597A}"/>
                    </a:ext>
                  </a:extLst>
                </p:cNvPr>
                <p:cNvSpPr txBox="1">
                  <a:spLocks noRot="1" noChangeAspect="1" noMove="1" noResize="1" noEditPoints="1" noAdjustHandles="1" noChangeArrowheads="1" noChangeShapeType="1" noTextEdit="1"/>
                </p:cNvSpPr>
                <p:nvPr/>
              </p:nvSpPr>
              <p:spPr>
                <a:xfrm>
                  <a:off x="8928000" y="4572000"/>
                  <a:ext cx="540000" cy="576000"/>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E01F69AE-AD90-0642-C046-E2E49E0DC3A8}"/>
                    </a:ext>
                  </a:extLst>
                </p:cNvPr>
                <p:cNvSpPr txBox="1"/>
                <p:nvPr/>
              </p:nvSpPr>
              <p:spPr>
                <a:xfrm>
                  <a:off x="10764000" y="1836000"/>
                  <a:ext cx="504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i="0" smtClean="0">
                            <a:solidFill>
                              <a:schemeClr val="tx1"/>
                            </a:solidFill>
                            <a:latin typeface="Cambria Math" panose="02040503050406030204" pitchFamily="18" charset="0"/>
                          </a:rPr>
                          <m:t>E</m:t>
                        </m:r>
                        <m:r>
                          <m:rPr>
                            <m:sty m:val="p"/>
                          </m:rPr>
                          <a:rPr lang="en-US" altLang="zh-CN" sz="2400" b="0" i="0" smtClean="0">
                            <a:solidFill>
                              <a:schemeClr val="tx1"/>
                            </a:solidFill>
                            <a:latin typeface="Cambria Math" panose="02040503050406030204" pitchFamily="18" charset="0"/>
                          </a:rPr>
                          <m:t>O</m:t>
                        </m:r>
                      </m:oMath>
                    </m:oMathPara>
                  </a14:m>
                  <a:endParaRPr lang="zh-CN" altLang="en-US" sz="2400" dirty="0">
                    <a:solidFill>
                      <a:schemeClr val="tx1"/>
                    </a:solidFill>
                  </a:endParaRPr>
                </a:p>
              </p:txBody>
            </p:sp>
          </mc:Choice>
          <mc:Fallback xmlns="">
            <p:sp>
              <p:nvSpPr>
                <p:cNvPr id="73" name="文本框 72">
                  <a:extLst>
                    <a:ext uri="{FF2B5EF4-FFF2-40B4-BE49-F238E27FC236}">
                      <a16:creationId xmlns:a16="http://schemas.microsoft.com/office/drawing/2014/main" id="{2B5BEF01-DFE6-E2BF-5143-590E715AD380}"/>
                    </a:ext>
                  </a:extLst>
                </p:cNvPr>
                <p:cNvSpPr txBox="1">
                  <a:spLocks noRot="1" noChangeAspect="1" noMove="1" noResize="1" noEditPoints="1" noAdjustHandles="1" noChangeArrowheads="1" noChangeShapeType="1" noTextEdit="1"/>
                </p:cNvSpPr>
                <p:nvPr/>
              </p:nvSpPr>
              <p:spPr>
                <a:xfrm>
                  <a:off x="10764000" y="1836000"/>
                  <a:ext cx="504000" cy="504000"/>
                </a:xfrm>
                <a:prstGeom prst="rect">
                  <a:avLst/>
                </a:prstGeom>
                <a:blipFill>
                  <a:blip r:embed="rId11"/>
                  <a:stretch>
                    <a:fillRect l="-3659" r="-146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DA1F6217-9446-77CF-FAE0-8EAEA6123C9F}"/>
                    </a:ext>
                  </a:extLst>
                </p:cNvPr>
                <p:cNvSpPr txBox="1"/>
                <p:nvPr/>
              </p:nvSpPr>
              <p:spPr>
                <a:xfrm>
                  <a:off x="10764000" y="2556000"/>
                  <a:ext cx="504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i="1">
                            <a:latin typeface="Cambria Math" panose="02040503050406030204" pitchFamily="18" charset="0"/>
                          </a:rPr>
                          <m:t>GS</m:t>
                        </m:r>
                      </m:oMath>
                    </m:oMathPara>
                  </a14:m>
                  <a:endParaRPr lang="zh-CN" altLang="en-US" sz="2400" dirty="0">
                    <a:solidFill>
                      <a:schemeClr val="tx1"/>
                    </a:solidFill>
                  </a:endParaRPr>
                </a:p>
              </p:txBody>
            </p:sp>
          </mc:Choice>
          <mc:Fallback xmlns="">
            <p:sp>
              <p:nvSpPr>
                <p:cNvPr id="74" name="文本框 73">
                  <a:extLst>
                    <a:ext uri="{FF2B5EF4-FFF2-40B4-BE49-F238E27FC236}">
                      <a16:creationId xmlns:a16="http://schemas.microsoft.com/office/drawing/2014/main" id="{598EED8D-1857-B0B2-3924-3DF18EA9BD5C}"/>
                    </a:ext>
                  </a:extLst>
                </p:cNvPr>
                <p:cNvSpPr txBox="1">
                  <a:spLocks noRot="1" noChangeAspect="1" noMove="1" noResize="1" noEditPoints="1" noAdjustHandles="1" noChangeArrowheads="1" noChangeShapeType="1" noTextEdit="1"/>
                </p:cNvSpPr>
                <p:nvPr/>
              </p:nvSpPr>
              <p:spPr>
                <a:xfrm>
                  <a:off x="10764000" y="2556000"/>
                  <a:ext cx="504000" cy="504000"/>
                </a:xfrm>
                <a:prstGeom prst="rect">
                  <a:avLst/>
                </a:prstGeom>
                <a:blipFill>
                  <a:blip r:embed="rId12"/>
                  <a:stretch>
                    <a:fillRect l="-3659" r="-73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126C80D1-5E92-04F8-1331-1F8E0EEF7E61}"/>
                    </a:ext>
                  </a:extLst>
                </p:cNvPr>
                <p:cNvSpPr txBox="1"/>
                <p:nvPr/>
              </p:nvSpPr>
              <p:spPr>
                <a:xfrm>
                  <a:off x="10800000" y="3600000"/>
                  <a:ext cx="504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2</m:t>
                            </m:r>
                          </m:sub>
                        </m:sSub>
                      </m:oMath>
                    </m:oMathPara>
                  </a14:m>
                  <a:endParaRPr lang="zh-CN" altLang="en-US" sz="2400" dirty="0">
                    <a:solidFill>
                      <a:schemeClr val="tx1"/>
                    </a:solidFill>
                  </a:endParaRPr>
                </a:p>
              </p:txBody>
            </p:sp>
          </mc:Choice>
          <mc:Fallback xmlns="">
            <p:sp>
              <p:nvSpPr>
                <p:cNvPr id="75" name="文本框 74">
                  <a:extLst>
                    <a:ext uri="{FF2B5EF4-FFF2-40B4-BE49-F238E27FC236}">
                      <a16:creationId xmlns:a16="http://schemas.microsoft.com/office/drawing/2014/main" id="{8209D3E8-736D-9B93-F474-8CB5A75F28C7}"/>
                    </a:ext>
                  </a:extLst>
                </p:cNvPr>
                <p:cNvSpPr txBox="1">
                  <a:spLocks noRot="1" noChangeAspect="1" noMove="1" noResize="1" noEditPoints="1" noAdjustHandles="1" noChangeArrowheads="1" noChangeShapeType="1" noTextEdit="1"/>
                </p:cNvSpPr>
                <p:nvPr/>
              </p:nvSpPr>
              <p:spPr>
                <a:xfrm>
                  <a:off x="10800000" y="3600000"/>
                  <a:ext cx="504000" cy="504000"/>
                </a:xfrm>
                <a:prstGeom prst="rect">
                  <a:avLst/>
                </a:prstGeom>
                <a:blipFill>
                  <a:blip r:embed="rId13"/>
                  <a:stretch>
                    <a:fillRect l="-12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1D5067E9-3BAF-F96C-D583-A5A5E31FC120}"/>
                    </a:ext>
                  </a:extLst>
                </p:cNvPr>
                <p:cNvSpPr txBox="1"/>
                <p:nvPr/>
              </p:nvSpPr>
              <p:spPr>
                <a:xfrm>
                  <a:off x="10800000" y="4176000"/>
                  <a:ext cx="504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76" name="文本框 75">
                  <a:extLst>
                    <a:ext uri="{FF2B5EF4-FFF2-40B4-BE49-F238E27FC236}">
                      <a16:creationId xmlns:a16="http://schemas.microsoft.com/office/drawing/2014/main" id="{7E3F24E8-26C3-A3F6-C2E1-D39FA29C482E}"/>
                    </a:ext>
                  </a:extLst>
                </p:cNvPr>
                <p:cNvSpPr txBox="1">
                  <a:spLocks noRot="1" noChangeAspect="1" noMove="1" noResize="1" noEditPoints="1" noAdjustHandles="1" noChangeArrowheads="1" noChangeShapeType="1" noTextEdit="1"/>
                </p:cNvSpPr>
                <p:nvPr/>
              </p:nvSpPr>
              <p:spPr>
                <a:xfrm>
                  <a:off x="10800000" y="4176000"/>
                  <a:ext cx="504000" cy="504000"/>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A4495C64-AEC6-A4CA-E11C-725EED9D6970}"/>
                    </a:ext>
                  </a:extLst>
                </p:cNvPr>
                <p:cNvSpPr txBox="1"/>
                <p:nvPr/>
              </p:nvSpPr>
              <p:spPr>
                <a:xfrm>
                  <a:off x="10800000" y="4752000"/>
                  <a:ext cx="504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i="1">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77" name="文本框 76">
                  <a:extLst>
                    <a:ext uri="{FF2B5EF4-FFF2-40B4-BE49-F238E27FC236}">
                      <a16:creationId xmlns:a16="http://schemas.microsoft.com/office/drawing/2014/main" id="{11B72772-C20E-C74D-A3BE-A5877C9364A7}"/>
                    </a:ext>
                  </a:extLst>
                </p:cNvPr>
                <p:cNvSpPr txBox="1">
                  <a:spLocks noRot="1" noChangeAspect="1" noMove="1" noResize="1" noEditPoints="1" noAdjustHandles="1" noChangeArrowheads="1" noChangeShapeType="1" noTextEdit="1"/>
                </p:cNvSpPr>
                <p:nvPr/>
              </p:nvSpPr>
              <p:spPr>
                <a:xfrm>
                  <a:off x="10800000" y="4752000"/>
                  <a:ext cx="504000" cy="504000"/>
                </a:xfrm>
                <a:prstGeom prst="rect">
                  <a:avLst/>
                </a:prstGeom>
                <a:blipFill>
                  <a:blip r:embed="rId15"/>
                  <a:stretch>
                    <a:fillRect l="-12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文本框 95">
                  <a:extLst>
                    <a:ext uri="{FF2B5EF4-FFF2-40B4-BE49-F238E27FC236}">
                      <a16:creationId xmlns:a16="http://schemas.microsoft.com/office/drawing/2014/main" id="{9ABC0988-7295-0175-42FD-901F14FE2AA9}"/>
                    </a:ext>
                  </a:extLst>
                </p:cNvPr>
                <p:cNvSpPr txBox="1"/>
                <p:nvPr/>
              </p:nvSpPr>
              <p:spPr>
                <a:xfrm>
                  <a:off x="8928000" y="5040000"/>
                  <a:ext cx="540000" cy="5774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i="0" smtClean="0">
                            <a:solidFill>
                              <a:schemeClr val="tx1"/>
                            </a:solidFill>
                            <a:latin typeface="Cambria Math" panose="02040503050406030204" pitchFamily="18" charset="0"/>
                          </a:rPr>
                          <m:t>E</m:t>
                        </m:r>
                        <m:r>
                          <m:rPr>
                            <m:sty m:val="p"/>
                          </m:rPr>
                          <a:rPr lang="en-US" altLang="zh-CN" sz="2400" b="0" i="0" smtClean="0">
                            <a:solidFill>
                              <a:schemeClr val="tx1"/>
                            </a:solidFill>
                            <a:latin typeface="Cambria Math" panose="02040503050406030204" pitchFamily="18" charset="0"/>
                          </a:rPr>
                          <m:t>I</m:t>
                        </m:r>
                      </m:oMath>
                    </m:oMathPara>
                  </a14:m>
                  <a:endParaRPr lang="zh-CN" altLang="en-US" sz="2400" dirty="0">
                    <a:solidFill>
                      <a:schemeClr val="tx1"/>
                    </a:solidFill>
                  </a:endParaRPr>
                </a:p>
              </p:txBody>
            </p:sp>
          </mc:Choice>
          <mc:Fallback xmlns="">
            <p:sp>
              <p:nvSpPr>
                <p:cNvPr id="78" name="文本框 77">
                  <a:extLst>
                    <a:ext uri="{FF2B5EF4-FFF2-40B4-BE49-F238E27FC236}">
                      <a16:creationId xmlns:a16="http://schemas.microsoft.com/office/drawing/2014/main" id="{971A6E19-BCEB-2F8D-1854-3FF310C84D33}"/>
                    </a:ext>
                  </a:extLst>
                </p:cNvPr>
                <p:cNvSpPr txBox="1">
                  <a:spLocks noRot="1" noChangeAspect="1" noMove="1" noResize="1" noEditPoints="1" noAdjustHandles="1" noChangeArrowheads="1" noChangeShapeType="1" noTextEdit="1"/>
                </p:cNvSpPr>
                <p:nvPr/>
              </p:nvSpPr>
              <p:spPr>
                <a:xfrm>
                  <a:off x="8928000" y="5040000"/>
                  <a:ext cx="540000" cy="577414"/>
                </a:xfrm>
                <a:prstGeom prst="rect">
                  <a:avLst/>
                </a:prstGeom>
                <a:blipFill>
                  <a:blip r:embed="rId16"/>
                  <a:stretch>
                    <a:fillRect/>
                  </a:stretch>
                </a:blipFill>
              </p:spPr>
              <p:txBody>
                <a:bodyPr/>
                <a:lstStyle/>
                <a:p>
                  <a:r>
                    <a:rPr lang="zh-CN" altLang="en-US">
                      <a:noFill/>
                    </a:rPr>
                    <a:t> </a:t>
                  </a:r>
                </a:p>
              </p:txBody>
            </p:sp>
          </mc:Fallback>
        </mc:AlternateContent>
        <p:sp>
          <p:nvSpPr>
            <p:cNvPr id="97" name="椭圆 96">
              <a:extLst>
                <a:ext uri="{FF2B5EF4-FFF2-40B4-BE49-F238E27FC236}">
                  <a16:creationId xmlns:a16="http://schemas.microsoft.com/office/drawing/2014/main" id="{82C5D4E1-89C4-D1D2-EC80-902F78701D09}"/>
                </a:ext>
              </a:extLst>
            </p:cNvPr>
            <p:cNvSpPr/>
            <p:nvPr/>
          </p:nvSpPr>
          <p:spPr>
            <a:xfrm>
              <a:off x="8802000" y="5220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98" name="椭圆 97">
              <a:extLst>
                <a:ext uri="{FF2B5EF4-FFF2-40B4-BE49-F238E27FC236}">
                  <a16:creationId xmlns:a16="http://schemas.microsoft.com/office/drawing/2014/main" id="{E490FEA6-F2F3-C598-90B0-2F4BBE4E4F46}"/>
                </a:ext>
              </a:extLst>
            </p:cNvPr>
            <p:cNvSpPr/>
            <p:nvPr/>
          </p:nvSpPr>
          <p:spPr>
            <a:xfrm>
              <a:off x="8802000" y="4752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99" name="椭圆 98">
              <a:extLst>
                <a:ext uri="{FF2B5EF4-FFF2-40B4-BE49-F238E27FC236}">
                  <a16:creationId xmlns:a16="http://schemas.microsoft.com/office/drawing/2014/main" id="{D665DC77-C0B2-51B2-D001-D360FCE547C6}"/>
                </a:ext>
              </a:extLst>
            </p:cNvPr>
            <p:cNvSpPr/>
            <p:nvPr/>
          </p:nvSpPr>
          <p:spPr>
            <a:xfrm>
              <a:off x="8802000" y="4320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0" name="椭圆 99">
              <a:extLst>
                <a:ext uri="{FF2B5EF4-FFF2-40B4-BE49-F238E27FC236}">
                  <a16:creationId xmlns:a16="http://schemas.microsoft.com/office/drawing/2014/main" id="{751BF909-4C61-4352-1FE7-DB289923162F}"/>
                </a:ext>
              </a:extLst>
            </p:cNvPr>
            <p:cNvSpPr/>
            <p:nvPr/>
          </p:nvSpPr>
          <p:spPr>
            <a:xfrm>
              <a:off x="8802000" y="3888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1" name="椭圆 100">
              <a:extLst>
                <a:ext uri="{FF2B5EF4-FFF2-40B4-BE49-F238E27FC236}">
                  <a16:creationId xmlns:a16="http://schemas.microsoft.com/office/drawing/2014/main" id="{9235EDF8-D5AD-9E01-4C1D-57BA487528A3}"/>
                </a:ext>
              </a:extLst>
            </p:cNvPr>
            <p:cNvSpPr/>
            <p:nvPr/>
          </p:nvSpPr>
          <p:spPr>
            <a:xfrm>
              <a:off x="8802000" y="3456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2" name="椭圆 101">
              <a:extLst>
                <a:ext uri="{FF2B5EF4-FFF2-40B4-BE49-F238E27FC236}">
                  <a16:creationId xmlns:a16="http://schemas.microsoft.com/office/drawing/2014/main" id="{09B86BAF-42C8-BD55-ADC5-50FDE56FDE96}"/>
                </a:ext>
              </a:extLst>
            </p:cNvPr>
            <p:cNvSpPr/>
            <p:nvPr/>
          </p:nvSpPr>
          <p:spPr>
            <a:xfrm>
              <a:off x="8802000" y="3024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3" name="椭圆 102">
              <a:extLst>
                <a:ext uri="{FF2B5EF4-FFF2-40B4-BE49-F238E27FC236}">
                  <a16:creationId xmlns:a16="http://schemas.microsoft.com/office/drawing/2014/main" id="{2A7CBA35-8A2D-9FC5-D0CE-8CD350F5B6C3}"/>
                </a:ext>
              </a:extLst>
            </p:cNvPr>
            <p:cNvSpPr/>
            <p:nvPr/>
          </p:nvSpPr>
          <p:spPr>
            <a:xfrm>
              <a:off x="8802000" y="2592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4" name="椭圆 103">
              <a:extLst>
                <a:ext uri="{FF2B5EF4-FFF2-40B4-BE49-F238E27FC236}">
                  <a16:creationId xmlns:a16="http://schemas.microsoft.com/office/drawing/2014/main" id="{6C0B30FD-4BF6-7197-4ECB-D7A62226C812}"/>
                </a:ext>
              </a:extLst>
            </p:cNvPr>
            <p:cNvSpPr/>
            <p:nvPr/>
          </p:nvSpPr>
          <p:spPr>
            <a:xfrm>
              <a:off x="8802000" y="2160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5" name="椭圆 104">
              <a:extLst>
                <a:ext uri="{FF2B5EF4-FFF2-40B4-BE49-F238E27FC236}">
                  <a16:creationId xmlns:a16="http://schemas.microsoft.com/office/drawing/2014/main" id="{5C523499-E323-567E-DA17-2924C68DE025}"/>
                </a:ext>
              </a:extLst>
            </p:cNvPr>
            <p:cNvSpPr/>
            <p:nvPr/>
          </p:nvSpPr>
          <p:spPr>
            <a:xfrm>
              <a:off x="8802000" y="1728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6" name="椭圆 105">
              <a:extLst>
                <a:ext uri="{FF2B5EF4-FFF2-40B4-BE49-F238E27FC236}">
                  <a16:creationId xmlns:a16="http://schemas.microsoft.com/office/drawing/2014/main" id="{CCA51F10-A11E-EDE4-F1E0-AE98162D91A9}"/>
                </a:ext>
              </a:extLst>
            </p:cNvPr>
            <p:cNvSpPr/>
            <p:nvPr/>
          </p:nvSpPr>
          <p:spPr>
            <a:xfrm>
              <a:off x="11322000" y="2016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7" name="椭圆 106">
              <a:extLst>
                <a:ext uri="{FF2B5EF4-FFF2-40B4-BE49-F238E27FC236}">
                  <a16:creationId xmlns:a16="http://schemas.microsoft.com/office/drawing/2014/main" id="{641EF339-B464-83D4-6D0E-34F42B573D4F}"/>
                </a:ext>
              </a:extLst>
            </p:cNvPr>
            <p:cNvSpPr/>
            <p:nvPr/>
          </p:nvSpPr>
          <p:spPr>
            <a:xfrm>
              <a:off x="11322000" y="2736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8" name="椭圆 107">
              <a:extLst>
                <a:ext uri="{FF2B5EF4-FFF2-40B4-BE49-F238E27FC236}">
                  <a16:creationId xmlns:a16="http://schemas.microsoft.com/office/drawing/2014/main" id="{2E9EB729-A6FB-55F6-FA2C-1CD2D3207D88}"/>
                </a:ext>
              </a:extLst>
            </p:cNvPr>
            <p:cNvSpPr/>
            <p:nvPr/>
          </p:nvSpPr>
          <p:spPr>
            <a:xfrm>
              <a:off x="11322000" y="3744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9" name="椭圆 108">
              <a:extLst>
                <a:ext uri="{FF2B5EF4-FFF2-40B4-BE49-F238E27FC236}">
                  <a16:creationId xmlns:a16="http://schemas.microsoft.com/office/drawing/2014/main" id="{7201EEEA-3075-B0B2-27B8-67A662CACD36}"/>
                </a:ext>
              </a:extLst>
            </p:cNvPr>
            <p:cNvSpPr/>
            <p:nvPr/>
          </p:nvSpPr>
          <p:spPr>
            <a:xfrm>
              <a:off x="11322000" y="4320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10" name="椭圆 109">
              <a:extLst>
                <a:ext uri="{FF2B5EF4-FFF2-40B4-BE49-F238E27FC236}">
                  <a16:creationId xmlns:a16="http://schemas.microsoft.com/office/drawing/2014/main" id="{5481CE1E-ACBD-848D-E93D-22825E51CF3E}"/>
                </a:ext>
              </a:extLst>
            </p:cNvPr>
            <p:cNvSpPr/>
            <p:nvPr/>
          </p:nvSpPr>
          <p:spPr>
            <a:xfrm>
              <a:off x="11322000" y="4896000"/>
              <a:ext cx="144000" cy="144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28DE0F7C-190F-75B4-7618-C4F4744E57F6}"/>
                    </a:ext>
                  </a:extLst>
                </p:cNvPr>
                <p:cNvSpPr txBox="1"/>
                <p:nvPr/>
              </p:nvSpPr>
              <p:spPr>
                <a:xfrm>
                  <a:off x="8100000" y="1548000"/>
                  <a:ext cx="576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a:rPr lang="en-US" altLang="zh-CN" sz="2400" b="0" i="0" smtClean="0">
                                    <a:solidFill>
                                      <a:schemeClr val="accent5">
                                        <a:lumMod val="75000"/>
                                      </a:schemeClr>
                                    </a:solidFill>
                                    <a:latin typeface="Cambria Math" panose="02040503050406030204" pitchFamily="18" charset="0"/>
                                  </a:rPr>
                                  <m:t> </m:t>
                                </m:r>
                                <m:r>
                                  <m:rPr>
                                    <m:sty m:val="p"/>
                                  </m:rPr>
                                  <a:rPr lang="en-US" altLang="zh-CN" sz="2400">
                                    <a:solidFill>
                                      <a:schemeClr val="accent5">
                                        <a:lumMod val="75000"/>
                                      </a:schemeClr>
                                    </a:solidFill>
                                    <a:latin typeface="Cambria Math" panose="02040503050406030204" pitchFamily="18" charset="0"/>
                                  </a:rPr>
                                  <m:t>I</m:t>
                                </m:r>
                              </m:e>
                              <m:sub>
                                <m:r>
                                  <a:rPr lang="en-US" altLang="zh-CN" sz="2400">
                                    <a:solidFill>
                                      <a:schemeClr val="accent5">
                                        <a:lumMod val="75000"/>
                                      </a:schemeClr>
                                    </a:solidFill>
                                    <a:latin typeface="Cambria Math" panose="02040503050406030204" pitchFamily="18" charset="0"/>
                                  </a:rPr>
                                  <m:t>7</m:t>
                                </m:r>
                              </m:sub>
                            </m:sSub>
                          </m:e>
                        </m:acc>
                      </m:oMath>
                    </m:oMathPara>
                  </a14:m>
                  <a:endParaRPr lang="zh-CN" altLang="en-US" sz="2400" dirty="0">
                    <a:solidFill>
                      <a:schemeClr val="accent5">
                        <a:lumMod val="75000"/>
                      </a:schemeClr>
                    </a:solidFill>
                  </a:endParaRPr>
                </a:p>
              </p:txBody>
            </p:sp>
          </mc:Choice>
          <mc:Fallback xmlns="">
            <p:sp>
              <p:nvSpPr>
                <p:cNvPr id="21" name="文本框 20">
                  <a:extLst>
                    <a:ext uri="{FF2B5EF4-FFF2-40B4-BE49-F238E27FC236}">
                      <a16:creationId xmlns:a16="http://schemas.microsoft.com/office/drawing/2014/main" id="{482EA321-34A8-7224-621A-3DE1DC436B41}"/>
                    </a:ext>
                  </a:extLst>
                </p:cNvPr>
                <p:cNvSpPr txBox="1">
                  <a:spLocks noRot="1" noChangeAspect="1" noMove="1" noResize="1" noEditPoints="1" noAdjustHandles="1" noChangeArrowheads="1" noChangeShapeType="1" noTextEdit="1"/>
                </p:cNvSpPr>
                <p:nvPr/>
              </p:nvSpPr>
              <p:spPr>
                <a:xfrm>
                  <a:off x="8100000" y="1548000"/>
                  <a:ext cx="576000" cy="504000"/>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文本框 111">
                  <a:extLst>
                    <a:ext uri="{FF2B5EF4-FFF2-40B4-BE49-F238E27FC236}">
                      <a16:creationId xmlns:a16="http://schemas.microsoft.com/office/drawing/2014/main" id="{10D06758-2202-94A8-12C5-842572C312DB}"/>
                    </a:ext>
                  </a:extLst>
                </p:cNvPr>
                <p:cNvSpPr txBox="1"/>
                <p:nvPr/>
              </p:nvSpPr>
              <p:spPr>
                <a:xfrm>
                  <a:off x="8100000" y="1980000"/>
                  <a:ext cx="576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a:rPr lang="en-US" altLang="zh-CN" sz="2400" b="0" i="0" smtClean="0">
                                    <a:solidFill>
                                      <a:schemeClr val="accent5">
                                        <a:lumMod val="75000"/>
                                      </a:schemeClr>
                                    </a:solidFill>
                                    <a:latin typeface="Cambria Math" panose="02040503050406030204" pitchFamily="18" charset="0"/>
                                  </a:rPr>
                                  <m:t> </m:t>
                                </m:r>
                                <m:r>
                                  <m:rPr>
                                    <m:sty m:val="p"/>
                                  </m:rPr>
                                  <a:rPr lang="en-US" altLang="zh-CN" sz="240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6</m:t>
                                </m:r>
                              </m:sub>
                            </m:sSub>
                          </m:e>
                        </m:acc>
                      </m:oMath>
                    </m:oMathPara>
                  </a14:m>
                  <a:endParaRPr lang="zh-CN" altLang="en-US" sz="2400" dirty="0">
                    <a:solidFill>
                      <a:schemeClr val="accent5">
                        <a:lumMod val="75000"/>
                      </a:schemeClr>
                    </a:solidFill>
                  </a:endParaRPr>
                </a:p>
              </p:txBody>
            </p:sp>
          </mc:Choice>
          <mc:Fallback xmlns="">
            <p:sp>
              <p:nvSpPr>
                <p:cNvPr id="22" name="文本框 21">
                  <a:extLst>
                    <a:ext uri="{FF2B5EF4-FFF2-40B4-BE49-F238E27FC236}">
                      <a16:creationId xmlns:a16="http://schemas.microsoft.com/office/drawing/2014/main" id="{0B4329AC-46A3-0332-0D81-7B47AE20A553}"/>
                    </a:ext>
                  </a:extLst>
                </p:cNvPr>
                <p:cNvSpPr txBox="1">
                  <a:spLocks noRot="1" noChangeAspect="1" noMove="1" noResize="1" noEditPoints="1" noAdjustHandles="1" noChangeArrowheads="1" noChangeShapeType="1" noTextEdit="1"/>
                </p:cNvSpPr>
                <p:nvPr/>
              </p:nvSpPr>
              <p:spPr>
                <a:xfrm>
                  <a:off x="8100000" y="1980000"/>
                  <a:ext cx="576000" cy="504000"/>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文本框 112">
                  <a:extLst>
                    <a:ext uri="{FF2B5EF4-FFF2-40B4-BE49-F238E27FC236}">
                      <a16:creationId xmlns:a16="http://schemas.microsoft.com/office/drawing/2014/main" id="{08C27838-F733-A347-C90D-01499C8332F3}"/>
                    </a:ext>
                  </a:extLst>
                </p:cNvPr>
                <p:cNvSpPr txBox="1"/>
                <p:nvPr/>
              </p:nvSpPr>
              <p:spPr>
                <a:xfrm>
                  <a:off x="8100000" y="2412000"/>
                  <a:ext cx="576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a:rPr lang="en-US" altLang="zh-CN" sz="2400" b="0" i="0" smtClean="0">
                                    <a:solidFill>
                                      <a:schemeClr val="accent5">
                                        <a:lumMod val="75000"/>
                                      </a:schemeClr>
                                    </a:solidFill>
                                    <a:latin typeface="Cambria Math" panose="02040503050406030204" pitchFamily="18" charset="0"/>
                                  </a:rPr>
                                  <m:t> </m:t>
                                </m:r>
                                <m:r>
                                  <m:rPr>
                                    <m:sty m:val="p"/>
                                  </m:rPr>
                                  <a:rPr lang="en-US" altLang="zh-CN" sz="240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5</m:t>
                                </m:r>
                              </m:sub>
                            </m:sSub>
                          </m:e>
                        </m:acc>
                      </m:oMath>
                    </m:oMathPara>
                  </a14:m>
                  <a:endParaRPr lang="zh-CN" altLang="en-US" sz="2400" dirty="0">
                    <a:solidFill>
                      <a:schemeClr val="accent5">
                        <a:lumMod val="75000"/>
                      </a:schemeClr>
                    </a:solidFill>
                  </a:endParaRPr>
                </a:p>
              </p:txBody>
            </p:sp>
          </mc:Choice>
          <mc:Fallback xmlns="">
            <p:sp>
              <p:nvSpPr>
                <p:cNvPr id="23" name="文本框 22">
                  <a:extLst>
                    <a:ext uri="{FF2B5EF4-FFF2-40B4-BE49-F238E27FC236}">
                      <a16:creationId xmlns:a16="http://schemas.microsoft.com/office/drawing/2014/main" id="{D740D49E-EC74-CFEC-2370-33A88939EA73}"/>
                    </a:ext>
                  </a:extLst>
                </p:cNvPr>
                <p:cNvSpPr txBox="1">
                  <a:spLocks noRot="1" noChangeAspect="1" noMove="1" noResize="1" noEditPoints="1" noAdjustHandles="1" noChangeArrowheads="1" noChangeShapeType="1" noTextEdit="1"/>
                </p:cNvSpPr>
                <p:nvPr/>
              </p:nvSpPr>
              <p:spPr>
                <a:xfrm>
                  <a:off x="8100000" y="2412000"/>
                  <a:ext cx="576000" cy="504000"/>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文本框 113">
                  <a:extLst>
                    <a:ext uri="{FF2B5EF4-FFF2-40B4-BE49-F238E27FC236}">
                      <a16:creationId xmlns:a16="http://schemas.microsoft.com/office/drawing/2014/main" id="{D1AA8F5B-7FA0-A044-B220-ADC140F88F0A}"/>
                    </a:ext>
                  </a:extLst>
                </p:cNvPr>
                <p:cNvSpPr txBox="1"/>
                <p:nvPr/>
              </p:nvSpPr>
              <p:spPr>
                <a:xfrm>
                  <a:off x="8100000" y="2844000"/>
                  <a:ext cx="576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a:rPr lang="en-US" altLang="zh-CN" sz="2400" b="0" i="0" smtClean="0">
                                    <a:solidFill>
                                      <a:schemeClr val="accent5">
                                        <a:lumMod val="75000"/>
                                      </a:schemeClr>
                                    </a:solidFill>
                                    <a:latin typeface="Cambria Math" panose="02040503050406030204" pitchFamily="18" charset="0"/>
                                  </a:rPr>
                                  <m:t> </m:t>
                                </m:r>
                                <m:r>
                                  <m:rPr>
                                    <m:sty m:val="p"/>
                                  </m:rPr>
                                  <a:rPr lang="en-US" altLang="zh-CN" sz="240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4</m:t>
                                </m:r>
                              </m:sub>
                            </m:sSub>
                          </m:e>
                        </m:acc>
                      </m:oMath>
                    </m:oMathPara>
                  </a14:m>
                  <a:endParaRPr lang="zh-CN" altLang="en-US" sz="2400" dirty="0">
                    <a:solidFill>
                      <a:schemeClr val="accent5">
                        <a:lumMod val="75000"/>
                      </a:schemeClr>
                    </a:solidFill>
                  </a:endParaRPr>
                </a:p>
              </p:txBody>
            </p:sp>
          </mc:Choice>
          <mc:Fallback xmlns="">
            <p:sp>
              <p:nvSpPr>
                <p:cNvPr id="24" name="文本框 23">
                  <a:extLst>
                    <a:ext uri="{FF2B5EF4-FFF2-40B4-BE49-F238E27FC236}">
                      <a16:creationId xmlns:a16="http://schemas.microsoft.com/office/drawing/2014/main" id="{DC70D237-B095-0A94-07A3-E6D42F50918B}"/>
                    </a:ext>
                  </a:extLst>
                </p:cNvPr>
                <p:cNvSpPr txBox="1">
                  <a:spLocks noRot="1" noChangeAspect="1" noMove="1" noResize="1" noEditPoints="1" noAdjustHandles="1" noChangeArrowheads="1" noChangeShapeType="1" noTextEdit="1"/>
                </p:cNvSpPr>
                <p:nvPr/>
              </p:nvSpPr>
              <p:spPr>
                <a:xfrm>
                  <a:off x="8100000" y="2844000"/>
                  <a:ext cx="576000" cy="504000"/>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5" name="文本框 114">
                  <a:extLst>
                    <a:ext uri="{FF2B5EF4-FFF2-40B4-BE49-F238E27FC236}">
                      <a16:creationId xmlns:a16="http://schemas.microsoft.com/office/drawing/2014/main" id="{991EE3C0-BABB-AA2B-A931-AB12BB8517CC}"/>
                    </a:ext>
                  </a:extLst>
                </p:cNvPr>
                <p:cNvSpPr txBox="1"/>
                <p:nvPr/>
              </p:nvSpPr>
              <p:spPr>
                <a:xfrm>
                  <a:off x="8100000" y="3276000"/>
                  <a:ext cx="576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a:rPr lang="en-US" altLang="zh-CN" sz="2400" b="0" i="0" smtClean="0">
                                    <a:solidFill>
                                      <a:schemeClr val="accent5">
                                        <a:lumMod val="75000"/>
                                      </a:schemeClr>
                                    </a:solidFill>
                                    <a:latin typeface="Cambria Math" panose="02040503050406030204" pitchFamily="18" charset="0"/>
                                  </a:rPr>
                                  <m:t> </m:t>
                                </m:r>
                                <m:r>
                                  <m:rPr>
                                    <m:sty m:val="p"/>
                                  </m:rPr>
                                  <a:rPr lang="en-US" altLang="zh-CN" sz="240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3</m:t>
                                </m:r>
                              </m:sub>
                            </m:sSub>
                          </m:e>
                        </m:acc>
                      </m:oMath>
                    </m:oMathPara>
                  </a14:m>
                  <a:endParaRPr lang="zh-CN" altLang="en-US" sz="2400" dirty="0">
                    <a:solidFill>
                      <a:schemeClr val="accent5">
                        <a:lumMod val="75000"/>
                      </a:schemeClr>
                    </a:solidFill>
                  </a:endParaRPr>
                </a:p>
              </p:txBody>
            </p:sp>
          </mc:Choice>
          <mc:Fallback xmlns="">
            <p:sp>
              <p:nvSpPr>
                <p:cNvPr id="25" name="文本框 24">
                  <a:extLst>
                    <a:ext uri="{FF2B5EF4-FFF2-40B4-BE49-F238E27FC236}">
                      <a16:creationId xmlns:a16="http://schemas.microsoft.com/office/drawing/2014/main" id="{908CC5DD-4B7A-6751-BE48-5FFF5D35B4F0}"/>
                    </a:ext>
                  </a:extLst>
                </p:cNvPr>
                <p:cNvSpPr txBox="1">
                  <a:spLocks noRot="1" noChangeAspect="1" noMove="1" noResize="1" noEditPoints="1" noAdjustHandles="1" noChangeArrowheads="1" noChangeShapeType="1" noTextEdit="1"/>
                </p:cNvSpPr>
                <p:nvPr/>
              </p:nvSpPr>
              <p:spPr>
                <a:xfrm>
                  <a:off x="8100000" y="3276000"/>
                  <a:ext cx="576000" cy="504000"/>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6" name="文本框 115">
                  <a:extLst>
                    <a:ext uri="{FF2B5EF4-FFF2-40B4-BE49-F238E27FC236}">
                      <a16:creationId xmlns:a16="http://schemas.microsoft.com/office/drawing/2014/main" id="{5F257A52-1BE5-F5AA-FC18-6F55FC72A6C8}"/>
                    </a:ext>
                  </a:extLst>
                </p:cNvPr>
                <p:cNvSpPr txBox="1"/>
                <p:nvPr/>
              </p:nvSpPr>
              <p:spPr>
                <a:xfrm>
                  <a:off x="8100000" y="3708000"/>
                  <a:ext cx="576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a:rPr lang="en-US" altLang="zh-CN" sz="2400" b="0" i="0" smtClean="0">
                                    <a:solidFill>
                                      <a:schemeClr val="accent5">
                                        <a:lumMod val="75000"/>
                                      </a:schemeClr>
                                    </a:solidFill>
                                    <a:latin typeface="Cambria Math" panose="02040503050406030204" pitchFamily="18" charset="0"/>
                                  </a:rPr>
                                  <m:t> </m:t>
                                </m:r>
                                <m:r>
                                  <m:rPr>
                                    <m:sty m:val="p"/>
                                  </m:rPr>
                                  <a:rPr lang="en-US" altLang="zh-CN" sz="240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2</m:t>
                                </m:r>
                              </m:sub>
                            </m:sSub>
                          </m:e>
                        </m:acc>
                      </m:oMath>
                    </m:oMathPara>
                  </a14:m>
                  <a:endParaRPr lang="zh-CN" altLang="en-US" sz="2400" dirty="0">
                    <a:solidFill>
                      <a:schemeClr val="accent5">
                        <a:lumMod val="75000"/>
                      </a:schemeClr>
                    </a:solidFill>
                  </a:endParaRPr>
                </a:p>
              </p:txBody>
            </p:sp>
          </mc:Choice>
          <mc:Fallback xmlns="">
            <p:sp>
              <p:nvSpPr>
                <p:cNvPr id="26" name="文本框 25">
                  <a:extLst>
                    <a:ext uri="{FF2B5EF4-FFF2-40B4-BE49-F238E27FC236}">
                      <a16:creationId xmlns:a16="http://schemas.microsoft.com/office/drawing/2014/main" id="{79142901-35E5-58AB-D92F-AF173B5D22C2}"/>
                    </a:ext>
                  </a:extLst>
                </p:cNvPr>
                <p:cNvSpPr txBox="1">
                  <a:spLocks noRot="1" noChangeAspect="1" noMove="1" noResize="1" noEditPoints="1" noAdjustHandles="1" noChangeArrowheads="1" noChangeShapeType="1" noTextEdit="1"/>
                </p:cNvSpPr>
                <p:nvPr/>
              </p:nvSpPr>
              <p:spPr>
                <a:xfrm>
                  <a:off x="8100000" y="3708000"/>
                  <a:ext cx="576000" cy="504000"/>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15610E0C-80CD-6184-B47F-E7B22A117A27}"/>
                    </a:ext>
                  </a:extLst>
                </p:cNvPr>
                <p:cNvSpPr txBox="1"/>
                <p:nvPr/>
              </p:nvSpPr>
              <p:spPr>
                <a:xfrm>
                  <a:off x="8100000" y="4140000"/>
                  <a:ext cx="576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a:rPr lang="en-US" altLang="zh-CN" sz="2400" b="0" i="0" smtClean="0">
                                    <a:solidFill>
                                      <a:schemeClr val="accent5">
                                        <a:lumMod val="75000"/>
                                      </a:schemeClr>
                                    </a:solidFill>
                                    <a:latin typeface="Cambria Math" panose="02040503050406030204" pitchFamily="18" charset="0"/>
                                  </a:rPr>
                                  <m:t> </m:t>
                                </m:r>
                                <m:r>
                                  <m:rPr>
                                    <m:sty m:val="p"/>
                                  </m:rPr>
                                  <a:rPr lang="en-US" altLang="zh-CN" sz="240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1</m:t>
                                </m:r>
                              </m:sub>
                            </m:sSub>
                          </m:e>
                        </m:acc>
                      </m:oMath>
                    </m:oMathPara>
                  </a14:m>
                  <a:endParaRPr lang="zh-CN" altLang="en-US" sz="2400" dirty="0">
                    <a:solidFill>
                      <a:schemeClr val="accent5">
                        <a:lumMod val="75000"/>
                      </a:schemeClr>
                    </a:solidFill>
                  </a:endParaRPr>
                </a:p>
              </p:txBody>
            </p:sp>
          </mc:Choice>
          <mc:Fallback xmlns="">
            <p:sp>
              <p:nvSpPr>
                <p:cNvPr id="27" name="文本框 26">
                  <a:extLst>
                    <a:ext uri="{FF2B5EF4-FFF2-40B4-BE49-F238E27FC236}">
                      <a16:creationId xmlns:a16="http://schemas.microsoft.com/office/drawing/2014/main" id="{47E06825-6F6A-5B40-75D6-C369127B8F61}"/>
                    </a:ext>
                  </a:extLst>
                </p:cNvPr>
                <p:cNvSpPr txBox="1">
                  <a:spLocks noRot="1" noChangeAspect="1" noMove="1" noResize="1" noEditPoints="1" noAdjustHandles="1" noChangeArrowheads="1" noChangeShapeType="1" noTextEdit="1"/>
                </p:cNvSpPr>
                <p:nvPr/>
              </p:nvSpPr>
              <p:spPr>
                <a:xfrm>
                  <a:off x="8100000" y="4140000"/>
                  <a:ext cx="576000" cy="504000"/>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文本框 117">
                  <a:extLst>
                    <a:ext uri="{FF2B5EF4-FFF2-40B4-BE49-F238E27FC236}">
                      <a16:creationId xmlns:a16="http://schemas.microsoft.com/office/drawing/2014/main" id="{C1BB47B7-4DCE-1485-4AA1-883A04537D0B}"/>
                    </a:ext>
                  </a:extLst>
                </p:cNvPr>
                <p:cNvSpPr txBox="1"/>
                <p:nvPr/>
              </p:nvSpPr>
              <p:spPr>
                <a:xfrm>
                  <a:off x="8100000" y="4572000"/>
                  <a:ext cx="576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a:rPr lang="en-US" altLang="zh-CN" sz="2400" b="0" i="0" smtClean="0">
                                    <a:solidFill>
                                      <a:schemeClr val="accent5">
                                        <a:lumMod val="75000"/>
                                      </a:schemeClr>
                                    </a:solidFill>
                                    <a:latin typeface="Cambria Math" panose="02040503050406030204" pitchFamily="18" charset="0"/>
                                  </a:rPr>
                                  <m:t> </m:t>
                                </m:r>
                                <m:r>
                                  <m:rPr>
                                    <m:sty m:val="p"/>
                                  </m:rPr>
                                  <a:rPr lang="en-US" altLang="zh-CN" sz="2400">
                                    <a:solidFill>
                                      <a:schemeClr val="accent5">
                                        <a:lumMod val="75000"/>
                                      </a:schemeClr>
                                    </a:solidFill>
                                    <a:latin typeface="Cambria Math" panose="02040503050406030204" pitchFamily="18" charset="0"/>
                                  </a:rPr>
                                  <m:t>I</m:t>
                                </m:r>
                              </m:e>
                              <m:sub>
                                <m:r>
                                  <a:rPr lang="en-US" altLang="zh-CN" sz="2400" i="1">
                                    <a:solidFill>
                                      <a:schemeClr val="accent5">
                                        <a:lumMod val="75000"/>
                                      </a:schemeClr>
                                    </a:solidFill>
                                    <a:latin typeface="Cambria Math" panose="02040503050406030204" pitchFamily="18" charset="0"/>
                                  </a:rPr>
                                  <m:t>0</m:t>
                                </m:r>
                              </m:sub>
                            </m:sSub>
                          </m:e>
                        </m:acc>
                      </m:oMath>
                    </m:oMathPara>
                  </a14:m>
                  <a:endParaRPr lang="zh-CN" altLang="en-US" sz="2400" dirty="0">
                    <a:solidFill>
                      <a:schemeClr val="accent5">
                        <a:lumMod val="75000"/>
                      </a:schemeClr>
                    </a:solidFill>
                  </a:endParaRPr>
                </a:p>
              </p:txBody>
            </p:sp>
          </mc:Choice>
          <mc:Fallback xmlns="">
            <p:sp>
              <p:nvSpPr>
                <p:cNvPr id="28" name="文本框 27">
                  <a:extLst>
                    <a:ext uri="{FF2B5EF4-FFF2-40B4-BE49-F238E27FC236}">
                      <a16:creationId xmlns:a16="http://schemas.microsoft.com/office/drawing/2014/main" id="{A46117DA-DF68-87CF-E8F5-AAF1F4A67260}"/>
                    </a:ext>
                  </a:extLst>
                </p:cNvPr>
                <p:cNvSpPr txBox="1">
                  <a:spLocks noRot="1" noChangeAspect="1" noMove="1" noResize="1" noEditPoints="1" noAdjustHandles="1" noChangeArrowheads="1" noChangeShapeType="1" noTextEdit="1"/>
                </p:cNvSpPr>
                <p:nvPr/>
              </p:nvSpPr>
              <p:spPr>
                <a:xfrm>
                  <a:off x="8100000" y="4572000"/>
                  <a:ext cx="576000" cy="504000"/>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9" name="文本框 118">
                  <a:extLst>
                    <a:ext uri="{FF2B5EF4-FFF2-40B4-BE49-F238E27FC236}">
                      <a16:creationId xmlns:a16="http://schemas.microsoft.com/office/drawing/2014/main" id="{9E865678-A545-A849-D563-AB931D7D4E39}"/>
                    </a:ext>
                  </a:extLst>
                </p:cNvPr>
                <p:cNvSpPr txBox="1"/>
                <p:nvPr/>
              </p:nvSpPr>
              <p:spPr>
                <a:xfrm>
                  <a:off x="8100000" y="5040000"/>
                  <a:ext cx="576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EI</m:t>
                            </m:r>
                            <m:r>
                              <a:rPr lang="en-US" altLang="zh-CN" sz="2400" b="0" i="0" smtClean="0">
                                <a:solidFill>
                                  <a:schemeClr val="accent5">
                                    <a:lumMod val="75000"/>
                                  </a:schemeClr>
                                </a:solidFill>
                                <a:latin typeface="Cambria Math" panose="02040503050406030204" pitchFamily="18" charset="0"/>
                              </a:rPr>
                              <m:t> </m:t>
                            </m:r>
                          </m:e>
                        </m:acc>
                      </m:oMath>
                    </m:oMathPara>
                  </a14:m>
                  <a:endParaRPr lang="zh-CN" altLang="en-US" sz="2400" dirty="0">
                    <a:solidFill>
                      <a:schemeClr val="accent5">
                        <a:lumMod val="75000"/>
                      </a:schemeClr>
                    </a:solidFill>
                  </a:endParaRPr>
                </a:p>
              </p:txBody>
            </p:sp>
          </mc:Choice>
          <mc:Fallback xmlns="">
            <p:sp>
              <p:nvSpPr>
                <p:cNvPr id="29" name="文本框 28">
                  <a:extLst>
                    <a:ext uri="{FF2B5EF4-FFF2-40B4-BE49-F238E27FC236}">
                      <a16:creationId xmlns:a16="http://schemas.microsoft.com/office/drawing/2014/main" id="{9ADB600D-5D05-5E32-72BF-3E3644B6D16A}"/>
                    </a:ext>
                  </a:extLst>
                </p:cNvPr>
                <p:cNvSpPr txBox="1">
                  <a:spLocks noRot="1" noChangeAspect="1" noMove="1" noResize="1" noEditPoints="1" noAdjustHandles="1" noChangeArrowheads="1" noChangeShapeType="1" noTextEdit="1"/>
                </p:cNvSpPr>
                <p:nvPr/>
              </p:nvSpPr>
              <p:spPr>
                <a:xfrm>
                  <a:off x="8100000" y="5040000"/>
                  <a:ext cx="576000" cy="504000"/>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0" name="文本框 119">
                  <a:extLst>
                    <a:ext uri="{FF2B5EF4-FFF2-40B4-BE49-F238E27FC236}">
                      <a16:creationId xmlns:a16="http://schemas.microsoft.com/office/drawing/2014/main" id="{4E6B2E7E-3380-CF3E-30BE-045871F2D1DD}"/>
                    </a:ext>
                  </a:extLst>
                </p:cNvPr>
                <p:cNvSpPr txBox="1"/>
                <p:nvPr/>
              </p:nvSpPr>
              <p:spPr>
                <a:xfrm>
                  <a:off x="11592000" y="1836000"/>
                  <a:ext cx="540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EO</m:t>
                            </m:r>
                          </m:e>
                        </m:acc>
                      </m:oMath>
                    </m:oMathPara>
                  </a14:m>
                  <a:endParaRPr lang="zh-CN" altLang="en-US" sz="2400" dirty="0">
                    <a:solidFill>
                      <a:schemeClr val="accent5">
                        <a:lumMod val="75000"/>
                      </a:schemeClr>
                    </a:solidFill>
                  </a:endParaRPr>
                </a:p>
              </p:txBody>
            </p:sp>
          </mc:Choice>
          <mc:Fallback xmlns="">
            <p:sp>
              <p:nvSpPr>
                <p:cNvPr id="30" name="文本框 29">
                  <a:extLst>
                    <a:ext uri="{FF2B5EF4-FFF2-40B4-BE49-F238E27FC236}">
                      <a16:creationId xmlns:a16="http://schemas.microsoft.com/office/drawing/2014/main" id="{EA88F89E-A4FA-D71C-BFD6-6AC46781122F}"/>
                    </a:ext>
                  </a:extLst>
                </p:cNvPr>
                <p:cNvSpPr txBox="1">
                  <a:spLocks noRot="1" noChangeAspect="1" noMove="1" noResize="1" noEditPoints="1" noAdjustHandles="1" noChangeArrowheads="1" noChangeShapeType="1" noTextEdit="1"/>
                </p:cNvSpPr>
                <p:nvPr/>
              </p:nvSpPr>
              <p:spPr>
                <a:xfrm>
                  <a:off x="11592000" y="1836000"/>
                  <a:ext cx="540000" cy="504000"/>
                </a:xfrm>
                <a:prstGeom prst="rect">
                  <a:avLst/>
                </a:prstGeom>
                <a:blipFill>
                  <a:blip r:embed="rId26"/>
                  <a:stretch>
                    <a:fillRect l="-3409" r="-6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1" name="文本框 120">
                  <a:extLst>
                    <a:ext uri="{FF2B5EF4-FFF2-40B4-BE49-F238E27FC236}">
                      <a16:creationId xmlns:a16="http://schemas.microsoft.com/office/drawing/2014/main" id="{8E3BBA48-1195-144D-0D3A-0DA9986860C6}"/>
                    </a:ext>
                  </a:extLst>
                </p:cNvPr>
                <p:cNvSpPr txBox="1"/>
                <p:nvPr/>
              </p:nvSpPr>
              <p:spPr>
                <a:xfrm>
                  <a:off x="11592000" y="2556000"/>
                  <a:ext cx="540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GS</m:t>
                            </m:r>
                          </m:e>
                        </m:acc>
                      </m:oMath>
                    </m:oMathPara>
                  </a14:m>
                  <a:endParaRPr lang="zh-CN" altLang="en-US" sz="2400" dirty="0">
                    <a:solidFill>
                      <a:schemeClr val="accent5">
                        <a:lumMod val="75000"/>
                      </a:schemeClr>
                    </a:solidFill>
                  </a:endParaRPr>
                </a:p>
              </p:txBody>
            </p:sp>
          </mc:Choice>
          <mc:Fallback xmlns="">
            <p:sp>
              <p:nvSpPr>
                <p:cNvPr id="31" name="文本框 30">
                  <a:extLst>
                    <a:ext uri="{FF2B5EF4-FFF2-40B4-BE49-F238E27FC236}">
                      <a16:creationId xmlns:a16="http://schemas.microsoft.com/office/drawing/2014/main" id="{716CE4F6-C31B-A4C5-1DE2-87D15DB108B0}"/>
                    </a:ext>
                  </a:extLst>
                </p:cNvPr>
                <p:cNvSpPr txBox="1">
                  <a:spLocks noRot="1" noChangeAspect="1" noMove="1" noResize="1" noEditPoints="1" noAdjustHandles="1" noChangeArrowheads="1" noChangeShapeType="1" noTextEdit="1"/>
                </p:cNvSpPr>
                <p:nvPr/>
              </p:nvSpPr>
              <p:spPr>
                <a:xfrm>
                  <a:off x="11592000" y="2556000"/>
                  <a:ext cx="540000" cy="504000"/>
                </a:xfrm>
                <a:prstGeom prst="rect">
                  <a:avLst/>
                </a:prstGeom>
                <a:blipFill>
                  <a:blip r:embed="rId27"/>
                  <a:stretch>
                    <a:fillRect l="-1136"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2" name="文本框 121">
                  <a:extLst>
                    <a:ext uri="{FF2B5EF4-FFF2-40B4-BE49-F238E27FC236}">
                      <a16:creationId xmlns:a16="http://schemas.microsoft.com/office/drawing/2014/main" id="{46192D3D-8F6E-AA9C-4302-70D2B44B94D9}"/>
                    </a:ext>
                  </a:extLst>
                </p:cNvPr>
                <p:cNvSpPr txBox="1"/>
                <p:nvPr/>
              </p:nvSpPr>
              <p:spPr>
                <a:xfrm>
                  <a:off x="11592000" y="3600000"/>
                  <a:ext cx="540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a:rPr lang="en-US" altLang="zh-CN" sz="2400" b="0" i="0" smtClean="0">
                                    <a:solidFill>
                                      <a:schemeClr val="accent5">
                                        <a:lumMod val="75000"/>
                                      </a:schemeClr>
                                    </a:solidFill>
                                    <a:latin typeface="Cambria Math" panose="02040503050406030204" pitchFamily="18" charset="0"/>
                                  </a:rPr>
                                  <m:t> </m:t>
                                </m:r>
                                <m:r>
                                  <m:rPr>
                                    <m:sty m:val="p"/>
                                  </m:rPr>
                                  <a:rPr lang="en-US" altLang="zh-CN" sz="2400" b="0" i="0" smtClean="0">
                                    <a:solidFill>
                                      <a:schemeClr val="accent5">
                                        <a:lumMod val="75000"/>
                                      </a:schemeClr>
                                    </a:solidFill>
                                    <a:latin typeface="Cambria Math" panose="02040503050406030204" pitchFamily="18" charset="0"/>
                                  </a:rPr>
                                  <m:t>Y</m:t>
                                </m:r>
                              </m:e>
                              <m:sub>
                                <m:r>
                                  <a:rPr lang="en-US" altLang="zh-CN" sz="2400" i="1">
                                    <a:solidFill>
                                      <a:schemeClr val="accent5">
                                        <a:lumMod val="75000"/>
                                      </a:schemeClr>
                                    </a:solidFill>
                                    <a:latin typeface="Cambria Math" panose="02040503050406030204" pitchFamily="18" charset="0"/>
                                  </a:rPr>
                                  <m:t>2</m:t>
                                </m:r>
                              </m:sub>
                            </m:sSub>
                          </m:e>
                        </m:acc>
                      </m:oMath>
                    </m:oMathPara>
                  </a14:m>
                  <a:endParaRPr lang="zh-CN" altLang="en-US" sz="2400" dirty="0">
                    <a:solidFill>
                      <a:schemeClr val="accent5">
                        <a:lumMod val="75000"/>
                      </a:schemeClr>
                    </a:solidFill>
                  </a:endParaRPr>
                </a:p>
              </p:txBody>
            </p:sp>
          </mc:Choice>
          <mc:Fallback xmlns="">
            <p:sp>
              <p:nvSpPr>
                <p:cNvPr id="32" name="文本框 31">
                  <a:extLst>
                    <a:ext uri="{FF2B5EF4-FFF2-40B4-BE49-F238E27FC236}">
                      <a16:creationId xmlns:a16="http://schemas.microsoft.com/office/drawing/2014/main" id="{FDE4FBE4-6F85-0EA2-B629-0E91CA370F4D}"/>
                    </a:ext>
                  </a:extLst>
                </p:cNvPr>
                <p:cNvSpPr txBox="1">
                  <a:spLocks noRot="1" noChangeAspect="1" noMove="1" noResize="1" noEditPoints="1" noAdjustHandles="1" noChangeArrowheads="1" noChangeShapeType="1" noTextEdit="1"/>
                </p:cNvSpPr>
                <p:nvPr/>
              </p:nvSpPr>
              <p:spPr>
                <a:xfrm>
                  <a:off x="11592000" y="3600000"/>
                  <a:ext cx="540000" cy="504000"/>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 name="文本框 122">
                  <a:extLst>
                    <a:ext uri="{FF2B5EF4-FFF2-40B4-BE49-F238E27FC236}">
                      <a16:creationId xmlns:a16="http://schemas.microsoft.com/office/drawing/2014/main" id="{73DDDD40-1EEB-FFD5-925A-169F9953FD87}"/>
                    </a:ext>
                  </a:extLst>
                </p:cNvPr>
                <p:cNvSpPr txBox="1"/>
                <p:nvPr/>
              </p:nvSpPr>
              <p:spPr>
                <a:xfrm>
                  <a:off x="11592000" y="4176000"/>
                  <a:ext cx="540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a:rPr lang="en-US" altLang="zh-CN" sz="2400" b="0" i="0" smtClean="0">
                                    <a:solidFill>
                                      <a:schemeClr val="accent5">
                                        <a:lumMod val="75000"/>
                                      </a:schemeClr>
                                    </a:solidFill>
                                    <a:latin typeface="Cambria Math" panose="02040503050406030204" pitchFamily="18" charset="0"/>
                                  </a:rPr>
                                  <m:t> </m:t>
                                </m:r>
                                <m:r>
                                  <m:rPr>
                                    <m:sty m:val="p"/>
                                  </m:rPr>
                                  <a:rPr lang="en-US" altLang="zh-CN" sz="2400" b="0" i="0" smtClean="0">
                                    <a:solidFill>
                                      <a:schemeClr val="accent5">
                                        <a:lumMod val="75000"/>
                                      </a:schemeClr>
                                    </a:solidFill>
                                    <a:latin typeface="Cambria Math" panose="02040503050406030204" pitchFamily="18" charset="0"/>
                                  </a:rPr>
                                  <m:t>Y</m:t>
                                </m:r>
                              </m:e>
                              <m:sub>
                                <m:r>
                                  <a:rPr lang="en-US" altLang="zh-CN" sz="2400" b="0" i="1" smtClean="0">
                                    <a:solidFill>
                                      <a:schemeClr val="accent5">
                                        <a:lumMod val="75000"/>
                                      </a:schemeClr>
                                    </a:solidFill>
                                    <a:latin typeface="Cambria Math" panose="02040503050406030204" pitchFamily="18" charset="0"/>
                                  </a:rPr>
                                  <m:t>1</m:t>
                                </m:r>
                              </m:sub>
                            </m:sSub>
                          </m:e>
                        </m:acc>
                      </m:oMath>
                    </m:oMathPara>
                  </a14:m>
                  <a:endParaRPr lang="zh-CN" altLang="en-US" sz="2400" dirty="0">
                    <a:solidFill>
                      <a:schemeClr val="accent5">
                        <a:lumMod val="75000"/>
                      </a:schemeClr>
                    </a:solidFill>
                  </a:endParaRPr>
                </a:p>
              </p:txBody>
            </p:sp>
          </mc:Choice>
          <mc:Fallback xmlns="">
            <p:sp>
              <p:nvSpPr>
                <p:cNvPr id="33" name="文本框 32">
                  <a:extLst>
                    <a:ext uri="{FF2B5EF4-FFF2-40B4-BE49-F238E27FC236}">
                      <a16:creationId xmlns:a16="http://schemas.microsoft.com/office/drawing/2014/main" id="{1D60CF7B-D6D9-1DCA-070E-E58AF772187D}"/>
                    </a:ext>
                  </a:extLst>
                </p:cNvPr>
                <p:cNvSpPr txBox="1">
                  <a:spLocks noRot="1" noChangeAspect="1" noMove="1" noResize="1" noEditPoints="1" noAdjustHandles="1" noChangeArrowheads="1" noChangeShapeType="1" noTextEdit="1"/>
                </p:cNvSpPr>
                <p:nvPr/>
              </p:nvSpPr>
              <p:spPr>
                <a:xfrm>
                  <a:off x="11592000" y="4176000"/>
                  <a:ext cx="540000" cy="504000"/>
                </a:xfrm>
                <a:prstGeom prst="rect">
                  <a:avLst/>
                </a:prstGeom>
                <a:blipFill>
                  <a:blip r:embed="rId2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4" name="文本框 123">
                  <a:extLst>
                    <a:ext uri="{FF2B5EF4-FFF2-40B4-BE49-F238E27FC236}">
                      <a16:creationId xmlns:a16="http://schemas.microsoft.com/office/drawing/2014/main" id="{E9EEC627-7D06-E519-3F87-5F44098E7FAE}"/>
                    </a:ext>
                  </a:extLst>
                </p:cNvPr>
                <p:cNvSpPr txBox="1"/>
                <p:nvPr/>
              </p:nvSpPr>
              <p:spPr>
                <a:xfrm>
                  <a:off x="11592000" y="4752000"/>
                  <a:ext cx="540000" cy="50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sSub>
                              <m:sSubPr>
                                <m:ctrlPr>
                                  <a:rPr lang="en-US" altLang="zh-CN" sz="2400" i="1">
                                    <a:solidFill>
                                      <a:schemeClr val="accent5">
                                        <a:lumMod val="75000"/>
                                      </a:schemeClr>
                                    </a:solidFill>
                                    <a:latin typeface="Cambria Math" panose="02040503050406030204" pitchFamily="18" charset="0"/>
                                  </a:rPr>
                                </m:ctrlPr>
                              </m:sSubPr>
                              <m:e>
                                <m:r>
                                  <a:rPr lang="en-US" altLang="zh-CN" sz="2400" b="0" i="0" smtClean="0">
                                    <a:solidFill>
                                      <a:schemeClr val="accent5">
                                        <a:lumMod val="75000"/>
                                      </a:schemeClr>
                                    </a:solidFill>
                                    <a:latin typeface="Cambria Math" panose="02040503050406030204" pitchFamily="18" charset="0"/>
                                  </a:rPr>
                                  <m:t> </m:t>
                                </m:r>
                                <m:r>
                                  <m:rPr>
                                    <m:sty m:val="p"/>
                                  </m:rPr>
                                  <a:rPr lang="en-US" altLang="zh-CN" sz="2400" b="0" i="0" smtClean="0">
                                    <a:solidFill>
                                      <a:schemeClr val="accent5">
                                        <a:lumMod val="75000"/>
                                      </a:schemeClr>
                                    </a:solidFill>
                                    <a:latin typeface="Cambria Math" panose="02040503050406030204" pitchFamily="18" charset="0"/>
                                  </a:rPr>
                                  <m:t>Y</m:t>
                                </m:r>
                              </m:e>
                              <m:sub>
                                <m:r>
                                  <a:rPr lang="en-US" altLang="zh-CN" sz="2400" b="0" i="1" smtClean="0">
                                    <a:solidFill>
                                      <a:schemeClr val="accent5">
                                        <a:lumMod val="75000"/>
                                      </a:schemeClr>
                                    </a:solidFill>
                                    <a:latin typeface="Cambria Math" panose="02040503050406030204" pitchFamily="18" charset="0"/>
                                  </a:rPr>
                                  <m:t>0</m:t>
                                </m:r>
                              </m:sub>
                            </m:sSub>
                          </m:e>
                        </m:acc>
                      </m:oMath>
                    </m:oMathPara>
                  </a14:m>
                  <a:endParaRPr lang="zh-CN" altLang="en-US" sz="2400" dirty="0">
                    <a:solidFill>
                      <a:schemeClr val="accent5">
                        <a:lumMod val="75000"/>
                      </a:schemeClr>
                    </a:solidFill>
                  </a:endParaRPr>
                </a:p>
              </p:txBody>
            </p:sp>
          </mc:Choice>
          <mc:Fallback xmlns="">
            <p:sp>
              <p:nvSpPr>
                <p:cNvPr id="34" name="文本框 33">
                  <a:extLst>
                    <a:ext uri="{FF2B5EF4-FFF2-40B4-BE49-F238E27FC236}">
                      <a16:creationId xmlns:a16="http://schemas.microsoft.com/office/drawing/2014/main" id="{EB6558AD-2319-C8C5-B9B1-07D0254CDA94}"/>
                    </a:ext>
                  </a:extLst>
                </p:cNvPr>
                <p:cNvSpPr txBox="1">
                  <a:spLocks noRot="1" noChangeAspect="1" noMove="1" noResize="1" noEditPoints="1" noAdjustHandles="1" noChangeArrowheads="1" noChangeShapeType="1" noTextEdit="1"/>
                </p:cNvSpPr>
                <p:nvPr/>
              </p:nvSpPr>
              <p:spPr>
                <a:xfrm>
                  <a:off x="11592000" y="4752000"/>
                  <a:ext cx="540000" cy="504000"/>
                </a:xfrm>
                <a:prstGeom prst="rect">
                  <a:avLst/>
                </a:prstGeom>
                <a:blipFill>
                  <a:blip r:embed="rId30"/>
                  <a:stretch>
                    <a:fillRect/>
                  </a:stretch>
                </a:blipFill>
              </p:spPr>
              <p:txBody>
                <a:bodyPr/>
                <a:lstStyle/>
                <a:p>
                  <a:r>
                    <a:rPr lang="zh-CN" altLang="en-US">
                      <a:noFill/>
                    </a:rPr>
                    <a:t> </a:t>
                  </a:r>
                </a:p>
              </p:txBody>
            </p:sp>
          </mc:Fallback>
        </mc:AlternateContent>
      </p:grpSp>
      <p:sp>
        <p:nvSpPr>
          <p:cNvPr id="9" name="矩形 8">
            <a:extLst>
              <a:ext uri="{FF2B5EF4-FFF2-40B4-BE49-F238E27FC236}">
                <a16:creationId xmlns:a16="http://schemas.microsoft.com/office/drawing/2014/main" id="{7B2D8DB4-1B3E-27BC-4175-4C002DD893DC}"/>
              </a:ext>
            </a:extLst>
          </p:cNvPr>
          <p:cNvSpPr/>
          <p:nvPr/>
        </p:nvSpPr>
        <p:spPr>
          <a:xfrm>
            <a:off x="720000" y="5760000"/>
            <a:ext cx="396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2060"/>
                </a:solidFill>
                <a:latin typeface="微软雅黑" panose="020B0503020204020204" pitchFamily="34" charset="-122"/>
                <a:ea typeface="微软雅黑" panose="020B0503020204020204" pitchFamily="34" charset="-122"/>
              </a:rPr>
              <a:t>掌握扩展方法、典型应用</a:t>
            </a:r>
          </a:p>
        </p:txBody>
      </p:sp>
    </p:spTree>
    <p:extLst>
      <p:ext uri="{BB962C8B-B14F-4D97-AF65-F5344CB8AC3E}">
        <p14:creationId xmlns:p14="http://schemas.microsoft.com/office/powerpoint/2010/main" val="1838758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92D5E-58A4-99DA-3323-09A1287ED02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17EA50E-A16B-1919-1632-DBD003CB49D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数字部分（组合逻辑电路）</a:t>
            </a:r>
          </a:p>
        </p:txBody>
      </p:sp>
      <p:grpSp>
        <p:nvGrpSpPr>
          <p:cNvPr id="3" name="组合 2">
            <a:extLst>
              <a:ext uri="{FF2B5EF4-FFF2-40B4-BE49-F238E27FC236}">
                <a16:creationId xmlns:a16="http://schemas.microsoft.com/office/drawing/2014/main" id="{F5097100-3CDE-AD24-F76F-29D1387E6CD0}"/>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496EA8C8-9D08-EFAD-6BF7-516EA8919275}"/>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E7765CBE-4916-BF53-B813-F3E860E7188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D8DB8DA5-A7A6-F62A-5282-2CB9C113ADEF}"/>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B4C66DF2-8868-1DFF-1CF3-2FAD6927C0BA}"/>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20</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631C8B85-3CCC-D5F4-9EFE-012DFDA6CD97}"/>
              </a:ext>
            </a:extLst>
          </p:cNvPr>
          <p:cNvSpPr txBox="1"/>
          <p:nvPr/>
        </p:nvSpPr>
        <p:spPr>
          <a:xfrm>
            <a:off x="359999" y="827998"/>
            <a:ext cx="6983776" cy="1612108"/>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显示译码器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如何连接（共阳极</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共阴极，加电阻限流）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如何应用（多个数字用扫描显示）</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15" name="组合 14">
            <a:extLst>
              <a:ext uri="{FF2B5EF4-FFF2-40B4-BE49-F238E27FC236}">
                <a16:creationId xmlns:a16="http://schemas.microsoft.com/office/drawing/2014/main" id="{42AAFAD1-9AE4-578E-0373-F60E75CB6993}"/>
              </a:ext>
            </a:extLst>
          </p:cNvPr>
          <p:cNvGrpSpPr/>
          <p:nvPr/>
        </p:nvGrpSpPr>
        <p:grpSpPr>
          <a:xfrm>
            <a:off x="9504000" y="1548000"/>
            <a:ext cx="2664000" cy="4534331"/>
            <a:chOff x="9504000" y="1548000"/>
            <a:chExt cx="2664000" cy="4534331"/>
          </a:xfrm>
        </p:grpSpPr>
        <p:cxnSp>
          <p:nvCxnSpPr>
            <p:cNvPr id="16" name="直接连接符 15">
              <a:extLst>
                <a:ext uri="{FF2B5EF4-FFF2-40B4-BE49-F238E27FC236}">
                  <a16:creationId xmlns:a16="http://schemas.microsoft.com/office/drawing/2014/main" id="{2545C533-CB15-68BA-1BED-71E0383E1C14}"/>
                </a:ext>
              </a:extLst>
            </p:cNvPr>
            <p:cNvCxnSpPr>
              <a:cxnSpLocks/>
            </p:cNvCxnSpPr>
            <p:nvPr/>
          </p:nvCxnSpPr>
          <p:spPr>
            <a:xfrm>
              <a:off x="10206000" y="2250000"/>
              <a:ext cx="1296000" cy="0"/>
            </a:xfrm>
            <a:prstGeom prst="line">
              <a:avLst/>
            </a:prstGeom>
            <a:ln w="2540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5E481353-753F-2472-98C1-CCFB490F29B9}"/>
                </a:ext>
              </a:extLst>
            </p:cNvPr>
            <p:cNvSpPr txBox="1"/>
            <p:nvPr/>
          </p:nvSpPr>
          <p:spPr>
            <a:xfrm>
              <a:off x="10620000" y="1548000"/>
              <a:ext cx="468000" cy="646331"/>
            </a:xfrm>
            <a:prstGeom prst="rect">
              <a:avLst/>
            </a:prstGeom>
            <a:noFill/>
          </p:spPr>
          <p:txBody>
            <a:bodyPr wrap="square">
              <a:spAutoFit/>
            </a:bodyPr>
            <a:lstStyle/>
            <a:p>
              <a:pPr algn="ctr"/>
              <a:r>
                <a:rPr lang="en-US" altLang="zh-CN" sz="3600" dirty="0">
                  <a:solidFill>
                    <a:schemeClr val="accent5">
                      <a:lumMod val="75000"/>
                    </a:schemeClr>
                  </a:solidFill>
                  <a:latin typeface="微软雅黑" panose="020B0503020204020204" pitchFamily="34" charset="-122"/>
                  <a:ea typeface="微软雅黑" panose="020B0503020204020204" pitchFamily="34" charset="-122"/>
                </a:rPr>
                <a:t>a</a:t>
              </a:r>
              <a:endParaRPr lang="zh-CN" altLang="en-US" sz="36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B0122507-27E1-BAE0-74E0-7A1B83AB015D}"/>
                </a:ext>
              </a:extLst>
            </p:cNvPr>
            <p:cNvSpPr txBox="1"/>
            <p:nvPr/>
          </p:nvSpPr>
          <p:spPr>
            <a:xfrm>
              <a:off x="11700000" y="2736000"/>
              <a:ext cx="468000" cy="646331"/>
            </a:xfrm>
            <a:prstGeom prst="rect">
              <a:avLst/>
            </a:prstGeom>
            <a:noFill/>
          </p:spPr>
          <p:txBody>
            <a:bodyPr wrap="square">
              <a:spAutoFit/>
            </a:bodyPr>
            <a:lstStyle/>
            <a:p>
              <a:pPr algn="ctr"/>
              <a:r>
                <a:rPr lang="en-US" altLang="zh-CN" sz="3600" dirty="0">
                  <a:solidFill>
                    <a:schemeClr val="accent5">
                      <a:lumMod val="75000"/>
                    </a:schemeClr>
                  </a:solidFill>
                  <a:latin typeface="微软雅黑" panose="020B0503020204020204" pitchFamily="34" charset="-122"/>
                  <a:ea typeface="微软雅黑" panose="020B0503020204020204" pitchFamily="34" charset="-122"/>
                </a:rPr>
                <a:t>b</a:t>
              </a:r>
              <a:endParaRPr lang="zh-CN" altLang="en-US" sz="36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E4497074-1ED8-46A0-8B7D-3D0ABC51E038}"/>
                </a:ext>
              </a:extLst>
            </p:cNvPr>
            <p:cNvSpPr txBox="1"/>
            <p:nvPr/>
          </p:nvSpPr>
          <p:spPr>
            <a:xfrm>
              <a:off x="11700000" y="4248000"/>
              <a:ext cx="468000" cy="646331"/>
            </a:xfrm>
            <a:prstGeom prst="rect">
              <a:avLst/>
            </a:prstGeom>
            <a:noFill/>
          </p:spPr>
          <p:txBody>
            <a:bodyPr wrap="square">
              <a:spAutoFit/>
            </a:bodyPr>
            <a:lstStyle/>
            <a:p>
              <a:pPr algn="ctr"/>
              <a:r>
                <a:rPr lang="en-US" altLang="zh-CN" sz="3600" dirty="0">
                  <a:solidFill>
                    <a:schemeClr val="accent5">
                      <a:lumMod val="75000"/>
                    </a:schemeClr>
                  </a:solidFill>
                  <a:latin typeface="微软雅黑" panose="020B0503020204020204" pitchFamily="34" charset="-122"/>
                  <a:ea typeface="微软雅黑" panose="020B0503020204020204" pitchFamily="34" charset="-122"/>
                </a:rPr>
                <a:t>c</a:t>
              </a:r>
              <a:endParaRPr lang="zh-CN" altLang="en-US" sz="36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A2D707F4-C916-C501-CAB6-0B7C759B9417}"/>
                </a:ext>
              </a:extLst>
            </p:cNvPr>
            <p:cNvSpPr txBox="1"/>
            <p:nvPr/>
          </p:nvSpPr>
          <p:spPr>
            <a:xfrm>
              <a:off x="10620000" y="5436000"/>
              <a:ext cx="468000" cy="646331"/>
            </a:xfrm>
            <a:prstGeom prst="rect">
              <a:avLst/>
            </a:prstGeom>
            <a:noFill/>
          </p:spPr>
          <p:txBody>
            <a:bodyPr wrap="square">
              <a:spAutoFit/>
            </a:bodyPr>
            <a:lstStyle/>
            <a:p>
              <a:pPr algn="ctr"/>
              <a:r>
                <a:rPr lang="en-US" altLang="zh-CN" sz="3600" dirty="0">
                  <a:solidFill>
                    <a:schemeClr val="accent5">
                      <a:lumMod val="75000"/>
                    </a:schemeClr>
                  </a:solidFill>
                  <a:latin typeface="微软雅黑" panose="020B0503020204020204" pitchFamily="34" charset="-122"/>
                  <a:ea typeface="微软雅黑" panose="020B0503020204020204" pitchFamily="34" charset="-122"/>
                </a:rPr>
                <a:t>d</a:t>
              </a:r>
              <a:endParaRPr lang="zh-CN" altLang="en-US" sz="36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81335FB-7C95-81F6-1A9E-AF5C4DB69D04}"/>
                </a:ext>
              </a:extLst>
            </p:cNvPr>
            <p:cNvSpPr txBox="1"/>
            <p:nvPr/>
          </p:nvSpPr>
          <p:spPr>
            <a:xfrm>
              <a:off x="9504000" y="4248000"/>
              <a:ext cx="468000" cy="646331"/>
            </a:xfrm>
            <a:prstGeom prst="rect">
              <a:avLst/>
            </a:prstGeom>
            <a:noFill/>
          </p:spPr>
          <p:txBody>
            <a:bodyPr wrap="square">
              <a:spAutoFit/>
            </a:bodyPr>
            <a:lstStyle/>
            <a:p>
              <a:pPr algn="ctr"/>
              <a:r>
                <a:rPr lang="en-US" altLang="zh-CN" sz="3600" dirty="0">
                  <a:solidFill>
                    <a:schemeClr val="accent5">
                      <a:lumMod val="75000"/>
                    </a:schemeClr>
                  </a:solidFill>
                  <a:latin typeface="微软雅黑" panose="020B0503020204020204" pitchFamily="34" charset="-122"/>
                  <a:ea typeface="微软雅黑" panose="020B0503020204020204" pitchFamily="34" charset="-122"/>
                </a:rPr>
                <a:t>e</a:t>
              </a:r>
              <a:endParaRPr lang="zh-CN" altLang="en-US" sz="36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653A4529-C201-A0D0-04AF-5E741D36283B}"/>
                </a:ext>
              </a:extLst>
            </p:cNvPr>
            <p:cNvSpPr txBox="1"/>
            <p:nvPr/>
          </p:nvSpPr>
          <p:spPr>
            <a:xfrm>
              <a:off x="9504000" y="2736000"/>
              <a:ext cx="468000" cy="646331"/>
            </a:xfrm>
            <a:prstGeom prst="rect">
              <a:avLst/>
            </a:prstGeom>
            <a:noFill/>
          </p:spPr>
          <p:txBody>
            <a:bodyPr wrap="square">
              <a:spAutoFit/>
            </a:bodyPr>
            <a:lstStyle/>
            <a:p>
              <a:pPr algn="ctr"/>
              <a:r>
                <a:rPr lang="en-US" altLang="zh-CN" sz="3600" dirty="0">
                  <a:solidFill>
                    <a:schemeClr val="accent5">
                      <a:lumMod val="75000"/>
                    </a:schemeClr>
                  </a:solidFill>
                  <a:latin typeface="微软雅黑" panose="020B0503020204020204" pitchFamily="34" charset="-122"/>
                  <a:ea typeface="微软雅黑" panose="020B0503020204020204" pitchFamily="34" charset="-122"/>
                </a:rPr>
                <a:t>f</a:t>
              </a:r>
              <a:endParaRPr lang="zh-CN" altLang="en-US" sz="36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4BE0A143-1863-AB38-E0DB-42BF3FD83758}"/>
                </a:ext>
              </a:extLst>
            </p:cNvPr>
            <p:cNvSpPr txBox="1"/>
            <p:nvPr/>
          </p:nvSpPr>
          <p:spPr>
            <a:xfrm>
              <a:off x="10620000" y="2988000"/>
              <a:ext cx="468000" cy="646331"/>
            </a:xfrm>
            <a:prstGeom prst="rect">
              <a:avLst/>
            </a:prstGeom>
            <a:noFill/>
          </p:spPr>
          <p:txBody>
            <a:bodyPr wrap="square">
              <a:spAutoFit/>
            </a:bodyPr>
            <a:lstStyle/>
            <a:p>
              <a:pPr algn="ctr"/>
              <a:r>
                <a:rPr lang="en-US" altLang="zh-CN" sz="3600" dirty="0">
                  <a:solidFill>
                    <a:schemeClr val="accent5">
                      <a:lumMod val="75000"/>
                    </a:schemeClr>
                  </a:solidFill>
                  <a:latin typeface="微软雅黑" panose="020B0503020204020204" pitchFamily="34" charset="-122"/>
                  <a:ea typeface="微软雅黑" panose="020B0503020204020204" pitchFamily="34" charset="-122"/>
                </a:rPr>
                <a:t>g</a:t>
              </a:r>
              <a:endParaRPr lang="zh-CN" altLang="en-US" sz="36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24" name="直接连接符 23">
              <a:extLst>
                <a:ext uri="{FF2B5EF4-FFF2-40B4-BE49-F238E27FC236}">
                  <a16:creationId xmlns:a16="http://schemas.microsoft.com/office/drawing/2014/main" id="{AAF3D7BC-5030-EF10-475B-7F8E0FE50A2E}"/>
                </a:ext>
              </a:extLst>
            </p:cNvPr>
            <p:cNvCxnSpPr>
              <a:cxnSpLocks/>
            </p:cNvCxnSpPr>
            <p:nvPr/>
          </p:nvCxnSpPr>
          <p:spPr>
            <a:xfrm>
              <a:off x="11628000" y="2376000"/>
              <a:ext cx="0" cy="1296000"/>
            </a:xfrm>
            <a:prstGeom prst="line">
              <a:avLst/>
            </a:prstGeom>
            <a:ln w="254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4543BD4E-808B-6EB5-F09A-AC5FE775E081}"/>
                </a:ext>
              </a:extLst>
            </p:cNvPr>
            <p:cNvCxnSpPr>
              <a:cxnSpLocks/>
            </p:cNvCxnSpPr>
            <p:nvPr/>
          </p:nvCxnSpPr>
          <p:spPr>
            <a:xfrm>
              <a:off x="10080000" y="2376000"/>
              <a:ext cx="0" cy="1296000"/>
            </a:xfrm>
            <a:prstGeom prst="line">
              <a:avLst/>
            </a:prstGeom>
            <a:ln w="254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0F57308-FB02-76D6-90E1-758AB3B54659}"/>
                </a:ext>
              </a:extLst>
            </p:cNvPr>
            <p:cNvCxnSpPr>
              <a:cxnSpLocks/>
            </p:cNvCxnSpPr>
            <p:nvPr/>
          </p:nvCxnSpPr>
          <p:spPr>
            <a:xfrm>
              <a:off x="10206000" y="3798000"/>
              <a:ext cx="1296000" cy="0"/>
            </a:xfrm>
            <a:prstGeom prst="line">
              <a:avLst/>
            </a:prstGeom>
            <a:ln w="254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079C4CDD-84F2-90F0-EF89-45002AD12AE0}"/>
                </a:ext>
              </a:extLst>
            </p:cNvPr>
            <p:cNvCxnSpPr>
              <a:cxnSpLocks/>
            </p:cNvCxnSpPr>
            <p:nvPr/>
          </p:nvCxnSpPr>
          <p:spPr>
            <a:xfrm>
              <a:off x="10080000" y="3924000"/>
              <a:ext cx="0" cy="1296000"/>
            </a:xfrm>
            <a:prstGeom prst="line">
              <a:avLst/>
            </a:prstGeom>
            <a:ln w="254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1DD3FDF5-7E43-449F-5BBE-16D71D626E93}"/>
                </a:ext>
              </a:extLst>
            </p:cNvPr>
            <p:cNvCxnSpPr>
              <a:cxnSpLocks/>
            </p:cNvCxnSpPr>
            <p:nvPr/>
          </p:nvCxnSpPr>
          <p:spPr>
            <a:xfrm>
              <a:off x="11628000" y="3924000"/>
              <a:ext cx="0" cy="1296000"/>
            </a:xfrm>
            <a:prstGeom prst="line">
              <a:avLst/>
            </a:prstGeom>
            <a:ln w="254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78B491DD-029C-3D9C-7FD8-DF240BE2CA7C}"/>
                </a:ext>
              </a:extLst>
            </p:cNvPr>
            <p:cNvCxnSpPr>
              <a:cxnSpLocks/>
            </p:cNvCxnSpPr>
            <p:nvPr/>
          </p:nvCxnSpPr>
          <p:spPr>
            <a:xfrm>
              <a:off x="10206000" y="5346000"/>
              <a:ext cx="1296000" cy="0"/>
            </a:xfrm>
            <a:prstGeom prst="line">
              <a:avLst/>
            </a:prstGeom>
            <a:ln w="2540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780F88BE-B43B-C275-4641-0B9B1463350B}"/>
              </a:ext>
            </a:extLst>
          </p:cNvPr>
          <p:cNvGrpSpPr/>
          <p:nvPr/>
        </p:nvGrpSpPr>
        <p:grpSpPr>
          <a:xfrm>
            <a:off x="10080000" y="2250000"/>
            <a:ext cx="1548000" cy="3096000"/>
            <a:chOff x="10080000" y="2250000"/>
            <a:chExt cx="1548000" cy="3096000"/>
          </a:xfrm>
        </p:grpSpPr>
        <p:cxnSp>
          <p:nvCxnSpPr>
            <p:cNvPr id="31" name="直接连接符 30">
              <a:extLst>
                <a:ext uri="{FF2B5EF4-FFF2-40B4-BE49-F238E27FC236}">
                  <a16:creationId xmlns:a16="http://schemas.microsoft.com/office/drawing/2014/main" id="{85BED6A1-2F90-3C28-C8C4-46A1C3759056}"/>
                </a:ext>
              </a:extLst>
            </p:cNvPr>
            <p:cNvCxnSpPr>
              <a:cxnSpLocks/>
            </p:cNvCxnSpPr>
            <p:nvPr/>
          </p:nvCxnSpPr>
          <p:spPr>
            <a:xfrm>
              <a:off x="10206000" y="2250000"/>
              <a:ext cx="1296000" cy="0"/>
            </a:xfrm>
            <a:prstGeom prst="line">
              <a:avLst/>
            </a:prstGeom>
            <a:ln w="2540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8540A61E-DF00-8652-2D22-D2D45EBA19AB}"/>
                </a:ext>
              </a:extLst>
            </p:cNvPr>
            <p:cNvCxnSpPr>
              <a:cxnSpLocks/>
            </p:cNvCxnSpPr>
            <p:nvPr/>
          </p:nvCxnSpPr>
          <p:spPr>
            <a:xfrm>
              <a:off x="10206000" y="5346000"/>
              <a:ext cx="1296000" cy="0"/>
            </a:xfrm>
            <a:prstGeom prst="line">
              <a:avLst/>
            </a:prstGeom>
            <a:ln w="2540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CE7B18D3-6E37-36CB-05BE-70DE694AE37A}"/>
                </a:ext>
              </a:extLst>
            </p:cNvPr>
            <p:cNvCxnSpPr>
              <a:cxnSpLocks/>
            </p:cNvCxnSpPr>
            <p:nvPr/>
          </p:nvCxnSpPr>
          <p:spPr>
            <a:xfrm>
              <a:off x="11628000" y="3924000"/>
              <a:ext cx="0" cy="1296000"/>
            </a:xfrm>
            <a:prstGeom prst="line">
              <a:avLst/>
            </a:prstGeom>
            <a:ln w="2540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40D765F8-4E2A-B1F3-1DE6-6657D3BEA96D}"/>
                </a:ext>
              </a:extLst>
            </p:cNvPr>
            <p:cNvCxnSpPr>
              <a:cxnSpLocks/>
            </p:cNvCxnSpPr>
            <p:nvPr/>
          </p:nvCxnSpPr>
          <p:spPr>
            <a:xfrm>
              <a:off x="10080000" y="2376000"/>
              <a:ext cx="0" cy="1296000"/>
            </a:xfrm>
            <a:prstGeom prst="line">
              <a:avLst/>
            </a:prstGeom>
            <a:ln w="2540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E83C92B-110F-5E13-9E08-D3048F618BBD}"/>
                </a:ext>
              </a:extLst>
            </p:cNvPr>
            <p:cNvCxnSpPr>
              <a:cxnSpLocks/>
            </p:cNvCxnSpPr>
            <p:nvPr/>
          </p:nvCxnSpPr>
          <p:spPr>
            <a:xfrm>
              <a:off x="10206000" y="3798000"/>
              <a:ext cx="1296000" cy="0"/>
            </a:xfrm>
            <a:prstGeom prst="line">
              <a:avLst/>
            </a:prstGeom>
            <a:ln w="2540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6" name="Group 4">
            <a:extLst>
              <a:ext uri="{FF2B5EF4-FFF2-40B4-BE49-F238E27FC236}">
                <a16:creationId xmlns:a16="http://schemas.microsoft.com/office/drawing/2014/main" id="{E1E7A916-E1F2-00A0-D75B-1F40B9BB601D}"/>
              </a:ext>
            </a:extLst>
          </p:cNvPr>
          <p:cNvGrpSpPr>
            <a:grpSpLocks/>
          </p:cNvGrpSpPr>
          <p:nvPr/>
        </p:nvGrpSpPr>
        <p:grpSpPr bwMode="auto">
          <a:xfrm>
            <a:off x="720000" y="3960000"/>
            <a:ext cx="3309936" cy="2141538"/>
            <a:chOff x="500" y="1298"/>
            <a:chExt cx="2085" cy="1349"/>
          </a:xfrm>
        </p:grpSpPr>
        <p:sp>
          <p:nvSpPr>
            <p:cNvPr id="37" name="Text Box 5">
              <a:extLst>
                <a:ext uri="{FF2B5EF4-FFF2-40B4-BE49-F238E27FC236}">
                  <a16:creationId xmlns:a16="http://schemas.microsoft.com/office/drawing/2014/main" id="{306A0F4D-0892-BD80-A089-46F4EEB75A87}"/>
                </a:ext>
              </a:extLst>
            </p:cNvPr>
            <p:cNvSpPr txBox="1">
              <a:spLocks noChangeArrowheads="1"/>
            </p:cNvSpPr>
            <p:nvPr/>
          </p:nvSpPr>
          <p:spPr bwMode="auto">
            <a:xfrm>
              <a:off x="500" y="2359"/>
              <a:ext cx="19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zh-CN" altLang="en-US" sz="2400" b="0" dirty="0">
                  <a:latin typeface="微软雅黑" panose="020B0503020204020204" pitchFamily="34" charset="-122"/>
                  <a:ea typeface="微软雅黑" panose="020B0503020204020204" pitchFamily="34" charset="-122"/>
                </a:rPr>
                <a:t>共阳极，低电平驱动</a:t>
              </a:r>
            </a:p>
          </p:txBody>
        </p:sp>
        <p:grpSp>
          <p:nvGrpSpPr>
            <p:cNvPr id="38" name="Group 6">
              <a:extLst>
                <a:ext uri="{FF2B5EF4-FFF2-40B4-BE49-F238E27FC236}">
                  <a16:creationId xmlns:a16="http://schemas.microsoft.com/office/drawing/2014/main" id="{966F8FDB-2BCC-47A2-9E7B-68F34486497C}"/>
                </a:ext>
              </a:extLst>
            </p:cNvPr>
            <p:cNvGrpSpPr>
              <a:grpSpLocks/>
            </p:cNvGrpSpPr>
            <p:nvPr/>
          </p:nvGrpSpPr>
          <p:grpSpPr bwMode="auto">
            <a:xfrm>
              <a:off x="586" y="1598"/>
              <a:ext cx="150" cy="528"/>
              <a:chOff x="106" y="1933"/>
              <a:chExt cx="150" cy="528"/>
            </a:xfrm>
          </p:grpSpPr>
          <p:sp>
            <p:nvSpPr>
              <p:cNvPr id="143" name="Line 7">
                <a:extLst>
                  <a:ext uri="{FF2B5EF4-FFF2-40B4-BE49-F238E27FC236}">
                    <a16:creationId xmlns:a16="http://schemas.microsoft.com/office/drawing/2014/main" id="{B0181FB3-E41E-8A1F-B1C0-3173E81FF4F7}"/>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144" name="Group 8">
                <a:extLst>
                  <a:ext uri="{FF2B5EF4-FFF2-40B4-BE49-F238E27FC236}">
                    <a16:creationId xmlns:a16="http://schemas.microsoft.com/office/drawing/2014/main" id="{E1D41052-C5F1-3D40-BB5C-5E557AF15087}"/>
                  </a:ext>
                </a:extLst>
              </p:cNvPr>
              <p:cNvGrpSpPr>
                <a:grpSpLocks/>
              </p:cNvGrpSpPr>
              <p:nvPr/>
            </p:nvGrpSpPr>
            <p:grpSpPr bwMode="auto">
              <a:xfrm>
                <a:off x="106" y="2125"/>
                <a:ext cx="150" cy="126"/>
                <a:chOff x="122" y="2125"/>
                <a:chExt cx="150" cy="126"/>
              </a:xfrm>
            </p:grpSpPr>
            <p:sp>
              <p:nvSpPr>
                <p:cNvPr id="145" name="AutoShape 9">
                  <a:extLst>
                    <a:ext uri="{FF2B5EF4-FFF2-40B4-BE49-F238E27FC236}">
                      <a16:creationId xmlns:a16="http://schemas.microsoft.com/office/drawing/2014/main" id="{85ED5751-A83C-A810-3A4D-5747EB19A0D6}"/>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46" name="Line 10">
                  <a:extLst>
                    <a:ext uri="{FF2B5EF4-FFF2-40B4-BE49-F238E27FC236}">
                      <a16:creationId xmlns:a16="http://schemas.microsoft.com/office/drawing/2014/main" id="{B0F284F8-9A31-1766-888E-79974E71B667}"/>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sp>
          <p:nvSpPr>
            <p:cNvPr id="39" name="Line 11">
              <a:extLst>
                <a:ext uri="{FF2B5EF4-FFF2-40B4-BE49-F238E27FC236}">
                  <a16:creationId xmlns:a16="http://schemas.microsoft.com/office/drawing/2014/main" id="{36DE032A-E4C9-337B-1C87-0840332ED12C}"/>
                </a:ext>
              </a:extLst>
            </p:cNvPr>
            <p:cNvSpPr>
              <a:spLocks noChangeShapeType="1"/>
            </p:cNvSpPr>
            <p:nvPr/>
          </p:nvSpPr>
          <p:spPr bwMode="auto">
            <a:xfrm>
              <a:off x="665" y="1598"/>
              <a:ext cx="157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sp>
          <p:nvSpPr>
            <p:cNvPr id="40" name="Oval 12">
              <a:extLst>
                <a:ext uri="{FF2B5EF4-FFF2-40B4-BE49-F238E27FC236}">
                  <a16:creationId xmlns:a16="http://schemas.microsoft.com/office/drawing/2014/main" id="{289A5313-D60F-82CC-9AC8-D96B593DC548}"/>
                </a:ext>
              </a:extLst>
            </p:cNvPr>
            <p:cNvSpPr>
              <a:spLocks noChangeArrowheads="1"/>
            </p:cNvSpPr>
            <p:nvPr/>
          </p:nvSpPr>
          <p:spPr bwMode="auto">
            <a:xfrm>
              <a:off x="1079" y="1573"/>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41" name="Oval 13">
              <a:extLst>
                <a:ext uri="{FF2B5EF4-FFF2-40B4-BE49-F238E27FC236}">
                  <a16:creationId xmlns:a16="http://schemas.microsoft.com/office/drawing/2014/main" id="{F2DC14E2-C88A-6057-FA81-69520E3B749D}"/>
                </a:ext>
              </a:extLst>
            </p:cNvPr>
            <p:cNvSpPr>
              <a:spLocks noChangeArrowheads="1"/>
            </p:cNvSpPr>
            <p:nvPr/>
          </p:nvSpPr>
          <p:spPr bwMode="auto">
            <a:xfrm>
              <a:off x="853" y="1576"/>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42" name="Oval 14">
              <a:extLst>
                <a:ext uri="{FF2B5EF4-FFF2-40B4-BE49-F238E27FC236}">
                  <a16:creationId xmlns:a16="http://schemas.microsoft.com/office/drawing/2014/main" id="{B62ACBCD-6F1E-F2EA-F06B-27D42D14BB51}"/>
                </a:ext>
              </a:extLst>
            </p:cNvPr>
            <p:cNvSpPr>
              <a:spLocks noChangeArrowheads="1"/>
            </p:cNvSpPr>
            <p:nvPr/>
          </p:nvSpPr>
          <p:spPr bwMode="auto">
            <a:xfrm>
              <a:off x="1306" y="1578"/>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43" name="Oval 15">
              <a:extLst>
                <a:ext uri="{FF2B5EF4-FFF2-40B4-BE49-F238E27FC236}">
                  <a16:creationId xmlns:a16="http://schemas.microsoft.com/office/drawing/2014/main" id="{D57E8EC4-9ABD-2EDC-E4B8-4A1CA6993C16}"/>
                </a:ext>
              </a:extLst>
            </p:cNvPr>
            <p:cNvSpPr>
              <a:spLocks noChangeArrowheads="1"/>
            </p:cNvSpPr>
            <p:nvPr/>
          </p:nvSpPr>
          <p:spPr bwMode="auto">
            <a:xfrm>
              <a:off x="1533" y="1573"/>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44" name="Oval 16">
              <a:extLst>
                <a:ext uri="{FF2B5EF4-FFF2-40B4-BE49-F238E27FC236}">
                  <a16:creationId xmlns:a16="http://schemas.microsoft.com/office/drawing/2014/main" id="{7CC00467-04CB-2807-EEEF-8CD995ECC301}"/>
                </a:ext>
              </a:extLst>
            </p:cNvPr>
            <p:cNvSpPr>
              <a:spLocks noChangeArrowheads="1"/>
            </p:cNvSpPr>
            <p:nvPr/>
          </p:nvSpPr>
          <p:spPr bwMode="auto">
            <a:xfrm>
              <a:off x="1760" y="1573"/>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45" name="Oval 17">
              <a:extLst>
                <a:ext uri="{FF2B5EF4-FFF2-40B4-BE49-F238E27FC236}">
                  <a16:creationId xmlns:a16="http://schemas.microsoft.com/office/drawing/2014/main" id="{2F4115AA-46B2-A712-B8DC-E7AC74F1BA53}"/>
                </a:ext>
              </a:extLst>
            </p:cNvPr>
            <p:cNvSpPr>
              <a:spLocks noChangeArrowheads="1"/>
            </p:cNvSpPr>
            <p:nvPr/>
          </p:nvSpPr>
          <p:spPr bwMode="auto">
            <a:xfrm>
              <a:off x="1987" y="1573"/>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6" name="Text Box 18">
                  <a:extLst>
                    <a:ext uri="{FF2B5EF4-FFF2-40B4-BE49-F238E27FC236}">
                      <a16:creationId xmlns:a16="http://schemas.microsoft.com/office/drawing/2014/main" id="{5DC6C8C8-1496-0D95-880B-B9E237DFCCB0}"/>
                    </a:ext>
                  </a:extLst>
                </p:cNvPr>
                <p:cNvSpPr txBox="1">
                  <a:spLocks noChangeArrowheads="1"/>
                </p:cNvSpPr>
                <p:nvPr/>
              </p:nvSpPr>
              <p:spPr bwMode="auto">
                <a:xfrm>
                  <a:off x="2125" y="1298"/>
                  <a:ext cx="460" cy="2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a:latin typeface="Cambria Math" panose="02040503050406030204" pitchFamily="18" charset="0"/>
                              </a:rPr>
                            </m:ctrlPr>
                          </m:sSubPr>
                          <m:e>
                            <m:r>
                              <a:rPr lang="en-US" altLang="zh-CN" sz="2400" b="0" i="1">
                                <a:latin typeface="Cambria Math" panose="02040503050406030204" pitchFamily="18" charset="0"/>
                              </a:rPr>
                              <m:t>𝑉</m:t>
                            </m:r>
                          </m:e>
                          <m:sub>
                            <m:r>
                              <m:rPr>
                                <m:sty m:val="p"/>
                              </m:rPr>
                              <a:rPr lang="en-US" altLang="zh-CN" sz="2400" b="0">
                                <a:latin typeface="Cambria Math" panose="02040503050406030204" pitchFamily="18" charset="0"/>
                              </a:rPr>
                              <m:t>CC</m:t>
                            </m:r>
                          </m:sub>
                        </m:sSub>
                      </m:oMath>
                    </m:oMathPara>
                  </a14:m>
                  <a:endParaRPr kumimoji="1" lang="en-US" altLang="zh-CN" sz="2400" b="0" dirty="0">
                    <a:latin typeface="微软雅黑" panose="020B0503020204020204" pitchFamily="34" charset="-122"/>
                    <a:ea typeface="微软雅黑" panose="020B0503020204020204" pitchFamily="34" charset="-122"/>
                  </a:endParaRPr>
                </a:p>
              </p:txBody>
            </p:sp>
          </mc:Choice>
          <mc:Fallback xmlns="">
            <p:sp>
              <p:nvSpPr>
                <p:cNvPr id="46" name="Text Box 18">
                  <a:extLst>
                    <a:ext uri="{FF2B5EF4-FFF2-40B4-BE49-F238E27FC236}">
                      <a16:creationId xmlns:a16="http://schemas.microsoft.com/office/drawing/2014/main" id="{5DC6C8C8-1496-0D95-880B-B9E237DFCCB0}"/>
                    </a:ext>
                  </a:extLst>
                </p:cNvPr>
                <p:cNvSpPr txBox="1">
                  <a:spLocks noRot="1" noChangeAspect="1" noMove="1" noResize="1" noEditPoints="1" noAdjustHandles="1" noChangeArrowheads="1" noChangeShapeType="1" noTextEdit="1"/>
                </p:cNvSpPr>
                <p:nvPr/>
              </p:nvSpPr>
              <p:spPr bwMode="auto">
                <a:xfrm>
                  <a:off x="2125" y="1298"/>
                  <a:ext cx="460" cy="291"/>
                </a:xfrm>
                <a:prstGeom prst="rect">
                  <a:avLst/>
                </a:prstGeom>
                <a:blipFill>
                  <a:blip r:embed="rId2"/>
                  <a:stretch>
                    <a:fillRect b="-4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7" name="Text Box 19">
              <a:extLst>
                <a:ext uri="{FF2B5EF4-FFF2-40B4-BE49-F238E27FC236}">
                  <a16:creationId xmlns:a16="http://schemas.microsoft.com/office/drawing/2014/main" id="{05DD1106-2E35-92FB-5EEC-44420AD3547B}"/>
                </a:ext>
              </a:extLst>
            </p:cNvPr>
            <p:cNvSpPr txBox="1">
              <a:spLocks noChangeArrowheads="1"/>
            </p:cNvSpPr>
            <p:nvPr/>
          </p:nvSpPr>
          <p:spPr bwMode="auto">
            <a:xfrm>
              <a:off x="557" y="2073"/>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dirty="0">
                  <a:latin typeface="微软雅黑" panose="020B0503020204020204" pitchFamily="34" charset="-122"/>
                  <a:ea typeface="微软雅黑" panose="020B0503020204020204" pitchFamily="34" charset="-122"/>
                </a:rPr>
                <a:t>a</a:t>
              </a:r>
            </a:p>
          </p:txBody>
        </p:sp>
        <p:sp>
          <p:nvSpPr>
            <p:cNvPr id="48" name="Text Box 20">
              <a:extLst>
                <a:ext uri="{FF2B5EF4-FFF2-40B4-BE49-F238E27FC236}">
                  <a16:creationId xmlns:a16="http://schemas.microsoft.com/office/drawing/2014/main" id="{8D171BF7-EF79-E339-8655-B4CCFF592D67}"/>
                </a:ext>
              </a:extLst>
            </p:cNvPr>
            <p:cNvSpPr txBox="1">
              <a:spLocks noChangeArrowheads="1"/>
            </p:cNvSpPr>
            <p:nvPr/>
          </p:nvSpPr>
          <p:spPr bwMode="auto">
            <a:xfrm>
              <a:off x="773" y="2073"/>
              <a:ext cx="24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b</a:t>
              </a:r>
            </a:p>
          </p:txBody>
        </p:sp>
        <p:sp>
          <p:nvSpPr>
            <p:cNvPr id="49" name="Text Box 21">
              <a:extLst>
                <a:ext uri="{FF2B5EF4-FFF2-40B4-BE49-F238E27FC236}">
                  <a16:creationId xmlns:a16="http://schemas.microsoft.com/office/drawing/2014/main" id="{20F3F5D3-DCB1-32ED-7576-FFD16CC475AC}"/>
                </a:ext>
              </a:extLst>
            </p:cNvPr>
            <p:cNvSpPr txBox="1">
              <a:spLocks noChangeArrowheads="1"/>
            </p:cNvSpPr>
            <p:nvPr/>
          </p:nvSpPr>
          <p:spPr bwMode="auto">
            <a:xfrm>
              <a:off x="1001" y="207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c</a:t>
              </a:r>
            </a:p>
          </p:txBody>
        </p:sp>
        <p:sp>
          <p:nvSpPr>
            <p:cNvPr id="50" name="Text Box 22">
              <a:extLst>
                <a:ext uri="{FF2B5EF4-FFF2-40B4-BE49-F238E27FC236}">
                  <a16:creationId xmlns:a16="http://schemas.microsoft.com/office/drawing/2014/main" id="{90B7ED70-1EDF-E608-437A-7B9C1C36E5AF}"/>
                </a:ext>
              </a:extLst>
            </p:cNvPr>
            <p:cNvSpPr txBox="1">
              <a:spLocks noChangeArrowheads="1"/>
            </p:cNvSpPr>
            <p:nvPr/>
          </p:nvSpPr>
          <p:spPr bwMode="auto">
            <a:xfrm>
              <a:off x="1229" y="2073"/>
              <a:ext cx="24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d</a:t>
              </a:r>
            </a:p>
          </p:txBody>
        </p:sp>
        <p:sp>
          <p:nvSpPr>
            <p:cNvPr id="51" name="Text Box 23">
              <a:extLst>
                <a:ext uri="{FF2B5EF4-FFF2-40B4-BE49-F238E27FC236}">
                  <a16:creationId xmlns:a16="http://schemas.microsoft.com/office/drawing/2014/main" id="{5A9F9FD5-96CA-E7BF-5324-E26B2D5322A5}"/>
                </a:ext>
              </a:extLst>
            </p:cNvPr>
            <p:cNvSpPr txBox="1">
              <a:spLocks noChangeArrowheads="1"/>
            </p:cNvSpPr>
            <p:nvPr/>
          </p:nvSpPr>
          <p:spPr bwMode="auto">
            <a:xfrm>
              <a:off x="1463" y="2073"/>
              <a:ext cx="22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e</a:t>
              </a:r>
            </a:p>
          </p:txBody>
        </p:sp>
        <p:sp>
          <p:nvSpPr>
            <p:cNvPr id="52" name="Text Box 24">
              <a:extLst>
                <a:ext uri="{FF2B5EF4-FFF2-40B4-BE49-F238E27FC236}">
                  <a16:creationId xmlns:a16="http://schemas.microsoft.com/office/drawing/2014/main" id="{0C25CCC0-64D1-3B29-F661-93C7D9A15356}"/>
                </a:ext>
              </a:extLst>
            </p:cNvPr>
            <p:cNvSpPr txBox="1">
              <a:spLocks noChangeArrowheads="1"/>
            </p:cNvSpPr>
            <p:nvPr/>
          </p:nvSpPr>
          <p:spPr bwMode="auto">
            <a:xfrm>
              <a:off x="1703" y="2073"/>
              <a:ext cx="18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f</a:t>
              </a:r>
            </a:p>
          </p:txBody>
        </p:sp>
        <p:sp>
          <p:nvSpPr>
            <p:cNvPr id="53" name="Text Box 25">
              <a:extLst>
                <a:ext uri="{FF2B5EF4-FFF2-40B4-BE49-F238E27FC236}">
                  <a16:creationId xmlns:a16="http://schemas.microsoft.com/office/drawing/2014/main" id="{E3CA6560-9294-D8D3-4E6D-3C5E623AFBC8}"/>
                </a:ext>
              </a:extLst>
            </p:cNvPr>
            <p:cNvSpPr txBox="1">
              <a:spLocks noChangeArrowheads="1"/>
            </p:cNvSpPr>
            <p:nvPr/>
          </p:nvSpPr>
          <p:spPr bwMode="auto">
            <a:xfrm>
              <a:off x="1906" y="2059"/>
              <a:ext cx="24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g</a:t>
              </a:r>
            </a:p>
          </p:txBody>
        </p:sp>
        <p:sp>
          <p:nvSpPr>
            <p:cNvPr id="54" name="Oval 26">
              <a:extLst>
                <a:ext uri="{FF2B5EF4-FFF2-40B4-BE49-F238E27FC236}">
                  <a16:creationId xmlns:a16="http://schemas.microsoft.com/office/drawing/2014/main" id="{667AC174-D9C8-D40D-E136-EEE62860131D}"/>
                </a:ext>
              </a:extLst>
            </p:cNvPr>
            <p:cNvSpPr>
              <a:spLocks noChangeArrowheads="1"/>
            </p:cNvSpPr>
            <p:nvPr/>
          </p:nvSpPr>
          <p:spPr bwMode="auto">
            <a:xfrm>
              <a:off x="2236" y="1578"/>
              <a:ext cx="48" cy="48"/>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grpSp>
          <p:nvGrpSpPr>
            <p:cNvPr id="55" name="Group 27">
              <a:extLst>
                <a:ext uri="{FF2B5EF4-FFF2-40B4-BE49-F238E27FC236}">
                  <a16:creationId xmlns:a16="http://schemas.microsoft.com/office/drawing/2014/main" id="{8AF19038-385C-5D22-BBE6-A8FF5AE56F1B}"/>
                </a:ext>
              </a:extLst>
            </p:cNvPr>
            <p:cNvGrpSpPr>
              <a:grpSpLocks/>
            </p:cNvGrpSpPr>
            <p:nvPr/>
          </p:nvGrpSpPr>
          <p:grpSpPr bwMode="auto">
            <a:xfrm>
              <a:off x="801" y="1598"/>
              <a:ext cx="150" cy="528"/>
              <a:chOff x="106" y="1933"/>
              <a:chExt cx="150" cy="528"/>
            </a:xfrm>
          </p:grpSpPr>
          <p:sp>
            <p:nvSpPr>
              <p:cNvPr id="139" name="Line 28">
                <a:extLst>
                  <a:ext uri="{FF2B5EF4-FFF2-40B4-BE49-F238E27FC236}">
                    <a16:creationId xmlns:a16="http://schemas.microsoft.com/office/drawing/2014/main" id="{5FE348EA-E5DC-E3F9-5C3E-64A25554E439}"/>
                  </a:ext>
                </a:extLst>
              </p:cNvPr>
              <p:cNvSpPr>
                <a:spLocks noChangeShapeType="1"/>
              </p:cNvSpPr>
              <p:nvPr/>
            </p:nvSpPr>
            <p:spPr bwMode="auto">
              <a:xfrm>
                <a:off x="181" y="1933"/>
                <a:ext cx="0" cy="528"/>
              </a:xfrm>
              <a:prstGeom prst="line">
                <a:avLst/>
              </a:prstGeom>
              <a:noFill/>
              <a:ln w="19050">
                <a:solidFill>
                  <a:srgbClr val="000000"/>
                </a:solidFill>
                <a:round/>
                <a:headEnd type="none" w="med" len="lg"/>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140" name="Group 29">
                <a:extLst>
                  <a:ext uri="{FF2B5EF4-FFF2-40B4-BE49-F238E27FC236}">
                    <a16:creationId xmlns:a16="http://schemas.microsoft.com/office/drawing/2014/main" id="{5D9B0A52-A8FB-5F0B-44AC-B1928154D635}"/>
                  </a:ext>
                </a:extLst>
              </p:cNvPr>
              <p:cNvGrpSpPr>
                <a:grpSpLocks/>
              </p:cNvGrpSpPr>
              <p:nvPr/>
            </p:nvGrpSpPr>
            <p:grpSpPr bwMode="auto">
              <a:xfrm>
                <a:off x="106" y="2125"/>
                <a:ext cx="150" cy="126"/>
                <a:chOff x="122" y="2125"/>
                <a:chExt cx="150" cy="126"/>
              </a:xfrm>
            </p:grpSpPr>
            <p:sp>
              <p:nvSpPr>
                <p:cNvPr id="141" name="AutoShape 30">
                  <a:extLst>
                    <a:ext uri="{FF2B5EF4-FFF2-40B4-BE49-F238E27FC236}">
                      <a16:creationId xmlns:a16="http://schemas.microsoft.com/office/drawing/2014/main" id="{175EF8ED-24F4-05E3-B033-010C5254D3B8}"/>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42" name="Line 31">
                  <a:extLst>
                    <a:ext uri="{FF2B5EF4-FFF2-40B4-BE49-F238E27FC236}">
                      <a16:creationId xmlns:a16="http://schemas.microsoft.com/office/drawing/2014/main" id="{4F87FAB1-99E5-3899-4B27-E4ADEC9D1814}"/>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grpSp>
          <p:nvGrpSpPr>
            <p:cNvPr id="56" name="Group 32">
              <a:extLst>
                <a:ext uri="{FF2B5EF4-FFF2-40B4-BE49-F238E27FC236}">
                  <a16:creationId xmlns:a16="http://schemas.microsoft.com/office/drawing/2014/main" id="{A83C5BE0-635D-80A7-D612-E91614672EC3}"/>
                </a:ext>
              </a:extLst>
            </p:cNvPr>
            <p:cNvGrpSpPr>
              <a:grpSpLocks/>
            </p:cNvGrpSpPr>
            <p:nvPr/>
          </p:nvGrpSpPr>
          <p:grpSpPr bwMode="auto">
            <a:xfrm>
              <a:off x="1028" y="1598"/>
              <a:ext cx="150" cy="528"/>
              <a:chOff x="106" y="1933"/>
              <a:chExt cx="150" cy="528"/>
            </a:xfrm>
          </p:grpSpPr>
          <p:sp>
            <p:nvSpPr>
              <p:cNvPr id="135" name="Line 33">
                <a:extLst>
                  <a:ext uri="{FF2B5EF4-FFF2-40B4-BE49-F238E27FC236}">
                    <a16:creationId xmlns:a16="http://schemas.microsoft.com/office/drawing/2014/main" id="{0D0F71F0-DE9A-653B-54A1-FD632846A5AF}"/>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136" name="Group 34">
                <a:extLst>
                  <a:ext uri="{FF2B5EF4-FFF2-40B4-BE49-F238E27FC236}">
                    <a16:creationId xmlns:a16="http://schemas.microsoft.com/office/drawing/2014/main" id="{AAF3D145-B1EE-2F6E-7B63-68E2169D592F}"/>
                  </a:ext>
                </a:extLst>
              </p:cNvPr>
              <p:cNvGrpSpPr>
                <a:grpSpLocks/>
              </p:cNvGrpSpPr>
              <p:nvPr/>
            </p:nvGrpSpPr>
            <p:grpSpPr bwMode="auto">
              <a:xfrm>
                <a:off x="106" y="2125"/>
                <a:ext cx="150" cy="126"/>
                <a:chOff x="122" y="2125"/>
                <a:chExt cx="150" cy="126"/>
              </a:xfrm>
            </p:grpSpPr>
            <p:sp>
              <p:nvSpPr>
                <p:cNvPr id="137" name="AutoShape 35">
                  <a:extLst>
                    <a:ext uri="{FF2B5EF4-FFF2-40B4-BE49-F238E27FC236}">
                      <a16:creationId xmlns:a16="http://schemas.microsoft.com/office/drawing/2014/main" id="{FC587C99-3B58-1236-B6AE-3428841AEC5F}"/>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38" name="Line 36">
                  <a:extLst>
                    <a:ext uri="{FF2B5EF4-FFF2-40B4-BE49-F238E27FC236}">
                      <a16:creationId xmlns:a16="http://schemas.microsoft.com/office/drawing/2014/main" id="{8607DA87-E2E2-49FC-5D5A-62D909C708B8}"/>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grpSp>
          <p:nvGrpSpPr>
            <p:cNvPr id="57" name="Group 37">
              <a:extLst>
                <a:ext uri="{FF2B5EF4-FFF2-40B4-BE49-F238E27FC236}">
                  <a16:creationId xmlns:a16="http://schemas.microsoft.com/office/drawing/2014/main" id="{C4CAF660-5549-2B27-3947-CF45DDD0F6EE}"/>
                </a:ext>
              </a:extLst>
            </p:cNvPr>
            <p:cNvGrpSpPr>
              <a:grpSpLocks/>
            </p:cNvGrpSpPr>
            <p:nvPr/>
          </p:nvGrpSpPr>
          <p:grpSpPr bwMode="auto">
            <a:xfrm>
              <a:off x="1255" y="1598"/>
              <a:ext cx="150" cy="528"/>
              <a:chOff x="106" y="1933"/>
              <a:chExt cx="150" cy="528"/>
            </a:xfrm>
          </p:grpSpPr>
          <p:sp>
            <p:nvSpPr>
              <p:cNvPr id="131" name="Line 38">
                <a:extLst>
                  <a:ext uri="{FF2B5EF4-FFF2-40B4-BE49-F238E27FC236}">
                    <a16:creationId xmlns:a16="http://schemas.microsoft.com/office/drawing/2014/main" id="{22FED581-61D0-3FAE-AE76-CF9B54AF791C}"/>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132" name="Group 39">
                <a:extLst>
                  <a:ext uri="{FF2B5EF4-FFF2-40B4-BE49-F238E27FC236}">
                    <a16:creationId xmlns:a16="http://schemas.microsoft.com/office/drawing/2014/main" id="{B7377BE3-DDDC-BC09-175B-8BEB4D3B09AC}"/>
                  </a:ext>
                </a:extLst>
              </p:cNvPr>
              <p:cNvGrpSpPr>
                <a:grpSpLocks/>
              </p:cNvGrpSpPr>
              <p:nvPr/>
            </p:nvGrpSpPr>
            <p:grpSpPr bwMode="auto">
              <a:xfrm>
                <a:off x="106" y="2125"/>
                <a:ext cx="150" cy="126"/>
                <a:chOff x="122" y="2125"/>
                <a:chExt cx="150" cy="126"/>
              </a:xfrm>
            </p:grpSpPr>
            <p:sp>
              <p:nvSpPr>
                <p:cNvPr id="133" name="AutoShape 40">
                  <a:extLst>
                    <a:ext uri="{FF2B5EF4-FFF2-40B4-BE49-F238E27FC236}">
                      <a16:creationId xmlns:a16="http://schemas.microsoft.com/office/drawing/2014/main" id="{1B412699-801B-2D2F-9D4C-04008F60A8F5}"/>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34" name="Line 41">
                  <a:extLst>
                    <a:ext uri="{FF2B5EF4-FFF2-40B4-BE49-F238E27FC236}">
                      <a16:creationId xmlns:a16="http://schemas.microsoft.com/office/drawing/2014/main" id="{1BE6FB0D-03B4-9CDA-B2D5-A095E49AE7F3}"/>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grpSp>
          <p:nvGrpSpPr>
            <p:cNvPr id="58" name="Group 42">
              <a:extLst>
                <a:ext uri="{FF2B5EF4-FFF2-40B4-BE49-F238E27FC236}">
                  <a16:creationId xmlns:a16="http://schemas.microsoft.com/office/drawing/2014/main" id="{993E999D-60F2-E870-3F10-C9C4F99FD6C2}"/>
                </a:ext>
              </a:extLst>
            </p:cNvPr>
            <p:cNvGrpSpPr>
              <a:grpSpLocks/>
            </p:cNvGrpSpPr>
            <p:nvPr/>
          </p:nvGrpSpPr>
          <p:grpSpPr bwMode="auto">
            <a:xfrm>
              <a:off x="1482" y="1598"/>
              <a:ext cx="150" cy="528"/>
              <a:chOff x="106" y="1933"/>
              <a:chExt cx="150" cy="528"/>
            </a:xfrm>
          </p:grpSpPr>
          <p:sp>
            <p:nvSpPr>
              <p:cNvPr id="127" name="Line 43">
                <a:extLst>
                  <a:ext uri="{FF2B5EF4-FFF2-40B4-BE49-F238E27FC236}">
                    <a16:creationId xmlns:a16="http://schemas.microsoft.com/office/drawing/2014/main" id="{5603D722-6793-1597-5C1D-F1B8FA08298F}"/>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128" name="Group 44">
                <a:extLst>
                  <a:ext uri="{FF2B5EF4-FFF2-40B4-BE49-F238E27FC236}">
                    <a16:creationId xmlns:a16="http://schemas.microsoft.com/office/drawing/2014/main" id="{C82EF58A-5F48-A318-D5ED-78977FF0607D}"/>
                  </a:ext>
                </a:extLst>
              </p:cNvPr>
              <p:cNvGrpSpPr>
                <a:grpSpLocks/>
              </p:cNvGrpSpPr>
              <p:nvPr/>
            </p:nvGrpSpPr>
            <p:grpSpPr bwMode="auto">
              <a:xfrm>
                <a:off x="106" y="2125"/>
                <a:ext cx="150" cy="126"/>
                <a:chOff x="122" y="2125"/>
                <a:chExt cx="150" cy="126"/>
              </a:xfrm>
            </p:grpSpPr>
            <p:sp>
              <p:nvSpPr>
                <p:cNvPr id="129" name="AutoShape 45">
                  <a:extLst>
                    <a:ext uri="{FF2B5EF4-FFF2-40B4-BE49-F238E27FC236}">
                      <a16:creationId xmlns:a16="http://schemas.microsoft.com/office/drawing/2014/main" id="{7C159566-C434-B252-49F7-8A74AFB6E433}"/>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30" name="Line 46">
                  <a:extLst>
                    <a:ext uri="{FF2B5EF4-FFF2-40B4-BE49-F238E27FC236}">
                      <a16:creationId xmlns:a16="http://schemas.microsoft.com/office/drawing/2014/main" id="{5A601E4B-D371-283F-29A6-769FE8C2FA39}"/>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grpSp>
          <p:nvGrpSpPr>
            <p:cNvPr id="59" name="Group 47">
              <a:extLst>
                <a:ext uri="{FF2B5EF4-FFF2-40B4-BE49-F238E27FC236}">
                  <a16:creationId xmlns:a16="http://schemas.microsoft.com/office/drawing/2014/main" id="{5BC47F6D-4D2C-4FE6-F835-FAB8F67D7C9B}"/>
                </a:ext>
              </a:extLst>
            </p:cNvPr>
            <p:cNvGrpSpPr>
              <a:grpSpLocks/>
            </p:cNvGrpSpPr>
            <p:nvPr/>
          </p:nvGrpSpPr>
          <p:grpSpPr bwMode="auto">
            <a:xfrm>
              <a:off x="1708" y="1598"/>
              <a:ext cx="150" cy="528"/>
              <a:chOff x="106" y="1933"/>
              <a:chExt cx="150" cy="528"/>
            </a:xfrm>
          </p:grpSpPr>
          <p:sp>
            <p:nvSpPr>
              <p:cNvPr id="65" name="Line 48">
                <a:extLst>
                  <a:ext uri="{FF2B5EF4-FFF2-40B4-BE49-F238E27FC236}">
                    <a16:creationId xmlns:a16="http://schemas.microsoft.com/office/drawing/2014/main" id="{37D4418D-3F31-4259-45C6-907305444117}"/>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66" name="Group 49">
                <a:extLst>
                  <a:ext uri="{FF2B5EF4-FFF2-40B4-BE49-F238E27FC236}">
                    <a16:creationId xmlns:a16="http://schemas.microsoft.com/office/drawing/2014/main" id="{947A5498-C370-55D0-77AA-12FC9EA5655B}"/>
                  </a:ext>
                </a:extLst>
              </p:cNvPr>
              <p:cNvGrpSpPr>
                <a:grpSpLocks/>
              </p:cNvGrpSpPr>
              <p:nvPr/>
            </p:nvGrpSpPr>
            <p:grpSpPr bwMode="auto">
              <a:xfrm>
                <a:off x="106" y="2125"/>
                <a:ext cx="150" cy="126"/>
                <a:chOff x="122" y="2125"/>
                <a:chExt cx="150" cy="126"/>
              </a:xfrm>
            </p:grpSpPr>
            <p:sp>
              <p:nvSpPr>
                <p:cNvPr id="125" name="AutoShape 50">
                  <a:extLst>
                    <a:ext uri="{FF2B5EF4-FFF2-40B4-BE49-F238E27FC236}">
                      <a16:creationId xmlns:a16="http://schemas.microsoft.com/office/drawing/2014/main" id="{70FC284F-1C53-249F-279F-32DBF3638EC1}"/>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26" name="Line 51">
                  <a:extLst>
                    <a:ext uri="{FF2B5EF4-FFF2-40B4-BE49-F238E27FC236}">
                      <a16:creationId xmlns:a16="http://schemas.microsoft.com/office/drawing/2014/main" id="{7078DFA3-05D4-FF92-6B28-E48BBA958B75}"/>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grpSp>
          <p:nvGrpSpPr>
            <p:cNvPr id="60" name="Group 52">
              <a:extLst>
                <a:ext uri="{FF2B5EF4-FFF2-40B4-BE49-F238E27FC236}">
                  <a16:creationId xmlns:a16="http://schemas.microsoft.com/office/drawing/2014/main" id="{4876AFE5-CEF5-AE35-6DB2-2DE7E7495290}"/>
                </a:ext>
              </a:extLst>
            </p:cNvPr>
            <p:cNvGrpSpPr>
              <a:grpSpLocks/>
            </p:cNvGrpSpPr>
            <p:nvPr/>
          </p:nvGrpSpPr>
          <p:grpSpPr bwMode="auto">
            <a:xfrm>
              <a:off x="1935" y="1598"/>
              <a:ext cx="150" cy="528"/>
              <a:chOff x="106" y="1933"/>
              <a:chExt cx="150" cy="528"/>
            </a:xfrm>
          </p:grpSpPr>
          <p:sp>
            <p:nvSpPr>
              <p:cNvPr id="61" name="Line 53">
                <a:extLst>
                  <a:ext uri="{FF2B5EF4-FFF2-40B4-BE49-F238E27FC236}">
                    <a16:creationId xmlns:a16="http://schemas.microsoft.com/office/drawing/2014/main" id="{ED86892E-2160-65AE-840A-7CCE6643D190}"/>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62" name="Group 54">
                <a:extLst>
                  <a:ext uri="{FF2B5EF4-FFF2-40B4-BE49-F238E27FC236}">
                    <a16:creationId xmlns:a16="http://schemas.microsoft.com/office/drawing/2014/main" id="{AED6C65B-60F1-C808-5D3A-49080F0D847B}"/>
                  </a:ext>
                </a:extLst>
              </p:cNvPr>
              <p:cNvGrpSpPr>
                <a:grpSpLocks/>
              </p:cNvGrpSpPr>
              <p:nvPr/>
            </p:nvGrpSpPr>
            <p:grpSpPr bwMode="auto">
              <a:xfrm>
                <a:off x="106" y="2125"/>
                <a:ext cx="150" cy="126"/>
                <a:chOff x="122" y="2125"/>
                <a:chExt cx="150" cy="126"/>
              </a:xfrm>
            </p:grpSpPr>
            <p:sp>
              <p:nvSpPr>
                <p:cNvPr id="63" name="AutoShape 55">
                  <a:extLst>
                    <a:ext uri="{FF2B5EF4-FFF2-40B4-BE49-F238E27FC236}">
                      <a16:creationId xmlns:a16="http://schemas.microsoft.com/office/drawing/2014/main" id="{A57D12E6-B14F-68D9-C9CB-E6694DD6A477}"/>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64" name="Line 56">
                  <a:extLst>
                    <a:ext uri="{FF2B5EF4-FFF2-40B4-BE49-F238E27FC236}">
                      <a16:creationId xmlns:a16="http://schemas.microsoft.com/office/drawing/2014/main" id="{DB503723-48E9-0084-4A23-0CDEB060E96E}"/>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grpSp>
      <p:grpSp>
        <p:nvGrpSpPr>
          <p:cNvPr id="147" name="Group 82">
            <a:extLst>
              <a:ext uri="{FF2B5EF4-FFF2-40B4-BE49-F238E27FC236}">
                <a16:creationId xmlns:a16="http://schemas.microsoft.com/office/drawing/2014/main" id="{3DEEE814-671C-3CE7-7B8F-53625F76641C}"/>
              </a:ext>
            </a:extLst>
          </p:cNvPr>
          <p:cNvGrpSpPr>
            <a:grpSpLocks/>
          </p:cNvGrpSpPr>
          <p:nvPr/>
        </p:nvGrpSpPr>
        <p:grpSpPr bwMode="auto">
          <a:xfrm>
            <a:off x="5400000" y="4140000"/>
            <a:ext cx="3060700" cy="1970088"/>
            <a:chOff x="2588" y="1300"/>
            <a:chExt cx="1928" cy="1241"/>
          </a:xfrm>
        </p:grpSpPr>
        <p:sp>
          <p:nvSpPr>
            <p:cNvPr id="148" name="Text Box 83">
              <a:extLst>
                <a:ext uri="{FF2B5EF4-FFF2-40B4-BE49-F238E27FC236}">
                  <a16:creationId xmlns:a16="http://schemas.microsoft.com/office/drawing/2014/main" id="{38A5608F-F73C-1019-A61E-7CA9A08655F7}"/>
                </a:ext>
              </a:extLst>
            </p:cNvPr>
            <p:cNvSpPr txBox="1">
              <a:spLocks noChangeArrowheads="1"/>
            </p:cNvSpPr>
            <p:nvPr/>
          </p:nvSpPr>
          <p:spPr bwMode="auto">
            <a:xfrm>
              <a:off x="2588" y="2253"/>
              <a:ext cx="19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zh-CN" altLang="en-US" sz="2400" b="0" dirty="0">
                  <a:latin typeface="微软雅黑" panose="020B0503020204020204" pitchFamily="34" charset="-122"/>
                  <a:ea typeface="微软雅黑" panose="020B0503020204020204" pitchFamily="34" charset="-122"/>
                </a:rPr>
                <a:t>共阴极，高电平驱动</a:t>
              </a:r>
            </a:p>
          </p:txBody>
        </p:sp>
        <p:grpSp>
          <p:nvGrpSpPr>
            <p:cNvPr id="149" name="Group 84">
              <a:extLst>
                <a:ext uri="{FF2B5EF4-FFF2-40B4-BE49-F238E27FC236}">
                  <a16:creationId xmlns:a16="http://schemas.microsoft.com/office/drawing/2014/main" id="{6D93C0B1-873D-306B-3D8D-253576E6BC19}"/>
                </a:ext>
              </a:extLst>
            </p:cNvPr>
            <p:cNvGrpSpPr>
              <a:grpSpLocks/>
            </p:cNvGrpSpPr>
            <p:nvPr/>
          </p:nvGrpSpPr>
          <p:grpSpPr bwMode="auto">
            <a:xfrm>
              <a:off x="2687" y="1598"/>
              <a:ext cx="150" cy="528"/>
              <a:chOff x="106" y="1933"/>
              <a:chExt cx="150" cy="528"/>
            </a:xfrm>
          </p:grpSpPr>
          <p:sp>
            <p:nvSpPr>
              <p:cNvPr id="195" name="Line 85">
                <a:extLst>
                  <a:ext uri="{FF2B5EF4-FFF2-40B4-BE49-F238E27FC236}">
                    <a16:creationId xmlns:a16="http://schemas.microsoft.com/office/drawing/2014/main" id="{B90F5B7B-5D9F-D13F-9BF5-46B75BEF25BD}"/>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196" name="Group 86">
                <a:extLst>
                  <a:ext uri="{FF2B5EF4-FFF2-40B4-BE49-F238E27FC236}">
                    <a16:creationId xmlns:a16="http://schemas.microsoft.com/office/drawing/2014/main" id="{B92639AD-1773-2C39-B141-188CA8E693D0}"/>
                  </a:ext>
                </a:extLst>
              </p:cNvPr>
              <p:cNvGrpSpPr>
                <a:grpSpLocks/>
              </p:cNvGrpSpPr>
              <p:nvPr/>
            </p:nvGrpSpPr>
            <p:grpSpPr bwMode="auto">
              <a:xfrm>
                <a:off x="106" y="2125"/>
                <a:ext cx="150" cy="126"/>
                <a:chOff x="122" y="2125"/>
                <a:chExt cx="150" cy="126"/>
              </a:xfrm>
            </p:grpSpPr>
            <p:sp>
              <p:nvSpPr>
                <p:cNvPr id="197" name="AutoShape 87">
                  <a:extLst>
                    <a:ext uri="{FF2B5EF4-FFF2-40B4-BE49-F238E27FC236}">
                      <a16:creationId xmlns:a16="http://schemas.microsoft.com/office/drawing/2014/main" id="{B5049C92-613A-6379-6F49-42C61F04A826}"/>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98" name="Line 88">
                  <a:extLst>
                    <a:ext uri="{FF2B5EF4-FFF2-40B4-BE49-F238E27FC236}">
                      <a16:creationId xmlns:a16="http://schemas.microsoft.com/office/drawing/2014/main" id="{52E6D276-9235-8F37-6651-D1F82DE13411}"/>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sp>
          <p:nvSpPr>
            <p:cNvPr id="150" name="Line 89">
              <a:extLst>
                <a:ext uri="{FF2B5EF4-FFF2-40B4-BE49-F238E27FC236}">
                  <a16:creationId xmlns:a16="http://schemas.microsoft.com/office/drawing/2014/main" id="{9668E390-B404-96D8-09EB-F6EC03A2CC3B}"/>
                </a:ext>
              </a:extLst>
            </p:cNvPr>
            <p:cNvSpPr>
              <a:spLocks noChangeShapeType="1"/>
            </p:cNvSpPr>
            <p:nvPr/>
          </p:nvSpPr>
          <p:spPr bwMode="auto">
            <a:xfrm>
              <a:off x="2760" y="2123"/>
              <a:ext cx="157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sp>
          <p:nvSpPr>
            <p:cNvPr id="151" name="Oval 90">
              <a:extLst>
                <a:ext uri="{FF2B5EF4-FFF2-40B4-BE49-F238E27FC236}">
                  <a16:creationId xmlns:a16="http://schemas.microsoft.com/office/drawing/2014/main" id="{D223BFBD-C965-7866-6E2E-B89ADDC8CDBA}"/>
                </a:ext>
              </a:extLst>
            </p:cNvPr>
            <p:cNvSpPr>
              <a:spLocks noChangeArrowheads="1"/>
            </p:cNvSpPr>
            <p:nvPr/>
          </p:nvSpPr>
          <p:spPr bwMode="auto">
            <a:xfrm>
              <a:off x="3174" y="2098"/>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52" name="Oval 91">
              <a:extLst>
                <a:ext uri="{FF2B5EF4-FFF2-40B4-BE49-F238E27FC236}">
                  <a16:creationId xmlns:a16="http://schemas.microsoft.com/office/drawing/2014/main" id="{A653CB56-35FD-C6FF-22F6-586D5C6DD302}"/>
                </a:ext>
              </a:extLst>
            </p:cNvPr>
            <p:cNvSpPr>
              <a:spLocks noChangeArrowheads="1"/>
            </p:cNvSpPr>
            <p:nvPr/>
          </p:nvSpPr>
          <p:spPr bwMode="auto">
            <a:xfrm>
              <a:off x="2948" y="2101"/>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53" name="Oval 92">
              <a:extLst>
                <a:ext uri="{FF2B5EF4-FFF2-40B4-BE49-F238E27FC236}">
                  <a16:creationId xmlns:a16="http://schemas.microsoft.com/office/drawing/2014/main" id="{1A5612F8-6FE0-67B7-AF49-A19725B03C02}"/>
                </a:ext>
              </a:extLst>
            </p:cNvPr>
            <p:cNvSpPr>
              <a:spLocks noChangeArrowheads="1"/>
            </p:cNvSpPr>
            <p:nvPr/>
          </p:nvSpPr>
          <p:spPr bwMode="auto">
            <a:xfrm>
              <a:off x="3401" y="2103"/>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54" name="Oval 93">
              <a:extLst>
                <a:ext uri="{FF2B5EF4-FFF2-40B4-BE49-F238E27FC236}">
                  <a16:creationId xmlns:a16="http://schemas.microsoft.com/office/drawing/2014/main" id="{45E36AA0-BE1F-41A2-CC7E-C14CBB644AAC}"/>
                </a:ext>
              </a:extLst>
            </p:cNvPr>
            <p:cNvSpPr>
              <a:spLocks noChangeArrowheads="1"/>
            </p:cNvSpPr>
            <p:nvPr/>
          </p:nvSpPr>
          <p:spPr bwMode="auto">
            <a:xfrm>
              <a:off x="3628" y="2098"/>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55" name="Oval 94">
              <a:extLst>
                <a:ext uri="{FF2B5EF4-FFF2-40B4-BE49-F238E27FC236}">
                  <a16:creationId xmlns:a16="http://schemas.microsoft.com/office/drawing/2014/main" id="{5F362D32-1B5B-955D-9040-89369A3D2767}"/>
                </a:ext>
              </a:extLst>
            </p:cNvPr>
            <p:cNvSpPr>
              <a:spLocks noChangeArrowheads="1"/>
            </p:cNvSpPr>
            <p:nvPr/>
          </p:nvSpPr>
          <p:spPr bwMode="auto">
            <a:xfrm>
              <a:off x="3855" y="2098"/>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56" name="Oval 95">
              <a:extLst>
                <a:ext uri="{FF2B5EF4-FFF2-40B4-BE49-F238E27FC236}">
                  <a16:creationId xmlns:a16="http://schemas.microsoft.com/office/drawing/2014/main" id="{6AD4B91B-D3FB-2100-3FB2-07D175CF5DB2}"/>
                </a:ext>
              </a:extLst>
            </p:cNvPr>
            <p:cNvSpPr>
              <a:spLocks noChangeArrowheads="1"/>
            </p:cNvSpPr>
            <p:nvPr/>
          </p:nvSpPr>
          <p:spPr bwMode="auto">
            <a:xfrm>
              <a:off x="4082" y="2098"/>
              <a:ext cx="48" cy="48"/>
            </a:xfrm>
            <a:prstGeom prst="ellipse">
              <a:avLst/>
            </a:prstGeom>
            <a:solidFill>
              <a:schemeClr val="tx1"/>
            </a:solidFill>
            <a:ln w="9525">
              <a:solidFill>
                <a:srgbClr val="000000"/>
              </a:solidFill>
              <a:round/>
              <a:headEnd/>
              <a:tailEnd/>
            </a:ln>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57" name="Text Box 96">
              <a:extLst>
                <a:ext uri="{FF2B5EF4-FFF2-40B4-BE49-F238E27FC236}">
                  <a16:creationId xmlns:a16="http://schemas.microsoft.com/office/drawing/2014/main" id="{A4258A27-F773-68D9-D36F-8C9C6D4557A1}"/>
                </a:ext>
              </a:extLst>
            </p:cNvPr>
            <p:cNvSpPr txBox="1">
              <a:spLocks noChangeArrowheads="1"/>
            </p:cNvSpPr>
            <p:nvPr/>
          </p:nvSpPr>
          <p:spPr bwMode="auto">
            <a:xfrm>
              <a:off x="2664" y="1314"/>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a</a:t>
              </a:r>
            </a:p>
          </p:txBody>
        </p:sp>
        <p:sp>
          <p:nvSpPr>
            <p:cNvPr id="158" name="Text Box 97">
              <a:extLst>
                <a:ext uri="{FF2B5EF4-FFF2-40B4-BE49-F238E27FC236}">
                  <a16:creationId xmlns:a16="http://schemas.microsoft.com/office/drawing/2014/main" id="{757C2164-4055-BFC4-A808-A94737AF5DD0}"/>
                </a:ext>
              </a:extLst>
            </p:cNvPr>
            <p:cNvSpPr txBox="1">
              <a:spLocks noChangeArrowheads="1"/>
            </p:cNvSpPr>
            <p:nvPr/>
          </p:nvSpPr>
          <p:spPr bwMode="auto">
            <a:xfrm>
              <a:off x="2874" y="1314"/>
              <a:ext cx="24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b</a:t>
              </a:r>
            </a:p>
          </p:txBody>
        </p:sp>
        <p:sp>
          <p:nvSpPr>
            <p:cNvPr id="159" name="Text Box 98">
              <a:extLst>
                <a:ext uri="{FF2B5EF4-FFF2-40B4-BE49-F238E27FC236}">
                  <a16:creationId xmlns:a16="http://schemas.microsoft.com/office/drawing/2014/main" id="{8E4B48AA-F0C9-1E96-B194-64AB45AC59CA}"/>
                </a:ext>
              </a:extLst>
            </p:cNvPr>
            <p:cNvSpPr txBox="1">
              <a:spLocks noChangeArrowheads="1"/>
            </p:cNvSpPr>
            <p:nvPr/>
          </p:nvSpPr>
          <p:spPr bwMode="auto">
            <a:xfrm>
              <a:off x="3102" y="131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c</a:t>
              </a:r>
            </a:p>
          </p:txBody>
        </p:sp>
        <p:sp>
          <p:nvSpPr>
            <p:cNvPr id="160" name="Text Box 99">
              <a:extLst>
                <a:ext uri="{FF2B5EF4-FFF2-40B4-BE49-F238E27FC236}">
                  <a16:creationId xmlns:a16="http://schemas.microsoft.com/office/drawing/2014/main" id="{C25C469D-735B-15D3-4B34-29791829A763}"/>
                </a:ext>
              </a:extLst>
            </p:cNvPr>
            <p:cNvSpPr txBox="1">
              <a:spLocks noChangeArrowheads="1"/>
            </p:cNvSpPr>
            <p:nvPr/>
          </p:nvSpPr>
          <p:spPr bwMode="auto">
            <a:xfrm>
              <a:off x="3318" y="1314"/>
              <a:ext cx="24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d</a:t>
              </a:r>
            </a:p>
          </p:txBody>
        </p:sp>
        <p:sp>
          <p:nvSpPr>
            <p:cNvPr id="161" name="Text Box 100">
              <a:extLst>
                <a:ext uri="{FF2B5EF4-FFF2-40B4-BE49-F238E27FC236}">
                  <a16:creationId xmlns:a16="http://schemas.microsoft.com/office/drawing/2014/main" id="{44A838D0-DA0B-63B8-138E-A72E53EA90A2}"/>
                </a:ext>
              </a:extLst>
            </p:cNvPr>
            <p:cNvSpPr txBox="1">
              <a:spLocks noChangeArrowheads="1"/>
            </p:cNvSpPr>
            <p:nvPr/>
          </p:nvSpPr>
          <p:spPr bwMode="auto">
            <a:xfrm>
              <a:off x="3552" y="1314"/>
              <a:ext cx="22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e</a:t>
              </a:r>
            </a:p>
          </p:txBody>
        </p:sp>
        <p:sp>
          <p:nvSpPr>
            <p:cNvPr id="162" name="Text Box 101">
              <a:extLst>
                <a:ext uri="{FF2B5EF4-FFF2-40B4-BE49-F238E27FC236}">
                  <a16:creationId xmlns:a16="http://schemas.microsoft.com/office/drawing/2014/main" id="{53115C3E-AB3C-43BA-8B05-B84FBF88A16C}"/>
                </a:ext>
              </a:extLst>
            </p:cNvPr>
            <p:cNvSpPr txBox="1">
              <a:spLocks noChangeArrowheads="1"/>
            </p:cNvSpPr>
            <p:nvPr/>
          </p:nvSpPr>
          <p:spPr bwMode="auto">
            <a:xfrm>
              <a:off x="3798" y="1314"/>
              <a:ext cx="18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f</a:t>
              </a:r>
            </a:p>
          </p:txBody>
        </p:sp>
        <p:sp>
          <p:nvSpPr>
            <p:cNvPr id="163" name="Text Box 102">
              <a:extLst>
                <a:ext uri="{FF2B5EF4-FFF2-40B4-BE49-F238E27FC236}">
                  <a16:creationId xmlns:a16="http://schemas.microsoft.com/office/drawing/2014/main" id="{76DDC150-7DE4-735A-997B-52895622FFE2}"/>
                </a:ext>
              </a:extLst>
            </p:cNvPr>
            <p:cNvSpPr txBox="1">
              <a:spLocks noChangeArrowheads="1"/>
            </p:cNvSpPr>
            <p:nvPr/>
          </p:nvSpPr>
          <p:spPr bwMode="auto">
            <a:xfrm>
              <a:off x="4001" y="1300"/>
              <a:ext cx="24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微软雅黑" panose="020B0503020204020204" pitchFamily="34" charset="-122"/>
                  <a:ea typeface="微软雅黑" panose="020B0503020204020204" pitchFamily="34" charset="-122"/>
                </a:rPr>
                <a:t>g</a:t>
              </a:r>
            </a:p>
          </p:txBody>
        </p:sp>
        <p:grpSp>
          <p:nvGrpSpPr>
            <p:cNvPr id="164" name="Group 103">
              <a:extLst>
                <a:ext uri="{FF2B5EF4-FFF2-40B4-BE49-F238E27FC236}">
                  <a16:creationId xmlns:a16="http://schemas.microsoft.com/office/drawing/2014/main" id="{87C586B3-DF0D-9825-5429-2D0FF1405A08}"/>
                </a:ext>
              </a:extLst>
            </p:cNvPr>
            <p:cNvGrpSpPr>
              <a:grpSpLocks/>
            </p:cNvGrpSpPr>
            <p:nvPr/>
          </p:nvGrpSpPr>
          <p:grpSpPr bwMode="auto">
            <a:xfrm>
              <a:off x="2896" y="1598"/>
              <a:ext cx="150" cy="528"/>
              <a:chOff x="106" y="1933"/>
              <a:chExt cx="150" cy="528"/>
            </a:xfrm>
          </p:grpSpPr>
          <p:sp>
            <p:nvSpPr>
              <p:cNvPr id="191" name="Line 104">
                <a:extLst>
                  <a:ext uri="{FF2B5EF4-FFF2-40B4-BE49-F238E27FC236}">
                    <a16:creationId xmlns:a16="http://schemas.microsoft.com/office/drawing/2014/main" id="{C58F852E-B729-8F03-0E3B-F54752C5B356}"/>
                  </a:ext>
                </a:extLst>
              </p:cNvPr>
              <p:cNvSpPr>
                <a:spLocks noChangeShapeType="1"/>
              </p:cNvSpPr>
              <p:nvPr/>
            </p:nvSpPr>
            <p:spPr bwMode="auto">
              <a:xfrm>
                <a:off x="181" y="1933"/>
                <a:ext cx="0" cy="528"/>
              </a:xfrm>
              <a:prstGeom prst="line">
                <a:avLst/>
              </a:prstGeom>
              <a:noFill/>
              <a:ln w="19050">
                <a:solidFill>
                  <a:srgbClr val="000000"/>
                </a:solidFill>
                <a:round/>
                <a:headEnd type="none" w="med" len="lg"/>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192" name="Group 105">
                <a:extLst>
                  <a:ext uri="{FF2B5EF4-FFF2-40B4-BE49-F238E27FC236}">
                    <a16:creationId xmlns:a16="http://schemas.microsoft.com/office/drawing/2014/main" id="{B94B0142-F1F5-E85C-843C-DD6F86321EEE}"/>
                  </a:ext>
                </a:extLst>
              </p:cNvPr>
              <p:cNvGrpSpPr>
                <a:grpSpLocks/>
              </p:cNvGrpSpPr>
              <p:nvPr/>
            </p:nvGrpSpPr>
            <p:grpSpPr bwMode="auto">
              <a:xfrm>
                <a:off x="106" y="2125"/>
                <a:ext cx="150" cy="126"/>
                <a:chOff x="122" y="2125"/>
                <a:chExt cx="150" cy="126"/>
              </a:xfrm>
            </p:grpSpPr>
            <p:sp>
              <p:nvSpPr>
                <p:cNvPr id="193" name="AutoShape 106">
                  <a:extLst>
                    <a:ext uri="{FF2B5EF4-FFF2-40B4-BE49-F238E27FC236}">
                      <a16:creationId xmlns:a16="http://schemas.microsoft.com/office/drawing/2014/main" id="{896672D8-E3FA-85BF-B616-CCAB647034E4}"/>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94" name="Line 107">
                  <a:extLst>
                    <a:ext uri="{FF2B5EF4-FFF2-40B4-BE49-F238E27FC236}">
                      <a16:creationId xmlns:a16="http://schemas.microsoft.com/office/drawing/2014/main" id="{E3EB7D5D-19AA-24AF-91E9-490653D7EBA1}"/>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grpSp>
          <p:nvGrpSpPr>
            <p:cNvPr id="165" name="Group 108">
              <a:extLst>
                <a:ext uri="{FF2B5EF4-FFF2-40B4-BE49-F238E27FC236}">
                  <a16:creationId xmlns:a16="http://schemas.microsoft.com/office/drawing/2014/main" id="{29495C18-83CF-8C67-8281-777676878F65}"/>
                </a:ext>
              </a:extLst>
            </p:cNvPr>
            <p:cNvGrpSpPr>
              <a:grpSpLocks/>
            </p:cNvGrpSpPr>
            <p:nvPr/>
          </p:nvGrpSpPr>
          <p:grpSpPr bwMode="auto">
            <a:xfrm>
              <a:off x="3123" y="1598"/>
              <a:ext cx="150" cy="528"/>
              <a:chOff x="106" y="1933"/>
              <a:chExt cx="150" cy="528"/>
            </a:xfrm>
          </p:grpSpPr>
          <p:sp>
            <p:nvSpPr>
              <p:cNvPr id="187" name="Line 109">
                <a:extLst>
                  <a:ext uri="{FF2B5EF4-FFF2-40B4-BE49-F238E27FC236}">
                    <a16:creationId xmlns:a16="http://schemas.microsoft.com/office/drawing/2014/main" id="{0BD33B36-3B92-C4A7-F34F-A8DD028F6A27}"/>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188" name="Group 110">
                <a:extLst>
                  <a:ext uri="{FF2B5EF4-FFF2-40B4-BE49-F238E27FC236}">
                    <a16:creationId xmlns:a16="http://schemas.microsoft.com/office/drawing/2014/main" id="{4D20C5CE-E260-8C96-C516-9949118F96E7}"/>
                  </a:ext>
                </a:extLst>
              </p:cNvPr>
              <p:cNvGrpSpPr>
                <a:grpSpLocks/>
              </p:cNvGrpSpPr>
              <p:nvPr/>
            </p:nvGrpSpPr>
            <p:grpSpPr bwMode="auto">
              <a:xfrm>
                <a:off x="106" y="2125"/>
                <a:ext cx="150" cy="126"/>
                <a:chOff x="122" y="2125"/>
                <a:chExt cx="150" cy="126"/>
              </a:xfrm>
            </p:grpSpPr>
            <p:sp>
              <p:nvSpPr>
                <p:cNvPr id="189" name="AutoShape 111">
                  <a:extLst>
                    <a:ext uri="{FF2B5EF4-FFF2-40B4-BE49-F238E27FC236}">
                      <a16:creationId xmlns:a16="http://schemas.microsoft.com/office/drawing/2014/main" id="{16202656-98D0-127A-FD17-1AA3D36E9586}"/>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90" name="Line 112">
                  <a:extLst>
                    <a:ext uri="{FF2B5EF4-FFF2-40B4-BE49-F238E27FC236}">
                      <a16:creationId xmlns:a16="http://schemas.microsoft.com/office/drawing/2014/main" id="{3777D164-46E2-9E32-CCC0-8AF8448833D1}"/>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grpSp>
          <p:nvGrpSpPr>
            <p:cNvPr id="166" name="Group 113">
              <a:extLst>
                <a:ext uri="{FF2B5EF4-FFF2-40B4-BE49-F238E27FC236}">
                  <a16:creationId xmlns:a16="http://schemas.microsoft.com/office/drawing/2014/main" id="{13FA68AF-E65C-AE20-2BB1-74DB68DA1D78}"/>
                </a:ext>
              </a:extLst>
            </p:cNvPr>
            <p:cNvGrpSpPr>
              <a:grpSpLocks/>
            </p:cNvGrpSpPr>
            <p:nvPr/>
          </p:nvGrpSpPr>
          <p:grpSpPr bwMode="auto">
            <a:xfrm>
              <a:off x="3350" y="1598"/>
              <a:ext cx="150" cy="528"/>
              <a:chOff x="106" y="1933"/>
              <a:chExt cx="150" cy="528"/>
            </a:xfrm>
          </p:grpSpPr>
          <p:sp>
            <p:nvSpPr>
              <p:cNvPr id="183" name="Line 114">
                <a:extLst>
                  <a:ext uri="{FF2B5EF4-FFF2-40B4-BE49-F238E27FC236}">
                    <a16:creationId xmlns:a16="http://schemas.microsoft.com/office/drawing/2014/main" id="{2216C3B0-6564-5410-4BA8-912D58E73C87}"/>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184" name="Group 115">
                <a:extLst>
                  <a:ext uri="{FF2B5EF4-FFF2-40B4-BE49-F238E27FC236}">
                    <a16:creationId xmlns:a16="http://schemas.microsoft.com/office/drawing/2014/main" id="{8A996160-35D1-BF5D-5043-08CAFBDBDC02}"/>
                  </a:ext>
                </a:extLst>
              </p:cNvPr>
              <p:cNvGrpSpPr>
                <a:grpSpLocks/>
              </p:cNvGrpSpPr>
              <p:nvPr/>
            </p:nvGrpSpPr>
            <p:grpSpPr bwMode="auto">
              <a:xfrm>
                <a:off x="106" y="2125"/>
                <a:ext cx="150" cy="126"/>
                <a:chOff x="122" y="2125"/>
                <a:chExt cx="150" cy="126"/>
              </a:xfrm>
            </p:grpSpPr>
            <p:sp>
              <p:nvSpPr>
                <p:cNvPr id="185" name="AutoShape 116">
                  <a:extLst>
                    <a:ext uri="{FF2B5EF4-FFF2-40B4-BE49-F238E27FC236}">
                      <a16:creationId xmlns:a16="http://schemas.microsoft.com/office/drawing/2014/main" id="{F10CEEEC-9C91-4074-D114-2B6A7AFFE03C}"/>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86" name="Line 117">
                  <a:extLst>
                    <a:ext uri="{FF2B5EF4-FFF2-40B4-BE49-F238E27FC236}">
                      <a16:creationId xmlns:a16="http://schemas.microsoft.com/office/drawing/2014/main" id="{0CF5FF15-02B3-B8C7-E55E-CF63EF8D52AE}"/>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grpSp>
          <p:nvGrpSpPr>
            <p:cNvPr id="167" name="Group 118">
              <a:extLst>
                <a:ext uri="{FF2B5EF4-FFF2-40B4-BE49-F238E27FC236}">
                  <a16:creationId xmlns:a16="http://schemas.microsoft.com/office/drawing/2014/main" id="{72AB9048-BA6C-D4C7-FF70-26B8EB907DFB}"/>
                </a:ext>
              </a:extLst>
            </p:cNvPr>
            <p:cNvGrpSpPr>
              <a:grpSpLocks/>
            </p:cNvGrpSpPr>
            <p:nvPr/>
          </p:nvGrpSpPr>
          <p:grpSpPr bwMode="auto">
            <a:xfrm>
              <a:off x="3577" y="1598"/>
              <a:ext cx="150" cy="528"/>
              <a:chOff x="106" y="1933"/>
              <a:chExt cx="150" cy="528"/>
            </a:xfrm>
          </p:grpSpPr>
          <p:sp>
            <p:nvSpPr>
              <p:cNvPr id="179" name="Line 119">
                <a:extLst>
                  <a:ext uri="{FF2B5EF4-FFF2-40B4-BE49-F238E27FC236}">
                    <a16:creationId xmlns:a16="http://schemas.microsoft.com/office/drawing/2014/main" id="{073D8A70-FA5F-7A73-A3F0-18953D3E5579}"/>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180" name="Group 120">
                <a:extLst>
                  <a:ext uri="{FF2B5EF4-FFF2-40B4-BE49-F238E27FC236}">
                    <a16:creationId xmlns:a16="http://schemas.microsoft.com/office/drawing/2014/main" id="{8F5889A2-EDC5-FC75-3DAC-8D9842EDC5C3}"/>
                  </a:ext>
                </a:extLst>
              </p:cNvPr>
              <p:cNvGrpSpPr>
                <a:grpSpLocks/>
              </p:cNvGrpSpPr>
              <p:nvPr/>
            </p:nvGrpSpPr>
            <p:grpSpPr bwMode="auto">
              <a:xfrm>
                <a:off x="106" y="2125"/>
                <a:ext cx="150" cy="126"/>
                <a:chOff x="122" y="2125"/>
                <a:chExt cx="150" cy="126"/>
              </a:xfrm>
            </p:grpSpPr>
            <p:sp>
              <p:nvSpPr>
                <p:cNvPr id="181" name="AutoShape 121">
                  <a:extLst>
                    <a:ext uri="{FF2B5EF4-FFF2-40B4-BE49-F238E27FC236}">
                      <a16:creationId xmlns:a16="http://schemas.microsoft.com/office/drawing/2014/main" id="{8C357E3F-1A91-C69F-EB8F-C102C11E39FB}"/>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82" name="Line 122">
                  <a:extLst>
                    <a:ext uri="{FF2B5EF4-FFF2-40B4-BE49-F238E27FC236}">
                      <a16:creationId xmlns:a16="http://schemas.microsoft.com/office/drawing/2014/main" id="{18164331-F473-BE55-A31A-BF80349DEF74}"/>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grpSp>
          <p:nvGrpSpPr>
            <p:cNvPr id="168" name="Group 123">
              <a:extLst>
                <a:ext uri="{FF2B5EF4-FFF2-40B4-BE49-F238E27FC236}">
                  <a16:creationId xmlns:a16="http://schemas.microsoft.com/office/drawing/2014/main" id="{3F0866B5-E97B-0DAE-1D2B-F3F15B6C6169}"/>
                </a:ext>
              </a:extLst>
            </p:cNvPr>
            <p:cNvGrpSpPr>
              <a:grpSpLocks/>
            </p:cNvGrpSpPr>
            <p:nvPr/>
          </p:nvGrpSpPr>
          <p:grpSpPr bwMode="auto">
            <a:xfrm>
              <a:off x="3803" y="1598"/>
              <a:ext cx="150" cy="528"/>
              <a:chOff x="106" y="1933"/>
              <a:chExt cx="150" cy="528"/>
            </a:xfrm>
          </p:grpSpPr>
          <p:sp>
            <p:nvSpPr>
              <p:cNvPr id="175" name="Line 124">
                <a:extLst>
                  <a:ext uri="{FF2B5EF4-FFF2-40B4-BE49-F238E27FC236}">
                    <a16:creationId xmlns:a16="http://schemas.microsoft.com/office/drawing/2014/main" id="{B343B184-DD01-129B-D9C9-E9DC09699961}"/>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176" name="Group 125">
                <a:extLst>
                  <a:ext uri="{FF2B5EF4-FFF2-40B4-BE49-F238E27FC236}">
                    <a16:creationId xmlns:a16="http://schemas.microsoft.com/office/drawing/2014/main" id="{EE3011C7-27B7-53D3-AEF1-B231377085F7}"/>
                  </a:ext>
                </a:extLst>
              </p:cNvPr>
              <p:cNvGrpSpPr>
                <a:grpSpLocks/>
              </p:cNvGrpSpPr>
              <p:nvPr/>
            </p:nvGrpSpPr>
            <p:grpSpPr bwMode="auto">
              <a:xfrm>
                <a:off x="106" y="2125"/>
                <a:ext cx="150" cy="126"/>
                <a:chOff x="122" y="2125"/>
                <a:chExt cx="150" cy="126"/>
              </a:xfrm>
            </p:grpSpPr>
            <p:sp>
              <p:nvSpPr>
                <p:cNvPr id="177" name="AutoShape 126">
                  <a:extLst>
                    <a:ext uri="{FF2B5EF4-FFF2-40B4-BE49-F238E27FC236}">
                      <a16:creationId xmlns:a16="http://schemas.microsoft.com/office/drawing/2014/main" id="{907503FD-66D9-FE73-F2B5-8B1137A5E5E1}"/>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78" name="Line 127">
                  <a:extLst>
                    <a:ext uri="{FF2B5EF4-FFF2-40B4-BE49-F238E27FC236}">
                      <a16:creationId xmlns:a16="http://schemas.microsoft.com/office/drawing/2014/main" id="{6BE39FDF-707D-E8C2-D68C-EFEE98D2B4DA}"/>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grpSp>
          <p:nvGrpSpPr>
            <p:cNvPr id="169" name="Group 128">
              <a:extLst>
                <a:ext uri="{FF2B5EF4-FFF2-40B4-BE49-F238E27FC236}">
                  <a16:creationId xmlns:a16="http://schemas.microsoft.com/office/drawing/2014/main" id="{144C14FF-2EDE-CEE9-2C0C-E3435A450EE1}"/>
                </a:ext>
              </a:extLst>
            </p:cNvPr>
            <p:cNvGrpSpPr>
              <a:grpSpLocks/>
            </p:cNvGrpSpPr>
            <p:nvPr/>
          </p:nvGrpSpPr>
          <p:grpSpPr bwMode="auto">
            <a:xfrm>
              <a:off x="4030" y="1598"/>
              <a:ext cx="150" cy="528"/>
              <a:chOff x="106" y="1933"/>
              <a:chExt cx="150" cy="528"/>
            </a:xfrm>
          </p:grpSpPr>
          <p:sp>
            <p:nvSpPr>
              <p:cNvPr id="171" name="Line 129">
                <a:extLst>
                  <a:ext uri="{FF2B5EF4-FFF2-40B4-BE49-F238E27FC236}">
                    <a16:creationId xmlns:a16="http://schemas.microsoft.com/office/drawing/2014/main" id="{442F5261-BBCF-9DD3-91BD-364EAF292899}"/>
                  </a:ext>
                </a:extLst>
              </p:cNvPr>
              <p:cNvSpPr>
                <a:spLocks noChangeShapeType="1"/>
              </p:cNvSpPr>
              <p:nvPr/>
            </p:nvSpPr>
            <p:spPr bwMode="auto">
              <a:xfrm>
                <a:off x="181" y="1933"/>
                <a:ext cx="0" cy="5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nvGrpSpPr>
              <p:cNvPr id="172" name="Group 130">
                <a:extLst>
                  <a:ext uri="{FF2B5EF4-FFF2-40B4-BE49-F238E27FC236}">
                    <a16:creationId xmlns:a16="http://schemas.microsoft.com/office/drawing/2014/main" id="{5D476446-36CC-D016-C1F4-33CE85C79FDA}"/>
                  </a:ext>
                </a:extLst>
              </p:cNvPr>
              <p:cNvGrpSpPr>
                <a:grpSpLocks/>
              </p:cNvGrpSpPr>
              <p:nvPr/>
            </p:nvGrpSpPr>
            <p:grpSpPr bwMode="auto">
              <a:xfrm>
                <a:off x="106" y="2125"/>
                <a:ext cx="150" cy="126"/>
                <a:chOff x="122" y="2125"/>
                <a:chExt cx="150" cy="126"/>
              </a:xfrm>
            </p:grpSpPr>
            <p:sp>
              <p:nvSpPr>
                <p:cNvPr id="173" name="AutoShape 131">
                  <a:extLst>
                    <a:ext uri="{FF2B5EF4-FFF2-40B4-BE49-F238E27FC236}">
                      <a16:creationId xmlns:a16="http://schemas.microsoft.com/office/drawing/2014/main" id="{5EAE9A51-A9FF-439D-012F-075FD4C24857}"/>
                    </a:ext>
                  </a:extLst>
                </p:cNvPr>
                <p:cNvSpPr>
                  <a:spLocks noChangeArrowheads="1"/>
                </p:cNvSpPr>
                <p:nvPr/>
              </p:nvSpPr>
              <p:spPr bwMode="auto">
                <a:xfrm>
                  <a:off x="122" y="2125"/>
                  <a:ext cx="150" cy="126"/>
                </a:xfrm>
                <a:prstGeom prst="flowChartMerge">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2400" b="0">
                    <a:latin typeface="微软雅黑" panose="020B0503020204020204" pitchFamily="34" charset="-122"/>
                    <a:ea typeface="微软雅黑" panose="020B0503020204020204" pitchFamily="34" charset="-122"/>
                  </a:endParaRPr>
                </a:p>
              </p:txBody>
            </p:sp>
            <p:sp>
              <p:nvSpPr>
                <p:cNvPr id="174" name="Line 132">
                  <a:extLst>
                    <a:ext uri="{FF2B5EF4-FFF2-40B4-BE49-F238E27FC236}">
                      <a16:creationId xmlns:a16="http://schemas.microsoft.com/office/drawing/2014/main" id="{46C82B16-0926-6015-704F-1A910D7F466D}"/>
                    </a:ext>
                  </a:extLst>
                </p:cNvPr>
                <p:cNvSpPr>
                  <a:spLocks noChangeShapeType="1"/>
                </p:cNvSpPr>
                <p:nvPr/>
              </p:nvSpPr>
              <p:spPr bwMode="auto">
                <a:xfrm>
                  <a:off x="122" y="2251"/>
                  <a:ext cx="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grpSp>
        </p:grpSp>
        <p:sp>
          <p:nvSpPr>
            <p:cNvPr id="170" name="Line 133">
              <a:extLst>
                <a:ext uri="{FF2B5EF4-FFF2-40B4-BE49-F238E27FC236}">
                  <a16:creationId xmlns:a16="http://schemas.microsoft.com/office/drawing/2014/main" id="{E1BED159-D634-B40C-BD6E-4E3A2BECF0C5}"/>
                </a:ext>
              </a:extLst>
            </p:cNvPr>
            <p:cNvSpPr>
              <a:spLocks noChangeShapeType="1"/>
            </p:cNvSpPr>
            <p:nvPr/>
          </p:nvSpPr>
          <p:spPr bwMode="auto">
            <a:xfrm>
              <a:off x="4342" y="2019"/>
              <a:ext cx="0" cy="209"/>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92326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3F697-DC68-9BCC-E359-DB6B1DEB444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D0F4FC-00CA-FB97-E474-9D5D904CE8F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数字部分（组合逻辑电路）</a:t>
            </a:r>
          </a:p>
        </p:txBody>
      </p:sp>
      <p:sp>
        <p:nvSpPr>
          <p:cNvPr id="3" name="文本框 2">
            <a:extLst>
              <a:ext uri="{FF2B5EF4-FFF2-40B4-BE49-F238E27FC236}">
                <a16:creationId xmlns:a16="http://schemas.microsoft.com/office/drawing/2014/main" id="{C6F454B6-B095-6B2C-FFE2-F633ABF8A111}"/>
              </a:ext>
            </a:extLst>
          </p:cNvPr>
          <p:cNvSpPr txBox="1"/>
          <p:nvPr/>
        </p:nvSpPr>
        <p:spPr>
          <a:xfrm>
            <a:off x="359998" y="827998"/>
            <a:ext cx="10327051"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数据分配器：按照地址线，将输入送到指定通道上输出</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可用译码器实现</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id="{C14117EE-F90B-5B8A-947A-878956EB8DC1}"/>
              </a:ext>
            </a:extLst>
          </p:cNvPr>
          <p:cNvGrpSpPr/>
          <p:nvPr/>
        </p:nvGrpSpPr>
        <p:grpSpPr>
          <a:xfrm>
            <a:off x="11449269" y="6198682"/>
            <a:ext cx="786273" cy="548639"/>
            <a:chOff x="11454918" y="5839511"/>
            <a:chExt cx="786273" cy="548639"/>
          </a:xfrm>
        </p:grpSpPr>
        <p:grpSp>
          <p:nvGrpSpPr>
            <p:cNvPr id="21" name="组合 20">
              <a:extLst>
                <a:ext uri="{FF2B5EF4-FFF2-40B4-BE49-F238E27FC236}">
                  <a16:creationId xmlns:a16="http://schemas.microsoft.com/office/drawing/2014/main" id="{5712AF1B-9357-D9A2-345A-D70750404594}"/>
                </a:ext>
              </a:extLst>
            </p:cNvPr>
            <p:cNvGrpSpPr/>
            <p:nvPr/>
          </p:nvGrpSpPr>
          <p:grpSpPr>
            <a:xfrm>
              <a:off x="11454918" y="5867450"/>
              <a:ext cx="737081" cy="520700"/>
              <a:chOff x="11454918" y="5867450"/>
              <a:chExt cx="737081" cy="520700"/>
            </a:xfrm>
          </p:grpSpPr>
          <p:sp>
            <p:nvSpPr>
              <p:cNvPr id="23" name="箭头: 五边形 22">
                <a:extLst>
                  <a:ext uri="{FF2B5EF4-FFF2-40B4-BE49-F238E27FC236}">
                    <a16:creationId xmlns:a16="http://schemas.microsoft.com/office/drawing/2014/main" id="{6AD2961D-345D-4798-A9C4-40A0356ABFC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箭头: V 形 23">
                <a:extLst>
                  <a:ext uri="{FF2B5EF4-FFF2-40B4-BE49-F238E27FC236}">
                    <a16:creationId xmlns:a16="http://schemas.microsoft.com/office/drawing/2014/main" id="{CBCECF0C-2B54-82B9-BF21-2C1518AE26D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2" name="灯片编号占位符 3">
              <a:extLst>
                <a:ext uri="{FF2B5EF4-FFF2-40B4-BE49-F238E27FC236}">
                  <a16:creationId xmlns:a16="http://schemas.microsoft.com/office/drawing/2014/main" id="{7B9A3CCE-E740-BC62-9DF9-6D5A664FCA62}"/>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21</a:t>
              </a:fld>
              <a:endParaRPr lang="zh-CN" altLang="en-US" sz="3200" dirty="0">
                <a:solidFill>
                  <a:schemeClr val="bg1"/>
                </a:solidFill>
                <a:latin typeface="Candara"/>
                <a:ea typeface="微软雅黑"/>
              </a:endParaRPr>
            </a:p>
          </p:txBody>
        </p:sp>
      </p:grpSp>
      <p:grpSp>
        <p:nvGrpSpPr>
          <p:cNvPr id="75" name="组合 74">
            <a:extLst>
              <a:ext uri="{FF2B5EF4-FFF2-40B4-BE49-F238E27FC236}">
                <a16:creationId xmlns:a16="http://schemas.microsoft.com/office/drawing/2014/main" id="{E4B16720-702F-8628-475E-83B89ECE3187}"/>
              </a:ext>
            </a:extLst>
          </p:cNvPr>
          <p:cNvGrpSpPr/>
          <p:nvPr/>
        </p:nvGrpSpPr>
        <p:grpSpPr>
          <a:xfrm>
            <a:off x="7056000" y="1800000"/>
            <a:ext cx="4981299" cy="4248000"/>
            <a:chOff x="7056000" y="1800000"/>
            <a:chExt cx="4981299" cy="4248000"/>
          </a:xfrm>
        </p:grpSpPr>
        <mc:AlternateContent xmlns:mc="http://schemas.openxmlformats.org/markup-compatibility/2006" xmlns:a14="http://schemas.microsoft.com/office/drawing/2010/main">
          <mc:Choice Requires="a14">
            <p:sp>
              <p:nvSpPr>
                <p:cNvPr id="27" name="Text Box 70">
                  <a:extLst>
                    <a:ext uri="{FF2B5EF4-FFF2-40B4-BE49-F238E27FC236}">
                      <a16:creationId xmlns:a16="http://schemas.microsoft.com/office/drawing/2014/main" id="{3019FF42-C2DA-F338-04EB-7C6BAC927E1D}"/>
                    </a:ext>
                  </a:extLst>
                </p:cNvPr>
                <p:cNvSpPr txBox="1">
                  <a:spLocks noChangeArrowheads="1"/>
                </p:cNvSpPr>
                <p:nvPr/>
              </p:nvSpPr>
              <p:spPr bwMode="auto">
                <a:xfrm>
                  <a:off x="11412000" y="1908000"/>
                  <a:ext cx="625299"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tx1"/>
                                </a:solidFill>
                                <a:latin typeface="Cambria Math" panose="02040503050406030204" pitchFamily="18" charset="0"/>
                              </a:rPr>
                            </m:ctrlPr>
                          </m:accPr>
                          <m:e>
                            <m:sSub>
                              <m:sSubPr>
                                <m:ctrlPr>
                                  <a:rPr lang="en-US" altLang="zh-CN" sz="2400" b="0" i="1">
                                    <a:solidFill>
                                      <a:schemeClr val="tx1"/>
                                    </a:solidFill>
                                    <a:latin typeface="Cambria Math" panose="02040503050406030204" pitchFamily="18" charset="0"/>
                                  </a:rPr>
                                </m:ctrlPr>
                              </m:sSubPr>
                              <m:e>
                                <m:r>
                                  <a:rPr lang="en-US" altLang="zh-CN" sz="2400" b="0" i="0" smtClean="0">
                                    <a:solidFill>
                                      <a:schemeClr val="tx1"/>
                                    </a:solidFill>
                                    <a:latin typeface="Cambria Math" panose="02040503050406030204" pitchFamily="18" charset="0"/>
                                  </a:rPr>
                                  <m:t> </m:t>
                                </m:r>
                                <m:r>
                                  <m:rPr>
                                    <m:sty m:val="p"/>
                                  </m:rPr>
                                  <a:rPr lang="en-US" altLang="zh-CN" sz="2400" b="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0</m:t>
                                </m:r>
                              </m:sub>
                            </m:sSub>
                          </m:e>
                        </m:acc>
                      </m:oMath>
                    </m:oMathPara>
                  </a14:m>
                  <a:endParaRPr lang="en-US" altLang="zh-CN" sz="2400" b="0" dirty="0">
                    <a:solidFill>
                      <a:schemeClr val="tx1"/>
                    </a:solidFill>
                    <a:latin typeface="Times New Roman" panose="02020603050405020304" pitchFamily="18" charset="0"/>
                  </a:endParaRPr>
                </a:p>
              </p:txBody>
            </p:sp>
          </mc:Choice>
          <mc:Fallback xmlns="">
            <p:sp>
              <p:nvSpPr>
                <p:cNvPr id="27" name="Text Box 70">
                  <a:extLst>
                    <a:ext uri="{FF2B5EF4-FFF2-40B4-BE49-F238E27FC236}">
                      <a16:creationId xmlns:a16="http://schemas.microsoft.com/office/drawing/2014/main" id="{3019FF42-C2DA-F338-04EB-7C6BAC927E1D}"/>
                    </a:ext>
                  </a:extLst>
                </p:cNvPr>
                <p:cNvSpPr txBox="1">
                  <a:spLocks noRot="1" noChangeAspect="1" noMove="1" noResize="1" noEditPoints="1" noAdjustHandles="1" noChangeArrowheads="1" noChangeShapeType="1" noTextEdit="1"/>
                </p:cNvSpPr>
                <p:nvPr/>
              </p:nvSpPr>
              <p:spPr bwMode="auto">
                <a:xfrm>
                  <a:off x="11412000" y="1908000"/>
                  <a:ext cx="625299" cy="461665"/>
                </a:xfrm>
                <a:prstGeom prst="rect">
                  <a:avLst/>
                </a:prstGeom>
                <a:blipFill>
                  <a:blip r:embed="rId2"/>
                  <a:stretch>
                    <a:fillRect b="-131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 Box 70">
                  <a:extLst>
                    <a:ext uri="{FF2B5EF4-FFF2-40B4-BE49-F238E27FC236}">
                      <a16:creationId xmlns:a16="http://schemas.microsoft.com/office/drawing/2014/main" id="{852C131F-3C70-C1A8-B8D7-7C4A965575DF}"/>
                    </a:ext>
                  </a:extLst>
                </p:cNvPr>
                <p:cNvSpPr txBox="1">
                  <a:spLocks noChangeArrowheads="1"/>
                </p:cNvSpPr>
                <p:nvPr/>
              </p:nvSpPr>
              <p:spPr bwMode="auto">
                <a:xfrm>
                  <a:off x="11412000" y="2412000"/>
                  <a:ext cx="618182"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tx1"/>
                                </a:solidFill>
                                <a:latin typeface="Cambria Math" panose="02040503050406030204" pitchFamily="18" charset="0"/>
                              </a:rPr>
                            </m:ctrlPr>
                          </m:accPr>
                          <m:e>
                            <m:sSub>
                              <m:sSubPr>
                                <m:ctrlPr>
                                  <a:rPr lang="en-US" altLang="zh-CN" sz="2400" b="0" i="1">
                                    <a:solidFill>
                                      <a:schemeClr val="tx1"/>
                                    </a:solidFill>
                                    <a:latin typeface="Cambria Math" panose="02040503050406030204" pitchFamily="18" charset="0"/>
                                  </a:rPr>
                                </m:ctrlPr>
                              </m:sSubPr>
                              <m:e>
                                <m:r>
                                  <a:rPr lang="en-US" altLang="zh-CN" sz="2400" b="0" i="0" smtClean="0">
                                    <a:solidFill>
                                      <a:schemeClr val="tx1"/>
                                    </a:solidFill>
                                    <a:latin typeface="Cambria Math" panose="02040503050406030204" pitchFamily="18" charset="0"/>
                                  </a:rPr>
                                  <m:t> </m:t>
                                </m:r>
                                <m:r>
                                  <m:rPr>
                                    <m:sty m:val="p"/>
                                  </m:rPr>
                                  <a:rPr lang="en-US" altLang="zh-CN" sz="2400" b="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1</m:t>
                                </m:r>
                              </m:sub>
                            </m:sSub>
                          </m:e>
                        </m:acc>
                      </m:oMath>
                    </m:oMathPara>
                  </a14:m>
                  <a:endParaRPr lang="en-US" altLang="zh-CN" sz="2400" b="0" dirty="0">
                    <a:solidFill>
                      <a:schemeClr val="tx1"/>
                    </a:solidFill>
                    <a:latin typeface="Times New Roman" panose="02020603050405020304" pitchFamily="18" charset="0"/>
                  </a:endParaRPr>
                </a:p>
              </p:txBody>
            </p:sp>
          </mc:Choice>
          <mc:Fallback xmlns="">
            <p:sp>
              <p:nvSpPr>
                <p:cNvPr id="28" name="Text Box 70">
                  <a:extLst>
                    <a:ext uri="{FF2B5EF4-FFF2-40B4-BE49-F238E27FC236}">
                      <a16:creationId xmlns:a16="http://schemas.microsoft.com/office/drawing/2014/main" id="{852C131F-3C70-C1A8-B8D7-7C4A965575DF}"/>
                    </a:ext>
                  </a:extLst>
                </p:cNvPr>
                <p:cNvSpPr txBox="1">
                  <a:spLocks noRot="1" noChangeAspect="1" noMove="1" noResize="1" noEditPoints="1" noAdjustHandles="1" noChangeArrowheads="1" noChangeShapeType="1" noTextEdit="1"/>
                </p:cNvSpPr>
                <p:nvPr/>
              </p:nvSpPr>
              <p:spPr bwMode="auto">
                <a:xfrm>
                  <a:off x="11412000" y="2412000"/>
                  <a:ext cx="618182" cy="461665"/>
                </a:xfrm>
                <a:prstGeom prst="rect">
                  <a:avLst/>
                </a:prstGeom>
                <a:blipFill>
                  <a:blip r:embed="rId3"/>
                  <a:stretch>
                    <a:fillRect b="-2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Text Box 70">
                  <a:extLst>
                    <a:ext uri="{FF2B5EF4-FFF2-40B4-BE49-F238E27FC236}">
                      <a16:creationId xmlns:a16="http://schemas.microsoft.com/office/drawing/2014/main" id="{08607936-1425-24A9-0937-F18E0D6E814E}"/>
                    </a:ext>
                  </a:extLst>
                </p:cNvPr>
                <p:cNvSpPr txBox="1">
                  <a:spLocks noChangeArrowheads="1"/>
                </p:cNvSpPr>
                <p:nvPr/>
              </p:nvSpPr>
              <p:spPr bwMode="auto">
                <a:xfrm>
                  <a:off x="11412000" y="2916000"/>
                  <a:ext cx="625299"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tx1"/>
                                </a:solidFill>
                                <a:latin typeface="Cambria Math" panose="02040503050406030204" pitchFamily="18" charset="0"/>
                              </a:rPr>
                            </m:ctrlPr>
                          </m:accPr>
                          <m:e>
                            <m:sSub>
                              <m:sSubPr>
                                <m:ctrlPr>
                                  <a:rPr lang="en-US" altLang="zh-CN" sz="2400" b="0" i="1">
                                    <a:solidFill>
                                      <a:schemeClr val="tx1"/>
                                    </a:solidFill>
                                    <a:latin typeface="Cambria Math" panose="02040503050406030204" pitchFamily="18" charset="0"/>
                                  </a:rPr>
                                </m:ctrlPr>
                              </m:sSubPr>
                              <m:e>
                                <m:r>
                                  <a:rPr lang="en-US" altLang="zh-CN" sz="2400" b="0">
                                    <a:solidFill>
                                      <a:schemeClr val="tx1"/>
                                    </a:solidFill>
                                    <a:latin typeface="Cambria Math" panose="02040503050406030204" pitchFamily="18" charset="0"/>
                                  </a:rPr>
                                  <m:t> </m:t>
                                </m:r>
                                <m:r>
                                  <m:rPr>
                                    <m:sty m:val="p"/>
                                  </m:rPr>
                                  <a:rPr lang="en-US" altLang="zh-CN" sz="2400" b="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2</m:t>
                                </m:r>
                              </m:sub>
                            </m:sSub>
                          </m:e>
                        </m:acc>
                      </m:oMath>
                    </m:oMathPara>
                  </a14:m>
                  <a:endParaRPr lang="en-US" altLang="zh-CN" sz="2400" b="0" dirty="0">
                    <a:solidFill>
                      <a:schemeClr val="tx1"/>
                    </a:solidFill>
                    <a:latin typeface="Times New Roman" panose="02020603050405020304" pitchFamily="18" charset="0"/>
                  </a:endParaRPr>
                </a:p>
              </p:txBody>
            </p:sp>
          </mc:Choice>
          <mc:Fallback xmlns="">
            <p:sp>
              <p:nvSpPr>
                <p:cNvPr id="29" name="Text Box 70">
                  <a:extLst>
                    <a:ext uri="{FF2B5EF4-FFF2-40B4-BE49-F238E27FC236}">
                      <a16:creationId xmlns:a16="http://schemas.microsoft.com/office/drawing/2014/main" id="{08607936-1425-24A9-0937-F18E0D6E814E}"/>
                    </a:ext>
                  </a:extLst>
                </p:cNvPr>
                <p:cNvSpPr txBox="1">
                  <a:spLocks noRot="1" noChangeAspect="1" noMove="1" noResize="1" noEditPoints="1" noAdjustHandles="1" noChangeArrowheads="1" noChangeShapeType="1" noTextEdit="1"/>
                </p:cNvSpPr>
                <p:nvPr/>
              </p:nvSpPr>
              <p:spPr bwMode="auto">
                <a:xfrm>
                  <a:off x="11412000" y="2916000"/>
                  <a:ext cx="625299" cy="461665"/>
                </a:xfrm>
                <a:prstGeom prst="rect">
                  <a:avLst/>
                </a:prstGeom>
                <a:blipFill>
                  <a:blip r:embed="rId4"/>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Text Box 70">
                  <a:extLst>
                    <a:ext uri="{FF2B5EF4-FFF2-40B4-BE49-F238E27FC236}">
                      <a16:creationId xmlns:a16="http://schemas.microsoft.com/office/drawing/2014/main" id="{D2F3380B-0038-6191-730A-09AD1F9E392D}"/>
                    </a:ext>
                  </a:extLst>
                </p:cNvPr>
                <p:cNvSpPr txBox="1">
                  <a:spLocks noChangeArrowheads="1"/>
                </p:cNvSpPr>
                <p:nvPr/>
              </p:nvSpPr>
              <p:spPr bwMode="auto">
                <a:xfrm>
                  <a:off x="11412000" y="3420000"/>
                  <a:ext cx="625299"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tx1"/>
                                </a:solidFill>
                                <a:latin typeface="Cambria Math" panose="02040503050406030204" pitchFamily="18" charset="0"/>
                              </a:rPr>
                            </m:ctrlPr>
                          </m:accPr>
                          <m:e>
                            <m:sSub>
                              <m:sSubPr>
                                <m:ctrlPr>
                                  <a:rPr lang="en-US" altLang="zh-CN" sz="2400" b="0" i="1">
                                    <a:solidFill>
                                      <a:schemeClr val="tx1"/>
                                    </a:solidFill>
                                    <a:latin typeface="Cambria Math" panose="02040503050406030204" pitchFamily="18" charset="0"/>
                                  </a:rPr>
                                </m:ctrlPr>
                              </m:sSubPr>
                              <m:e>
                                <m:r>
                                  <a:rPr lang="en-US" altLang="zh-CN" sz="2400" b="0">
                                    <a:solidFill>
                                      <a:schemeClr val="tx1"/>
                                    </a:solidFill>
                                    <a:latin typeface="Cambria Math" panose="02040503050406030204" pitchFamily="18" charset="0"/>
                                  </a:rPr>
                                  <m:t> </m:t>
                                </m:r>
                                <m:r>
                                  <m:rPr>
                                    <m:sty m:val="p"/>
                                  </m:rPr>
                                  <a:rPr lang="en-US" altLang="zh-CN" sz="2400" b="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3</m:t>
                                </m:r>
                              </m:sub>
                            </m:sSub>
                          </m:e>
                        </m:acc>
                      </m:oMath>
                    </m:oMathPara>
                  </a14:m>
                  <a:endParaRPr lang="en-US" altLang="zh-CN" sz="2400" b="0" dirty="0">
                    <a:solidFill>
                      <a:schemeClr val="tx1"/>
                    </a:solidFill>
                    <a:latin typeface="Times New Roman" panose="02020603050405020304" pitchFamily="18" charset="0"/>
                  </a:endParaRPr>
                </a:p>
              </p:txBody>
            </p:sp>
          </mc:Choice>
          <mc:Fallback xmlns="">
            <p:sp>
              <p:nvSpPr>
                <p:cNvPr id="30" name="Text Box 70">
                  <a:extLst>
                    <a:ext uri="{FF2B5EF4-FFF2-40B4-BE49-F238E27FC236}">
                      <a16:creationId xmlns:a16="http://schemas.microsoft.com/office/drawing/2014/main" id="{D2F3380B-0038-6191-730A-09AD1F9E392D}"/>
                    </a:ext>
                  </a:extLst>
                </p:cNvPr>
                <p:cNvSpPr txBox="1">
                  <a:spLocks noRot="1" noChangeAspect="1" noMove="1" noResize="1" noEditPoints="1" noAdjustHandles="1" noChangeArrowheads="1" noChangeShapeType="1" noTextEdit="1"/>
                </p:cNvSpPr>
                <p:nvPr/>
              </p:nvSpPr>
              <p:spPr bwMode="auto">
                <a:xfrm>
                  <a:off x="11412000" y="3420000"/>
                  <a:ext cx="625299" cy="461665"/>
                </a:xfrm>
                <a:prstGeom prst="rect">
                  <a:avLst/>
                </a:prstGeom>
                <a:blipFill>
                  <a:blip r:embed="rId5"/>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Text Box 70">
                  <a:extLst>
                    <a:ext uri="{FF2B5EF4-FFF2-40B4-BE49-F238E27FC236}">
                      <a16:creationId xmlns:a16="http://schemas.microsoft.com/office/drawing/2014/main" id="{095FF7EA-FD3B-5DBC-B863-577572A95F3B}"/>
                    </a:ext>
                  </a:extLst>
                </p:cNvPr>
                <p:cNvSpPr txBox="1">
                  <a:spLocks noChangeArrowheads="1"/>
                </p:cNvSpPr>
                <p:nvPr/>
              </p:nvSpPr>
              <p:spPr bwMode="auto">
                <a:xfrm>
                  <a:off x="11412000" y="3924000"/>
                  <a:ext cx="625299"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tx1"/>
                                </a:solidFill>
                                <a:latin typeface="Cambria Math" panose="02040503050406030204" pitchFamily="18" charset="0"/>
                              </a:rPr>
                            </m:ctrlPr>
                          </m:accPr>
                          <m:e>
                            <m:sSub>
                              <m:sSubPr>
                                <m:ctrlPr>
                                  <a:rPr lang="en-US" altLang="zh-CN" sz="2400" b="0" i="1">
                                    <a:solidFill>
                                      <a:schemeClr val="tx1"/>
                                    </a:solidFill>
                                    <a:latin typeface="Cambria Math" panose="02040503050406030204" pitchFamily="18" charset="0"/>
                                  </a:rPr>
                                </m:ctrlPr>
                              </m:sSubPr>
                              <m:e>
                                <m:r>
                                  <a:rPr lang="en-US" altLang="zh-CN" sz="2400" b="0">
                                    <a:solidFill>
                                      <a:schemeClr val="tx1"/>
                                    </a:solidFill>
                                    <a:latin typeface="Cambria Math" panose="02040503050406030204" pitchFamily="18" charset="0"/>
                                  </a:rPr>
                                  <m:t> </m:t>
                                </m:r>
                                <m:r>
                                  <m:rPr>
                                    <m:sty m:val="p"/>
                                  </m:rPr>
                                  <a:rPr lang="en-US" altLang="zh-CN" sz="2400" b="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4</m:t>
                                </m:r>
                              </m:sub>
                            </m:sSub>
                          </m:e>
                        </m:acc>
                      </m:oMath>
                    </m:oMathPara>
                  </a14:m>
                  <a:endParaRPr lang="en-US" altLang="zh-CN" sz="2400" b="0" dirty="0">
                    <a:solidFill>
                      <a:schemeClr val="tx1"/>
                    </a:solidFill>
                    <a:latin typeface="Times New Roman" panose="02020603050405020304" pitchFamily="18" charset="0"/>
                  </a:endParaRPr>
                </a:p>
              </p:txBody>
            </p:sp>
          </mc:Choice>
          <mc:Fallback xmlns="">
            <p:sp>
              <p:nvSpPr>
                <p:cNvPr id="31" name="Text Box 70">
                  <a:extLst>
                    <a:ext uri="{FF2B5EF4-FFF2-40B4-BE49-F238E27FC236}">
                      <a16:creationId xmlns:a16="http://schemas.microsoft.com/office/drawing/2014/main" id="{095FF7EA-FD3B-5DBC-B863-577572A95F3B}"/>
                    </a:ext>
                  </a:extLst>
                </p:cNvPr>
                <p:cNvSpPr txBox="1">
                  <a:spLocks noRot="1" noChangeAspect="1" noMove="1" noResize="1" noEditPoints="1" noAdjustHandles="1" noChangeArrowheads="1" noChangeShapeType="1" noTextEdit="1"/>
                </p:cNvSpPr>
                <p:nvPr/>
              </p:nvSpPr>
              <p:spPr bwMode="auto">
                <a:xfrm>
                  <a:off x="11412000" y="3924000"/>
                  <a:ext cx="625299" cy="461665"/>
                </a:xfrm>
                <a:prstGeom prst="rect">
                  <a:avLst/>
                </a:prstGeom>
                <a:blipFill>
                  <a:blip r:embed="rId6"/>
                  <a:stretch>
                    <a:fillRect b="-2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Text Box 70">
                  <a:extLst>
                    <a:ext uri="{FF2B5EF4-FFF2-40B4-BE49-F238E27FC236}">
                      <a16:creationId xmlns:a16="http://schemas.microsoft.com/office/drawing/2014/main" id="{B9CA40EE-933E-8FB0-33BC-F8C6B3F21433}"/>
                    </a:ext>
                  </a:extLst>
                </p:cNvPr>
                <p:cNvSpPr txBox="1">
                  <a:spLocks noChangeArrowheads="1"/>
                </p:cNvSpPr>
                <p:nvPr/>
              </p:nvSpPr>
              <p:spPr bwMode="auto">
                <a:xfrm>
                  <a:off x="11412000" y="4428000"/>
                  <a:ext cx="625299"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tx1"/>
                                </a:solidFill>
                                <a:latin typeface="Cambria Math" panose="02040503050406030204" pitchFamily="18" charset="0"/>
                              </a:rPr>
                            </m:ctrlPr>
                          </m:accPr>
                          <m:e>
                            <m:sSub>
                              <m:sSubPr>
                                <m:ctrlPr>
                                  <a:rPr lang="en-US" altLang="zh-CN" sz="2400" b="0" i="1">
                                    <a:solidFill>
                                      <a:schemeClr val="tx1"/>
                                    </a:solidFill>
                                    <a:latin typeface="Cambria Math" panose="02040503050406030204" pitchFamily="18" charset="0"/>
                                  </a:rPr>
                                </m:ctrlPr>
                              </m:sSubPr>
                              <m:e>
                                <m:r>
                                  <a:rPr lang="en-US" altLang="zh-CN" sz="2400" b="0">
                                    <a:solidFill>
                                      <a:schemeClr val="tx1"/>
                                    </a:solidFill>
                                    <a:latin typeface="Cambria Math" panose="02040503050406030204" pitchFamily="18" charset="0"/>
                                  </a:rPr>
                                  <m:t> </m:t>
                                </m:r>
                                <m:r>
                                  <m:rPr>
                                    <m:sty m:val="p"/>
                                  </m:rPr>
                                  <a:rPr lang="en-US" altLang="zh-CN" sz="2400" b="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5</m:t>
                                </m:r>
                              </m:sub>
                            </m:sSub>
                          </m:e>
                        </m:acc>
                      </m:oMath>
                    </m:oMathPara>
                  </a14:m>
                  <a:endParaRPr lang="en-US" altLang="zh-CN" sz="2400" b="0" dirty="0">
                    <a:solidFill>
                      <a:schemeClr val="tx1"/>
                    </a:solidFill>
                    <a:latin typeface="Times New Roman" panose="02020603050405020304" pitchFamily="18" charset="0"/>
                  </a:endParaRPr>
                </a:p>
              </p:txBody>
            </p:sp>
          </mc:Choice>
          <mc:Fallback xmlns="">
            <p:sp>
              <p:nvSpPr>
                <p:cNvPr id="32" name="Text Box 70">
                  <a:extLst>
                    <a:ext uri="{FF2B5EF4-FFF2-40B4-BE49-F238E27FC236}">
                      <a16:creationId xmlns:a16="http://schemas.microsoft.com/office/drawing/2014/main" id="{B9CA40EE-933E-8FB0-33BC-F8C6B3F21433}"/>
                    </a:ext>
                  </a:extLst>
                </p:cNvPr>
                <p:cNvSpPr txBox="1">
                  <a:spLocks noRot="1" noChangeAspect="1" noMove="1" noResize="1" noEditPoints="1" noAdjustHandles="1" noChangeArrowheads="1" noChangeShapeType="1" noTextEdit="1"/>
                </p:cNvSpPr>
                <p:nvPr/>
              </p:nvSpPr>
              <p:spPr bwMode="auto">
                <a:xfrm>
                  <a:off x="11412000" y="4428000"/>
                  <a:ext cx="625299" cy="461665"/>
                </a:xfrm>
                <a:prstGeom prst="rect">
                  <a:avLst/>
                </a:prstGeom>
                <a:blipFill>
                  <a:blip r:embed="rId7"/>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Text Box 70">
                  <a:extLst>
                    <a:ext uri="{FF2B5EF4-FFF2-40B4-BE49-F238E27FC236}">
                      <a16:creationId xmlns:a16="http://schemas.microsoft.com/office/drawing/2014/main" id="{9FEC1394-CC96-C9FE-D7DE-42977BA64A1E}"/>
                    </a:ext>
                  </a:extLst>
                </p:cNvPr>
                <p:cNvSpPr txBox="1">
                  <a:spLocks noChangeArrowheads="1"/>
                </p:cNvSpPr>
                <p:nvPr/>
              </p:nvSpPr>
              <p:spPr bwMode="auto">
                <a:xfrm>
                  <a:off x="11412000" y="4932000"/>
                  <a:ext cx="625299"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tx1"/>
                                </a:solidFill>
                                <a:latin typeface="Cambria Math" panose="02040503050406030204" pitchFamily="18" charset="0"/>
                              </a:rPr>
                            </m:ctrlPr>
                          </m:accPr>
                          <m:e>
                            <m:sSub>
                              <m:sSubPr>
                                <m:ctrlPr>
                                  <a:rPr lang="en-US" altLang="zh-CN" sz="2400" b="0" i="1">
                                    <a:solidFill>
                                      <a:schemeClr val="tx1"/>
                                    </a:solidFill>
                                    <a:latin typeface="Cambria Math" panose="02040503050406030204" pitchFamily="18" charset="0"/>
                                  </a:rPr>
                                </m:ctrlPr>
                              </m:sSubPr>
                              <m:e>
                                <m:r>
                                  <a:rPr lang="en-US" altLang="zh-CN" sz="2400" b="0">
                                    <a:solidFill>
                                      <a:schemeClr val="tx1"/>
                                    </a:solidFill>
                                    <a:latin typeface="Cambria Math" panose="02040503050406030204" pitchFamily="18" charset="0"/>
                                  </a:rPr>
                                  <m:t> </m:t>
                                </m:r>
                                <m:r>
                                  <m:rPr>
                                    <m:sty m:val="p"/>
                                  </m:rPr>
                                  <a:rPr lang="en-US" altLang="zh-CN" sz="2400" b="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6</m:t>
                                </m:r>
                              </m:sub>
                            </m:sSub>
                          </m:e>
                        </m:acc>
                      </m:oMath>
                    </m:oMathPara>
                  </a14:m>
                  <a:endParaRPr lang="en-US" altLang="zh-CN" sz="2400" b="0" dirty="0">
                    <a:solidFill>
                      <a:schemeClr val="tx1"/>
                    </a:solidFill>
                    <a:latin typeface="Times New Roman" panose="02020603050405020304" pitchFamily="18" charset="0"/>
                  </a:endParaRPr>
                </a:p>
              </p:txBody>
            </p:sp>
          </mc:Choice>
          <mc:Fallback xmlns="">
            <p:sp>
              <p:nvSpPr>
                <p:cNvPr id="33" name="Text Box 70">
                  <a:extLst>
                    <a:ext uri="{FF2B5EF4-FFF2-40B4-BE49-F238E27FC236}">
                      <a16:creationId xmlns:a16="http://schemas.microsoft.com/office/drawing/2014/main" id="{9FEC1394-CC96-C9FE-D7DE-42977BA64A1E}"/>
                    </a:ext>
                  </a:extLst>
                </p:cNvPr>
                <p:cNvSpPr txBox="1">
                  <a:spLocks noRot="1" noChangeAspect="1" noMove="1" noResize="1" noEditPoints="1" noAdjustHandles="1" noChangeArrowheads="1" noChangeShapeType="1" noTextEdit="1"/>
                </p:cNvSpPr>
                <p:nvPr/>
              </p:nvSpPr>
              <p:spPr bwMode="auto">
                <a:xfrm>
                  <a:off x="11412000" y="4932000"/>
                  <a:ext cx="625299" cy="461665"/>
                </a:xfrm>
                <a:prstGeom prst="rect">
                  <a:avLst/>
                </a:prstGeom>
                <a:blipFill>
                  <a:blip r:embed="rId8"/>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Text Box 70">
                  <a:extLst>
                    <a:ext uri="{FF2B5EF4-FFF2-40B4-BE49-F238E27FC236}">
                      <a16:creationId xmlns:a16="http://schemas.microsoft.com/office/drawing/2014/main" id="{EA0CF99F-3831-1BDB-6EDC-CD67F591C082}"/>
                    </a:ext>
                  </a:extLst>
                </p:cNvPr>
                <p:cNvSpPr txBox="1">
                  <a:spLocks noChangeArrowheads="1"/>
                </p:cNvSpPr>
                <p:nvPr/>
              </p:nvSpPr>
              <p:spPr bwMode="auto">
                <a:xfrm>
                  <a:off x="11412000" y="5436000"/>
                  <a:ext cx="625299"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tx1"/>
                                </a:solidFill>
                                <a:latin typeface="Cambria Math" panose="02040503050406030204" pitchFamily="18" charset="0"/>
                              </a:rPr>
                            </m:ctrlPr>
                          </m:accPr>
                          <m:e>
                            <m:sSub>
                              <m:sSubPr>
                                <m:ctrlPr>
                                  <a:rPr lang="en-US" altLang="zh-CN" sz="2400" b="0" i="1">
                                    <a:solidFill>
                                      <a:schemeClr val="tx1"/>
                                    </a:solidFill>
                                    <a:latin typeface="Cambria Math" panose="02040503050406030204" pitchFamily="18" charset="0"/>
                                  </a:rPr>
                                </m:ctrlPr>
                              </m:sSubPr>
                              <m:e>
                                <m:r>
                                  <a:rPr lang="en-US" altLang="zh-CN" sz="2400" b="0">
                                    <a:solidFill>
                                      <a:schemeClr val="tx1"/>
                                    </a:solidFill>
                                    <a:latin typeface="Cambria Math" panose="02040503050406030204" pitchFamily="18" charset="0"/>
                                  </a:rPr>
                                  <m:t> </m:t>
                                </m:r>
                                <m:r>
                                  <m:rPr>
                                    <m:sty m:val="p"/>
                                  </m:rPr>
                                  <a:rPr lang="en-US" altLang="zh-CN" sz="2400" b="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7</m:t>
                                </m:r>
                              </m:sub>
                            </m:sSub>
                          </m:e>
                        </m:acc>
                      </m:oMath>
                    </m:oMathPara>
                  </a14:m>
                  <a:endParaRPr lang="en-US" altLang="zh-CN" sz="2400" b="0" dirty="0">
                    <a:solidFill>
                      <a:schemeClr val="tx1"/>
                    </a:solidFill>
                    <a:latin typeface="Times New Roman" panose="02020603050405020304" pitchFamily="18" charset="0"/>
                  </a:endParaRPr>
                </a:p>
              </p:txBody>
            </p:sp>
          </mc:Choice>
          <mc:Fallback xmlns="">
            <p:sp>
              <p:nvSpPr>
                <p:cNvPr id="34" name="Text Box 70">
                  <a:extLst>
                    <a:ext uri="{FF2B5EF4-FFF2-40B4-BE49-F238E27FC236}">
                      <a16:creationId xmlns:a16="http://schemas.microsoft.com/office/drawing/2014/main" id="{EA0CF99F-3831-1BDB-6EDC-CD67F591C082}"/>
                    </a:ext>
                  </a:extLst>
                </p:cNvPr>
                <p:cNvSpPr txBox="1">
                  <a:spLocks noRot="1" noChangeAspect="1" noMove="1" noResize="1" noEditPoints="1" noAdjustHandles="1" noChangeArrowheads="1" noChangeShapeType="1" noTextEdit="1"/>
                </p:cNvSpPr>
                <p:nvPr/>
              </p:nvSpPr>
              <p:spPr bwMode="auto">
                <a:xfrm>
                  <a:off x="11412000" y="5436000"/>
                  <a:ext cx="625299" cy="461665"/>
                </a:xfrm>
                <a:prstGeom prst="rect">
                  <a:avLst/>
                </a:prstGeom>
                <a:blipFill>
                  <a:blip r:embed="rId9"/>
                  <a:stretch>
                    <a:fillRect b="-2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5" name="Line 60">
              <a:extLst>
                <a:ext uri="{FF2B5EF4-FFF2-40B4-BE49-F238E27FC236}">
                  <a16:creationId xmlns:a16="http://schemas.microsoft.com/office/drawing/2014/main" id="{7D63297C-57E5-0F7A-26AC-C871093C106B}"/>
                </a:ext>
              </a:extLst>
            </p:cNvPr>
            <p:cNvSpPr>
              <a:spLocks noChangeShapeType="1"/>
            </p:cNvSpPr>
            <p:nvPr/>
          </p:nvSpPr>
          <p:spPr bwMode="auto">
            <a:xfrm>
              <a:off x="11052000" y="3672000"/>
              <a:ext cx="36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36" name="Line 60">
              <a:extLst>
                <a:ext uri="{FF2B5EF4-FFF2-40B4-BE49-F238E27FC236}">
                  <a16:creationId xmlns:a16="http://schemas.microsoft.com/office/drawing/2014/main" id="{ADF975C1-E367-0C67-85BB-A5B94B01C102}"/>
                </a:ext>
              </a:extLst>
            </p:cNvPr>
            <p:cNvSpPr>
              <a:spLocks noChangeShapeType="1"/>
            </p:cNvSpPr>
            <p:nvPr/>
          </p:nvSpPr>
          <p:spPr bwMode="auto">
            <a:xfrm>
              <a:off x="8208000" y="3168000"/>
              <a:ext cx="3204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37" name="Line 60">
              <a:extLst>
                <a:ext uri="{FF2B5EF4-FFF2-40B4-BE49-F238E27FC236}">
                  <a16:creationId xmlns:a16="http://schemas.microsoft.com/office/drawing/2014/main" id="{CD9BC3A9-4B2B-DFAC-FD43-B45C4B9478EF}"/>
                </a:ext>
              </a:extLst>
            </p:cNvPr>
            <p:cNvSpPr>
              <a:spLocks noChangeShapeType="1"/>
            </p:cNvSpPr>
            <p:nvPr/>
          </p:nvSpPr>
          <p:spPr bwMode="auto">
            <a:xfrm>
              <a:off x="8208000" y="2664000"/>
              <a:ext cx="3204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dirty="0"/>
            </a:p>
          </p:txBody>
        </p:sp>
        <p:sp>
          <p:nvSpPr>
            <p:cNvPr id="38" name="Line 60">
              <a:extLst>
                <a:ext uri="{FF2B5EF4-FFF2-40B4-BE49-F238E27FC236}">
                  <a16:creationId xmlns:a16="http://schemas.microsoft.com/office/drawing/2014/main" id="{D860C72D-2AFA-C543-442C-80FA5C487157}"/>
                </a:ext>
              </a:extLst>
            </p:cNvPr>
            <p:cNvSpPr>
              <a:spLocks noChangeShapeType="1"/>
            </p:cNvSpPr>
            <p:nvPr/>
          </p:nvSpPr>
          <p:spPr bwMode="auto">
            <a:xfrm>
              <a:off x="8208000" y="2160000"/>
              <a:ext cx="3204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39" name="Line 60">
              <a:extLst>
                <a:ext uri="{FF2B5EF4-FFF2-40B4-BE49-F238E27FC236}">
                  <a16:creationId xmlns:a16="http://schemas.microsoft.com/office/drawing/2014/main" id="{544FBAAA-A3DB-C3CF-09B7-72374F160152}"/>
                </a:ext>
              </a:extLst>
            </p:cNvPr>
            <p:cNvSpPr>
              <a:spLocks noChangeShapeType="1"/>
            </p:cNvSpPr>
            <p:nvPr/>
          </p:nvSpPr>
          <p:spPr bwMode="auto">
            <a:xfrm>
              <a:off x="8208000" y="5688000"/>
              <a:ext cx="3204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40" name="Line 60">
              <a:extLst>
                <a:ext uri="{FF2B5EF4-FFF2-40B4-BE49-F238E27FC236}">
                  <a16:creationId xmlns:a16="http://schemas.microsoft.com/office/drawing/2014/main" id="{1399B323-9BC9-A340-2842-4FE20FC8D00D}"/>
                </a:ext>
              </a:extLst>
            </p:cNvPr>
            <p:cNvSpPr>
              <a:spLocks noChangeShapeType="1"/>
            </p:cNvSpPr>
            <p:nvPr/>
          </p:nvSpPr>
          <p:spPr bwMode="auto">
            <a:xfrm>
              <a:off x="8208000" y="5184000"/>
              <a:ext cx="3204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41" name="Line 60">
              <a:extLst>
                <a:ext uri="{FF2B5EF4-FFF2-40B4-BE49-F238E27FC236}">
                  <a16:creationId xmlns:a16="http://schemas.microsoft.com/office/drawing/2014/main" id="{757EBC75-F0A1-3412-7F91-0041B1CACF85}"/>
                </a:ext>
              </a:extLst>
            </p:cNvPr>
            <p:cNvSpPr>
              <a:spLocks noChangeShapeType="1"/>
            </p:cNvSpPr>
            <p:nvPr/>
          </p:nvSpPr>
          <p:spPr bwMode="auto">
            <a:xfrm>
              <a:off x="8208000" y="4680000"/>
              <a:ext cx="3204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42" name="Line 60">
              <a:extLst>
                <a:ext uri="{FF2B5EF4-FFF2-40B4-BE49-F238E27FC236}">
                  <a16:creationId xmlns:a16="http://schemas.microsoft.com/office/drawing/2014/main" id="{75B8A023-4234-E1EF-944C-F1CC3A8D4F02}"/>
                </a:ext>
              </a:extLst>
            </p:cNvPr>
            <p:cNvSpPr>
              <a:spLocks noChangeShapeType="1"/>
            </p:cNvSpPr>
            <p:nvPr/>
          </p:nvSpPr>
          <p:spPr bwMode="auto">
            <a:xfrm>
              <a:off x="11052000" y="4176000"/>
              <a:ext cx="36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43" name="Text Box 58">
              <a:extLst>
                <a:ext uri="{FF2B5EF4-FFF2-40B4-BE49-F238E27FC236}">
                  <a16:creationId xmlns:a16="http://schemas.microsoft.com/office/drawing/2014/main" id="{5D289187-C98B-35B8-CCD5-4CF84162D3F5}"/>
                </a:ext>
              </a:extLst>
            </p:cNvPr>
            <p:cNvSpPr txBox="1">
              <a:spLocks noChangeArrowheads="1"/>
            </p:cNvSpPr>
            <p:nvPr/>
          </p:nvSpPr>
          <p:spPr bwMode="auto">
            <a:xfrm>
              <a:off x="8640000" y="1800000"/>
              <a:ext cx="2376000" cy="4248000"/>
            </a:xfrm>
            <a:prstGeom prst="rect">
              <a:avLst/>
            </a:prstGeom>
            <a:solidFill>
              <a:schemeClr val="bg1"/>
            </a:solidFill>
            <a:ln w="38100">
              <a:solidFill>
                <a:schemeClr val="tx1"/>
              </a:solidFill>
              <a:miter lim="800000"/>
              <a:headEnd/>
              <a:tailEnd/>
            </a:ln>
          </p:spPr>
          <p:txBody>
            <a:bodyPr wrap="none"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dirty="0">
                  <a:solidFill>
                    <a:schemeClr val="accent5">
                      <a:lumMod val="75000"/>
                    </a:schemeClr>
                  </a:solidFill>
                  <a:latin typeface="微软雅黑" panose="020B0503020204020204" pitchFamily="34" charset="-122"/>
                  <a:ea typeface="微软雅黑" panose="020B0503020204020204" pitchFamily="34" charset="-122"/>
                </a:rPr>
                <a:t>3 </a:t>
              </a:r>
              <a:r>
                <a:rPr lang="zh-CN" altLang="en-US" sz="2400" b="0" dirty="0">
                  <a:solidFill>
                    <a:schemeClr val="accent5">
                      <a:lumMod val="75000"/>
                    </a:schemeClr>
                  </a:solidFill>
                  <a:latin typeface="微软雅黑" panose="020B0503020204020204" pitchFamily="34" charset="-122"/>
                  <a:ea typeface="微软雅黑" panose="020B0503020204020204" pitchFamily="34" charset="-122"/>
                </a:rPr>
                <a:t>线 </a:t>
              </a:r>
              <a:r>
                <a:rPr lang="en-US" altLang="zh-CN" sz="2400" b="0" dirty="0">
                  <a:solidFill>
                    <a:schemeClr val="accent5">
                      <a:lumMod val="75000"/>
                    </a:schemeClr>
                  </a:solidFill>
                  <a:latin typeface="微软雅黑" panose="020B0503020204020204" pitchFamily="34" charset="-122"/>
                  <a:ea typeface="微软雅黑" panose="020B0503020204020204" pitchFamily="34" charset="-122"/>
                </a:rPr>
                <a:t>– 8 </a:t>
              </a:r>
              <a:r>
                <a:rPr lang="zh-CN" altLang="en-US" sz="2400" b="0" dirty="0">
                  <a:solidFill>
                    <a:schemeClr val="accent5">
                      <a:lumMod val="75000"/>
                    </a:schemeClr>
                  </a:solidFill>
                  <a:latin typeface="微软雅黑" panose="020B0503020204020204" pitchFamily="34" charset="-122"/>
                  <a:ea typeface="微软雅黑" panose="020B0503020204020204" pitchFamily="34" charset="-122"/>
                </a:rPr>
                <a:t>线</a:t>
              </a:r>
            </a:p>
            <a:p>
              <a:pPr algn="ctr" eaLnBrk="1" hangingPunct="1">
                <a:spcAft>
                  <a:spcPct val="0"/>
                </a:spcAft>
                <a:buFontTx/>
                <a:buNone/>
              </a:pPr>
              <a:r>
                <a:rPr lang="zh-CN" altLang="en-US" sz="2400" b="0" dirty="0">
                  <a:solidFill>
                    <a:schemeClr val="accent5">
                      <a:lumMod val="75000"/>
                    </a:schemeClr>
                  </a:solidFill>
                  <a:latin typeface="微软雅黑" panose="020B0503020204020204" pitchFamily="34" charset="-122"/>
                  <a:ea typeface="微软雅黑" panose="020B0503020204020204" pitchFamily="34" charset="-122"/>
                </a:rPr>
                <a:t>译码器</a:t>
              </a:r>
              <a:endParaRPr lang="en-US" altLang="zh-CN" sz="2400" b="0" dirty="0">
                <a:solidFill>
                  <a:schemeClr val="accent5">
                    <a:lumMod val="75000"/>
                  </a:schemeClr>
                </a:solidFill>
                <a:latin typeface="微软雅黑" panose="020B0503020204020204" pitchFamily="34" charset="-122"/>
                <a:ea typeface="微软雅黑" panose="020B0503020204020204" pitchFamily="34" charset="-122"/>
              </a:endParaRPr>
            </a:p>
            <a:p>
              <a:pPr algn="ctr">
                <a:spcAft>
                  <a:spcPct val="0"/>
                </a:spcAft>
                <a:buNone/>
              </a:pPr>
              <a:r>
                <a:rPr lang="en-US" altLang="zh-CN" sz="2400" b="0" dirty="0">
                  <a:solidFill>
                    <a:schemeClr val="accent5">
                      <a:lumMod val="75000"/>
                    </a:schemeClr>
                  </a:solidFill>
                  <a:latin typeface="微软雅黑" panose="020B0503020204020204" pitchFamily="34" charset="-122"/>
                  <a:ea typeface="微软雅黑" panose="020B0503020204020204" pitchFamily="34" charset="-122"/>
                </a:rPr>
                <a:t>74x138</a:t>
              </a:r>
              <a:endParaRPr lang="zh-CN" altLang="en-US" sz="2400" b="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4" name="Text Box 70">
                  <a:extLst>
                    <a:ext uri="{FF2B5EF4-FFF2-40B4-BE49-F238E27FC236}">
                      <a16:creationId xmlns:a16="http://schemas.microsoft.com/office/drawing/2014/main" id="{39EAB7AD-6CAF-B7CF-470F-0097DC8EA741}"/>
                    </a:ext>
                  </a:extLst>
                </p:cNvPr>
                <p:cNvSpPr txBox="1">
                  <a:spLocks noChangeArrowheads="1"/>
                </p:cNvSpPr>
                <p:nvPr/>
              </p:nvSpPr>
              <p:spPr bwMode="auto">
                <a:xfrm>
                  <a:off x="10548000" y="1908000"/>
                  <a:ext cx="557973"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0" smtClean="0">
                                <a:solidFill>
                                  <a:schemeClr val="tx1"/>
                                </a:solidFill>
                                <a:latin typeface="Cambria Math" panose="02040503050406030204" pitchFamily="18" charset="0"/>
                              </a:rPr>
                              <m:t>0</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44" name="Text Box 70">
                  <a:extLst>
                    <a:ext uri="{FF2B5EF4-FFF2-40B4-BE49-F238E27FC236}">
                      <a16:creationId xmlns:a16="http://schemas.microsoft.com/office/drawing/2014/main" id="{39EAB7AD-6CAF-B7CF-470F-0097DC8EA741}"/>
                    </a:ext>
                  </a:extLst>
                </p:cNvPr>
                <p:cNvSpPr txBox="1">
                  <a:spLocks noRot="1" noChangeAspect="1" noMove="1" noResize="1" noEditPoints="1" noAdjustHandles="1" noChangeArrowheads="1" noChangeShapeType="1" noTextEdit="1"/>
                </p:cNvSpPr>
                <p:nvPr/>
              </p:nvSpPr>
              <p:spPr bwMode="auto">
                <a:xfrm>
                  <a:off x="10548000" y="1908000"/>
                  <a:ext cx="557973" cy="461665"/>
                </a:xfrm>
                <a:prstGeom prst="rect">
                  <a:avLst/>
                </a:prstGeom>
                <a:blipFill>
                  <a:blip r:embed="rId10"/>
                  <a:stretch>
                    <a:fillRect b="-131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5" name="椭圆 44">
              <a:extLst>
                <a:ext uri="{FF2B5EF4-FFF2-40B4-BE49-F238E27FC236}">
                  <a16:creationId xmlns:a16="http://schemas.microsoft.com/office/drawing/2014/main" id="{FDD41359-942F-4413-21F8-DCBB96983E5D}"/>
                </a:ext>
              </a:extLst>
            </p:cNvPr>
            <p:cNvSpPr/>
            <p:nvPr/>
          </p:nvSpPr>
          <p:spPr>
            <a:xfrm>
              <a:off x="11034000" y="2070000"/>
              <a:ext cx="180000" cy="180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6" name="椭圆 45">
              <a:extLst>
                <a:ext uri="{FF2B5EF4-FFF2-40B4-BE49-F238E27FC236}">
                  <a16:creationId xmlns:a16="http://schemas.microsoft.com/office/drawing/2014/main" id="{69E4B4B4-323E-A0CA-6BF4-8F7D0A583DB3}"/>
                </a:ext>
              </a:extLst>
            </p:cNvPr>
            <p:cNvSpPr/>
            <p:nvPr/>
          </p:nvSpPr>
          <p:spPr>
            <a:xfrm>
              <a:off x="11034000" y="3582000"/>
              <a:ext cx="180000" cy="180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椭圆 46">
              <a:extLst>
                <a:ext uri="{FF2B5EF4-FFF2-40B4-BE49-F238E27FC236}">
                  <a16:creationId xmlns:a16="http://schemas.microsoft.com/office/drawing/2014/main" id="{1201A771-B337-9481-191E-20240370C846}"/>
                </a:ext>
              </a:extLst>
            </p:cNvPr>
            <p:cNvSpPr/>
            <p:nvPr/>
          </p:nvSpPr>
          <p:spPr>
            <a:xfrm>
              <a:off x="11034000" y="3078000"/>
              <a:ext cx="180000" cy="180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8" name="椭圆 47">
              <a:extLst>
                <a:ext uri="{FF2B5EF4-FFF2-40B4-BE49-F238E27FC236}">
                  <a16:creationId xmlns:a16="http://schemas.microsoft.com/office/drawing/2014/main" id="{68A5522F-28D0-BFB7-B7E6-6050D96DC4E9}"/>
                </a:ext>
              </a:extLst>
            </p:cNvPr>
            <p:cNvSpPr/>
            <p:nvPr/>
          </p:nvSpPr>
          <p:spPr>
            <a:xfrm>
              <a:off x="11034000" y="2574000"/>
              <a:ext cx="180000" cy="180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49" name="Text Box 70">
                  <a:extLst>
                    <a:ext uri="{FF2B5EF4-FFF2-40B4-BE49-F238E27FC236}">
                      <a16:creationId xmlns:a16="http://schemas.microsoft.com/office/drawing/2014/main" id="{B19ABADF-5DEA-B47B-FAF2-1BD559BB823C}"/>
                    </a:ext>
                  </a:extLst>
                </p:cNvPr>
                <p:cNvSpPr txBox="1">
                  <a:spLocks noChangeArrowheads="1"/>
                </p:cNvSpPr>
                <p:nvPr/>
              </p:nvSpPr>
              <p:spPr bwMode="auto">
                <a:xfrm>
                  <a:off x="10548000" y="2412000"/>
                  <a:ext cx="550856"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1">
                                <a:solidFill>
                                  <a:schemeClr val="tx1"/>
                                </a:solidFill>
                                <a:latin typeface="Cambria Math" panose="02040503050406030204" pitchFamily="18" charset="0"/>
                              </a:rPr>
                              <m:t>1</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49" name="Text Box 70">
                  <a:extLst>
                    <a:ext uri="{FF2B5EF4-FFF2-40B4-BE49-F238E27FC236}">
                      <a16:creationId xmlns:a16="http://schemas.microsoft.com/office/drawing/2014/main" id="{B19ABADF-5DEA-B47B-FAF2-1BD559BB823C}"/>
                    </a:ext>
                  </a:extLst>
                </p:cNvPr>
                <p:cNvSpPr txBox="1">
                  <a:spLocks noRot="1" noChangeAspect="1" noMove="1" noResize="1" noEditPoints="1" noAdjustHandles="1" noChangeArrowheads="1" noChangeShapeType="1" noTextEdit="1"/>
                </p:cNvSpPr>
                <p:nvPr/>
              </p:nvSpPr>
              <p:spPr bwMode="auto">
                <a:xfrm>
                  <a:off x="10548000" y="2412000"/>
                  <a:ext cx="550856" cy="461665"/>
                </a:xfrm>
                <a:prstGeom prst="rect">
                  <a:avLst/>
                </a:prstGeom>
                <a:blipFill>
                  <a:blip r:embed="rId11"/>
                  <a:stretch>
                    <a:fillRect b="-2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Text Box 70">
                  <a:extLst>
                    <a:ext uri="{FF2B5EF4-FFF2-40B4-BE49-F238E27FC236}">
                      <a16:creationId xmlns:a16="http://schemas.microsoft.com/office/drawing/2014/main" id="{888511AF-9508-CF25-87F0-379EDBD3069D}"/>
                    </a:ext>
                  </a:extLst>
                </p:cNvPr>
                <p:cNvSpPr txBox="1">
                  <a:spLocks noChangeArrowheads="1"/>
                </p:cNvSpPr>
                <p:nvPr/>
              </p:nvSpPr>
              <p:spPr bwMode="auto">
                <a:xfrm>
                  <a:off x="10548000" y="2916000"/>
                  <a:ext cx="557973"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1">
                                <a:solidFill>
                                  <a:schemeClr val="tx1"/>
                                </a:solidFill>
                                <a:latin typeface="Cambria Math" panose="02040503050406030204" pitchFamily="18" charset="0"/>
                              </a:rPr>
                              <m:t>2</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50" name="Text Box 70">
                  <a:extLst>
                    <a:ext uri="{FF2B5EF4-FFF2-40B4-BE49-F238E27FC236}">
                      <a16:creationId xmlns:a16="http://schemas.microsoft.com/office/drawing/2014/main" id="{888511AF-9508-CF25-87F0-379EDBD3069D}"/>
                    </a:ext>
                  </a:extLst>
                </p:cNvPr>
                <p:cNvSpPr txBox="1">
                  <a:spLocks noRot="1" noChangeAspect="1" noMove="1" noResize="1" noEditPoints="1" noAdjustHandles="1" noChangeArrowheads="1" noChangeShapeType="1" noTextEdit="1"/>
                </p:cNvSpPr>
                <p:nvPr/>
              </p:nvSpPr>
              <p:spPr bwMode="auto">
                <a:xfrm>
                  <a:off x="10548000" y="2916000"/>
                  <a:ext cx="557973" cy="461665"/>
                </a:xfrm>
                <a:prstGeom prst="rect">
                  <a:avLst/>
                </a:prstGeom>
                <a:blipFill>
                  <a:blip r:embed="rId12"/>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Text Box 70">
                  <a:extLst>
                    <a:ext uri="{FF2B5EF4-FFF2-40B4-BE49-F238E27FC236}">
                      <a16:creationId xmlns:a16="http://schemas.microsoft.com/office/drawing/2014/main" id="{D405A0FB-90CE-3F2E-3EC4-9A9C3EA7BC60}"/>
                    </a:ext>
                  </a:extLst>
                </p:cNvPr>
                <p:cNvSpPr txBox="1">
                  <a:spLocks noChangeArrowheads="1"/>
                </p:cNvSpPr>
                <p:nvPr/>
              </p:nvSpPr>
              <p:spPr bwMode="auto">
                <a:xfrm>
                  <a:off x="10548000" y="3420000"/>
                  <a:ext cx="557973"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1">
                                <a:solidFill>
                                  <a:schemeClr val="tx1"/>
                                </a:solidFill>
                                <a:latin typeface="Cambria Math" panose="02040503050406030204" pitchFamily="18" charset="0"/>
                              </a:rPr>
                              <m:t>3</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51" name="Text Box 70">
                  <a:extLst>
                    <a:ext uri="{FF2B5EF4-FFF2-40B4-BE49-F238E27FC236}">
                      <a16:creationId xmlns:a16="http://schemas.microsoft.com/office/drawing/2014/main" id="{D405A0FB-90CE-3F2E-3EC4-9A9C3EA7BC60}"/>
                    </a:ext>
                  </a:extLst>
                </p:cNvPr>
                <p:cNvSpPr txBox="1">
                  <a:spLocks noRot="1" noChangeAspect="1" noMove="1" noResize="1" noEditPoints="1" noAdjustHandles="1" noChangeArrowheads="1" noChangeShapeType="1" noTextEdit="1"/>
                </p:cNvSpPr>
                <p:nvPr/>
              </p:nvSpPr>
              <p:spPr bwMode="auto">
                <a:xfrm>
                  <a:off x="10548000" y="3420000"/>
                  <a:ext cx="557973" cy="461665"/>
                </a:xfrm>
                <a:prstGeom prst="rect">
                  <a:avLst/>
                </a:prstGeom>
                <a:blipFill>
                  <a:blip r:embed="rId13"/>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Text Box 70">
                  <a:extLst>
                    <a:ext uri="{FF2B5EF4-FFF2-40B4-BE49-F238E27FC236}">
                      <a16:creationId xmlns:a16="http://schemas.microsoft.com/office/drawing/2014/main" id="{494BCB08-8994-E66C-A970-9526BFA25C7F}"/>
                    </a:ext>
                  </a:extLst>
                </p:cNvPr>
                <p:cNvSpPr txBox="1">
                  <a:spLocks noChangeArrowheads="1"/>
                </p:cNvSpPr>
                <p:nvPr/>
              </p:nvSpPr>
              <p:spPr bwMode="auto">
                <a:xfrm>
                  <a:off x="8604000" y="4428000"/>
                  <a:ext cx="602601"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0" smtClean="0">
                                <a:solidFill>
                                  <a:schemeClr val="tx1"/>
                                </a:solidFill>
                                <a:latin typeface="Cambria Math" panose="02040503050406030204" pitchFamily="18" charset="0"/>
                              </a:rPr>
                              <m:t>0</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52" name="Text Box 70">
                  <a:extLst>
                    <a:ext uri="{FF2B5EF4-FFF2-40B4-BE49-F238E27FC236}">
                      <a16:creationId xmlns:a16="http://schemas.microsoft.com/office/drawing/2014/main" id="{494BCB08-8994-E66C-A970-9526BFA25C7F}"/>
                    </a:ext>
                  </a:extLst>
                </p:cNvPr>
                <p:cNvSpPr txBox="1">
                  <a:spLocks noRot="1" noChangeAspect="1" noMove="1" noResize="1" noEditPoints="1" noAdjustHandles="1" noChangeArrowheads="1" noChangeShapeType="1" noTextEdit="1"/>
                </p:cNvSpPr>
                <p:nvPr/>
              </p:nvSpPr>
              <p:spPr bwMode="auto">
                <a:xfrm>
                  <a:off x="8604000" y="4428000"/>
                  <a:ext cx="602601" cy="461665"/>
                </a:xfrm>
                <a:prstGeom prst="rect">
                  <a:avLst/>
                </a:prstGeom>
                <a:blipFill>
                  <a:blip r:embed="rId14"/>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Text Box 70">
                  <a:extLst>
                    <a:ext uri="{FF2B5EF4-FFF2-40B4-BE49-F238E27FC236}">
                      <a16:creationId xmlns:a16="http://schemas.microsoft.com/office/drawing/2014/main" id="{424B338A-9073-A47F-9428-0B160DEA74CF}"/>
                    </a:ext>
                  </a:extLst>
                </p:cNvPr>
                <p:cNvSpPr txBox="1">
                  <a:spLocks noChangeArrowheads="1"/>
                </p:cNvSpPr>
                <p:nvPr/>
              </p:nvSpPr>
              <p:spPr bwMode="auto">
                <a:xfrm>
                  <a:off x="8604000" y="4932000"/>
                  <a:ext cx="595484"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0" smtClean="0">
                                <a:solidFill>
                                  <a:schemeClr val="tx1"/>
                                </a:solidFill>
                                <a:latin typeface="Cambria Math" panose="02040503050406030204" pitchFamily="18" charset="0"/>
                              </a:rPr>
                              <m:t>1</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53" name="Text Box 70">
                  <a:extLst>
                    <a:ext uri="{FF2B5EF4-FFF2-40B4-BE49-F238E27FC236}">
                      <a16:creationId xmlns:a16="http://schemas.microsoft.com/office/drawing/2014/main" id="{424B338A-9073-A47F-9428-0B160DEA74CF}"/>
                    </a:ext>
                  </a:extLst>
                </p:cNvPr>
                <p:cNvSpPr txBox="1">
                  <a:spLocks noRot="1" noChangeAspect="1" noMove="1" noResize="1" noEditPoints="1" noAdjustHandles="1" noChangeArrowheads="1" noChangeShapeType="1" noTextEdit="1"/>
                </p:cNvSpPr>
                <p:nvPr/>
              </p:nvSpPr>
              <p:spPr bwMode="auto">
                <a:xfrm>
                  <a:off x="8604000" y="4932000"/>
                  <a:ext cx="595484" cy="461665"/>
                </a:xfrm>
                <a:prstGeom prst="rect">
                  <a:avLst/>
                </a:prstGeom>
                <a:blipFill>
                  <a:blip r:embed="rId15"/>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Text Box 70">
                  <a:extLst>
                    <a:ext uri="{FF2B5EF4-FFF2-40B4-BE49-F238E27FC236}">
                      <a16:creationId xmlns:a16="http://schemas.microsoft.com/office/drawing/2014/main" id="{8A41AD6D-BEFF-878C-043C-18A29061EFA1}"/>
                    </a:ext>
                  </a:extLst>
                </p:cNvPr>
                <p:cNvSpPr txBox="1">
                  <a:spLocks noChangeArrowheads="1"/>
                </p:cNvSpPr>
                <p:nvPr/>
              </p:nvSpPr>
              <p:spPr bwMode="auto">
                <a:xfrm>
                  <a:off x="7632000" y="4428000"/>
                  <a:ext cx="602601"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0" smtClean="0">
                                <a:solidFill>
                                  <a:schemeClr val="tx1"/>
                                </a:solidFill>
                                <a:latin typeface="Cambria Math" panose="02040503050406030204" pitchFamily="18" charset="0"/>
                              </a:rPr>
                              <m:t>0</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54" name="Text Box 70">
                  <a:extLst>
                    <a:ext uri="{FF2B5EF4-FFF2-40B4-BE49-F238E27FC236}">
                      <a16:creationId xmlns:a16="http://schemas.microsoft.com/office/drawing/2014/main" id="{8A41AD6D-BEFF-878C-043C-18A29061EFA1}"/>
                    </a:ext>
                  </a:extLst>
                </p:cNvPr>
                <p:cNvSpPr txBox="1">
                  <a:spLocks noRot="1" noChangeAspect="1" noMove="1" noResize="1" noEditPoints="1" noAdjustHandles="1" noChangeArrowheads="1" noChangeShapeType="1" noTextEdit="1"/>
                </p:cNvSpPr>
                <p:nvPr/>
              </p:nvSpPr>
              <p:spPr bwMode="auto">
                <a:xfrm>
                  <a:off x="7632000" y="4428000"/>
                  <a:ext cx="602601" cy="461665"/>
                </a:xfrm>
                <a:prstGeom prst="rect">
                  <a:avLst/>
                </a:prstGeom>
                <a:blipFill>
                  <a:blip r:embed="rId16"/>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Text Box 70">
                  <a:extLst>
                    <a:ext uri="{FF2B5EF4-FFF2-40B4-BE49-F238E27FC236}">
                      <a16:creationId xmlns:a16="http://schemas.microsoft.com/office/drawing/2014/main" id="{91DA56E1-A276-3D88-91DE-C3B682E09046}"/>
                    </a:ext>
                  </a:extLst>
                </p:cNvPr>
                <p:cNvSpPr txBox="1">
                  <a:spLocks noChangeArrowheads="1"/>
                </p:cNvSpPr>
                <p:nvPr/>
              </p:nvSpPr>
              <p:spPr bwMode="auto">
                <a:xfrm>
                  <a:off x="7632000" y="4932000"/>
                  <a:ext cx="595484"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0" smtClean="0">
                                <a:solidFill>
                                  <a:schemeClr val="tx1"/>
                                </a:solidFill>
                                <a:latin typeface="Cambria Math" panose="02040503050406030204" pitchFamily="18" charset="0"/>
                              </a:rPr>
                              <m:t>1</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55" name="Text Box 70">
                  <a:extLst>
                    <a:ext uri="{FF2B5EF4-FFF2-40B4-BE49-F238E27FC236}">
                      <a16:creationId xmlns:a16="http://schemas.microsoft.com/office/drawing/2014/main" id="{91DA56E1-A276-3D88-91DE-C3B682E09046}"/>
                    </a:ext>
                  </a:extLst>
                </p:cNvPr>
                <p:cNvSpPr txBox="1">
                  <a:spLocks noRot="1" noChangeAspect="1" noMove="1" noResize="1" noEditPoints="1" noAdjustHandles="1" noChangeArrowheads="1" noChangeShapeType="1" noTextEdit="1"/>
                </p:cNvSpPr>
                <p:nvPr/>
              </p:nvSpPr>
              <p:spPr bwMode="auto">
                <a:xfrm>
                  <a:off x="7632000" y="4932000"/>
                  <a:ext cx="595484" cy="461665"/>
                </a:xfrm>
                <a:prstGeom prst="rect">
                  <a:avLst/>
                </a:prstGeom>
                <a:blipFill>
                  <a:blip r:embed="rId17"/>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Text Box 70">
                  <a:extLst>
                    <a:ext uri="{FF2B5EF4-FFF2-40B4-BE49-F238E27FC236}">
                      <a16:creationId xmlns:a16="http://schemas.microsoft.com/office/drawing/2014/main" id="{41FADF87-B3A9-B6A0-36A5-8BA48DED2E0A}"/>
                    </a:ext>
                  </a:extLst>
                </p:cNvPr>
                <p:cNvSpPr txBox="1">
                  <a:spLocks noChangeArrowheads="1"/>
                </p:cNvSpPr>
                <p:nvPr/>
              </p:nvSpPr>
              <p:spPr bwMode="auto">
                <a:xfrm>
                  <a:off x="10548000" y="3924000"/>
                  <a:ext cx="557973"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0" smtClean="0">
                                <a:solidFill>
                                  <a:schemeClr val="tx1"/>
                                </a:solidFill>
                                <a:latin typeface="Cambria Math" panose="02040503050406030204" pitchFamily="18" charset="0"/>
                              </a:rPr>
                              <m:t>4</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56" name="Text Box 70">
                  <a:extLst>
                    <a:ext uri="{FF2B5EF4-FFF2-40B4-BE49-F238E27FC236}">
                      <a16:creationId xmlns:a16="http://schemas.microsoft.com/office/drawing/2014/main" id="{41FADF87-B3A9-B6A0-36A5-8BA48DED2E0A}"/>
                    </a:ext>
                  </a:extLst>
                </p:cNvPr>
                <p:cNvSpPr txBox="1">
                  <a:spLocks noRot="1" noChangeAspect="1" noMove="1" noResize="1" noEditPoints="1" noAdjustHandles="1" noChangeArrowheads="1" noChangeShapeType="1" noTextEdit="1"/>
                </p:cNvSpPr>
                <p:nvPr/>
              </p:nvSpPr>
              <p:spPr bwMode="auto">
                <a:xfrm>
                  <a:off x="10548000" y="3924000"/>
                  <a:ext cx="557973" cy="461665"/>
                </a:xfrm>
                <a:prstGeom prst="rect">
                  <a:avLst/>
                </a:prstGeom>
                <a:blipFill>
                  <a:blip r:embed="rId18"/>
                  <a:stretch>
                    <a:fillRect b="-2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7" name="椭圆 56">
              <a:extLst>
                <a:ext uri="{FF2B5EF4-FFF2-40B4-BE49-F238E27FC236}">
                  <a16:creationId xmlns:a16="http://schemas.microsoft.com/office/drawing/2014/main" id="{8FE3F6CF-FB2D-72F9-5650-4FB31DBAA4AA}"/>
                </a:ext>
              </a:extLst>
            </p:cNvPr>
            <p:cNvSpPr/>
            <p:nvPr/>
          </p:nvSpPr>
          <p:spPr>
            <a:xfrm>
              <a:off x="11034000" y="4086000"/>
              <a:ext cx="180000" cy="180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椭圆 57">
              <a:extLst>
                <a:ext uri="{FF2B5EF4-FFF2-40B4-BE49-F238E27FC236}">
                  <a16:creationId xmlns:a16="http://schemas.microsoft.com/office/drawing/2014/main" id="{3F37E66E-2994-500D-5933-E97504B2FC9F}"/>
                </a:ext>
              </a:extLst>
            </p:cNvPr>
            <p:cNvSpPr/>
            <p:nvPr/>
          </p:nvSpPr>
          <p:spPr>
            <a:xfrm>
              <a:off x="11034000" y="5598000"/>
              <a:ext cx="180000" cy="180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椭圆 58">
              <a:extLst>
                <a:ext uri="{FF2B5EF4-FFF2-40B4-BE49-F238E27FC236}">
                  <a16:creationId xmlns:a16="http://schemas.microsoft.com/office/drawing/2014/main" id="{B7A5973A-1E74-44DC-2744-185CEF476A33}"/>
                </a:ext>
              </a:extLst>
            </p:cNvPr>
            <p:cNvSpPr/>
            <p:nvPr/>
          </p:nvSpPr>
          <p:spPr>
            <a:xfrm>
              <a:off x="11034000" y="5090400"/>
              <a:ext cx="180000" cy="180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椭圆 59">
              <a:extLst>
                <a:ext uri="{FF2B5EF4-FFF2-40B4-BE49-F238E27FC236}">
                  <a16:creationId xmlns:a16="http://schemas.microsoft.com/office/drawing/2014/main" id="{D318E5FC-04DE-83F6-6534-26631B7FDA03}"/>
                </a:ext>
              </a:extLst>
            </p:cNvPr>
            <p:cNvSpPr/>
            <p:nvPr/>
          </p:nvSpPr>
          <p:spPr>
            <a:xfrm>
              <a:off x="11034000" y="4590000"/>
              <a:ext cx="180000" cy="180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61" name="Text Box 70">
                  <a:extLst>
                    <a:ext uri="{FF2B5EF4-FFF2-40B4-BE49-F238E27FC236}">
                      <a16:creationId xmlns:a16="http://schemas.microsoft.com/office/drawing/2014/main" id="{80CFDDD3-BAAB-9484-3B7C-9DD61EA4BCD2}"/>
                    </a:ext>
                  </a:extLst>
                </p:cNvPr>
                <p:cNvSpPr txBox="1">
                  <a:spLocks noChangeArrowheads="1"/>
                </p:cNvSpPr>
                <p:nvPr/>
              </p:nvSpPr>
              <p:spPr bwMode="auto">
                <a:xfrm>
                  <a:off x="10548000" y="4428000"/>
                  <a:ext cx="557973"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5</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61" name="Text Box 70">
                  <a:extLst>
                    <a:ext uri="{FF2B5EF4-FFF2-40B4-BE49-F238E27FC236}">
                      <a16:creationId xmlns:a16="http://schemas.microsoft.com/office/drawing/2014/main" id="{80CFDDD3-BAAB-9484-3B7C-9DD61EA4BCD2}"/>
                    </a:ext>
                  </a:extLst>
                </p:cNvPr>
                <p:cNvSpPr txBox="1">
                  <a:spLocks noRot="1" noChangeAspect="1" noMove="1" noResize="1" noEditPoints="1" noAdjustHandles="1" noChangeArrowheads="1" noChangeShapeType="1" noTextEdit="1"/>
                </p:cNvSpPr>
                <p:nvPr/>
              </p:nvSpPr>
              <p:spPr bwMode="auto">
                <a:xfrm>
                  <a:off x="10548000" y="4428000"/>
                  <a:ext cx="557973" cy="461665"/>
                </a:xfrm>
                <a:prstGeom prst="rect">
                  <a:avLst/>
                </a:prstGeom>
                <a:blipFill>
                  <a:blip r:embed="rId19"/>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Text Box 70">
                  <a:extLst>
                    <a:ext uri="{FF2B5EF4-FFF2-40B4-BE49-F238E27FC236}">
                      <a16:creationId xmlns:a16="http://schemas.microsoft.com/office/drawing/2014/main" id="{5D294B21-34A7-1953-D402-7461EC5F2EF2}"/>
                    </a:ext>
                  </a:extLst>
                </p:cNvPr>
                <p:cNvSpPr txBox="1">
                  <a:spLocks noChangeArrowheads="1"/>
                </p:cNvSpPr>
                <p:nvPr/>
              </p:nvSpPr>
              <p:spPr bwMode="auto">
                <a:xfrm>
                  <a:off x="10548000" y="4932000"/>
                  <a:ext cx="557973"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6</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62" name="Text Box 70">
                  <a:extLst>
                    <a:ext uri="{FF2B5EF4-FFF2-40B4-BE49-F238E27FC236}">
                      <a16:creationId xmlns:a16="http://schemas.microsoft.com/office/drawing/2014/main" id="{5D294B21-34A7-1953-D402-7461EC5F2EF2}"/>
                    </a:ext>
                  </a:extLst>
                </p:cNvPr>
                <p:cNvSpPr txBox="1">
                  <a:spLocks noRot="1" noChangeAspect="1" noMove="1" noResize="1" noEditPoints="1" noAdjustHandles="1" noChangeArrowheads="1" noChangeShapeType="1" noTextEdit="1"/>
                </p:cNvSpPr>
                <p:nvPr/>
              </p:nvSpPr>
              <p:spPr bwMode="auto">
                <a:xfrm>
                  <a:off x="10548000" y="4932000"/>
                  <a:ext cx="557973" cy="461665"/>
                </a:xfrm>
                <a:prstGeom prst="rect">
                  <a:avLst/>
                </a:prstGeom>
                <a:blipFill>
                  <a:blip r:embed="rId20"/>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Text Box 70">
                  <a:extLst>
                    <a:ext uri="{FF2B5EF4-FFF2-40B4-BE49-F238E27FC236}">
                      <a16:creationId xmlns:a16="http://schemas.microsoft.com/office/drawing/2014/main" id="{0747D3E8-DFCE-BFA9-49A2-FD257637E3CC}"/>
                    </a:ext>
                  </a:extLst>
                </p:cNvPr>
                <p:cNvSpPr txBox="1">
                  <a:spLocks noChangeArrowheads="1"/>
                </p:cNvSpPr>
                <p:nvPr/>
              </p:nvSpPr>
              <p:spPr bwMode="auto">
                <a:xfrm>
                  <a:off x="10548000" y="5436000"/>
                  <a:ext cx="557973"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7</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63" name="Text Box 70">
                  <a:extLst>
                    <a:ext uri="{FF2B5EF4-FFF2-40B4-BE49-F238E27FC236}">
                      <a16:creationId xmlns:a16="http://schemas.microsoft.com/office/drawing/2014/main" id="{0747D3E8-DFCE-BFA9-49A2-FD257637E3CC}"/>
                    </a:ext>
                  </a:extLst>
                </p:cNvPr>
                <p:cNvSpPr txBox="1">
                  <a:spLocks noRot="1" noChangeAspect="1" noMove="1" noResize="1" noEditPoints="1" noAdjustHandles="1" noChangeArrowheads="1" noChangeShapeType="1" noTextEdit="1"/>
                </p:cNvSpPr>
                <p:nvPr/>
              </p:nvSpPr>
              <p:spPr bwMode="auto">
                <a:xfrm>
                  <a:off x="10548000" y="5436000"/>
                  <a:ext cx="557973" cy="461665"/>
                </a:xfrm>
                <a:prstGeom prst="rect">
                  <a:avLst/>
                </a:prstGeom>
                <a:blipFill>
                  <a:blip r:embed="rId21"/>
                  <a:stretch>
                    <a:fillRect b="-2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4" name="椭圆 63">
              <a:extLst>
                <a:ext uri="{FF2B5EF4-FFF2-40B4-BE49-F238E27FC236}">
                  <a16:creationId xmlns:a16="http://schemas.microsoft.com/office/drawing/2014/main" id="{C785E0EB-BA6B-0931-88A7-6EC888A8EF36}"/>
                </a:ext>
              </a:extLst>
            </p:cNvPr>
            <p:cNvSpPr/>
            <p:nvPr/>
          </p:nvSpPr>
          <p:spPr>
            <a:xfrm>
              <a:off x="8442000" y="2070000"/>
              <a:ext cx="180000" cy="180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65" name="Text Box 70">
                  <a:extLst>
                    <a:ext uri="{FF2B5EF4-FFF2-40B4-BE49-F238E27FC236}">
                      <a16:creationId xmlns:a16="http://schemas.microsoft.com/office/drawing/2014/main" id="{E526A5B7-C901-22C1-F7C8-C1E9C06EBB41}"/>
                    </a:ext>
                  </a:extLst>
                </p:cNvPr>
                <p:cNvSpPr txBox="1">
                  <a:spLocks noChangeArrowheads="1"/>
                </p:cNvSpPr>
                <p:nvPr/>
              </p:nvSpPr>
              <p:spPr bwMode="auto">
                <a:xfrm>
                  <a:off x="8604000" y="1908000"/>
                  <a:ext cx="573427"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E</m:t>
                            </m:r>
                          </m:e>
                          <m:sub>
                            <m:r>
                              <a:rPr lang="en-US" altLang="zh-CN" sz="2400" b="0" i="0" smtClean="0">
                                <a:solidFill>
                                  <a:schemeClr val="tx1"/>
                                </a:solidFill>
                                <a:latin typeface="Cambria Math" panose="02040503050406030204" pitchFamily="18" charset="0"/>
                              </a:rPr>
                              <m:t>1</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65" name="Text Box 70">
                  <a:extLst>
                    <a:ext uri="{FF2B5EF4-FFF2-40B4-BE49-F238E27FC236}">
                      <a16:creationId xmlns:a16="http://schemas.microsoft.com/office/drawing/2014/main" id="{E526A5B7-C901-22C1-F7C8-C1E9C06EBB41}"/>
                    </a:ext>
                  </a:extLst>
                </p:cNvPr>
                <p:cNvSpPr txBox="1">
                  <a:spLocks noRot="1" noChangeAspect="1" noMove="1" noResize="1" noEditPoints="1" noAdjustHandles="1" noChangeArrowheads="1" noChangeShapeType="1" noTextEdit="1"/>
                </p:cNvSpPr>
                <p:nvPr/>
              </p:nvSpPr>
              <p:spPr bwMode="auto">
                <a:xfrm>
                  <a:off x="8604000" y="1908000"/>
                  <a:ext cx="573427" cy="461665"/>
                </a:xfrm>
                <a:prstGeom prst="rect">
                  <a:avLst/>
                </a:prstGeom>
                <a:blipFill>
                  <a:blip r:embed="rId22"/>
                  <a:stretch>
                    <a:fillRect b="-131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Text Box 70">
                  <a:extLst>
                    <a:ext uri="{FF2B5EF4-FFF2-40B4-BE49-F238E27FC236}">
                      <a16:creationId xmlns:a16="http://schemas.microsoft.com/office/drawing/2014/main" id="{CB34D7E8-14E9-0A1A-DC4B-CBE4C8AA6A10}"/>
                    </a:ext>
                  </a:extLst>
                </p:cNvPr>
                <p:cNvSpPr txBox="1">
                  <a:spLocks noChangeArrowheads="1"/>
                </p:cNvSpPr>
                <p:nvPr/>
              </p:nvSpPr>
              <p:spPr bwMode="auto">
                <a:xfrm>
                  <a:off x="7056000" y="1907998"/>
                  <a:ext cx="1260000" cy="468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D</m:t>
                        </m:r>
                        <m:r>
                          <a:rPr lang="en-US" altLang="zh-CN" sz="2400" b="0" i="0" smtClean="0">
                            <a:solidFill>
                              <a:schemeClr val="accent5">
                                <a:lumMod val="75000"/>
                              </a:schemeClr>
                            </a:solidFill>
                            <a:latin typeface="Cambria Math" panose="02040503050406030204" pitchFamily="18" charset="0"/>
                          </a:rPr>
                          <m:t>=</m:t>
                        </m:r>
                        <m:acc>
                          <m:accPr>
                            <m:chr m:val="̅"/>
                            <m:ctrlPr>
                              <a:rPr lang="en-US" altLang="zh-CN" sz="2400" b="0" i="1" smtClean="0">
                                <a:solidFill>
                                  <a:schemeClr val="accent5">
                                    <a:lumMod val="75000"/>
                                  </a:schemeClr>
                                </a:solidFill>
                                <a:latin typeface="Cambria Math" panose="02040503050406030204" pitchFamily="18" charset="0"/>
                              </a:rPr>
                            </m:ctrlPr>
                          </m:accPr>
                          <m:e>
                            <m:sSub>
                              <m:sSubPr>
                                <m:ctrlPr>
                                  <a:rPr lang="en-US" altLang="zh-CN" sz="2400" b="0" i="1">
                                    <a:solidFill>
                                      <a:schemeClr val="accent5">
                                        <a:lumMod val="75000"/>
                                      </a:schemeClr>
                                    </a:solidFill>
                                    <a:latin typeface="Cambria Math" panose="02040503050406030204" pitchFamily="18" charset="0"/>
                                  </a:rPr>
                                </m:ctrlPr>
                              </m:sSubPr>
                              <m:e>
                                <m:r>
                                  <a:rPr lang="en-US" altLang="zh-CN" sz="2400" b="0" smtClean="0">
                                    <a:solidFill>
                                      <a:schemeClr val="accent5">
                                        <a:lumMod val="75000"/>
                                      </a:schemeClr>
                                    </a:solidFill>
                                    <a:latin typeface="Cambria Math" panose="02040503050406030204" pitchFamily="18" charset="0"/>
                                  </a:rPr>
                                  <m:t> </m:t>
                                </m:r>
                                <m:r>
                                  <m:rPr>
                                    <m:sty m:val="p"/>
                                  </m:rPr>
                                  <a:rPr lang="en-US" altLang="zh-CN" sz="2400" b="0" i="0" smtClean="0">
                                    <a:solidFill>
                                      <a:schemeClr val="accent5">
                                        <a:lumMod val="75000"/>
                                      </a:schemeClr>
                                    </a:solidFill>
                                    <a:latin typeface="Cambria Math" panose="02040503050406030204" pitchFamily="18" charset="0"/>
                                  </a:rPr>
                                  <m:t>E</m:t>
                                </m:r>
                              </m:e>
                              <m:sub>
                                <m:r>
                                  <a:rPr lang="en-US" altLang="zh-CN" sz="2400" b="0" i="1" smtClean="0">
                                    <a:solidFill>
                                      <a:schemeClr val="accent5">
                                        <a:lumMod val="75000"/>
                                      </a:schemeClr>
                                    </a:solidFill>
                                    <a:latin typeface="Cambria Math" panose="02040503050406030204" pitchFamily="18" charset="0"/>
                                  </a:rPr>
                                  <m:t>1</m:t>
                                </m:r>
                              </m:sub>
                            </m:sSub>
                          </m:e>
                        </m:acc>
                      </m:oMath>
                    </m:oMathPara>
                  </a14:m>
                  <a:endParaRPr lang="en-US" altLang="zh-CN" sz="2400" b="0" dirty="0">
                    <a:solidFill>
                      <a:schemeClr val="accent5">
                        <a:lumMod val="75000"/>
                      </a:schemeClr>
                    </a:solidFill>
                    <a:latin typeface="Times New Roman" panose="02020603050405020304" pitchFamily="18" charset="0"/>
                  </a:endParaRPr>
                </a:p>
              </p:txBody>
            </p:sp>
          </mc:Choice>
          <mc:Fallback xmlns="">
            <p:sp>
              <p:nvSpPr>
                <p:cNvPr id="66" name="Text Box 70">
                  <a:extLst>
                    <a:ext uri="{FF2B5EF4-FFF2-40B4-BE49-F238E27FC236}">
                      <a16:creationId xmlns:a16="http://schemas.microsoft.com/office/drawing/2014/main" id="{CB34D7E8-14E9-0A1A-DC4B-CBE4C8AA6A10}"/>
                    </a:ext>
                  </a:extLst>
                </p:cNvPr>
                <p:cNvSpPr txBox="1">
                  <a:spLocks noRot="1" noChangeAspect="1" noMove="1" noResize="1" noEditPoints="1" noAdjustHandles="1" noChangeArrowheads="1" noChangeShapeType="1" noTextEdit="1"/>
                </p:cNvSpPr>
                <p:nvPr/>
              </p:nvSpPr>
              <p:spPr bwMode="auto">
                <a:xfrm>
                  <a:off x="7056000" y="1907998"/>
                  <a:ext cx="1260000" cy="468000"/>
                </a:xfrm>
                <a:prstGeom prst="rect">
                  <a:avLst/>
                </a:prstGeom>
                <a:blipFill>
                  <a:blip r:embed="rId2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7" name="椭圆 66">
              <a:extLst>
                <a:ext uri="{FF2B5EF4-FFF2-40B4-BE49-F238E27FC236}">
                  <a16:creationId xmlns:a16="http://schemas.microsoft.com/office/drawing/2014/main" id="{2315E9B9-8CB1-361A-F000-611F1D6C11A9}"/>
                </a:ext>
              </a:extLst>
            </p:cNvPr>
            <p:cNvSpPr/>
            <p:nvPr/>
          </p:nvSpPr>
          <p:spPr>
            <a:xfrm>
              <a:off x="8442000" y="2574000"/>
              <a:ext cx="180000" cy="180000"/>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68" name="Text Box 70">
                  <a:extLst>
                    <a:ext uri="{FF2B5EF4-FFF2-40B4-BE49-F238E27FC236}">
                      <a16:creationId xmlns:a16="http://schemas.microsoft.com/office/drawing/2014/main" id="{AB986D5E-43D4-C732-D776-D78478F497D7}"/>
                    </a:ext>
                  </a:extLst>
                </p:cNvPr>
                <p:cNvSpPr txBox="1">
                  <a:spLocks noChangeArrowheads="1"/>
                </p:cNvSpPr>
                <p:nvPr/>
              </p:nvSpPr>
              <p:spPr bwMode="auto">
                <a:xfrm>
                  <a:off x="8604000" y="2412000"/>
                  <a:ext cx="580544"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E</m:t>
                            </m:r>
                          </m:e>
                          <m:sub>
                            <m:r>
                              <a:rPr lang="en-US" altLang="zh-CN" sz="2400" b="0" i="1" smtClean="0">
                                <a:solidFill>
                                  <a:schemeClr val="tx1"/>
                                </a:solidFill>
                                <a:latin typeface="Cambria Math" panose="02040503050406030204" pitchFamily="18" charset="0"/>
                              </a:rPr>
                              <m:t>2</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68" name="Text Box 70">
                  <a:extLst>
                    <a:ext uri="{FF2B5EF4-FFF2-40B4-BE49-F238E27FC236}">
                      <a16:creationId xmlns:a16="http://schemas.microsoft.com/office/drawing/2014/main" id="{AB986D5E-43D4-C732-D776-D78478F497D7}"/>
                    </a:ext>
                  </a:extLst>
                </p:cNvPr>
                <p:cNvSpPr txBox="1">
                  <a:spLocks noRot="1" noChangeAspect="1" noMove="1" noResize="1" noEditPoints="1" noAdjustHandles="1" noChangeArrowheads="1" noChangeShapeType="1" noTextEdit="1"/>
                </p:cNvSpPr>
                <p:nvPr/>
              </p:nvSpPr>
              <p:spPr bwMode="auto">
                <a:xfrm>
                  <a:off x="8604000" y="2412000"/>
                  <a:ext cx="580544" cy="461665"/>
                </a:xfrm>
                <a:prstGeom prst="rect">
                  <a:avLst/>
                </a:prstGeom>
                <a:blipFill>
                  <a:blip r:embed="rId24"/>
                  <a:stretch>
                    <a:fillRect b="-2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Text Box 70">
                  <a:extLst>
                    <a:ext uri="{FF2B5EF4-FFF2-40B4-BE49-F238E27FC236}">
                      <a16:creationId xmlns:a16="http://schemas.microsoft.com/office/drawing/2014/main" id="{581EDFF2-CBEE-4710-18B5-D03C57597E47}"/>
                    </a:ext>
                  </a:extLst>
                </p:cNvPr>
                <p:cNvSpPr txBox="1">
                  <a:spLocks noChangeArrowheads="1"/>
                </p:cNvSpPr>
                <p:nvPr/>
              </p:nvSpPr>
              <p:spPr bwMode="auto">
                <a:xfrm>
                  <a:off x="8604000" y="2916000"/>
                  <a:ext cx="580544"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E</m:t>
                            </m:r>
                          </m:e>
                          <m:sub>
                            <m:r>
                              <a:rPr lang="en-US" altLang="zh-CN" sz="2400" b="0" i="1" smtClean="0">
                                <a:solidFill>
                                  <a:schemeClr val="tx1"/>
                                </a:solidFill>
                                <a:latin typeface="Cambria Math" panose="02040503050406030204" pitchFamily="18" charset="0"/>
                              </a:rPr>
                              <m:t>3</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69" name="Text Box 70">
                  <a:extLst>
                    <a:ext uri="{FF2B5EF4-FFF2-40B4-BE49-F238E27FC236}">
                      <a16:creationId xmlns:a16="http://schemas.microsoft.com/office/drawing/2014/main" id="{581EDFF2-CBEE-4710-18B5-D03C57597E47}"/>
                    </a:ext>
                  </a:extLst>
                </p:cNvPr>
                <p:cNvSpPr txBox="1">
                  <a:spLocks noRot="1" noChangeAspect="1" noMove="1" noResize="1" noEditPoints="1" noAdjustHandles="1" noChangeArrowheads="1" noChangeShapeType="1" noTextEdit="1"/>
                </p:cNvSpPr>
                <p:nvPr/>
              </p:nvSpPr>
              <p:spPr bwMode="auto">
                <a:xfrm>
                  <a:off x="8604000" y="2916000"/>
                  <a:ext cx="580544" cy="461665"/>
                </a:xfrm>
                <a:prstGeom prst="rect">
                  <a:avLst/>
                </a:prstGeom>
                <a:blipFill>
                  <a:blip r:embed="rId25"/>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Text Box 70">
                  <a:extLst>
                    <a:ext uri="{FF2B5EF4-FFF2-40B4-BE49-F238E27FC236}">
                      <a16:creationId xmlns:a16="http://schemas.microsoft.com/office/drawing/2014/main" id="{29A99051-F92C-9474-47E3-C230BF61C850}"/>
                    </a:ext>
                  </a:extLst>
                </p:cNvPr>
                <p:cNvSpPr txBox="1">
                  <a:spLocks noChangeArrowheads="1"/>
                </p:cNvSpPr>
                <p:nvPr/>
              </p:nvSpPr>
              <p:spPr bwMode="auto">
                <a:xfrm>
                  <a:off x="8604000" y="5436000"/>
                  <a:ext cx="602601"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a:solidFill>
                                  <a:schemeClr val="tx1"/>
                                </a:solidFill>
                                <a:latin typeface="Cambria Math" panose="02040503050406030204" pitchFamily="18" charset="0"/>
                              </a:rPr>
                              <m:t>2</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70" name="Text Box 70">
                  <a:extLst>
                    <a:ext uri="{FF2B5EF4-FFF2-40B4-BE49-F238E27FC236}">
                      <a16:creationId xmlns:a16="http://schemas.microsoft.com/office/drawing/2014/main" id="{29A99051-F92C-9474-47E3-C230BF61C850}"/>
                    </a:ext>
                  </a:extLst>
                </p:cNvPr>
                <p:cNvSpPr txBox="1">
                  <a:spLocks noRot="1" noChangeAspect="1" noMove="1" noResize="1" noEditPoints="1" noAdjustHandles="1" noChangeArrowheads="1" noChangeShapeType="1" noTextEdit="1"/>
                </p:cNvSpPr>
                <p:nvPr/>
              </p:nvSpPr>
              <p:spPr bwMode="auto">
                <a:xfrm>
                  <a:off x="8604000" y="5436000"/>
                  <a:ext cx="602601" cy="461665"/>
                </a:xfrm>
                <a:prstGeom prst="rect">
                  <a:avLst/>
                </a:prstGeom>
                <a:blipFill>
                  <a:blip r:embed="rId26"/>
                  <a:stretch>
                    <a:fillRect b="-2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Text Box 70">
                  <a:extLst>
                    <a:ext uri="{FF2B5EF4-FFF2-40B4-BE49-F238E27FC236}">
                      <a16:creationId xmlns:a16="http://schemas.microsoft.com/office/drawing/2014/main" id="{C2C9D333-A135-12C5-00FB-44A508D7CBCD}"/>
                    </a:ext>
                  </a:extLst>
                </p:cNvPr>
                <p:cNvSpPr txBox="1">
                  <a:spLocks noChangeArrowheads="1"/>
                </p:cNvSpPr>
                <p:nvPr/>
              </p:nvSpPr>
              <p:spPr bwMode="auto">
                <a:xfrm>
                  <a:off x="7632000" y="5436000"/>
                  <a:ext cx="602601"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a:solidFill>
                                  <a:schemeClr val="tx1"/>
                                </a:solidFill>
                                <a:latin typeface="Cambria Math" panose="02040503050406030204" pitchFamily="18" charset="0"/>
                              </a:rPr>
                              <m:t>2</m:t>
                            </m:r>
                          </m:sub>
                        </m:sSub>
                      </m:oMath>
                    </m:oMathPara>
                  </a14:m>
                  <a:endParaRPr lang="en-US" altLang="zh-CN" sz="2400" b="0" dirty="0">
                    <a:solidFill>
                      <a:schemeClr val="tx1"/>
                    </a:solidFill>
                    <a:latin typeface="Times New Roman" panose="02020603050405020304" pitchFamily="18" charset="0"/>
                  </a:endParaRPr>
                </a:p>
              </p:txBody>
            </p:sp>
          </mc:Choice>
          <mc:Fallback xmlns="">
            <p:sp>
              <p:nvSpPr>
                <p:cNvPr id="71" name="Text Box 70">
                  <a:extLst>
                    <a:ext uri="{FF2B5EF4-FFF2-40B4-BE49-F238E27FC236}">
                      <a16:creationId xmlns:a16="http://schemas.microsoft.com/office/drawing/2014/main" id="{C2C9D333-A135-12C5-00FB-44A508D7CBCD}"/>
                    </a:ext>
                  </a:extLst>
                </p:cNvPr>
                <p:cNvSpPr txBox="1">
                  <a:spLocks noRot="1" noChangeAspect="1" noMove="1" noResize="1" noEditPoints="1" noAdjustHandles="1" noChangeArrowheads="1" noChangeShapeType="1" noTextEdit="1"/>
                </p:cNvSpPr>
                <p:nvPr/>
              </p:nvSpPr>
              <p:spPr bwMode="auto">
                <a:xfrm>
                  <a:off x="7632000" y="5436000"/>
                  <a:ext cx="602601" cy="461665"/>
                </a:xfrm>
                <a:prstGeom prst="rect">
                  <a:avLst/>
                </a:prstGeom>
                <a:blipFill>
                  <a:blip r:embed="rId27"/>
                  <a:stretch>
                    <a:fillRect b="-2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72" name="Text Box 70">
              <a:extLst>
                <a:ext uri="{FF2B5EF4-FFF2-40B4-BE49-F238E27FC236}">
                  <a16:creationId xmlns:a16="http://schemas.microsoft.com/office/drawing/2014/main" id="{68EF902F-CC56-C492-313E-34CB03184506}"/>
                </a:ext>
              </a:extLst>
            </p:cNvPr>
            <p:cNvSpPr txBox="1">
              <a:spLocks noChangeArrowheads="1"/>
            </p:cNvSpPr>
            <p:nvPr/>
          </p:nvSpPr>
          <p:spPr bwMode="auto">
            <a:xfrm>
              <a:off x="7344000" y="2952000"/>
              <a:ext cx="900000" cy="4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ct val="0"/>
                </a:spcAft>
                <a:buNone/>
              </a:pPr>
              <a:r>
                <a:rPr lang="en-US" altLang="zh-CN" sz="2400" b="0" dirty="0">
                  <a:solidFill>
                    <a:schemeClr val="accent5">
                      <a:lumMod val="75000"/>
                    </a:schemeClr>
                  </a:solidFill>
                  <a:latin typeface="微软雅黑" panose="020B0503020204020204" pitchFamily="34" charset="-122"/>
                  <a:ea typeface="微软雅黑" panose="020B0503020204020204" pitchFamily="34" charset="-122"/>
                </a:rPr>
                <a:t>+5 V</a:t>
              </a:r>
            </a:p>
          </p:txBody>
        </p:sp>
        <p:sp>
          <p:nvSpPr>
            <p:cNvPr id="73" name="Line 60">
              <a:extLst>
                <a:ext uri="{FF2B5EF4-FFF2-40B4-BE49-F238E27FC236}">
                  <a16:creationId xmlns:a16="http://schemas.microsoft.com/office/drawing/2014/main" id="{A169C0FE-E42A-EBD1-B5FE-86E8AF063BC7}"/>
                </a:ext>
              </a:extLst>
            </p:cNvPr>
            <p:cNvSpPr>
              <a:spLocks noChangeShapeType="1"/>
            </p:cNvSpPr>
            <p:nvPr/>
          </p:nvSpPr>
          <p:spPr bwMode="auto">
            <a:xfrm>
              <a:off x="8208000" y="2664000"/>
              <a:ext cx="0" cy="216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dirty="0"/>
            </a:p>
          </p:txBody>
        </p:sp>
        <p:sp>
          <p:nvSpPr>
            <p:cNvPr id="74" name="Line 60">
              <a:extLst>
                <a:ext uri="{FF2B5EF4-FFF2-40B4-BE49-F238E27FC236}">
                  <a16:creationId xmlns:a16="http://schemas.microsoft.com/office/drawing/2014/main" id="{49A6B8BA-00B7-029D-7467-735E70F15109}"/>
                </a:ext>
              </a:extLst>
            </p:cNvPr>
            <p:cNvSpPr>
              <a:spLocks noChangeShapeType="1"/>
            </p:cNvSpPr>
            <p:nvPr/>
          </p:nvSpPr>
          <p:spPr bwMode="auto">
            <a:xfrm>
              <a:off x="8028000" y="2880000"/>
              <a:ext cx="3600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grpSp>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BE534881-CC01-B13D-5933-A7C92C9166B5}"/>
                  </a:ext>
                </a:extLst>
              </p:cNvPr>
              <p:cNvSpPr txBox="1"/>
              <p:nvPr/>
            </p:nvSpPr>
            <p:spPr>
              <a:xfrm>
                <a:off x="360000" y="2249284"/>
                <a:ext cx="5429178" cy="635943"/>
              </a:xfrm>
              <a:prstGeom prst="rect">
                <a:avLst/>
              </a:prstGeom>
              <a:noFill/>
            </p:spPr>
            <p:txBody>
              <a:bodyPr wrap="square">
                <a:spAutoFit/>
              </a:bodyPr>
              <a:lstStyle/>
              <a:p>
                <a:pPr lvl="1"/>
                <a14:m>
                  <m:oMath xmlns:m="http://schemas.openxmlformats.org/officeDocument/2006/math">
                    <m:acc>
                      <m:accPr>
                        <m:chr m:val="̅"/>
                        <m:ctrlPr>
                          <a:rPr lang="en-US" altLang="zh-CN" sz="2800" i="1" smtClean="0">
                            <a:solidFill>
                              <a:schemeClr val="accent5">
                                <a:lumMod val="75000"/>
                              </a:schemeClr>
                            </a:solidFill>
                            <a:latin typeface="Cambria Math" panose="02040503050406030204" pitchFamily="18" charset="0"/>
                          </a:rPr>
                        </m:ctrlPr>
                      </m:accPr>
                      <m:e>
                        <m:sSub>
                          <m:sSubPr>
                            <m:ctrlPr>
                              <a:rPr lang="en-US" altLang="zh-CN" sz="2800" i="1">
                                <a:solidFill>
                                  <a:schemeClr val="accent5">
                                    <a:lumMod val="75000"/>
                                  </a:schemeClr>
                                </a:solidFill>
                                <a:latin typeface="Cambria Math" panose="02040503050406030204" pitchFamily="18" charset="0"/>
                              </a:rPr>
                            </m:ctrlPr>
                          </m:sSubPr>
                          <m:e>
                            <m:r>
                              <a:rPr lang="en-US" altLang="zh-CN" sz="2800" b="0" i="0" smtClean="0">
                                <a:solidFill>
                                  <a:schemeClr val="accent5">
                                    <a:lumMod val="75000"/>
                                  </a:schemeClr>
                                </a:solidFill>
                                <a:latin typeface="Cambria Math" panose="02040503050406030204" pitchFamily="18" charset="0"/>
                              </a:rPr>
                              <m:t> </m:t>
                            </m:r>
                            <m:r>
                              <m:rPr>
                                <m:sty m:val="p"/>
                              </m:rPr>
                              <a:rPr lang="en-US" altLang="zh-CN" sz="2800" i="0">
                                <a:solidFill>
                                  <a:schemeClr val="accent5">
                                    <a:lumMod val="75000"/>
                                  </a:schemeClr>
                                </a:solidFill>
                                <a:latin typeface="Cambria Math" panose="02040503050406030204" pitchFamily="18" charset="0"/>
                              </a:rPr>
                              <m:t>Y</m:t>
                            </m:r>
                          </m:e>
                          <m:sub>
                            <m:r>
                              <a:rPr lang="en-US" altLang="zh-CN" sz="2800" b="0" i="1" smtClean="0">
                                <a:solidFill>
                                  <a:schemeClr val="accent5">
                                    <a:lumMod val="75000"/>
                                  </a:schemeClr>
                                </a:solidFill>
                                <a:latin typeface="Cambria Math" panose="02040503050406030204" pitchFamily="18" charset="0"/>
                              </a:rPr>
                              <m:t>𝑖</m:t>
                            </m:r>
                          </m:sub>
                        </m:sSub>
                      </m:e>
                    </m:acc>
                    <m:r>
                      <a:rPr lang="en-US" altLang="zh-CN" sz="2800" i="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sSub>
                          <m:sSubPr>
                            <m:ctrlPr>
                              <a:rPr lang="en-US" altLang="zh-CN" sz="28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lang="en-US" altLang="zh-CN" sz="2800">
                                <a:solidFill>
                                  <a:schemeClr val="accent5">
                                    <a:lumMod val="75000"/>
                                  </a:schemeClr>
                                </a:solidFill>
                                <a:latin typeface="Cambria Math" panose="02040503050406030204" pitchFamily="18" charset="0"/>
                                <a:ea typeface="微软雅黑" panose="020B0503020204020204" pitchFamily="34" charset="-122"/>
                              </a:rPr>
                              <m:t>E</m:t>
                            </m:r>
                          </m:e>
                          <m:sub>
                            <m:r>
                              <a:rPr lang="en-US" altLang="zh-CN" sz="2800">
                                <a:solidFill>
                                  <a:schemeClr val="accent5">
                                    <a:lumMod val="75000"/>
                                  </a:schemeClr>
                                </a:solidFill>
                                <a:latin typeface="Cambria Math" panose="02040503050406030204" pitchFamily="18" charset="0"/>
                                <a:ea typeface="微软雅黑" panose="020B0503020204020204" pitchFamily="34" charset="-122"/>
                              </a:rPr>
                              <m:t>3</m:t>
                            </m:r>
                          </m:sub>
                        </m:sSub>
                        <m:r>
                          <a:rPr lang="en-US" altLang="zh-CN" sz="2800" i="1" smtClean="0">
                            <a:solidFill>
                              <a:schemeClr val="accent5">
                                <a:lumMod val="75000"/>
                              </a:schemeClr>
                            </a:solidFill>
                            <a:latin typeface="Cambria Math" panose="02040503050406030204" pitchFamily="18" charset="0"/>
                            <a:ea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ea typeface="微软雅黑" panose="020B0503020204020204" pitchFamily="34" charset="-122"/>
                              </a:rPr>
                            </m:ctrlPr>
                          </m:accPr>
                          <m:e>
                            <m:acc>
                              <m:accPr>
                                <m:chr m:val="̅"/>
                                <m:ctrlPr>
                                  <a:rPr lang="en-US" altLang="zh-CN" sz="2800" i="1">
                                    <a:solidFill>
                                      <a:schemeClr val="accent5">
                                        <a:lumMod val="75000"/>
                                      </a:schemeClr>
                                    </a:solidFill>
                                    <a:latin typeface="Cambria Math" panose="02040503050406030204" pitchFamily="18" charset="0"/>
                                  </a:rPr>
                                </m:ctrlPr>
                              </m:accPr>
                              <m:e>
                                <m:sSub>
                                  <m:sSubPr>
                                    <m:ctrlPr>
                                      <a:rPr lang="en-US" altLang="zh-CN" sz="2800" i="1">
                                        <a:solidFill>
                                          <a:schemeClr val="accent5">
                                            <a:lumMod val="75000"/>
                                          </a:schemeClr>
                                        </a:solidFill>
                                        <a:latin typeface="Cambria Math" panose="02040503050406030204" pitchFamily="18" charset="0"/>
                                      </a:rPr>
                                    </m:ctrlPr>
                                  </m:sSubPr>
                                  <m:e>
                                    <m:r>
                                      <a:rPr lang="en-US" altLang="zh-CN" sz="2800">
                                        <a:solidFill>
                                          <a:schemeClr val="accent5">
                                            <a:lumMod val="75000"/>
                                          </a:schemeClr>
                                        </a:solidFill>
                                        <a:latin typeface="Cambria Math" panose="02040503050406030204" pitchFamily="18" charset="0"/>
                                      </a:rPr>
                                      <m:t> </m:t>
                                    </m:r>
                                    <m:r>
                                      <m:rPr>
                                        <m:sty m:val="p"/>
                                      </m:rPr>
                                      <a:rPr lang="en-US" altLang="zh-CN" sz="2800">
                                        <a:solidFill>
                                          <a:schemeClr val="accent5">
                                            <a:lumMod val="75000"/>
                                          </a:schemeClr>
                                        </a:solidFill>
                                        <a:latin typeface="Cambria Math" panose="02040503050406030204" pitchFamily="18" charset="0"/>
                                      </a:rPr>
                                      <m:t>E</m:t>
                                    </m:r>
                                  </m:e>
                                  <m:sub>
                                    <m:r>
                                      <a:rPr lang="en-US" altLang="zh-CN" sz="2800" i="1">
                                        <a:solidFill>
                                          <a:schemeClr val="accent5">
                                            <a:lumMod val="75000"/>
                                          </a:schemeClr>
                                        </a:solidFill>
                                        <a:latin typeface="Cambria Math" panose="02040503050406030204" pitchFamily="18" charset="0"/>
                                      </a:rPr>
                                      <m:t>2</m:t>
                                    </m:r>
                                  </m:sub>
                                </m:sSub>
                              </m:e>
                            </m:acc>
                          </m:e>
                        </m:acc>
                        <m:r>
                          <a:rPr lang="en-US" altLang="zh-CN" sz="2800" i="1" smtClean="0">
                            <a:solidFill>
                              <a:schemeClr val="accent5">
                                <a:lumMod val="75000"/>
                              </a:schemeClr>
                            </a:solidFill>
                            <a:latin typeface="Cambria Math" panose="02040503050406030204" pitchFamily="18" charset="0"/>
                            <a:ea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ea typeface="微软雅黑" panose="020B0503020204020204" pitchFamily="34" charset="-122"/>
                              </a:rPr>
                            </m:ctrlPr>
                          </m:accPr>
                          <m:e>
                            <m:acc>
                              <m:accPr>
                                <m:chr m:val="̅"/>
                                <m:ctrlPr>
                                  <a:rPr lang="en-US" altLang="zh-CN" sz="2800" i="1">
                                    <a:solidFill>
                                      <a:schemeClr val="accent5">
                                        <a:lumMod val="75000"/>
                                      </a:schemeClr>
                                    </a:solidFill>
                                    <a:latin typeface="Cambria Math" panose="02040503050406030204" pitchFamily="18" charset="0"/>
                                  </a:rPr>
                                </m:ctrlPr>
                              </m:accPr>
                              <m:e>
                                <m:sSub>
                                  <m:sSubPr>
                                    <m:ctrlPr>
                                      <a:rPr lang="en-US" altLang="zh-CN" sz="2800" i="1">
                                        <a:solidFill>
                                          <a:schemeClr val="accent5">
                                            <a:lumMod val="75000"/>
                                          </a:schemeClr>
                                        </a:solidFill>
                                        <a:latin typeface="Cambria Math" panose="02040503050406030204" pitchFamily="18" charset="0"/>
                                      </a:rPr>
                                    </m:ctrlPr>
                                  </m:sSubPr>
                                  <m:e>
                                    <m:r>
                                      <a:rPr lang="en-US" altLang="zh-CN" sz="2800">
                                        <a:solidFill>
                                          <a:schemeClr val="accent5">
                                            <a:lumMod val="75000"/>
                                          </a:schemeClr>
                                        </a:solidFill>
                                        <a:latin typeface="Cambria Math" panose="02040503050406030204" pitchFamily="18" charset="0"/>
                                      </a:rPr>
                                      <m:t> </m:t>
                                    </m:r>
                                    <m:r>
                                      <m:rPr>
                                        <m:sty m:val="p"/>
                                      </m:rPr>
                                      <a:rPr lang="en-US" altLang="zh-CN" sz="2800">
                                        <a:solidFill>
                                          <a:schemeClr val="accent5">
                                            <a:lumMod val="75000"/>
                                          </a:schemeClr>
                                        </a:solidFill>
                                        <a:latin typeface="Cambria Math" panose="02040503050406030204" pitchFamily="18" charset="0"/>
                                      </a:rPr>
                                      <m:t>E</m:t>
                                    </m:r>
                                  </m:e>
                                  <m:sub>
                                    <m:r>
                                      <a:rPr lang="en-US" altLang="zh-CN" sz="2800" i="1">
                                        <a:solidFill>
                                          <a:schemeClr val="accent5">
                                            <a:lumMod val="75000"/>
                                          </a:schemeClr>
                                        </a:solidFill>
                                        <a:latin typeface="Cambria Math" panose="02040503050406030204" pitchFamily="18" charset="0"/>
                                      </a:rPr>
                                      <m:t>1</m:t>
                                    </m:r>
                                  </m:sub>
                                </m:sSub>
                              </m:e>
                            </m:acc>
                          </m:e>
                        </m:acc>
                        <m:r>
                          <a:rPr lang="en-US" altLang="zh-CN" sz="2800" i="1">
                            <a:solidFill>
                              <a:schemeClr val="accent5">
                                <a:lumMod val="75000"/>
                              </a:schemeClr>
                            </a:solidFill>
                            <a:latin typeface="Cambria Math" panose="02040503050406030204" pitchFamily="18" charset="0"/>
                          </a:rPr>
                          <m:t> </m:t>
                        </m:r>
                        <m:r>
                          <a:rPr lang="en-US" altLang="zh-CN" sz="2800" i="1" smtClean="0">
                            <a:solidFill>
                              <a:schemeClr val="accent5">
                                <a:lumMod val="75000"/>
                              </a:schemeClr>
                            </a:solidFill>
                            <a:latin typeface="Cambria Math" panose="02040503050406030204" pitchFamily="18" charset="0"/>
                            <a:ea typeface="Cambria Math" panose="02040503050406030204" pitchFamily="18" charset="0"/>
                          </a:rPr>
                          <m:t>∙</m:t>
                        </m:r>
                        <m:sSub>
                          <m:sSubPr>
                            <m:ctrlPr>
                              <a:rPr lang="en-US" altLang="zh-CN" sz="2800" i="1">
                                <a:solidFill>
                                  <a:schemeClr val="accent5">
                                    <a:lumMod val="75000"/>
                                  </a:schemeClr>
                                </a:solidFill>
                                <a:latin typeface="Cambria Math" panose="02040503050406030204" pitchFamily="18" charset="0"/>
                                <a:ea typeface="微软雅黑" panose="020B0503020204020204" pitchFamily="34" charset="-122"/>
                              </a:rPr>
                            </m:ctrlPr>
                          </m:sSubPr>
                          <m:e>
                            <m:r>
                              <a:rPr lang="en-US" altLang="zh-CN" sz="2800" i="1">
                                <a:solidFill>
                                  <a:schemeClr val="accent5">
                                    <a:lumMod val="75000"/>
                                  </a:schemeClr>
                                </a:solidFill>
                                <a:latin typeface="Cambria Math" panose="02040503050406030204" pitchFamily="18" charset="0"/>
                                <a:ea typeface="微软雅黑" panose="020B0503020204020204" pitchFamily="34" charset="-122"/>
                              </a:rPr>
                              <m:t>𝑚</m:t>
                            </m:r>
                          </m:e>
                          <m:sub>
                            <m:r>
                              <a:rPr lang="en-US" altLang="zh-CN" sz="2800" i="1">
                                <a:solidFill>
                                  <a:schemeClr val="accent5">
                                    <a:lumMod val="75000"/>
                                  </a:schemeClr>
                                </a:solidFill>
                                <a:latin typeface="Cambria Math" panose="02040503050406030204" pitchFamily="18" charset="0"/>
                                <a:ea typeface="微软雅黑" panose="020B0503020204020204" pitchFamily="34" charset="-122"/>
                              </a:rPr>
                              <m:t>𝑖</m:t>
                            </m:r>
                          </m:sub>
                        </m:sSub>
                      </m:e>
                    </m:acc>
                  </m:oMath>
                </a14:m>
                <a:r>
                  <a:rPr lang="zh-CN" altLang="en-US" sz="2800" dirty="0">
                    <a:solidFill>
                      <a:schemeClr val="accent5">
                        <a:lumMod val="75000"/>
                      </a:schemeClr>
                    </a:solidFill>
                  </a:rPr>
                  <a:t> </a:t>
                </a:r>
              </a:p>
            </p:txBody>
          </p:sp>
        </mc:Choice>
        <mc:Fallback xmlns="">
          <p:sp>
            <p:nvSpPr>
              <p:cNvPr id="76" name="文本框 75">
                <a:extLst>
                  <a:ext uri="{FF2B5EF4-FFF2-40B4-BE49-F238E27FC236}">
                    <a16:creationId xmlns:a16="http://schemas.microsoft.com/office/drawing/2014/main" id="{BE534881-CC01-B13D-5933-A7C92C9166B5}"/>
                  </a:ext>
                </a:extLst>
              </p:cNvPr>
              <p:cNvSpPr txBox="1">
                <a:spLocks noRot="1" noChangeAspect="1" noMove="1" noResize="1" noEditPoints="1" noAdjustHandles="1" noChangeArrowheads="1" noChangeShapeType="1" noTextEdit="1"/>
              </p:cNvSpPr>
              <p:nvPr/>
            </p:nvSpPr>
            <p:spPr>
              <a:xfrm>
                <a:off x="360000" y="2249284"/>
                <a:ext cx="5429178" cy="635943"/>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309F09CD-3A6C-8EA8-2AB8-5E55760A3A09}"/>
                  </a:ext>
                </a:extLst>
              </p:cNvPr>
              <p:cNvSpPr txBox="1"/>
              <p:nvPr/>
            </p:nvSpPr>
            <p:spPr>
              <a:xfrm>
                <a:off x="359354" y="2880000"/>
                <a:ext cx="3299971" cy="578620"/>
              </a:xfrm>
              <a:prstGeom prst="rect">
                <a:avLst/>
              </a:prstGeom>
              <a:noFill/>
            </p:spPr>
            <p:txBody>
              <a:bodyPr wrap="square">
                <a:spAutoFit/>
              </a:bodyPr>
              <a:lstStyle/>
              <a:p>
                <a:pPr lvl="1"/>
                <a14:m>
                  <m:oMath xmlns:m="http://schemas.openxmlformats.org/officeDocument/2006/math">
                    <m:acc>
                      <m:accPr>
                        <m:chr m:val="̅"/>
                        <m:ctrlPr>
                          <a:rPr lang="en-US" altLang="zh-CN" sz="2800" i="1" smtClean="0">
                            <a:solidFill>
                              <a:schemeClr val="bg1"/>
                            </a:solidFill>
                            <a:latin typeface="Cambria Math" panose="02040503050406030204" pitchFamily="18" charset="0"/>
                          </a:rPr>
                        </m:ctrlPr>
                      </m:accPr>
                      <m:e>
                        <m:sSub>
                          <m:sSubPr>
                            <m:ctrlPr>
                              <a:rPr lang="en-US" altLang="zh-CN" sz="2800" i="1">
                                <a:solidFill>
                                  <a:schemeClr val="bg1"/>
                                </a:solidFill>
                                <a:latin typeface="Cambria Math" panose="02040503050406030204" pitchFamily="18" charset="0"/>
                              </a:rPr>
                            </m:ctrlPr>
                          </m:sSubPr>
                          <m:e>
                            <m:r>
                              <a:rPr lang="en-US" altLang="zh-CN" sz="2800">
                                <a:solidFill>
                                  <a:schemeClr val="bg1"/>
                                </a:solidFill>
                                <a:latin typeface="Cambria Math" panose="02040503050406030204" pitchFamily="18" charset="0"/>
                              </a:rPr>
                              <m:t> </m:t>
                            </m:r>
                            <m:r>
                              <m:rPr>
                                <m:sty m:val="p"/>
                              </m:rPr>
                              <a:rPr lang="en-US" altLang="zh-CN" sz="2800">
                                <a:solidFill>
                                  <a:schemeClr val="bg1"/>
                                </a:solidFill>
                                <a:latin typeface="Cambria Math" panose="02040503050406030204" pitchFamily="18" charset="0"/>
                              </a:rPr>
                              <m:t>Y</m:t>
                            </m:r>
                          </m:e>
                          <m:sub>
                            <m:r>
                              <a:rPr lang="en-US" altLang="zh-CN" sz="2800" i="1">
                                <a:solidFill>
                                  <a:schemeClr val="bg1"/>
                                </a:solidFill>
                                <a:latin typeface="Cambria Math" panose="02040503050406030204" pitchFamily="18" charset="0"/>
                              </a:rPr>
                              <m:t>𝑖</m:t>
                            </m:r>
                          </m:sub>
                        </m:sSub>
                      </m:e>
                    </m:acc>
                    <m:r>
                      <a:rPr lang="en-US" altLang="zh-CN" sz="2800" i="0" smtClean="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acc>
                          <m:accPr>
                            <m:chr m:val="̅"/>
                            <m:ctrlPr>
                              <a:rPr lang="en-US" altLang="zh-CN" sz="2800" b="0" i="1" smtClean="0">
                                <a:solidFill>
                                  <a:schemeClr val="accent5">
                                    <a:lumMod val="75000"/>
                                  </a:schemeClr>
                                </a:solidFill>
                                <a:latin typeface="Cambria Math" panose="02040503050406030204" pitchFamily="18" charset="0"/>
                                <a:ea typeface="微软雅黑" panose="020B0503020204020204" pitchFamily="34" charset="-122"/>
                              </a:rPr>
                            </m:ctrlPr>
                          </m:accPr>
                          <m:e>
                            <m:r>
                              <a:rPr lang="en-US" altLang="zh-CN" sz="2800" b="0" i="0"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lang="en-US" altLang="zh-CN" sz="2800" b="0" i="0" smtClean="0">
                                <a:solidFill>
                                  <a:schemeClr val="accent5">
                                    <a:lumMod val="75000"/>
                                  </a:schemeClr>
                                </a:solidFill>
                                <a:latin typeface="Cambria Math" panose="02040503050406030204" pitchFamily="18" charset="0"/>
                                <a:ea typeface="微软雅黑" panose="020B0503020204020204" pitchFamily="34" charset="-122"/>
                              </a:rPr>
                              <m:t>D</m:t>
                            </m:r>
                            <m:r>
                              <a:rPr lang="en-US" altLang="zh-CN" sz="2800" b="0" i="0" smtClean="0">
                                <a:solidFill>
                                  <a:schemeClr val="accent5">
                                    <a:lumMod val="75000"/>
                                  </a:schemeClr>
                                </a:solidFill>
                                <a:latin typeface="Cambria Math" panose="02040503050406030204" pitchFamily="18" charset="0"/>
                                <a:ea typeface="微软雅黑" panose="020B0503020204020204" pitchFamily="34" charset="-122"/>
                              </a:rPr>
                              <m:t> </m:t>
                            </m:r>
                          </m:e>
                        </m:acc>
                        <m:r>
                          <a:rPr lang="en-US" altLang="zh-CN" sz="2800" i="1">
                            <a:solidFill>
                              <a:schemeClr val="accent5">
                                <a:lumMod val="75000"/>
                              </a:schemeClr>
                            </a:solidFill>
                            <a:latin typeface="Cambria Math" panose="02040503050406030204" pitchFamily="18" charset="0"/>
                            <a:ea typeface="Cambria Math" panose="02040503050406030204" pitchFamily="18" charset="0"/>
                          </a:rPr>
                          <m:t>∙</m:t>
                        </m:r>
                        <m:sSub>
                          <m:sSubPr>
                            <m:ctrlPr>
                              <a:rPr lang="en-US" altLang="zh-CN" sz="2800" i="1">
                                <a:solidFill>
                                  <a:schemeClr val="accent5">
                                    <a:lumMod val="75000"/>
                                  </a:schemeClr>
                                </a:solidFill>
                                <a:latin typeface="Cambria Math" panose="02040503050406030204" pitchFamily="18" charset="0"/>
                                <a:ea typeface="微软雅黑" panose="020B0503020204020204" pitchFamily="34" charset="-122"/>
                              </a:rPr>
                            </m:ctrlPr>
                          </m:sSubPr>
                          <m:e>
                            <m:r>
                              <a:rPr lang="en-US" altLang="zh-CN" sz="2800" i="1">
                                <a:solidFill>
                                  <a:schemeClr val="accent5">
                                    <a:lumMod val="75000"/>
                                  </a:schemeClr>
                                </a:solidFill>
                                <a:latin typeface="Cambria Math" panose="02040503050406030204" pitchFamily="18" charset="0"/>
                                <a:ea typeface="微软雅黑" panose="020B0503020204020204" pitchFamily="34" charset="-122"/>
                              </a:rPr>
                              <m:t>𝑚</m:t>
                            </m:r>
                          </m:e>
                          <m:sub>
                            <m:r>
                              <a:rPr lang="en-US" altLang="zh-CN" sz="2800" i="1">
                                <a:solidFill>
                                  <a:schemeClr val="accent5">
                                    <a:lumMod val="75000"/>
                                  </a:schemeClr>
                                </a:solidFill>
                                <a:latin typeface="Cambria Math" panose="02040503050406030204" pitchFamily="18" charset="0"/>
                                <a:ea typeface="微软雅黑" panose="020B0503020204020204" pitchFamily="34" charset="-122"/>
                              </a:rPr>
                              <m:t>𝑖</m:t>
                            </m:r>
                          </m:sub>
                        </m:sSub>
                      </m:e>
                    </m:acc>
                  </m:oMath>
                </a14:m>
                <a:r>
                  <a:rPr lang="zh-CN" altLang="en-US" sz="2800" dirty="0">
                    <a:solidFill>
                      <a:schemeClr val="accent5">
                        <a:lumMod val="75000"/>
                      </a:schemeClr>
                    </a:solidFill>
                  </a:rPr>
                  <a:t>  </a:t>
                </a:r>
              </a:p>
            </p:txBody>
          </p:sp>
        </mc:Choice>
        <mc:Fallback xmlns="">
          <p:sp>
            <p:nvSpPr>
              <p:cNvPr id="77" name="文本框 76">
                <a:extLst>
                  <a:ext uri="{FF2B5EF4-FFF2-40B4-BE49-F238E27FC236}">
                    <a16:creationId xmlns:a16="http://schemas.microsoft.com/office/drawing/2014/main" id="{309F09CD-3A6C-8EA8-2AB8-5E55760A3A09}"/>
                  </a:ext>
                </a:extLst>
              </p:cNvPr>
              <p:cNvSpPr txBox="1">
                <a:spLocks noRot="1" noChangeAspect="1" noMove="1" noResize="1" noEditPoints="1" noAdjustHandles="1" noChangeArrowheads="1" noChangeShapeType="1" noTextEdit="1"/>
              </p:cNvSpPr>
              <p:nvPr/>
            </p:nvSpPr>
            <p:spPr>
              <a:xfrm>
                <a:off x="359354" y="2880000"/>
                <a:ext cx="3299971" cy="578620"/>
              </a:xfrm>
              <a:prstGeom prst="rect">
                <a:avLst/>
              </a:prstGeom>
              <a:blipFill>
                <a:blip r:embed="rId2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9D71697C-7548-B72F-1DD2-B9B852BF9046}"/>
                  </a:ext>
                </a:extLst>
              </p:cNvPr>
              <p:cNvSpPr txBox="1"/>
              <p:nvPr/>
            </p:nvSpPr>
            <p:spPr>
              <a:xfrm>
                <a:off x="360001" y="3599999"/>
                <a:ext cx="5536708" cy="523220"/>
              </a:xfrm>
              <a:prstGeom prst="rect">
                <a:avLst/>
              </a:prstGeom>
              <a:noFill/>
            </p:spPr>
            <p:txBody>
              <a:bodyPr wrap="square">
                <a:spAutoFit/>
              </a:bodyPr>
              <a:lstStyle/>
              <a:p>
                <a:pPr lvl="1"/>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当 </a:t>
                </a:r>
                <a14:m>
                  <m:oMath xmlns:m="http://schemas.openxmlformats.org/officeDocument/2006/math">
                    <m:sSub>
                      <m:sSubPr>
                        <m:ctrlPr>
                          <a:rPr lang="en-US" altLang="zh-CN" sz="2800" i="1">
                            <a:solidFill>
                              <a:schemeClr val="accent5">
                                <a:lumMod val="75000"/>
                              </a:schemeClr>
                            </a:solidFill>
                            <a:latin typeface="Cambria Math" panose="02040503050406030204" pitchFamily="18" charset="0"/>
                          </a:rPr>
                        </m:ctrlPr>
                      </m:sSubPr>
                      <m:e>
                        <m:r>
                          <m:rPr>
                            <m:sty m:val="p"/>
                          </m:rPr>
                          <a:rPr lang="en-US" altLang="zh-CN" sz="2800">
                            <a:solidFill>
                              <a:schemeClr val="accent5">
                                <a:lumMod val="75000"/>
                              </a:schemeClr>
                            </a:solidFill>
                            <a:latin typeface="Cambria Math" panose="02040503050406030204" pitchFamily="18" charset="0"/>
                          </a:rPr>
                          <m:t>A</m:t>
                        </m:r>
                      </m:e>
                      <m:sub>
                        <m:r>
                          <a:rPr lang="en-US" altLang="zh-CN" sz="2800" i="1">
                            <a:solidFill>
                              <a:schemeClr val="accent5">
                                <a:lumMod val="75000"/>
                              </a:schemeClr>
                            </a:solidFill>
                            <a:latin typeface="Cambria Math" panose="02040503050406030204" pitchFamily="18" charset="0"/>
                          </a:rPr>
                          <m:t>2</m:t>
                        </m:r>
                      </m:sub>
                    </m:sSub>
                    <m:sSub>
                      <m:sSubPr>
                        <m:ctrlPr>
                          <a:rPr lang="en-US" altLang="zh-CN" sz="2800" i="1">
                            <a:solidFill>
                              <a:schemeClr val="accent5">
                                <a:lumMod val="75000"/>
                              </a:schemeClr>
                            </a:solidFill>
                            <a:latin typeface="Cambria Math" panose="02040503050406030204" pitchFamily="18" charset="0"/>
                          </a:rPr>
                        </m:ctrlPr>
                      </m:sSubPr>
                      <m:e>
                        <m:r>
                          <m:rPr>
                            <m:sty m:val="p"/>
                          </m:rPr>
                          <a:rPr lang="en-US" altLang="zh-CN" sz="2800">
                            <a:solidFill>
                              <a:schemeClr val="accent5">
                                <a:lumMod val="75000"/>
                              </a:schemeClr>
                            </a:solidFill>
                            <a:latin typeface="Cambria Math" panose="02040503050406030204" pitchFamily="18" charset="0"/>
                          </a:rPr>
                          <m:t>A</m:t>
                        </m:r>
                      </m:e>
                      <m:sub>
                        <m:r>
                          <a:rPr lang="en-US" altLang="zh-CN" sz="2800" i="1">
                            <a:solidFill>
                              <a:schemeClr val="accent5">
                                <a:lumMod val="75000"/>
                              </a:schemeClr>
                            </a:solidFill>
                            <a:latin typeface="Cambria Math" panose="02040503050406030204" pitchFamily="18" charset="0"/>
                          </a:rPr>
                          <m:t>1</m:t>
                        </m:r>
                      </m:sub>
                    </m:sSub>
                    <m:sSub>
                      <m:sSubPr>
                        <m:ctrlPr>
                          <a:rPr lang="en-US" altLang="zh-CN" sz="2800" i="1">
                            <a:solidFill>
                              <a:schemeClr val="accent5">
                                <a:lumMod val="75000"/>
                              </a:schemeClr>
                            </a:solidFill>
                            <a:latin typeface="Cambria Math" panose="02040503050406030204" pitchFamily="18" charset="0"/>
                          </a:rPr>
                        </m:ctrlPr>
                      </m:sSubPr>
                      <m:e>
                        <m:r>
                          <m:rPr>
                            <m:sty m:val="p"/>
                          </m:rPr>
                          <a:rPr lang="en-US" altLang="zh-CN" sz="2800">
                            <a:solidFill>
                              <a:schemeClr val="accent5">
                                <a:lumMod val="75000"/>
                              </a:schemeClr>
                            </a:solidFill>
                            <a:latin typeface="Cambria Math" panose="02040503050406030204" pitchFamily="18" charset="0"/>
                          </a:rPr>
                          <m:t>A</m:t>
                        </m:r>
                      </m:e>
                      <m:sub>
                        <m:r>
                          <a:rPr lang="en-US" altLang="zh-CN" sz="2800">
                            <a:solidFill>
                              <a:schemeClr val="accent5">
                                <a:lumMod val="75000"/>
                              </a:schemeClr>
                            </a:solidFill>
                            <a:latin typeface="Cambria Math" panose="02040503050406030204" pitchFamily="18" charset="0"/>
                          </a:rPr>
                          <m:t>0</m:t>
                        </m:r>
                      </m:sub>
                    </m:sSub>
                    <m:r>
                      <a:rPr lang="en-US" altLang="zh-CN" sz="2800" i="1">
                        <a:solidFill>
                          <a:schemeClr val="accent5">
                            <a:lumMod val="75000"/>
                          </a:schemeClr>
                        </a:solidFill>
                        <a:latin typeface="Cambria Math" panose="02040503050406030204" pitchFamily="18" charset="0"/>
                      </a:rPr>
                      <m:t>=000</m:t>
                    </m:r>
                  </m:oMath>
                </a14:m>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 时，</a:t>
                </a:r>
                <a14:m>
                  <m:oMath xmlns:m="http://schemas.openxmlformats.org/officeDocument/2006/math">
                    <m:sSub>
                      <m:sSubPr>
                        <m:ctrlPr>
                          <a:rPr lang="en-US" altLang="zh-CN" sz="2800" i="1">
                            <a:solidFill>
                              <a:schemeClr val="accent5">
                                <a:lumMod val="75000"/>
                              </a:schemeClr>
                            </a:solidFill>
                            <a:latin typeface="Cambria Math" panose="02040503050406030204" pitchFamily="18" charset="0"/>
                            <a:ea typeface="微软雅黑" panose="020B0503020204020204" pitchFamily="34" charset="-122"/>
                          </a:rPr>
                        </m:ctrlPr>
                      </m:sSubPr>
                      <m:e>
                        <m:r>
                          <a:rPr lang="en-US" altLang="zh-CN" sz="2800" i="1">
                            <a:solidFill>
                              <a:schemeClr val="accent5">
                                <a:lumMod val="75000"/>
                              </a:schemeClr>
                            </a:solidFill>
                            <a:latin typeface="Cambria Math" panose="02040503050406030204" pitchFamily="18" charset="0"/>
                            <a:ea typeface="微软雅黑" panose="020B0503020204020204" pitchFamily="34" charset="-122"/>
                          </a:rPr>
                          <m:t>𝑚</m:t>
                        </m:r>
                      </m:e>
                      <m:sub>
                        <m:r>
                          <a:rPr lang="en-US" altLang="zh-CN" sz="2800" b="0" i="1" smtClean="0">
                            <a:solidFill>
                              <a:schemeClr val="accent5">
                                <a:lumMod val="75000"/>
                              </a:schemeClr>
                            </a:solidFill>
                            <a:latin typeface="Cambria Math" panose="02040503050406030204" pitchFamily="18" charset="0"/>
                            <a:ea typeface="微软雅黑" panose="020B0503020204020204" pitchFamily="34" charset="-122"/>
                          </a:rPr>
                          <m:t>0</m:t>
                        </m:r>
                      </m:sub>
                    </m:sSub>
                    <m:r>
                      <a:rPr lang="en-US" altLang="zh-CN" sz="2800" b="0" i="1" smtClean="0">
                        <a:solidFill>
                          <a:schemeClr val="accent5">
                            <a:lumMod val="75000"/>
                          </a:schemeClr>
                        </a:solidFill>
                        <a:latin typeface="Cambria Math" panose="02040503050406030204" pitchFamily="18" charset="0"/>
                        <a:ea typeface="微软雅黑" panose="020B0503020204020204" pitchFamily="34" charset="-122"/>
                      </a:rPr>
                      <m:t>=1</m:t>
                    </m:r>
                  </m:oMath>
                </a14:m>
                <a:endParaRPr lang="zh-CN" altLang="en-US" sz="28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78" name="文本框 77">
                <a:extLst>
                  <a:ext uri="{FF2B5EF4-FFF2-40B4-BE49-F238E27FC236}">
                    <a16:creationId xmlns:a16="http://schemas.microsoft.com/office/drawing/2014/main" id="{9D71697C-7548-B72F-1DD2-B9B852BF9046}"/>
                  </a:ext>
                </a:extLst>
              </p:cNvPr>
              <p:cNvSpPr txBox="1">
                <a:spLocks noRot="1" noChangeAspect="1" noMove="1" noResize="1" noEditPoints="1" noAdjustHandles="1" noChangeArrowheads="1" noChangeShapeType="1" noTextEdit="1"/>
              </p:cNvSpPr>
              <p:nvPr/>
            </p:nvSpPr>
            <p:spPr>
              <a:xfrm>
                <a:off x="360001" y="3599999"/>
                <a:ext cx="5536708" cy="523220"/>
              </a:xfrm>
              <a:prstGeom prst="rect">
                <a:avLst/>
              </a:prstGeom>
              <a:blipFill>
                <a:blip r:embed="rId30"/>
                <a:stretch>
                  <a:fillRect t="-12941" b="-329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02369415-441A-5447-CB5E-C1152D748B28}"/>
                  </a:ext>
                </a:extLst>
              </p:cNvPr>
              <p:cNvSpPr txBox="1"/>
              <p:nvPr/>
            </p:nvSpPr>
            <p:spPr>
              <a:xfrm>
                <a:off x="360000" y="4320000"/>
                <a:ext cx="5429178" cy="1053494"/>
              </a:xfrm>
              <a:prstGeom prst="rect">
                <a:avLst/>
              </a:prstGeom>
              <a:noFill/>
            </p:spPr>
            <p:txBody>
              <a:bodyPr wrap="square">
                <a:spAutoFit/>
              </a:bodyPr>
              <a:lstStyle/>
              <a:p>
                <a:pPr lvl="1"/>
                <a14:m>
                  <m:oMath xmlns:m="http://schemas.openxmlformats.org/officeDocument/2006/math">
                    <m:acc>
                      <m:accPr>
                        <m:chr m:val="̅"/>
                        <m:ctrlPr>
                          <a:rPr lang="en-US" altLang="zh-CN" sz="2800" i="1" smtClean="0">
                            <a:solidFill>
                              <a:schemeClr val="accent5">
                                <a:lumMod val="75000"/>
                              </a:schemeClr>
                            </a:solidFill>
                            <a:latin typeface="Cambria Math" panose="02040503050406030204" pitchFamily="18" charset="0"/>
                          </a:rPr>
                        </m:ctrlPr>
                      </m:accPr>
                      <m:e>
                        <m:sSub>
                          <m:sSubPr>
                            <m:ctrlPr>
                              <a:rPr lang="en-US" altLang="zh-CN" sz="2800" i="1">
                                <a:solidFill>
                                  <a:schemeClr val="accent5">
                                    <a:lumMod val="75000"/>
                                  </a:schemeClr>
                                </a:solidFill>
                                <a:latin typeface="Cambria Math" panose="02040503050406030204" pitchFamily="18" charset="0"/>
                              </a:rPr>
                            </m:ctrlPr>
                          </m:sSubPr>
                          <m:e>
                            <m:r>
                              <a:rPr lang="en-US" altLang="zh-CN" sz="2800" b="0" i="0" smtClean="0">
                                <a:solidFill>
                                  <a:schemeClr val="accent5">
                                    <a:lumMod val="75000"/>
                                  </a:schemeClr>
                                </a:solidFill>
                                <a:latin typeface="Cambria Math" panose="02040503050406030204" pitchFamily="18" charset="0"/>
                              </a:rPr>
                              <m:t> </m:t>
                            </m:r>
                            <m:r>
                              <m:rPr>
                                <m:sty m:val="p"/>
                              </m:rPr>
                              <a:rPr lang="en-US" altLang="zh-CN" sz="2800" i="0">
                                <a:solidFill>
                                  <a:schemeClr val="accent5">
                                    <a:lumMod val="75000"/>
                                  </a:schemeClr>
                                </a:solidFill>
                                <a:latin typeface="Cambria Math" panose="02040503050406030204" pitchFamily="18" charset="0"/>
                              </a:rPr>
                              <m:t>Y</m:t>
                            </m:r>
                          </m:e>
                          <m:sub>
                            <m:r>
                              <a:rPr lang="en-US" altLang="zh-CN" sz="2800" b="0" i="1" smtClean="0">
                                <a:solidFill>
                                  <a:schemeClr val="accent5">
                                    <a:lumMod val="75000"/>
                                  </a:schemeClr>
                                </a:solidFill>
                                <a:latin typeface="Cambria Math" panose="02040503050406030204" pitchFamily="18" charset="0"/>
                              </a:rPr>
                              <m:t>𝑖</m:t>
                            </m:r>
                          </m:sub>
                        </m:sSub>
                      </m:e>
                    </m:acc>
                    <m:r>
                      <a:rPr lang="en-US" altLang="zh-CN" sz="2800" i="0">
                        <a:solidFill>
                          <a:schemeClr val="accent5">
                            <a:lumMod val="75000"/>
                          </a:schemeClr>
                        </a:solidFill>
                        <a:latin typeface="Cambria Math" panose="02040503050406030204" pitchFamily="18" charset="0"/>
                      </a:rPr>
                      <m:t>=</m:t>
                    </m:r>
                    <m:d>
                      <m:dPr>
                        <m:begChr m:val="{"/>
                        <m:endChr m:val=""/>
                        <m:ctrlPr>
                          <a:rPr lang="en-US" altLang="zh-CN" sz="2800" i="1" smtClean="0">
                            <a:solidFill>
                              <a:schemeClr val="accent5">
                                <a:lumMod val="75000"/>
                              </a:schemeClr>
                            </a:solidFill>
                            <a:latin typeface="Cambria Math" panose="02040503050406030204" pitchFamily="18" charset="0"/>
                          </a:rPr>
                        </m:ctrlPr>
                      </m:dPr>
                      <m:e>
                        <m:eqArr>
                          <m:eqArrPr>
                            <m:ctrlPr>
                              <a:rPr lang="en-US" altLang="zh-CN" sz="2800" b="0" i="1" smtClean="0">
                                <a:solidFill>
                                  <a:schemeClr val="accent5">
                                    <a:lumMod val="75000"/>
                                  </a:schemeClr>
                                </a:solidFill>
                                <a:latin typeface="Cambria Math" panose="02040503050406030204" pitchFamily="18" charset="0"/>
                              </a:rPr>
                            </m:ctrlPr>
                          </m:eqArrPr>
                          <m:e>
                            <m:r>
                              <m:rPr>
                                <m:sty m:val="p"/>
                              </m:rPr>
                              <a:rPr lang="en-US" altLang="zh-CN" sz="2800" b="0" i="0" smtClean="0">
                                <a:solidFill>
                                  <a:schemeClr val="accent5">
                                    <a:lumMod val="75000"/>
                                  </a:schemeClr>
                                </a:solidFill>
                                <a:latin typeface="Cambria Math" panose="02040503050406030204" pitchFamily="18" charset="0"/>
                              </a:rPr>
                              <m:t>D</m:t>
                            </m:r>
                            <m:r>
                              <a:rPr lang="en-US" altLang="zh-CN" sz="2800" b="0" i="0" smtClean="0">
                                <a:solidFill>
                                  <a:schemeClr val="accent5">
                                    <a:lumMod val="75000"/>
                                  </a:schemeClr>
                                </a:solidFill>
                                <a:latin typeface="Cambria Math" panose="02040503050406030204" pitchFamily="18" charset="0"/>
                              </a:rPr>
                              <m:t>,    </m:t>
                            </m:r>
                            <m:r>
                              <a:rPr lang="en-US" altLang="zh-CN" sz="2800" b="0" i="1" smtClean="0">
                                <a:solidFill>
                                  <a:schemeClr val="accent5">
                                    <a:lumMod val="75000"/>
                                  </a:schemeClr>
                                </a:solidFill>
                                <a:latin typeface="Cambria Math" panose="02040503050406030204" pitchFamily="18" charset="0"/>
                              </a:rPr>
                              <m:t>𝑖</m:t>
                            </m:r>
                            <m:r>
                              <a:rPr lang="en-US" altLang="zh-CN" sz="2800" b="0" i="0" smtClean="0">
                                <a:solidFill>
                                  <a:schemeClr val="accent5">
                                    <a:lumMod val="75000"/>
                                  </a:schemeClr>
                                </a:solidFill>
                                <a:latin typeface="Cambria Math" panose="02040503050406030204" pitchFamily="18" charset="0"/>
                              </a:rPr>
                              <m:t>=0      </m:t>
                            </m:r>
                          </m:e>
                          <m:e>
                            <m:r>
                              <a:rPr lang="en-US" altLang="zh-CN" sz="2800" b="0" i="0" smtClean="0">
                                <a:solidFill>
                                  <a:schemeClr val="accent5">
                                    <a:lumMod val="75000"/>
                                  </a:schemeClr>
                                </a:solidFill>
                                <a:latin typeface="Cambria Math" panose="02040503050406030204" pitchFamily="18" charset="0"/>
                              </a:rPr>
                              <m:t>1,    </m:t>
                            </m:r>
                            <m:r>
                              <a:rPr lang="en-US" altLang="zh-CN" sz="2800" b="0" i="1" smtClean="0">
                                <a:solidFill>
                                  <a:schemeClr val="accent5">
                                    <a:lumMod val="75000"/>
                                  </a:schemeClr>
                                </a:solidFill>
                                <a:latin typeface="Cambria Math" panose="02040503050406030204" pitchFamily="18" charset="0"/>
                              </a:rPr>
                              <m:t>𝑖</m:t>
                            </m:r>
                            <m:r>
                              <a:rPr lang="en-US" altLang="zh-CN" sz="2800" b="0" i="0" smtClean="0">
                                <a:solidFill>
                                  <a:schemeClr val="accent5">
                                    <a:lumMod val="75000"/>
                                  </a:schemeClr>
                                </a:solidFill>
                                <a:latin typeface="Cambria Math" panose="02040503050406030204" pitchFamily="18" charset="0"/>
                              </a:rPr>
                              <m:t>=1~7</m:t>
                            </m:r>
                          </m:e>
                        </m:eqArr>
                      </m:e>
                    </m:d>
                  </m:oMath>
                </a14:m>
                <a:r>
                  <a:rPr lang="zh-CN" altLang="en-US" sz="2800" dirty="0">
                    <a:solidFill>
                      <a:schemeClr val="accent5">
                        <a:lumMod val="75000"/>
                      </a:schemeClr>
                    </a:solidFill>
                  </a:rPr>
                  <a:t> </a:t>
                </a:r>
              </a:p>
            </p:txBody>
          </p:sp>
        </mc:Choice>
        <mc:Fallback xmlns="">
          <p:sp>
            <p:nvSpPr>
              <p:cNvPr id="79" name="文本框 78">
                <a:extLst>
                  <a:ext uri="{FF2B5EF4-FFF2-40B4-BE49-F238E27FC236}">
                    <a16:creationId xmlns:a16="http://schemas.microsoft.com/office/drawing/2014/main" id="{02369415-441A-5447-CB5E-C1152D748B28}"/>
                  </a:ext>
                </a:extLst>
              </p:cNvPr>
              <p:cNvSpPr txBox="1">
                <a:spLocks noRot="1" noChangeAspect="1" noMove="1" noResize="1" noEditPoints="1" noAdjustHandles="1" noChangeArrowheads="1" noChangeShapeType="1" noTextEdit="1"/>
              </p:cNvSpPr>
              <p:nvPr/>
            </p:nvSpPr>
            <p:spPr>
              <a:xfrm>
                <a:off x="360000" y="4320000"/>
                <a:ext cx="5429178" cy="1053494"/>
              </a:xfrm>
              <a:prstGeom prst="rect">
                <a:avLst/>
              </a:prstGeom>
              <a:blipFill>
                <a:blip r:embed="rId3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77A56DC3-0D3C-3B42-63FC-76F6288D0408}"/>
                  </a:ext>
                </a:extLst>
              </p:cNvPr>
              <p:cNvSpPr txBox="1"/>
              <p:nvPr/>
            </p:nvSpPr>
            <p:spPr>
              <a:xfrm>
                <a:off x="360000" y="5400000"/>
                <a:ext cx="6574787" cy="954107"/>
              </a:xfrm>
              <a:prstGeom prst="rect">
                <a:avLst/>
              </a:prstGeom>
              <a:noFill/>
            </p:spPr>
            <p:txBody>
              <a:bodyPr wrap="square">
                <a:spAutoFit/>
              </a:bodyPr>
              <a:lstStyle/>
              <a:p>
                <a:pPr lvl="1"/>
                <a:r>
                  <a:rPr lang="zh-CN" altLang="en-US" sz="2800" dirty="0">
                    <a:solidFill>
                      <a:srgbClr val="0000FF"/>
                    </a:solidFill>
                    <a:latin typeface="微软雅黑" panose="020B0503020204020204" pitchFamily="34" charset="-122"/>
                    <a:ea typeface="微软雅黑" panose="020B0503020204020204" pitchFamily="34" charset="-122"/>
                  </a:rPr>
                  <a:t>改变 </a:t>
                </a:r>
                <a14:m>
                  <m:oMath xmlns:m="http://schemas.openxmlformats.org/officeDocument/2006/math">
                    <m:sSub>
                      <m:sSubPr>
                        <m:ctrlPr>
                          <a:rPr lang="en-US" altLang="zh-CN" sz="2800" i="1">
                            <a:solidFill>
                              <a:srgbClr val="0000FF"/>
                            </a:solidFill>
                            <a:latin typeface="Cambria Math" panose="02040503050406030204" pitchFamily="18" charset="0"/>
                          </a:rPr>
                        </m:ctrlPr>
                      </m:sSubPr>
                      <m:e>
                        <m:r>
                          <m:rPr>
                            <m:sty m:val="p"/>
                          </m:rPr>
                          <a:rPr lang="en-US" altLang="zh-CN" sz="2800">
                            <a:solidFill>
                              <a:srgbClr val="0000FF"/>
                            </a:solidFill>
                            <a:latin typeface="Cambria Math" panose="02040503050406030204" pitchFamily="18" charset="0"/>
                          </a:rPr>
                          <m:t>A</m:t>
                        </m:r>
                      </m:e>
                      <m:sub>
                        <m:r>
                          <a:rPr lang="en-US" altLang="zh-CN" sz="2800" i="1">
                            <a:solidFill>
                              <a:srgbClr val="0000FF"/>
                            </a:solidFill>
                            <a:latin typeface="Cambria Math" panose="02040503050406030204" pitchFamily="18" charset="0"/>
                          </a:rPr>
                          <m:t>2</m:t>
                        </m:r>
                      </m:sub>
                    </m:sSub>
                    <m:sSub>
                      <m:sSubPr>
                        <m:ctrlPr>
                          <a:rPr lang="en-US" altLang="zh-CN" sz="2800" i="1">
                            <a:solidFill>
                              <a:srgbClr val="0000FF"/>
                            </a:solidFill>
                            <a:latin typeface="Cambria Math" panose="02040503050406030204" pitchFamily="18" charset="0"/>
                          </a:rPr>
                        </m:ctrlPr>
                      </m:sSubPr>
                      <m:e>
                        <m:r>
                          <m:rPr>
                            <m:sty m:val="p"/>
                          </m:rPr>
                          <a:rPr lang="en-US" altLang="zh-CN" sz="2800">
                            <a:solidFill>
                              <a:srgbClr val="0000FF"/>
                            </a:solidFill>
                            <a:latin typeface="Cambria Math" panose="02040503050406030204" pitchFamily="18" charset="0"/>
                          </a:rPr>
                          <m:t>A</m:t>
                        </m:r>
                      </m:e>
                      <m:sub>
                        <m:r>
                          <a:rPr lang="en-US" altLang="zh-CN" sz="2800" i="1">
                            <a:solidFill>
                              <a:srgbClr val="0000FF"/>
                            </a:solidFill>
                            <a:latin typeface="Cambria Math" panose="02040503050406030204" pitchFamily="18" charset="0"/>
                          </a:rPr>
                          <m:t>1</m:t>
                        </m:r>
                      </m:sub>
                    </m:sSub>
                    <m:sSub>
                      <m:sSubPr>
                        <m:ctrlPr>
                          <a:rPr lang="en-US" altLang="zh-CN" sz="2800" i="1">
                            <a:solidFill>
                              <a:srgbClr val="0000FF"/>
                            </a:solidFill>
                            <a:latin typeface="Cambria Math" panose="02040503050406030204" pitchFamily="18" charset="0"/>
                          </a:rPr>
                        </m:ctrlPr>
                      </m:sSubPr>
                      <m:e>
                        <m:r>
                          <m:rPr>
                            <m:sty m:val="p"/>
                          </m:rPr>
                          <a:rPr lang="en-US" altLang="zh-CN" sz="2800">
                            <a:solidFill>
                              <a:srgbClr val="0000FF"/>
                            </a:solidFill>
                            <a:latin typeface="Cambria Math" panose="02040503050406030204" pitchFamily="18" charset="0"/>
                          </a:rPr>
                          <m:t>A</m:t>
                        </m:r>
                      </m:e>
                      <m:sub>
                        <m:r>
                          <a:rPr lang="en-US" altLang="zh-CN" sz="2800">
                            <a:solidFill>
                              <a:srgbClr val="0000FF"/>
                            </a:solidFill>
                            <a:latin typeface="Cambria Math" panose="02040503050406030204" pitchFamily="18" charset="0"/>
                          </a:rPr>
                          <m:t>0</m:t>
                        </m:r>
                      </m:sub>
                    </m:sSub>
                  </m:oMath>
                </a14:m>
                <a:r>
                  <a:rPr lang="zh-CN" altLang="en-US" sz="2800" dirty="0">
                    <a:solidFill>
                      <a:srgbClr val="0000FF"/>
                    </a:solidFill>
                    <a:latin typeface="微软雅黑" panose="020B0503020204020204" pitchFamily="34" charset="-122"/>
                    <a:ea typeface="微软雅黑" panose="020B0503020204020204" pitchFamily="34" charset="-122"/>
                  </a:rPr>
                  <a:t> 的值可以将数据 </a:t>
                </a:r>
                <a14:m>
                  <m:oMath xmlns:m="http://schemas.openxmlformats.org/officeDocument/2006/math">
                    <m:r>
                      <m:rPr>
                        <m:sty m:val="p"/>
                      </m:rPr>
                      <a:rPr lang="en-US" altLang="zh-CN" sz="2800" i="0">
                        <a:solidFill>
                          <a:srgbClr val="0000FF"/>
                        </a:solidFill>
                        <a:latin typeface="Cambria Math" panose="02040503050406030204" pitchFamily="18" charset="0"/>
                      </a:rPr>
                      <m:t>D</m:t>
                    </m:r>
                  </m:oMath>
                </a14:m>
                <a:r>
                  <a:rPr lang="zh-CN" altLang="en-US" sz="2800" dirty="0">
                    <a:solidFill>
                      <a:srgbClr val="0000FF"/>
                    </a:solidFill>
                    <a:latin typeface="微软雅黑" panose="020B0503020204020204" pitchFamily="34" charset="-122"/>
                    <a:ea typeface="微软雅黑" panose="020B0503020204020204" pitchFamily="34" charset="-122"/>
                  </a:rPr>
                  <a:t> 送到不同的输出端 </a:t>
                </a:r>
              </a:p>
            </p:txBody>
          </p:sp>
        </mc:Choice>
        <mc:Fallback xmlns="">
          <p:sp>
            <p:nvSpPr>
              <p:cNvPr id="80" name="文本框 79">
                <a:extLst>
                  <a:ext uri="{FF2B5EF4-FFF2-40B4-BE49-F238E27FC236}">
                    <a16:creationId xmlns:a16="http://schemas.microsoft.com/office/drawing/2014/main" id="{77A56DC3-0D3C-3B42-63FC-76F6288D0408}"/>
                  </a:ext>
                </a:extLst>
              </p:cNvPr>
              <p:cNvSpPr txBox="1">
                <a:spLocks noRot="1" noChangeAspect="1" noMove="1" noResize="1" noEditPoints="1" noAdjustHandles="1" noChangeArrowheads="1" noChangeShapeType="1" noTextEdit="1"/>
              </p:cNvSpPr>
              <p:nvPr/>
            </p:nvSpPr>
            <p:spPr>
              <a:xfrm>
                <a:off x="360000" y="5400000"/>
                <a:ext cx="6574787" cy="954107"/>
              </a:xfrm>
              <a:prstGeom prst="rect">
                <a:avLst/>
              </a:prstGeom>
              <a:blipFill>
                <a:blip r:embed="rId32"/>
                <a:stretch>
                  <a:fillRect t="-7051" b="-173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67949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A3643-D6A6-A5BA-CDE2-7F91EA160A0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19E52A0-E32E-71CD-F809-55E49DC159AA}"/>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数字部分（组合逻辑电路）</a:t>
            </a:r>
          </a:p>
        </p:txBody>
      </p:sp>
      <p:sp>
        <p:nvSpPr>
          <p:cNvPr id="3" name="文本框 2">
            <a:extLst>
              <a:ext uri="{FF2B5EF4-FFF2-40B4-BE49-F238E27FC236}">
                <a16:creationId xmlns:a16="http://schemas.microsoft.com/office/drawing/2014/main" id="{FDBFE3D3-E323-DAEA-2D49-55E8DF4DFC79}"/>
              </a:ext>
            </a:extLst>
          </p:cNvPr>
          <p:cNvSpPr txBox="1"/>
          <p:nvPr/>
        </p:nvSpPr>
        <p:spPr>
          <a:xfrm>
            <a:off x="359998" y="827998"/>
            <a:ext cx="10327051"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数据选择器：按照地址线，将指定通道的输入送到输出</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696FA502-2B33-9023-012D-6B75E96504AB}"/>
              </a:ext>
            </a:extLst>
          </p:cNvPr>
          <p:cNvGrpSpPr/>
          <p:nvPr/>
        </p:nvGrpSpPr>
        <p:grpSpPr>
          <a:xfrm>
            <a:off x="1080000" y="2376000"/>
            <a:ext cx="2316240" cy="2416789"/>
            <a:chOff x="9460663" y="1766931"/>
            <a:chExt cx="2316240" cy="2416789"/>
          </a:xfrm>
        </p:grpSpPr>
        <p:sp>
          <p:nvSpPr>
            <p:cNvPr id="5" name="梯形 4">
              <a:extLst>
                <a:ext uri="{FF2B5EF4-FFF2-40B4-BE49-F238E27FC236}">
                  <a16:creationId xmlns:a16="http://schemas.microsoft.com/office/drawing/2014/main" id="{7AD757EB-CD9E-E96C-76DE-6AAF0F3ECD35}"/>
                </a:ext>
              </a:extLst>
            </p:cNvPr>
            <p:cNvSpPr/>
            <p:nvPr/>
          </p:nvSpPr>
          <p:spPr>
            <a:xfrm rot="5400000">
              <a:off x="9795059" y="2999175"/>
              <a:ext cx="1743773" cy="625317"/>
            </a:xfrm>
            <a:prstGeom prst="trapezoid">
              <a:avLst>
                <a:gd name="adj" fmla="val 61850"/>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Line 27">
              <a:extLst>
                <a:ext uri="{FF2B5EF4-FFF2-40B4-BE49-F238E27FC236}">
                  <a16:creationId xmlns:a16="http://schemas.microsoft.com/office/drawing/2014/main" id="{A1ABA1AF-59DC-E3D7-7B78-965BB9D44F39}"/>
                </a:ext>
              </a:extLst>
            </p:cNvPr>
            <p:cNvSpPr>
              <a:spLocks noChangeShapeType="1"/>
            </p:cNvSpPr>
            <p:nvPr/>
          </p:nvSpPr>
          <p:spPr bwMode="auto">
            <a:xfrm>
              <a:off x="10979606" y="3334677"/>
              <a:ext cx="29390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pSp>
          <p:nvGrpSpPr>
            <p:cNvPr id="7" name="组合 6">
              <a:extLst>
                <a:ext uri="{FF2B5EF4-FFF2-40B4-BE49-F238E27FC236}">
                  <a16:creationId xmlns:a16="http://schemas.microsoft.com/office/drawing/2014/main" id="{CF1D2309-D7A1-33BA-D0AA-32FB7A2DAC63}"/>
                </a:ext>
              </a:extLst>
            </p:cNvPr>
            <p:cNvGrpSpPr/>
            <p:nvPr/>
          </p:nvGrpSpPr>
          <p:grpSpPr>
            <a:xfrm>
              <a:off x="10041458" y="2913582"/>
              <a:ext cx="310655" cy="796501"/>
              <a:chOff x="9732790" y="2931853"/>
              <a:chExt cx="416968" cy="928774"/>
            </a:xfrm>
          </p:grpSpPr>
          <p:sp>
            <p:nvSpPr>
              <p:cNvPr id="16" name="Line 27">
                <a:extLst>
                  <a:ext uri="{FF2B5EF4-FFF2-40B4-BE49-F238E27FC236}">
                    <a16:creationId xmlns:a16="http://schemas.microsoft.com/office/drawing/2014/main" id="{F4D3272E-9573-363C-1EA9-569A4B585B4F}"/>
                  </a:ext>
                </a:extLst>
              </p:cNvPr>
              <p:cNvSpPr>
                <a:spLocks noChangeShapeType="1"/>
              </p:cNvSpPr>
              <p:nvPr/>
            </p:nvSpPr>
            <p:spPr bwMode="auto">
              <a:xfrm>
                <a:off x="9732790" y="2931853"/>
                <a:ext cx="4169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7" name="Line 27">
                <a:extLst>
                  <a:ext uri="{FF2B5EF4-FFF2-40B4-BE49-F238E27FC236}">
                    <a16:creationId xmlns:a16="http://schemas.microsoft.com/office/drawing/2014/main" id="{325093EC-DB9A-E5FE-40DA-651414D755FC}"/>
                  </a:ext>
                </a:extLst>
              </p:cNvPr>
              <p:cNvSpPr>
                <a:spLocks noChangeShapeType="1"/>
              </p:cNvSpPr>
              <p:nvPr/>
            </p:nvSpPr>
            <p:spPr bwMode="auto">
              <a:xfrm>
                <a:off x="9732790" y="3860627"/>
                <a:ext cx="4169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26A0C4F-6A3F-70CC-BCEF-4DD62F13AC8F}"/>
                    </a:ext>
                  </a:extLst>
                </p:cNvPr>
                <p:cNvSpPr txBox="1"/>
                <p:nvPr/>
              </p:nvSpPr>
              <p:spPr>
                <a:xfrm>
                  <a:off x="9460663" y="2698138"/>
                  <a:ext cx="6567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m:rPr>
                                <m:sty m:val="p"/>
                              </m:rPr>
                              <a:rPr lang="en-US" altLang="zh-CN" sz="2800">
                                <a:latin typeface="Cambria Math" panose="02040503050406030204" pitchFamily="18" charset="0"/>
                              </a:rPr>
                              <m:t>D</m:t>
                            </m:r>
                          </m:e>
                          <m:sub>
                            <m:r>
                              <a:rPr lang="en-US" altLang="zh-CN" sz="2800">
                                <a:latin typeface="Cambria Math" panose="02040503050406030204" pitchFamily="18" charset="0"/>
                              </a:rPr>
                              <m:t>0</m:t>
                            </m:r>
                          </m:sub>
                        </m:sSub>
                      </m:oMath>
                    </m:oMathPara>
                  </a14:m>
                  <a:endParaRPr lang="zh-CN" altLang="en-US" sz="2800" dirty="0">
                    <a:solidFill>
                      <a:schemeClr val="tx1"/>
                    </a:solidFill>
                  </a:endParaRPr>
                </a:p>
              </p:txBody>
            </p:sp>
          </mc:Choice>
          <mc:Fallback xmlns="">
            <p:sp>
              <p:nvSpPr>
                <p:cNvPr id="131" name="文本框 130">
                  <a:extLst>
                    <a:ext uri="{FF2B5EF4-FFF2-40B4-BE49-F238E27FC236}">
                      <a16:creationId xmlns:a16="http://schemas.microsoft.com/office/drawing/2014/main" id="{8EC1E974-94F6-88D5-5561-2D7BAE732295}"/>
                    </a:ext>
                  </a:extLst>
                </p:cNvPr>
                <p:cNvSpPr txBox="1">
                  <a:spLocks noRot="1" noChangeAspect="1" noMove="1" noResize="1" noEditPoints="1" noAdjustHandles="1" noChangeArrowheads="1" noChangeShapeType="1" noTextEdit="1"/>
                </p:cNvSpPr>
                <p:nvPr/>
              </p:nvSpPr>
              <p:spPr>
                <a:xfrm>
                  <a:off x="9460663" y="2698138"/>
                  <a:ext cx="656733" cy="43088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6E3AF3F-7454-E33C-AD4D-87BE4B0A8FDE}"/>
                    </a:ext>
                  </a:extLst>
                </p:cNvPr>
                <p:cNvSpPr txBox="1"/>
                <p:nvPr/>
              </p:nvSpPr>
              <p:spPr>
                <a:xfrm>
                  <a:off x="9460663" y="3492815"/>
                  <a:ext cx="6567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m:rPr>
                                <m:sty m:val="p"/>
                              </m:rPr>
                              <a:rPr lang="en-US" altLang="zh-CN" sz="2800">
                                <a:latin typeface="Cambria Math" panose="02040503050406030204" pitchFamily="18" charset="0"/>
                              </a:rPr>
                              <m:t>D</m:t>
                            </m:r>
                          </m:e>
                          <m:sub>
                            <m:r>
                              <a:rPr lang="en-US" altLang="zh-CN" sz="2800" i="1" smtClean="0">
                                <a:latin typeface="Cambria Math" panose="02040503050406030204" pitchFamily="18" charset="0"/>
                              </a:rPr>
                              <m:t>1</m:t>
                            </m:r>
                          </m:sub>
                        </m:sSub>
                      </m:oMath>
                    </m:oMathPara>
                  </a14:m>
                  <a:endParaRPr lang="zh-CN" altLang="en-US" sz="2800" dirty="0">
                    <a:solidFill>
                      <a:schemeClr val="tx1"/>
                    </a:solidFill>
                  </a:endParaRPr>
                </a:p>
              </p:txBody>
            </p:sp>
          </mc:Choice>
          <mc:Fallback xmlns="">
            <p:sp>
              <p:nvSpPr>
                <p:cNvPr id="132" name="文本框 131">
                  <a:extLst>
                    <a:ext uri="{FF2B5EF4-FFF2-40B4-BE49-F238E27FC236}">
                      <a16:creationId xmlns:a16="http://schemas.microsoft.com/office/drawing/2014/main" id="{699D816C-8D48-0524-0ACD-C7D9F0D0C5D4}"/>
                    </a:ext>
                  </a:extLst>
                </p:cNvPr>
                <p:cNvSpPr txBox="1">
                  <a:spLocks noRot="1" noChangeAspect="1" noMove="1" noResize="1" noEditPoints="1" noAdjustHandles="1" noChangeArrowheads="1" noChangeShapeType="1" noTextEdit="1"/>
                </p:cNvSpPr>
                <p:nvPr/>
              </p:nvSpPr>
              <p:spPr>
                <a:xfrm>
                  <a:off x="9460663" y="3492815"/>
                  <a:ext cx="656733" cy="43088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EF3ED771-8A3D-E09F-008C-4DBF07DE80D6}"/>
                    </a:ext>
                  </a:extLst>
                </p:cNvPr>
                <p:cNvSpPr txBox="1"/>
                <p:nvPr/>
              </p:nvSpPr>
              <p:spPr>
                <a:xfrm>
                  <a:off x="11108901" y="3119233"/>
                  <a:ext cx="668002"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800" b="0" i="0" smtClean="0">
                            <a:solidFill>
                              <a:schemeClr val="tx1"/>
                            </a:solidFill>
                            <a:latin typeface="Cambria Math" panose="02040503050406030204" pitchFamily="18" charset="0"/>
                          </a:rPr>
                          <m:t>Y</m:t>
                        </m:r>
                      </m:oMath>
                    </m:oMathPara>
                  </a14:m>
                  <a:endParaRPr lang="zh-CN" altLang="en-US" sz="2800" dirty="0">
                    <a:solidFill>
                      <a:schemeClr val="tx1"/>
                    </a:solidFill>
                  </a:endParaRPr>
                </a:p>
              </p:txBody>
            </p:sp>
          </mc:Choice>
          <mc:Fallback xmlns="">
            <p:sp>
              <p:nvSpPr>
                <p:cNvPr id="133" name="文本框 132">
                  <a:extLst>
                    <a:ext uri="{FF2B5EF4-FFF2-40B4-BE49-F238E27FC236}">
                      <a16:creationId xmlns:a16="http://schemas.microsoft.com/office/drawing/2014/main" id="{3B67B002-CBC3-D811-624A-4FCB5C7A64EC}"/>
                    </a:ext>
                  </a:extLst>
                </p:cNvPr>
                <p:cNvSpPr txBox="1">
                  <a:spLocks noRot="1" noChangeAspect="1" noMove="1" noResize="1" noEditPoints="1" noAdjustHandles="1" noChangeArrowheads="1" noChangeShapeType="1" noTextEdit="1"/>
                </p:cNvSpPr>
                <p:nvPr/>
              </p:nvSpPr>
              <p:spPr>
                <a:xfrm>
                  <a:off x="11108901" y="3119233"/>
                  <a:ext cx="668002" cy="430887"/>
                </a:xfrm>
                <a:prstGeom prst="rect">
                  <a:avLst/>
                </a:prstGeom>
                <a:blipFill>
                  <a:blip r:embed="rId11"/>
                  <a:stretch>
                    <a:fillRect/>
                  </a:stretch>
                </a:blipFill>
              </p:spPr>
              <p:txBody>
                <a:bodyPr/>
                <a:lstStyle/>
                <a:p>
                  <a:r>
                    <a:rPr lang="zh-CN" altLang="en-US">
                      <a:noFill/>
                    </a:rPr>
                    <a:t> </a:t>
                  </a:r>
                </a:p>
              </p:txBody>
            </p:sp>
          </mc:Fallback>
        </mc:AlternateContent>
        <p:sp>
          <p:nvSpPr>
            <p:cNvPr id="11" name="Line 27">
              <a:extLst>
                <a:ext uri="{FF2B5EF4-FFF2-40B4-BE49-F238E27FC236}">
                  <a16:creationId xmlns:a16="http://schemas.microsoft.com/office/drawing/2014/main" id="{0FEED612-0E41-A1C2-4B69-ABB2FDFE388C}"/>
                </a:ext>
              </a:extLst>
            </p:cNvPr>
            <p:cNvSpPr>
              <a:spLocks noChangeShapeType="1"/>
            </p:cNvSpPr>
            <p:nvPr/>
          </p:nvSpPr>
          <p:spPr bwMode="auto">
            <a:xfrm>
              <a:off x="10041190" y="1983340"/>
              <a:ext cx="6875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2" name="Line 27">
              <a:extLst>
                <a:ext uri="{FF2B5EF4-FFF2-40B4-BE49-F238E27FC236}">
                  <a16:creationId xmlns:a16="http://schemas.microsoft.com/office/drawing/2014/main" id="{5242D283-D03F-8FC6-078E-FFDBEA92D053}"/>
                </a:ext>
              </a:extLst>
            </p:cNvPr>
            <p:cNvSpPr>
              <a:spLocks noChangeShapeType="1"/>
            </p:cNvSpPr>
            <p:nvPr/>
          </p:nvSpPr>
          <p:spPr bwMode="auto">
            <a:xfrm rot="5400000">
              <a:off x="10380912" y="2319194"/>
              <a:ext cx="67170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9903E6DB-2A23-A5D5-3A9C-E9C3A475AC08}"/>
                    </a:ext>
                  </a:extLst>
                </p:cNvPr>
                <p:cNvSpPr txBox="1"/>
                <p:nvPr/>
              </p:nvSpPr>
              <p:spPr>
                <a:xfrm>
                  <a:off x="9582344" y="1766931"/>
                  <a:ext cx="41337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800" b="0" i="0" smtClean="0">
                            <a:solidFill>
                              <a:schemeClr val="tx1"/>
                            </a:solidFill>
                            <a:latin typeface="Cambria Math" panose="02040503050406030204" pitchFamily="18" charset="0"/>
                          </a:rPr>
                          <m:t>S</m:t>
                        </m:r>
                      </m:oMath>
                    </m:oMathPara>
                  </a14:m>
                  <a:endParaRPr lang="zh-CN" altLang="en-US" sz="2800" dirty="0">
                    <a:solidFill>
                      <a:schemeClr val="tx1"/>
                    </a:solidFill>
                  </a:endParaRPr>
                </a:p>
              </p:txBody>
            </p:sp>
          </mc:Choice>
          <mc:Fallback xmlns="">
            <p:sp>
              <p:nvSpPr>
                <p:cNvPr id="136" name="文本框 135">
                  <a:extLst>
                    <a:ext uri="{FF2B5EF4-FFF2-40B4-BE49-F238E27FC236}">
                      <a16:creationId xmlns:a16="http://schemas.microsoft.com/office/drawing/2014/main" id="{F7BE2B82-72E7-ABAB-66AC-F4B48D3FBB97}"/>
                    </a:ext>
                  </a:extLst>
                </p:cNvPr>
                <p:cNvSpPr txBox="1">
                  <a:spLocks noRot="1" noChangeAspect="1" noMove="1" noResize="1" noEditPoints="1" noAdjustHandles="1" noChangeArrowheads="1" noChangeShapeType="1" noTextEdit="1"/>
                </p:cNvSpPr>
                <p:nvPr/>
              </p:nvSpPr>
              <p:spPr>
                <a:xfrm>
                  <a:off x="9582344" y="1766931"/>
                  <a:ext cx="413370" cy="430887"/>
                </a:xfrm>
                <a:prstGeom prst="rect">
                  <a:avLst/>
                </a:prstGeom>
                <a:blipFill>
                  <a:blip r:embed="rId12"/>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C775BE9D-58B3-C2CC-0551-7694D19C7AB5}"/>
                </a:ext>
              </a:extLst>
            </p:cNvPr>
            <p:cNvSpPr txBox="1"/>
            <p:nvPr/>
          </p:nvSpPr>
          <p:spPr>
            <a:xfrm>
              <a:off x="10352113" y="2696155"/>
              <a:ext cx="360000" cy="400110"/>
            </a:xfrm>
            <a:prstGeom prst="rect">
              <a:avLst/>
            </a:prstGeom>
            <a:noFill/>
          </p:spPr>
          <p:txBody>
            <a:bodyPr wrap="square" lIns="0" tIns="0" rIns="0" bIns="0" rtlCol="0">
              <a:spAutoFit/>
            </a:bodyPr>
            <a:lstStyle/>
            <a:p>
              <a:pPr algn="ctr"/>
              <a:r>
                <a:rPr lang="en-US" altLang="zh-CN" sz="2600" dirty="0">
                  <a:solidFill>
                    <a:schemeClr val="tx1"/>
                  </a:solidFill>
                  <a:latin typeface="微软雅黑" panose="020B0503020204020204" pitchFamily="34" charset="-122"/>
                  <a:ea typeface="微软雅黑" panose="020B0503020204020204" pitchFamily="34" charset="-122"/>
                </a:rPr>
                <a:t>0</a:t>
              </a:r>
              <a:endParaRPr lang="zh-CN" altLang="en-US" sz="2600" dirty="0">
                <a:solidFill>
                  <a:schemeClr val="tx1"/>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BCCA2F17-A437-7516-F984-FBECC2DE0A56}"/>
                </a:ext>
              </a:extLst>
            </p:cNvPr>
            <p:cNvSpPr txBox="1"/>
            <p:nvPr/>
          </p:nvSpPr>
          <p:spPr>
            <a:xfrm>
              <a:off x="10352113" y="3512798"/>
              <a:ext cx="360000" cy="400110"/>
            </a:xfrm>
            <a:prstGeom prst="rect">
              <a:avLst/>
            </a:prstGeom>
            <a:noFill/>
          </p:spPr>
          <p:txBody>
            <a:bodyPr wrap="square" lIns="0" tIns="0" rIns="0" bIns="0" rtlCol="0">
              <a:spAutoFit/>
            </a:bodyPr>
            <a:lstStyle/>
            <a:p>
              <a:pPr algn="ctr"/>
              <a:r>
                <a:rPr lang="en-US" altLang="zh-CN" sz="2600" dirty="0">
                  <a:solidFill>
                    <a:schemeClr val="tx1"/>
                  </a:solidFill>
                  <a:latin typeface="微软雅黑" panose="020B0503020204020204" pitchFamily="34" charset="-122"/>
                  <a:ea typeface="微软雅黑" panose="020B0503020204020204" pitchFamily="34" charset="-122"/>
                </a:rPr>
                <a:t>1</a:t>
              </a:r>
              <a:endParaRPr lang="zh-CN" altLang="en-US" sz="2600" dirty="0">
                <a:solidFill>
                  <a:schemeClr val="tx1"/>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06922C2-C106-8BDA-0DA7-60494D90504C}"/>
                  </a:ext>
                </a:extLst>
              </p:cNvPr>
              <p:cNvSpPr txBox="1"/>
              <p:nvPr/>
            </p:nvSpPr>
            <p:spPr>
              <a:xfrm>
                <a:off x="720000" y="5508000"/>
                <a:ext cx="2880000" cy="540000"/>
              </a:xfrm>
              <a:prstGeom prst="rect">
                <a:avLst/>
              </a:prstGeom>
              <a:noFill/>
            </p:spPr>
            <p:txBody>
              <a:bodyPr wrap="square">
                <a:spAutoFit/>
              </a:bodyPr>
              <a:lstStyle/>
              <a:p>
                <a:pPr>
                  <a:spcAft>
                    <a:spcPts val="600"/>
                  </a:spcAft>
                </a:pPr>
                <a14:m>
                  <m:oMathPara xmlns:m="http://schemas.openxmlformats.org/officeDocument/2006/math">
                    <m:oMathParaPr>
                      <m:jc m:val="center"/>
                    </m:oMathParaPr>
                    <m:oMath xmlns:m="http://schemas.openxmlformats.org/officeDocument/2006/math">
                      <m:r>
                        <m:rPr>
                          <m:sty m:val="p"/>
                        </m:rPr>
                        <a:rPr lang="en-US" altLang="zh-CN" sz="2800">
                          <a:solidFill>
                            <a:schemeClr val="accent5">
                              <a:lumMod val="75000"/>
                            </a:schemeClr>
                          </a:solidFill>
                          <a:latin typeface="Cambria Math" panose="02040503050406030204" pitchFamily="18" charset="0"/>
                        </a:rPr>
                        <m:t>Y</m:t>
                      </m:r>
                      <m:r>
                        <a:rPr lang="en-US" altLang="zh-CN" sz="280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r>
                            <a:rPr lang="en-US" altLang="zh-CN" sz="2800">
                              <a:solidFill>
                                <a:schemeClr val="accent5">
                                  <a:lumMod val="75000"/>
                                </a:schemeClr>
                              </a:solidFill>
                              <a:latin typeface="Cambria Math" panose="02040503050406030204" pitchFamily="18" charset="0"/>
                            </a:rPr>
                            <m:t> </m:t>
                          </m:r>
                          <m:r>
                            <m:rPr>
                              <m:sty m:val="p"/>
                            </m:rPr>
                            <a:rPr lang="en-US" altLang="zh-CN" sz="2800">
                              <a:solidFill>
                                <a:schemeClr val="accent5">
                                  <a:lumMod val="75000"/>
                                </a:schemeClr>
                              </a:solidFill>
                              <a:latin typeface="Cambria Math" panose="02040503050406030204" pitchFamily="18" charset="0"/>
                            </a:rPr>
                            <m:t>S</m:t>
                          </m:r>
                          <m:r>
                            <a:rPr lang="en-US" altLang="zh-CN" sz="2800">
                              <a:solidFill>
                                <a:schemeClr val="accent5">
                                  <a:lumMod val="75000"/>
                                </a:schemeClr>
                              </a:solidFill>
                              <a:latin typeface="Cambria Math" panose="02040503050406030204" pitchFamily="18" charset="0"/>
                            </a:rPr>
                            <m:t> </m:t>
                          </m:r>
                        </m:e>
                      </m:acc>
                      <m:sSub>
                        <m:sSubPr>
                          <m:ctrlPr>
                            <a:rPr lang="en-US" altLang="zh-CN" sz="2800" i="1">
                              <a:solidFill>
                                <a:schemeClr val="accent5">
                                  <a:lumMod val="75000"/>
                                </a:schemeClr>
                              </a:solidFill>
                              <a:latin typeface="Cambria Math" panose="02040503050406030204" pitchFamily="18" charset="0"/>
                            </a:rPr>
                          </m:ctrlPr>
                        </m:sSubPr>
                        <m:e>
                          <m:r>
                            <m:rPr>
                              <m:sty m:val="p"/>
                            </m:rPr>
                            <a:rPr lang="en-US" altLang="zh-CN" sz="2800">
                              <a:solidFill>
                                <a:schemeClr val="accent5">
                                  <a:lumMod val="75000"/>
                                </a:schemeClr>
                              </a:solidFill>
                              <a:latin typeface="Cambria Math" panose="02040503050406030204" pitchFamily="18" charset="0"/>
                            </a:rPr>
                            <m:t>D</m:t>
                          </m:r>
                        </m:e>
                        <m:sub>
                          <m:r>
                            <a:rPr lang="en-US" altLang="zh-CN" sz="2800">
                              <a:solidFill>
                                <a:schemeClr val="accent5">
                                  <a:lumMod val="75000"/>
                                </a:schemeClr>
                              </a:solidFill>
                              <a:latin typeface="Cambria Math" panose="02040503050406030204" pitchFamily="18" charset="0"/>
                            </a:rPr>
                            <m:t>0</m:t>
                          </m:r>
                        </m:sub>
                      </m:sSub>
                      <m:r>
                        <a:rPr lang="en-US" altLang="zh-CN" sz="2800">
                          <a:solidFill>
                            <a:schemeClr val="accent5">
                              <a:lumMod val="75000"/>
                            </a:schemeClr>
                          </a:solidFill>
                          <a:latin typeface="Cambria Math" panose="02040503050406030204" pitchFamily="18" charset="0"/>
                        </a:rPr>
                        <m:t>+</m:t>
                      </m:r>
                      <m:r>
                        <m:rPr>
                          <m:sty m:val="p"/>
                        </m:rPr>
                        <a:rPr lang="en-US" altLang="zh-CN" sz="2800">
                          <a:solidFill>
                            <a:schemeClr val="accent5">
                              <a:lumMod val="75000"/>
                            </a:schemeClr>
                          </a:solidFill>
                          <a:latin typeface="Cambria Math" panose="02040503050406030204" pitchFamily="18" charset="0"/>
                        </a:rPr>
                        <m:t>S</m:t>
                      </m:r>
                      <m:sSub>
                        <m:sSubPr>
                          <m:ctrlPr>
                            <a:rPr lang="en-US" altLang="zh-CN" sz="2800" i="1">
                              <a:solidFill>
                                <a:schemeClr val="accent5">
                                  <a:lumMod val="75000"/>
                                </a:schemeClr>
                              </a:solidFill>
                              <a:latin typeface="Cambria Math" panose="02040503050406030204" pitchFamily="18" charset="0"/>
                            </a:rPr>
                          </m:ctrlPr>
                        </m:sSubPr>
                        <m:e>
                          <m:r>
                            <m:rPr>
                              <m:sty m:val="p"/>
                            </m:rPr>
                            <a:rPr lang="en-US" altLang="zh-CN" sz="2800">
                              <a:solidFill>
                                <a:schemeClr val="accent5">
                                  <a:lumMod val="75000"/>
                                </a:schemeClr>
                              </a:solidFill>
                              <a:latin typeface="Cambria Math" panose="02040503050406030204" pitchFamily="18" charset="0"/>
                            </a:rPr>
                            <m:t>D</m:t>
                          </m:r>
                        </m:e>
                        <m:sub>
                          <m:r>
                            <a:rPr lang="en-US" altLang="zh-CN" sz="2800">
                              <a:solidFill>
                                <a:schemeClr val="accent5">
                                  <a:lumMod val="75000"/>
                                </a:schemeClr>
                              </a:solidFill>
                              <a:latin typeface="Cambria Math" panose="02040503050406030204" pitchFamily="18" charset="0"/>
                            </a:rPr>
                            <m:t>1</m:t>
                          </m:r>
                        </m:sub>
                      </m:sSub>
                    </m:oMath>
                  </m:oMathPara>
                </a14:m>
                <a:endParaRPr lang="zh-CN" altLang="en-US" sz="2800" dirty="0">
                  <a:solidFill>
                    <a:schemeClr val="accent5">
                      <a:lumMod val="75000"/>
                    </a:schemeClr>
                  </a:solidFill>
                </a:endParaRPr>
              </a:p>
            </p:txBody>
          </p:sp>
        </mc:Choice>
        <mc:Fallback xmlns="">
          <p:sp>
            <p:nvSpPr>
              <p:cNvPr id="18" name="文本框 17">
                <a:extLst>
                  <a:ext uri="{FF2B5EF4-FFF2-40B4-BE49-F238E27FC236}">
                    <a16:creationId xmlns:a16="http://schemas.microsoft.com/office/drawing/2014/main" id="{F06922C2-C106-8BDA-0DA7-60494D90504C}"/>
                  </a:ext>
                </a:extLst>
              </p:cNvPr>
              <p:cNvSpPr txBox="1">
                <a:spLocks noRot="1" noChangeAspect="1" noMove="1" noResize="1" noEditPoints="1" noAdjustHandles="1" noChangeArrowheads="1" noChangeShapeType="1" noTextEdit="1"/>
              </p:cNvSpPr>
              <p:nvPr/>
            </p:nvSpPr>
            <p:spPr>
              <a:xfrm>
                <a:off x="720000" y="5508000"/>
                <a:ext cx="2880000" cy="540000"/>
              </a:xfrm>
              <a:prstGeom prst="rect">
                <a:avLst/>
              </a:prstGeom>
              <a:blipFill>
                <a:blip r:embed="rId13"/>
                <a:stretch>
                  <a:fillRect/>
                </a:stretch>
              </a:blipFill>
            </p:spPr>
            <p:txBody>
              <a:bodyPr/>
              <a:lstStyle/>
              <a:p>
                <a:r>
                  <a:rPr lang="zh-CN" altLang="en-US">
                    <a:noFill/>
                  </a:rPr>
                  <a:t> </a:t>
                </a:r>
              </a:p>
            </p:txBody>
          </p:sp>
        </mc:Fallback>
      </mc:AlternateContent>
      <p:grpSp>
        <p:nvGrpSpPr>
          <p:cNvPr id="20" name="组合 19">
            <a:extLst>
              <a:ext uri="{FF2B5EF4-FFF2-40B4-BE49-F238E27FC236}">
                <a16:creationId xmlns:a16="http://schemas.microsoft.com/office/drawing/2014/main" id="{FD0DCFDF-3C99-0E60-B1D0-76E8F104C595}"/>
              </a:ext>
            </a:extLst>
          </p:cNvPr>
          <p:cNvGrpSpPr/>
          <p:nvPr/>
        </p:nvGrpSpPr>
        <p:grpSpPr>
          <a:xfrm>
            <a:off x="11449269" y="6198682"/>
            <a:ext cx="786273" cy="548639"/>
            <a:chOff x="11454918" y="5839511"/>
            <a:chExt cx="786273" cy="548639"/>
          </a:xfrm>
        </p:grpSpPr>
        <p:grpSp>
          <p:nvGrpSpPr>
            <p:cNvPr id="21" name="组合 20">
              <a:extLst>
                <a:ext uri="{FF2B5EF4-FFF2-40B4-BE49-F238E27FC236}">
                  <a16:creationId xmlns:a16="http://schemas.microsoft.com/office/drawing/2014/main" id="{A24A3A1F-DA56-438B-8F60-1AC2A68476BA}"/>
                </a:ext>
              </a:extLst>
            </p:cNvPr>
            <p:cNvGrpSpPr/>
            <p:nvPr/>
          </p:nvGrpSpPr>
          <p:grpSpPr>
            <a:xfrm>
              <a:off x="11454918" y="5867450"/>
              <a:ext cx="737081" cy="520700"/>
              <a:chOff x="11454918" y="5867450"/>
              <a:chExt cx="737081" cy="520700"/>
            </a:xfrm>
          </p:grpSpPr>
          <p:sp>
            <p:nvSpPr>
              <p:cNvPr id="23" name="箭头: 五边形 22">
                <a:extLst>
                  <a:ext uri="{FF2B5EF4-FFF2-40B4-BE49-F238E27FC236}">
                    <a16:creationId xmlns:a16="http://schemas.microsoft.com/office/drawing/2014/main" id="{766C2D45-0C42-9252-E6B2-0C0B141C3A9D}"/>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箭头: V 形 23">
                <a:extLst>
                  <a:ext uri="{FF2B5EF4-FFF2-40B4-BE49-F238E27FC236}">
                    <a16:creationId xmlns:a16="http://schemas.microsoft.com/office/drawing/2014/main" id="{E1C1CFB2-74A6-20D8-8735-D8150ECC4B2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2" name="灯片编号占位符 3">
              <a:extLst>
                <a:ext uri="{FF2B5EF4-FFF2-40B4-BE49-F238E27FC236}">
                  <a16:creationId xmlns:a16="http://schemas.microsoft.com/office/drawing/2014/main" id="{A12939EF-3376-DE45-99CF-4C3FE331DC3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22</a:t>
              </a:fld>
              <a:endParaRPr lang="zh-CN" altLang="en-US" sz="3200" dirty="0">
                <a:solidFill>
                  <a:schemeClr val="bg1"/>
                </a:solidFill>
                <a:latin typeface="Candara"/>
                <a:ea typeface="微软雅黑"/>
              </a:endParaRPr>
            </a:p>
          </p:txBody>
        </p:sp>
      </p:grpSp>
      <p:sp>
        <p:nvSpPr>
          <p:cNvPr id="26" name="文本框 25">
            <a:extLst>
              <a:ext uri="{FF2B5EF4-FFF2-40B4-BE49-F238E27FC236}">
                <a16:creationId xmlns:a16="http://schemas.microsoft.com/office/drawing/2014/main" id="{6E3BD4D9-23C0-2BD8-AF4C-08022A341094}"/>
              </a:ext>
            </a:extLst>
          </p:cNvPr>
          <p:cNvSpPr txBox="1"/>
          <p:nvPr/>
        </p:nvSpPr>
        <p:spPr>
          <a:xfrm>
            <a:off x="720000" y="4968000"/>
            <a:ext cx="3168000" cy="540000"/>
          </a:xfrm>
          <a:prstGeom prst="rect">
            <a:avLst/>
          </a:prstGeom>
          <a:noFill/>
        </p:spPr>
        <p:txBody>
          <a:bodyPr wrap="square">
            <a:spAutoFit/>
          </a:bodyPr>
          <a:lstStyle/>
          <a:p>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二选一数据选择器</a:t>
            </a:r>
            <a:endParaRPr lang="zh-CN" altLang="en-US" sz="2800" dirty="0"/>
          </a:p>
        </p:txBody>
      </p:sp>
      <p:sp>
        <p:nvSpPr>
          <p:cNvPr id="46" name="文本框 45">
            <a:extLst>
              <a:ext uri="{FF2B5EF4-FFF2-40B4-BE49-F238E27FC236}">
                <a16:creationId xmlns:a16="http://schemas.microsoft.com/office/drawing/2014/main" id="{FD513A21-FBA6-B064-7013-283DFE8812D9}"/>
              </a:ext>
            </a:extLst>
          </p:cNvPr>
          <p:cNvSpPr txBox="1"/>
          <p:nvPr/>
        </p:nvSpPr>
        <p:spPr>
          <a:xfrm>
            <a:off x="7200000" y="4968000"/>
            <a:ext cx="3168000" cy="540000"/>
          </a:xfrm>
          <a:prstGeom prst="rect">
            <a:avLst/>
          </a:prstGeom>
          <a:noFill/>
        </p:spPr>
        <p:txBody>
          <a:bodyPr wrap="square">
            <a:spAutoFit/>
          </a:bodyPr>
          <a:lstStyle/>
          <a:p>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四选一数据选择器</a:t>
            </a:r>
            <a:endParaRPr lang="zh-CN" altLang="en-US" sz="2800" dirty="0"/>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0B0487B5-3C34-1F0B-3D01-F05267100729}"/>
                  </a:ext>
                </a:extLst>
              </p:cNvPr>
              <p:cNvSpPr txBox="1"/>
              <p:nvPr/>
            </p:nvSpPr>
            <p:spPr>
              <a:xfrm>
                <a:off x="5040000" y="5579998"/>
                <a:ext cx="7020000" cy="540000"/>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m:rPr>
                          <m:sty m:val="p"/>
                        </m:rPr>
                        <a:rPr lang="en-US" altLang="zh-CN" sz="2800" smtClean="0">
                          <a:solidFill>
                            <a:schemeClr val="accent5">
                              <a:lumMod val="75000"/>
                            </a:schemeClr>
                          </a:solidFill>
                          <a:latin typeface="Cambria Math" panose="02040503050406030204" pitchFamily="18" charset="0"/>
                        </a:rPr>
                        <m:t>Y</m:t>
                      </m:r>
                      <m:r>
                        <a:rPr lang="en-US" altLang="zh-CN" sz="2800" i="1">
                          <a:solidFill>
                            <a:schemeClr val="accent5">
                              <a:lumMod val="75000"/>
                            </a:schemeClr>
                          </a:solidFill>
                          <a:latin typeface="Cambria Math" panose="02040503050406030204" pitchFamily="18" charset="0"/>
                        </a:rPr>
                        <m:t>=</m:t>
                      </m:r>
                      <m:acc>
                        <m:accPr>
                          <m:chr m:val="̅"/>
                          <m:ctrlPr>
                            <a:rPr lang="en-US" altLang="zh-CN" sz="2800" i="1" smtClean="0">
                              <a:solidFill>
                                <a:schemeClr val="accent5">
                                  <a:lumMod val="75000"/>
                                </a:schemeClr>
                              </a:solidFill>
                              <a:latin typeface="Cambria Math" panose="02040503050406030204" pitchFamily="18" charset="0"/>
                            </a:rPr>
                          </m:ctrlPr>
                        </m:accPr>
                        <m:e>
                          <m:sSub>
                            <m:sSubPr>
                              <m:ctrlPr>
                                <a:rPr lang="en-US" altLang="zh-CN" sz="2800" i="1">
                                  <a:solidFill>
                                    <a:schemeClr val="accent5">
                                      <a:lumMod val="75000"/>
                                    </a:schemeClr>
                                  </a:solidFill>
                                  <a:latin typeface="Cambria Math" panose="02040503050406030204" pitchFamily="18" charset="0"/>
                                </a:rPr>
                              </m:ctrlPr>
                            </m:sSubPr>
                            <m:e>
                              <m:r>
                                <a:rPr lang="en-US" altLang="zh-CN" sz="2800">
                                  <a:solidFill>
                                    <a:schemeClr val="accent5">
                                      <a:lumMod val="75000"/>
                                    </a:schemeClr>
                                  </a:solidFill>
                                  <a:latin typeface="Cambria Math" panose="02040503050406030204" pitchFamily="18" charset="0"/>
                                </a:rPr>
                                <m:t> </m:t>
                              </m:r>
                              <m:r>
                                <m:rPr>
                                  <m:sty m:val="p"/>
                                </m:rPr>
                                <a:rPr lang="en-US" altLang="zh-CN" sz="2800">
                                  <a:solidFill>
                                    <a:schemeClr val="accent5">
                                      <a:lumMod val="75000"/>
                                    </a:schemeClr>
                                  </a:solidFill>
                                  <a:latin typeface="Cambria Math" panose="02040503050406030204" pitchFamily="18" charset="0"/>
                                </a:rPr>
                                <m:t>S</m:t>
                              </m:r>
                            </m:e>
                            <m:sub>
                              <m:r>
                                <a:rPr lang="en-US" altLang="zh-CN" sz="2800">
                                  <a:solidFill>
                                    <a:schemeClr val="accent5">
                                      <a:lumMod val="75000"/>
                                    </a:schemeClr>
                                  </a:solidFill>
                                  <a:latin typeface="Cambria Math" panose="02040503050406030204" pitchFamily="18" charset="0"/>
                                </a:rPr>
                                <m:t>1</m:t>
                              </m:r>
                            </m:sub>
                          </m:sSub>
                        </m:e>
                      </m:acc>
                      <m:r>
                        <a:rPr lang="en-US" altLang="zh-CN" sz="2800" b="0" i="1" smtClean="0">
                          <a:solidFill>
                            <a:schemeClr val="accent5">
                              <a:lumMod val="75000"/>
                            </a:schemeClr>
                          </a:solidFill>
                          <a:latin typeface="Cambria Math" panose="02040503050406030204" pitchFamily="18" charset="0"/>
                        </a:rPr>
                        <m:t> </m:t>
                      </m:r>
                      <m:acc>
                        <m:accPr>
                          <m:chr m:val="̅"/>
                          <m:ctrlPr>
                            <a:rPr lang="en-US" altLang="zh-CN" sz="2800" i="1">
                              <a:solidFill>
                                <a:schemeClr val="accent5">
                                  <a:lumMod val="75000"/>
                                </a:schemeClr>
                              </a:solidFill>
                              <a:latin typeface="Cambria Math" panose="02040503050406030204" pitchFamily="18" charset="0"/>
                            </a:rPr>
                          </m:ctrlPr>
                        </m:accPr>
                        <m:e>
                          <m:sSub>
                            <m:sSubPr>
                              <m:ctrlPr>
                                <a:rPr lang="en-US" altLang="zh-CN" sz="2800" i="1">
                                  <a:solidFill>
                                    <a:schemeClr val="accent5">
                                      <a:lumMod val="75000"/>
                                    </a:schemeClr>
                                  </a:solidFill>
                                  <a:latin typeface="Cambria Math" panose="02040503050406030204" pitchFamily="18" charset="0"/>
                                </a:rPr>
                              </m:ctrlPr>
                            </m:sSubPr>
                            <m:e>
                              <m:r>
                                <a:rPr lang="en-US" altLang="zh-CN" sz="2800">
                                  <a:solidFill>
                                    <a:schemeClr val="accent5">
                                      <a:lumMod val="75000"/>
                                    </a:schemeClr>
                                  </a:solidFill>
                                  <a:latin typeface="Cambria Math" panose="02040503050406030204" pitchFamily="18" charset="0"/>
                                </a:rPr>
                                <m:t> </m:t>
                              </m:r>
                              <m:r>
                                <m:rPr>
                                  <m:sty m:val="p"/>
                                </m:rPr>
                                <a:rPr lang="en-US" altLang="zh-CN" sz="2800">
                                  <a:solidFill>
                                    <a:schemeClr val="accent5">
                                      <a:lumMod val="75000"/>
                                    </a:schemeClr>
                                  </a:solidFill>
                                  <a:latin typeface="Cambria Math" panose="02040503050406030204" pitchFamily="18" charset="0"/>
                                </a:rPr>
                                <m:t>S</m:t>
                              </m:r>
                            </m:e>
                            <m:sub>
                              <m:r>
                                <a:rPr lang="en-US" altLang="zh-CN" sz="2800" b="0" i="0" smtClean="0">
                                  <a:solidFill>
                                    <a:schemeClr val="accent5">
                                      <a:lumMod val="75000"/>
                                    </a:schemeClr>
                                  </a:solidFill>
                                  <a:latin typeface="Cambria Math" panose="02040503050406030204" pitchFamily="18" charset="0"/>
                                </a:rPr>
                                <m:t>0</m:t>
                              </m:r>
                            </m:sub>
                          </m:sSub>
                        </m:e>
                      </m:acc>
                      <m:r>
                        <a:rPr lang="en-US" altLang="zh-CN" sz="2800" b="0" i="1" smtClean="0">
                          <a:solidFill>
                            <a:schemeClr val="accent5">
                              <a:lumMod val="75000"/>
                            </a:schemeClr>
                          </a:solidFill>
                          <a:latin typeface="Cambria Math" panose="02040503050406030204" pitchFamily="18" charset="0"/>
                        </a:rPr>
                        <m:t> </m:t>
                      </m:r>
                      <m:sSub>
                        <m:sSubPr>
                          <m:ctrlPr>
                            <a:rPr lang="en-US" altLang="zh-CN" sz="2800" i="1">
                              <a:solidFill>
                                <a:schemeClr val="accent5">
                                  <a:lumMod val="75000"/>
                                </a:schemeClr>
                              </a:solidFill>
                              <a:latin typeface="Cambria Math" panose="02040503050406030204" pitchFamily="18" charset="0"/>
                            </a:rPr>
                          </m:ctrlPr>
                        </m:sSubPr>
                        <m:e>
                          <m:r>
                            <m:rPr>
                              <m:sty m:val="p"/>
                            </m:rPr>
                            <a:rPr lang="en-US" altLang="zh-CN" sz="2800" b="0" i="0" smtClean="0">
                              <a:solidFill>
                                <a:schemeClr val="accent5">
                                  <a:lumMod val="75000"/>
                                </a:schemeClr>
                              </a:solidFill>
                              <a:latin typeface="Cambria Math" panose="02040503050406030204" pitchFamily="18" charset="0"/>
                            </a:rPr>
                            <m:t>D</m:t>
                          </m:r>
                        </m:e>
                        <m:sub>
                          <m:r>
                            <a:rPr lang="en-US" altLang="zh-CN" sz="2800">
                              <a:solidFill>
                                <a:schemeClr val="accent5">
                                  <a:lumMod val="75000"/>
                                </a:schemeClr>
                              </a:solidFill>
                              <a:latin typeface="Cambria Math" panose="02040503050406030204" pitchFamily="18" charset="0"/>
                            </a:rPr>
                            <m:t>0</m:t>
                          </m:r>
                        </m:sub>
                      </m:sSub>
                      <m:r>
                        <a:rPr lang="en-US" altLang="zh-CN" sz="2800" b="0" i="1" smtClean="0">
                          <a:solidFill>
                            <a:schemeClr val="accent5">
                              <a:lumMod val="75000"/>
                            </a:schemeClr>
                          </a:solidFill>
                          <a:latin typeface="Cambria Math" panose="02040503050406030204" pitchFamily="18" charset="0"/>
                        </a:rPr>
                        <m:t>+</m:t>
                      </m:r>
                      <m:acc>
                        <m:accPr>
                          <m:chr m:val="̅"/>
                          <m:ctrlPr>
                            <a:rPr lang="en-US" altLang="zh-CN" sz="2800" i="1">
                              <a:solidFill>
                                <a:schemeClr val="accent5">
                                  <a:lumMod val="75000"/>
                                </a:schemeClr>
                              </a:solidFill>
                              <a:latin typeface="Cambria Math" panose="02040503050406030204" pitchFamily="18" charset="0"/>
                            </a:rPr>
                          </m:ctrlPr>
                        </m:accPr>
                        <m:e>
                          <m:sSub>
                            <m:sSubPr>
                              <m:ctrlPr>
                                <a:rPr lang="en-US" altLang="zh-CN" sz="2800" i="1">
                                  <a:solidFill>
                                    <a:schemeClr val="accent5">
                                      <a:lumMod val="75000"/>
                                    </a:schemeClr>
                                  </a:solidFill>
                                  <a:latin typeface="Cambria Math" panose="02040503050406030204" pitchFamily="18" charset="0"/>
                                </a:rPr>
                              </m:ctrlPr>
                            </m:sSubPr>
                            <m:e>
                              <m:r>
                                <a:rPr lang="en-US" altLang="zh-CN" sz="2800">
                                  <a:solidFill>
                                    <a:schemeClr val="accent5">
                                      <a:lumMod val="75000"/>
                                    </a:schemeClr>
                                  </a:solidFill>
                                  <a:latin typeface="Cambria Math" panose="02040503050406030204" pitchFamily="18" charset="0"/>
                                </a:rPr>
                                <m:t> </m:t>
                              </m:r>
                              <m:r>
                                <m:rPr>
                                  <m:sty m:val="p"/>
                                </m:rPr>
                                <a:rPr lang="en-US" altLang="zh-CN" sz="2800">
                                  <a:solidFill>
                                    <a:schemeClr val="accent5">
                                      <a:lumMod val="75000"/>
                                    </a:schemeClr>
                                  </a:solidFill>
                                  <a:latin typeface="Cambria Math" panose="02040503050406030204" pitchFamily="18" charset="0"/>
                                </a:rPr>
                                <m:t>S</m:t>
                              </m:r>
                            </m:e>
                            <m:sub>
                              <m:r>
                                <a:rPr lang="en-US" altLang="zh-CN" sz="2800">
                                  <a:solidFill>
                                    <a:schemeClr val="accent5">
                                      <a:lumMod val="75000"/>
                                    </a:schemeClr>
                                  </a:solidFill>
                                  <a:latin typeface="Cambria Math" panose="02040503050406030204" pitchFamily="18" charset="0"/>
                                </a:rPr>
                                <m:t>1</m:t>
                              </m:r>
                            </m:sub>
                          </m:sSub>
                        </m:e>
                      </m:acc>
                      <m:sSub>
                        <m:sSubPr>
                          <m:ctrlPr>
                            <a:rPr lang="en-US" altLang="zh-CN" sz="2800" i="1">
                              <a:solidFill>
                                <a:schemeClr val="accent5">
                                  <a:lumMod val="75000"/>
                                </a:schemeClr>
                              </a:solidFill>
                              <a:latin typeface="Cambria Math" panose="02040503050406030204" pitchFamily="18" charset="0"/>
                            </a:rPr>
                          </m:ctrlPr>
                        </m:sSubPr>
                        <m:e>
                          <m:r>
                            <a:rPr lang="en-US" altLang="zh-CN" sz="2800">
                              <a:solidFill>
                                <a:schemeClr val="accent5">
                                  <a:lumMod val="75000"/>
                                </a:schemeClr>
                              </a:solidFill>
                              <a:latin typeface="Cambria Math" panose="02040503050406030204" pitchFamily="18" charset="0"/>
                            </a:rPr>
                            <m:t> </m:t>
                          </m:r>
                          <m:r>
                            <m:rPr>
                              <m:sty m:val="p"/>
                            </m:rPr>
                            <a:rPr lang="en-US" altLang="zh-CN" sz="2800">
                              <a:solidFill>
                                <a:schemeClr val="accent5">
                                  <a:lumMod val="75000"/>
                                </a:schemeClr>
                              </a:solidFill>
                              <a:latin typeface="Cambria Math" panose="02040503050406030204" pitchFamily="18" charset="0"/>
                            </a:rPr>
                            <m:t>S</m:t>
                          </m:r>
                        </m:e>
                        <m:sub>
                          <m:r>
                            <a:rPr lang="en-US" altLang="zh-CN" sz="2800">
                              <a:solidFill>
                                <a:schemeClr val="accent5">
                                  <a:lumMod val="75000"/>
                                </a:schemeClr>
                              </a:solidFill>
                              <a:latin typeface="Cambria Math" panose="02040503050406030204" pitchFamily="18" charset="0"/>
                            </a:rPr>
                            <m:t>0</m:t>
                          </m:r>
                        </m:sub>
                      </m:sSub>
                      <m:sSub>
                        <m:sSubPr>
                          <m:ctrlPr>
                            <a:rPr lang="en-US" altLang="zh-CN" sz="2800" i="1">
                              <a:solidFill>
                                <a:schemeClr val="accent5">
                                  <a:lumMod val="75000"/>
                                </a:schemeClr>
                              </a:solidFill>
                              <a:latin typeface="Cambria Math" panose="02040503050406030204" pitchFamily="18" charset="0"/>
                            </a:rPr>
                          </m:ctrlPr>
                        </m:sSubPr>
                        <m:e>
                          <m:r>
                            <m:rPr>
                              <m:sty m:val="p"/>
                            </m:rPr>
                            <a:rPr lang="en-US" altLang="zh-CN" sz="2800">
                              <a:solidFill>
                                <a:schemeClr val="accent5">
                                  <a:lumMod val="75000"/>
                                </a:schemeClr>
                              </a:solidFill>
                              <a:latin typeface="Cambria Math" panose="02040503050406030204" pitchFamily="18" charset="0"/>
                            </a:rPr>
                            <m:t>D</m:t>
                          </m:r>
                        </m:e>
                        <m:sub>
                          <m:r>
                            <a:rPr lang="en-US" altLang="zh-CN" sz="2800" b="0" i="0" smtClean="0">
                              <a:solidFill>
                                <a:schemeClr val="accent5">
                                  <a:lumMod val="75000"/>
                                </a:schemeClr>
                              </a:solidFill>
                              <a:latin typeface="Cambria Math" panose="02040503050406030204" pitchFamily="18" charset="0"/>
                            </a:rPr>
                            <m:t>1</m:t>
                          </m:r>
                        </m:sub>
                      </m:sSub>
                      <m:r>
                        <a:rPr lang="en-US" altLang="zh-CN" sz="2800" i="1">
                          <a:solidFill>
                            <a:schemeClr val="accent5">
                              <a:lumMod val="75000"/>
                            </a:schemeClr>
                          </a:solidFill>
                          <a:latin typeface="Cambria Math" panose="02040503050406030204" pitchFamily="18" charset="0"/>
                        </a:rPr>
                        <m:t>+</m:t>
                      </m:r>
                      <m:sSub>
                        <m:sSubPr>
                          <m:ctrlPr>
                            <a:rPr lang="en-US" altLang="zh-CN" sz="2800" i="1">
                              <a:solidFill>
                                <a:schemeClr val="accent5">
                                  <a:lumMod val="75000"/>
                                </a:schemeClr>
                              </a:solidFill>
                              <a:latin typeface="Cambria Math" panose="02040503050406030204" pitchFamily="18" charset="0"/>
                            </a:rPr>
                          </m:ctrlPr>
                        </m:sSubPr>
                        <m:e>
                          <m:r>
                            <m:rPr>
                              <m:sty m:val="p"/>
                            </m:rPr>
                            <a:rPr lang="en-US" altLang="zh-CN" sz="2800">
                              <a:solidFill>
                                <a:schemeClr val="accent5">
                                  <a:lumMod val="75000"/>
                                </a:schemeClr>
                              </a:solidFill>
                              <a:latin typeface="Cambria Math" panose="02040503050406030204" pitchFamily="18" charset="0"/>
                            </a:rPr>
                            <m:t>S</m:t>
                          </m:r>
                        </m:e>
                        <m:sub>
                          <m:r>
                            <a:rPr lang="en-US" altLang="zh-CN" sz="2800" b="0" i="0" smtClean="0">
                              <a:solidFill>
                                <a:schemeClr val="accent5">
                                  <a:lumMod val="75000"/>
                                </a:schemeClr>
                              </a:solidFill>
                              <a:latin typeface="Cambria Math" panose="02040503050406030204" pitchFamily="18" charset="0"/>
                            </a:rPr>
                            <m:t>1</m:t>
                          </m:r>
                        </m:sub>
                      </m:sSub>
                      <m:acc>
                        <m:accPr>
                          <m:chr m:val="̅"/>
                          <m:ctrlPr>
                            <a:rPr lang="en-US" altLang="zh-CN" sz="2800" i="1">
                              <a:solidFill>
                                <a:schemeClr val="accent5">
                                  <a:lumMod val="75000"/>
                                </a:schemeClr>
                              </a:solidFill>
                              <a:latin typeface="Cambria Math" panose="02040503050406030204" pitchFamily="18" charset="0"/>
                            </a:rPr>
                          </m:ctrlPr>
                        </m:accPr>
                        <m:e>
                          <m:sSub>
                            <m:sSubPr>
                              <m:ctrlPr>
                                <a:rPr lang="en-US" altLang="zh-CN" sz="2800" i="1">
                                  <a:solidFill>
                                    <a:schemeClr val="accent5">
                                      <a:lumMod val="75000"/>
                                    </a:schemeClr>
                                  </a:solidFill>
                                  <a:latin typeface="Cambria Math" panose="02040503050406030204" pitchFamily="18" charset="0"/>
                                </a:rPr>
                              </m:ctrlPr>
                            </m:sSubPr>
                            <m:e>
                              <m:r>
                                <a:rPr lang="en-US" altLang="zh-CN" sz="2800" b="0" i="0" smtClean="0">
                                  <a:solidFill>
                                    <a:schemeClr val="accent5">
                                      <a:lumMod val="75000"/>
                                    </a:schemeClr>
                                  </a:solidFill>
                                  <a:latin typeface="Cambria Math" panose="02040503050406030204" pitchFamily="18" charset="0"/>
                                </a:rPr>
                                <m:t> </m:t>
                              </m:r>
                              <m:r>
                                <m:rPr>
                                  <m:sty m:val="p"/>
                                </m:rPr>
                                <a:rPr lang="en-US" altLang="zh-CN" sz="2800">
                                  <a:solidFill>
                                    <a:schemeClr val="accent5">
                                      <a:lumMod val="75000"/>
                                    </a:schemeClr>
                                  </a:solidFill>
                                  <a:latin typeface="Cambria Math" panose="02040503050406030204" pitchFamily="18" charset="0"/>
                                </a:rPr>
                                <m:t>S</m:t>
                              </m:r>
                            </m:e>
                            <m:sub>
                              <m:r>
                                <a:rPr lang="en-US" altLang="zh-CN" sz="2800">
                                  <a:solidFill>
                                    <a:schemeClr val="accent5">
                                      <a:lumMod val="75000"/>
                                    </a:schemeClr>
                                  </a:solidFill>
                                  <a:latin typeface="Cambria Math" panose="02040503050406030204" pitchFamily="18" charset="0"/>
                                </a:rPr>
                                <m:t>0</m:t>
                              </m:r>
                            </m:sub>
                          </m:sSub>
                        </m:e>
                      </m:acc>
                      <m:r>
                        <a:rPr lang="en-US" altLang="zh-CN" sz="2800" b="0" i="1" smtClean="0">
                          <a:solidFill>
                            <a:schemeClr val="accent5">
                              <a:lumMod val="75000"/>
                            </a:schemeClr>
                          </a:solidFill>
                          <a:latin typeface="Cambria Math" panose="02040503050406030204" pitchFamily="18" charset="0"/>
                        </a:rPr>
                        <m:t> </m:t>
                      </m:r>
                      <m:sSub>
                        <m:sSubPr>
                          <m:ctrlPr>
                            <a:rPr lang="en-US" altLang="zh-CN" sz="2800" i="1">
                              <a:solidFill>
                                <a:schemeClr val="accent5">
                                  <a:lumMod val="75000"/>
                                </a:schemeClr>
                              </a:solidFill>
                              <a:latin typeface="Cambria Math" panose="02040503050406030204" pitchFamily="18" charset="0"/>
                            </a:rPr>
                          </m:ctrlPr>
                        </m:sSubPr>
                        <m:e>
                          <m:r>
                            <m:rPr>
                              <m:sty m:val="p"/>
                            </m:rPr>
                            <a:rPr lang="en-US" altLang="zh-CN" sz="2800">
                              <a:solidFill>
                                <a:schemeClr val="accent5">
                                  <a:lumMod val="75000"/>
                                </a:schemeClr>
                              </a:solidFill>
                              <a:latin typeface="Cambria Math" panose="02040503050406030204" pitchFamily="18" charset="0"/>
                            </a:rPr>
                            <m:t>D</m:t>
                          </m:r>
                        </m:e>
                        <m:sub>
                          <m:r>
                            <a:rPr lang="en-US" altLang="zh-CN" sz="2800" b="0" i="0" smtClean="0">
                              <a:solidFill>
                                <a:schemeClr val="accent5">
                                  <a:lumMod val="75000"/>
                                </a:schemeClr>
                              </a:solidFill>
                              <a:latin typeface="Cambria Math" panose="02040503050406030204" pitchFamily="18" charset="0"/>
                            </a:rPr>
                            <m:t>2</m:t>
                          </m:r>
                        </m:sub>
                      </m:sSub>
                      <m:r>
                        <a:rPr lang="en-US" altLang="zh-CN" sz="2800" i="1">
                          <a:solidFill>
                            <a:schemeClr val="accent5">
                              <a:lumMod val="75000"/>
                            </a:schemeClr>
                          </a:solidFill>
                          <a:latin typeface="Cambria Math" panose="02040503050406030204" pitchFamily="18" charset="0"/>
                        </a:rPr>
                        <m:t>+</m:t>
                      </m:r>
                      <m:sSub>
                        <m:sSubPr>
                          <m:ctrlPr>
                            <a:rPr lang="en-US" altLang="zh-CN" sz="2800" i="1">
                              <a:solidFill>
                                <a:schemeClr val="accent5">
                                  <a:lumMod val="75000"/>
                                </a:schemeClr>
                              </a:solidFill>
                              <a:latin typeface="Cambria Math" panose="02040503050406030204" pitchFamily="18" charset="0"/>
                            </a:rPr>
                          </m:ctrlPr>
                        </m:sSubPr>
                        <m:e>
                          <m:sSub>
                            <m:sSubPr>
                              <m:ctrlPr>
                                <a:rPr lang="en-US" altLang="zh-CN" sz="2800" i="1">
                                  <a:solidFill>
                                    <a:schemeClr val="accent5">
                                      <a:lumMod val="75000"/>
                                    </a:schemeClr>
                                  </a:solidFill>
                                  <a:latin typeface="Cambria Math" panose="02040503050406030204" pitchFamily="18" charset="0"/>
                                </a:rPr>
                              </m:ctrlPr>
                            </m:sSubPr>
                            <m:e>
                              <m:r>
                                <m:rPr>
                                  <m:sty m:val="p"/>
                                </m:rPr>
                                <a:rPr lang="en-US" altLang="zh-CN" sz="2800">
                                  <a:solidFill>
                                    <a:schemeClr val="accent5">
                                      <a:lumMod val="75000"/>
                                    </a:schemeClr>
                                  </a:solidFill>
                                  <a:latin typeface="Cambria Math" panose="02040503050406030204" pitchFamily="18" charset="0"/>
                                </a:rPr>
                                <m:t>S</m:t>
                              </m:r>
                            </m:e>
                            <m:sub>
                              <m:r>
                                <a:rPr lang="en-US" altLang="zh-CN" sz="2800" b="0" i="0" smtClean="0">
                                  <a:solidFill>
                                    <a:schemeClr val="accent5">
                                      <a:lumMod val="75000"/>
                                    </a:schemeClr>
                                  </a:solidFill>
                                  <a:latin typeface="Cambria Math" panose="02040503050406030204" pitchFamily="18" charset="0"/>
                                </a:rPr>
                                <m:t>1</m:t>
                              </m:r>
                            </m:sub>
                          </m:sSub>
                          <m:r>
                            <m:rPr>
                              <m:sty m:val="p"/>
                            </m:rPr>
                            <a:rPr lang="en-US" altLang="zh-CN" sz="2800">
                              <a:solidFill>
                                <a:schemeClr val="accent5">
                                  <a:lumMod val="75000"/>
                                </a:schemeClr>
                              </a:solidFill>
                              <a:latin typeface="Cambria Math" panose="02040503050406030204" pitchFamily="18" charset="0"/>
                            </a:rPr>
                            <m:t>S</m:t>
                          </m:r>
                        </m:e>
                        <m:sub>
                          <m:r>
                            <a:rPr lang="en-US" altLang="zh-CN" sz="2800">
                              <a:solidFill>
                                <a:schemeClr val="accent5">
                                  <a:lumMod val="75000"/>
                                </a:schemeClr>
                              </a:solidFill>
                              <a:latin typeface="Cambria Math" panose="02040503050406030204" pitchFamily="18" charset="0"/>
                            </a:rPr>
                            <m:t>0</m:t>
                          </m:r>
                        </m:sub>
                      </m:sSub>
                      <m:sSub>
                        <m:sSubPr>
                          <m:ctrlPr>
                            <a:rPr lang="en-US" altLang="zh-CN" sz="2800" i="1" smtClean="0">
                              <a:solidFill>
                                <a:schemeClr val="accent5">
                                  <a:lumMod val="75000"/>
                                </a:schemeClr>
                              </a:solidFill>
                              <a:latin typeface="Cambria Math" panose="02040503050406030204" pitchFamily="18" charset="0"/>
                            </a:rPr>
                          </m:ctrlPr>
                        </m:sSubPr>
                        <m:e>
                          <m:r>
                            <m:rPr>
                              <m:sty m:val="p"/>
                            </m:rPr>
                            <a:rPr lang="en-US" altLang="zh-CN" sz="2800">
                              <a:solidFill>
                                <a:schemeClr val="accent5">
                                  <a:lumMod val="75000"/>
                                </a:schemeClr>
                              </a:solidFill>
                              <a:latin typeface="Cambria Math" panose="02040503050406030204" pitchFamily="18" charset="0"/>
                            </a:rPr>
                            <m:t>D</m:t>
                          </m:r>
                        </m:e>
                        <m:sub>
                          <m:r>
                            <a:rPr lang="en-US" altLang="zh-CN" sz="2800" b="0" i="0" smtClean="0">
                              <a:solidFill>
                                <a:schemeClr val="accent5">
                                  <a:lumMod val="75000"/>
                                </a:schemeClr>
                              </a:solidFill>
                              <a:latin typeface="Cambria Math" panose="02040503050406030204" pitchFamily="18" charset="0"/>
                            </a:rPr>
                            <m:t>3</m:t>
                          </m:r>
                        </m:sub>
                      </m:sSub>
                    </m:oMath>
                  </m:oMathPara>
                </a14:m>
                <a:endParaRPr lang="en-US" altLang="zh-CN" sz="2800" dirty="0">
                  <a:solidFill>
                    <a:schemeClr val="accent5">
                      <a:lumMod val="75000"/>
                    </a:schemeClr>
                  </a:solidFill>
                </a:endParaRPr>
              </a:p>
            </p:txBody>
          </p:sp>
        </mc:Choice>
        <mc:Fallback xmlns="">
          <p:sp>
            <p:nvSpPr>
              <p:cNvPr id="50" name="文本框 49">
                <a:extLst>
                  <a:ext uri="{FF2B5EF4-FFF2-40B4-BE49-F238E27FC236}">
                    <a16:creationId xmlns:a16="http://schemas.microsoft.com/office/drawing/2014/main" id="{0B0487B5-3C34-1F0B-3D01-F05267100729}"/>
                  </a:ext>
                </a:extLst>
              </p:cNvPr>
              <p:cNvSpPr txBox="1">
                <a:spLocks noRot="1" noChangeAspect="1" noMove="1" noResize="1" noEditPoints="1" noAdjustHandles="1" noChangeArrowheads="1" noChangeShapeType="1" noTextEdit="1"/>
              </p:cNvSpPr>
              <p:nvPr/>
            </p:nvSpPr>
            <p:spPr>
              <a:xfrm>
                <a:off x="5040000" y="5579998"/>
                <a:ext cx="7020000" cy="540000"/>
              </a:xfrm>
              <a:prstGeom prst="rect">
                <a:avLst/>
              </a:prstGeom>
              <a:blipFill>
                <a:blip r:embed="rId14"/>
                <a:stretch>
                  <a:fillRect/>
                </a:stretch>
              </a:blipFill>
            </p:spPr>
            <p:txBody>
              <a:bodyPr/>
              <a:lstStyle/>
              <a:p>
                <a:r>
                  <a:rPr lang="zh-CN" altLang="en-US">
                    <a:noFill/>
                  </a:rPr>
                  <a:t> </a:t>
                </a:r>
              </a:p>
            </p:txBody>
          </p:sp>
        </mc:Fallback>
      </mc:AlternateContent>
      <p:grpSp>
        <p:nvGrpSpPr>
          <p:cNvPr id="51" name="组合 50">
            <a:extLst>
              <a:ext uri="{FF2B5EF4-FFF2-40B4-BE49-F238E27FC236}">
                <a16:creationId xmlns:a16="http://schemas.microsoft.com/office/drawing/2014/main" id="{239A03D7-AC9E-93F2-2842-58B3F897CA8F}"/>
              </a:ext>
            </a:extLst>
          </p:cNvPr>
          <p:cNvGrpSpPr/>
          <p:nvPr/>
        </p:nvGrpSpPr>
        <p:grpSpPr>
          <a:xfrm>
            <a:off x="7920000" y="1692000"/>
            <a:ext cx="2112000" cy="3138679"/>
            <a:chOff x="9720000" y="1872000"/>
            <a:chExt cx="2112000" cy="3138679"/>
          </a:xfrm>
        </p:grpSpPr>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4C05C255-5401-C4AF-5CFF-8CAC2DA133AC}"/>
                    </a:ext>
                  </a:extLst>
                </p:cNvPr>
                <p:cNvSpPr txBox="1"/>
                <p:nvPr/>
              </p:nvSpPr>
              <p:spPr>
                <a:xfrm>
                  <a:off x="11163998" y="3692099"/>
                  <a:ext cx="668002" cy="5763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800" b="0" i="0" smtClean="0">
                            <a:solidFill>
                              <a:schemeClr val="tx1"/>
                            </a:solidFill>
                            <a:latin typeface="Cambria Math" panose="02040503050406030204" pitchFamily="18" charset="0"/>
                          </a:rPr>
                          <m:t>Y</m:t>
                        </m:r>
                      </m:oMath>
                    </m:oMathPara>
                  </a14:m>
                  <a:endParaRPr lang="zh-CN" altLang="en-US" sz="2800" dirty="0">
                    <a:solidFill>
                      <a:schemeClr val="tx1"/>
                    </a:solidFill>
                  </a:endParaRPr>
                </a:p>
              </p:txBody>
            </p:sp>
          </mc:Choice>
          <mc:Fallback xmlns="">
            <p:sp>
              <p:nvSpPr>
                <p:cNvPr id="52" name="文本框 51">
                  <a:extLst>
                    <a:ext uri="{FF2B5EF4-FFF2-40B4-BE49-F238E27FC236}">
                      <a16:creationId xmlns:a16="http://schemas.microsoft.com/office/drawing/2014/main" id="{4C05C255-5401-C4AF-5CFF-8CAC2DA133AC}"/>
                    </a:ext>
                  </a:extLst>
                </p:cNvPr>
                <p:cNvSpPr txBox="1">
                  <a:spLocks noRot="1" noChangeAspect="1" noMove="1" noResize="1" noEditPoints="1" noAdjustHandles="1" noChangeArrowheads="1" noChangeShapeType="1" noTextEdit="1"/>
                </p:cNvSpPr>
                <p:nvPr/>
              </p:nvSpPr>
              <p:spPr>
                <a:xfrm>
                  <a:off x="11163998" y="3692099"/>
                  <a:ext cx="668002" cy="576354"/>
                </a:xfrm>
                <a:prstGeom prst="rect">
                  <a:avLst/>
                </a:prstGeom>
                <a:blipFill>
                  <a:blip r:embed="rId15"/>
                  <a:stretch>
                    <a:fillRect/>
                  </a:stretch>
                </a:blipFill>
              </p:spPr>
              <p:txBody>
                <a:bodyPr/>
                <a:lstStyle/>
                <a:p>
                  <a:r>
                    <a:rPr lang="zh-CN" altLang="en-US">
                      <a:noFill/>
                    </a:rPr>
                    <a:t> </a:t>
                  </a:r>
                </a:p>
              </p:txBody>
            </p:sp>
          </mc:Fallback>
        </mc:AlternateContent>
        <p:sp>
          <p:nvSpPr>
            <p:cNvPr id="53" name="梯形 52">
              <a:extLst>
                <a:ext uri="{FF2B5EF4-FFF2-40B4-BE49-F238E27FC236}">
                  <a16:creationId xmlns:a16="http://schemas.microsoft.com/office/drawing/2014/main" id="{1B2C782C-62EA-137C-87F9-0C3F80AEA5D3}"/>
                </a:ext>
              </a:extLst>
            </p:cNvPr>
            <p:cNvSpPr/>
            <p:nvPr/>
          </p:nvSpPr>
          <p:spPr>
            <a:xfrm rot="5400000">
              <a:off x="9586375" y="3531785"/>
              <a:ext cx="2332471" cy="625317"/>
            </a:xfrm>
            <a:prstGeom prst="trapezoid">
              <a:avLst>
                <a:gd name="adj" fmla="val 61850"/>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Line 27">
              <a:extLst>
                <a:ext uri="{FF2B5EF4-FFF2-40B4-BE49-F238E27FC236}">
                  <a16:creationId xmlns:a16="http://schemas.microsoft.com/office/drawing/2014/main" id="{535437B2-35F1-9948-11A5-80A25842E869}"/>
                </a:ext>
              </a:extLst>
            </p:cNvPr>
            <p:cNvSpPr>
              <a:spLocks noChangeShapeType="1"/>
            </p:cNvSpPr>
            <p:nvPr/>
          </p:nvSpPr>
          <p:spPr bwMode="auto">
            <a:xfrm>
              <a:off x="11065271" y="3874999"/>
              <a:ext cx="29390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 name="Line 27">
              <a:extLst>
                <a:ext uri="{FF2B5EF4-FFF2-40B4-BE49-F238E27FC236}">
                  <a16:creationId xmlns:a16="http://schemas.microsoft.com/office/drawing/2014/main" id="{60A2D6D2-267B-A43A-7C0E-A7D7106A3211}"/>
                </a:ext>
              </a:extLst>
            </p:cNvPr>
            <p:cNvSpPr>
              <a:spLocks noChangeShapeType="1"/>
            </p:cNvSpPr>
            <p:nvPr/>
          </p:nvSpPr>
          <p:spPr bwMode="auto">
            <a:xfrm>
              <a:off x="10127123" y="3052487"/>
              <a:ext cx="3106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51CB7E26-967C-06E3-52F9-9EC2CF226581}"/>
                    </a:ext>
                  </a:extLst>
                </p:cNvPr>
                <p:cNvSpPr txBox="1"/>
                <p:nvPr/>
              </p:nvSpPr>
              <p:spPr>
                <a:xfrm>
                  <a:off x="9720000" y="2831621"/>
                  <a:ext cx="40603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m:rPr>
                                <m:sty m:val="p"/>
                              </m:rPr>
                              <a:rPr lang="en-US" altLang="zh-CN" sz="2800">
                                <a:latin typeface="Cambria Math" panose="02040503050406030204" pitchFamily="18" charset="0"/>
                              </a:rPr>
                              <m:t>D</m:t>
                            </m:r>
                          </m:e>
                          <m:sub>
                            <m:r>
                              <a:rPr lang="en-US" altLang="zh-CN" sz="2800">
                                <a:latin typeface="Cambria Math" panose="02040503050406030204" pitchFamily="18" charset="0"/>
                              </a:rPr>
                              <m:t>0</m:t>
                            </m:r>
                          </m:sub>
                        </m:sSub>
                      </m:oMath>
                    </m:oMathPara>
                  </a14:m>
                  <a:endParaRPr lang="zh-CN" altLang="en-US" sz="2800" dirty="0">
                    <a:solidFill>
                      <a:schemeClr val="tx1"/>
                    </a:solidFill>
                  </a:endParaRPr>
                </a:p>
              </p:txBody>
            </p:sp>
          </mc:Choice>
          <mc:Fallback xmlns="">
            <p:sp>
              <p:nvSpPr>
                <p:cNvPr id="56" name="文本框 55">
                  <a:extLst>
                    <a:ext uri="{FF2B5EF4-FFF2-40B4-BE49-F238E27FC236}">
                      <a16:creationId xmlns:a16="http://schemas.microsoft.com/office/drawing/2014/main" id="{51CB7E26-967C-06E3-52F9-9EC2CF226581}"/>
                    </a:ext>
                  </a:extLst>
                </p:cNvPr>
                <p:cNvSpPr txBox="1">
                  <a:spLocks noRot="1" noChangeAspect="1" noMove="1" noResize="1" noEditPoints="1" noAdjustHandles="1" noChangeArrowheads="1" noChangeShapeType="1" noTextEdit="1"/>
                </p:cNvSpPr>
                <p:nvPr/>
              </p:nvSpPr>
              <p:spPr>
                <a:xfrm>
                  <a:off x="9720000" y="2831621"/>
                  <a:ext cx="406035" cy="430887"/>
                </a:xfrm>
                <a:prstGeom prst="rect">
                  <a:avLst/>
                </a:prstGeom>
                <a:blipFill>
                  <a:blip r:embed="rId16"/>
                  <a:stretch>
                    <a:fillRect/>
                  </a:stretch>
                </a:blipFill>
              </p:spPr>
              <p:txBody>
                <a:bodyPr/>
                <a:lstStyle/>
                <a:p>
                  <a:r>
                    <a:rPr lang="zh-CN" altLang="en-US">
                      <a:noFill/>
                    </a:rPr>
                    <a:t> </a:t>
                  </a:r>
                </a:p>
              </p:txBody>
            </p:sp>
          </mc:Fallback>
        </mc:AlternateContent>
        <p:sp>
          <p:nvSpPr>
            <p:cNvPr id="57" name="Line 27">
              <a:extLst>
                <a:ext uri="{FF2B5EF4-FFF2-40B4-BE49-F238E27FC236}">
                  <a16:creationId xmlns:a16="http://schemas.microsoft.com/office/drawing/2014/main" id="{8C0AEA6A-6E17-031A-8DD8-17F2EB9A55B7}"/>
                </a:ext>
              </a:extLst>
            </p:cNvPr>
            <p:cNvSpPr>
              <a:spLocks noChangeShapeType="1"/>
            </p:cNvSpPr>
            <p:nvPr/>
          </p:nvSpPr>
          <p:spPr bwMode="auto">
            <a:xfrm>
              <a:off x="10156423" y="2503184"/>
              <a:ext cx="4983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8" name="Line 27">
              <a:extLst>
                <a:ext uri="{FF2B5EF4-FFF2-40B4-BE49-F238E27FC236}">
                  <a16:creationId xmlns:a16="http://schemas.microsoft.com/office/drawing/2014/main" id="{C0BBFCC1-D38D-669E-D447-76B13AB97CEA}"/>
                </a:ext>
              </a:extLst>
            </p:cNvPr>
            <p:cNvSpPr>
              <a:spLocks noChangeShapeType="1"/>
            </p:cNvSpPr>
            <p:nvPr/>
          </p:nvSpPr>
          <p:spPr bwMode="auto">
            <a:xfrm rot="5400000">
              <a:off x="10495603" y="2650778"/>
              <a:ext cx="2951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9" name="文本框 58">
              <a:extLst>
                <a:ext uri="{FF2B5EF4-FFF2-40B4-BE49-F238E27FC236}">
                  <a16:creationId xmlns:a16="http://schemas.microsoft.com/office/drawing/2014/main" id="{DD11FA5A-85B2-64F5-3F3A-89455F7B6C63}"/>
                </a:ext>
              </a:extLst>
            </p:cNvPr>
            <p:cNvSpPr txBox="1"/>
            <p:nvPr/>
          </p:nvSpPr>
          <p:spPr>
            <a:xfrm>
              <a:off x="10422000" y="2887257"/>
              <a:ext cx="443353" cy="338554"/>
            </a:xfrm>
            <a:prstGeom prst="rect">
              <a:avLst/>
            </a:prstGeom>
            <a:noFill/>
          </p:spPr>
          <p:txBody>
            <a:bodyPr wrap="square" lIns="0" tIns="0" rIns="0" bIns="0" rtlCol="0">
              <a:spAutoFit/>
            </a:bodyPr>
            <a:lstStyle/>
            <a:p>
              <a:pPr algn="ctr"/>
              <a:r>
                <a:rPr lang="en-US" altLang="zh-CN" sz="2200" dirty="0">
                  <a:solidFill>
                    <a:schemeClr val="tx1"/>
                  </a:solidFill>
                  <a:latin typeface="微软雅黑" panose="020B0503020204020204" pitchFamily="34" charset="-122"/>
                  <a:ea typeface="微软雅黑" panose="020B0503020204020204" pitchFamily="34" charset="-122"/>
                </a:rPr>
                <a:t>00</a:t>
              </a:r>
              <a:endParaRPr lang="zh-CN" altLang="en-US" sz="2200" dirty="0">
                <a:solidFill>
                  <a:schemeClr val="tx1"/>
                </a:solidFill>
                <a:latin typeface="微软雅黑" panose="020B0503020204020204" pitchFamily="34" charset="-122"/>
                <a:ea typeface="微软雅黑" panose="020B0503020204020204" pitchFamily="34" charset="-122"/>
              </a:endParaRPr>
            </a:p>
          </p:txBody>
        </p:sp>
        <p:sp>
          <p:nvSpPr>
            <p:cNvPr id="60" name="Line 27">
              <a:extLst>
                <a:ext uri="{FF2B5EF4-FFF2-40B4-BE49-F238E27FC236}">
                  <a16:creationId xmlns:a16="http://schemas.microsoft.com/office/drawing/2014/main" id="{8F5C1EDF-5F5B-ADAD-2445-C75EDD9F0067}"/>
                </a:ext>
              </a:extLst>
            </p:cNvPr>
            <p:cNvSpPr>
              <a:spLocks noChangeShapeType="1"/>
            </p:cNvSpPr>
            <p:nvPr/>
          </p:nvSpPr>
          <p:spPr bwMode="auto">
            <a:xfrm rot="5400000">
              <a:off x="10471245" y="2520038"/>
              <a:ext cx="8869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61" name="Line 27">
              <a:extLst>
                <a:ext uri="{FF2B5EF4-FFF2-40B4-BE49-F238E27FC236}">
                  <a16:creationId xmlns:a16="http://schemas.microsoft.com/office/drawing/2014/main" id="{1EB35018-EFAF-6F77-3A40-658E1DA7D22B}"/>
                </a:ext>
              </a:extLst>
            </p:cNvPr>
            <p:cNvSpPr>
              <a:spLocks noChangeShapeType="1"/>
            </p:cNvSpPr>
            <p:nvPr/>
          </p:nvSpPr>
          <p:spPr bwMode="auto">
            <a:xfrm>
              <a:off x="10156423" y="2088456"/>
              <a:ext cx="74753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62" name="Line 27">
              <a:extLst>
                <a:ext uri="{FF2B5EF4-FFF2-40B4-BE49-F238E27FC236}">
                  <a16:creationId xmlns:a16="http://schemas.microsoft.com/office/drawing/2014/main" id="{DB56991F-8175-6C1F-F576-85CF24CA3A59}"/>
                </a:ext>
              </a:extLst>
            </p:cNvPr>
            <p:cNvSpPr>
              <a:spLocks noChangeShapeType="1"/>
            </p:cNvSpPr>
            <p:nvPr/>
          </p:nvSpPr>
          <p:spPr bwMode="auto">
            <a:xfrm>
              <a:off x="10127123" y="3545798"/>
              <a:ext cx="3106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63" name="Line 27">
              <a:extLst>
                <a:ext uri="{FF2B5EF4-FFF2-40B4-BE49-F238E27FC236}">
                  <a16:creationId xmlns:a16="http://schemas.microsoft.com/office/drawing/2014/main" id="{BAABB113-2A7F-BD9C-00FA-0068646C5B30}"/>
                </a:ext>
              </a:extLst>
            </p:cNvPr>
            <p:cNvSpPr>
              <a:spLocks noChangeShapeType="1"/>
            </p:cNvSpPr>
            <p:nvPr/>
          </p:nvSpPr>
          <p:spPr bwMode="auto">
            <a:xfrm>
              <a:off x="10127123" y="4039812"/>
              <a:ext cx="3106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64" name="Line 27">
              <a:extLst>
                <a:ext uri="{FF2B5EF4-FFF2-40B4-BE49-F238E27FC236}">
                  <a16:creationId xmlns:a16="http://schemas.microsoft.com/office/drawing/2014/main" id="{E5222C5B-D686-01DB-52D5-C9E5230C1135}"/>
                </a:ext>
              </a:extLst>
            </p:cNvPr>
            <p:cNvSpPr>
              <a:spLocks noChangeShapeType="1"/>
            </p:cNvSpPr>
            <p:nvPr/>
          </p:nvSpPr>
          <p:spPr bwMode="auto">
            <a:xfrm>
              <a:off x="10127123" y="4534383"/>
              <a:ext cx="3106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65" name="文本框 64">
              <a:extLst>
                <a:ext uri="{FF2B5EF4-FFF2-40B4-BE49-F238E27FC236}">
                  <a16:creationId xmlns:a16="http://schemas.microsoft.com/office/drawing/2014/main" id="{2F364878-FE46-4E19-9593-B7AB10380DCB}"/>
                </a:ext>
              </a:extLst>
            </p:cNvPr>
            <p:cNvSpPr txBox="1"/>
            <p:nvPr/>
          </p:nvSpPr>
          <p:spPr>
            <a:xfrm>
              <a:off x="10422000" y="3374298"/>
              <a:ext cx="443353" cy="338554"/>
            </a:xfrm>
            <a:prstGeom prst="rect">
              <a:avLst/>
            </a:prstGeom>
            <a:noFill/>
          </p:spPr>
          <p:txBody>
            <a:bodyPr wrap="square" lIns="0" tIns="0" rIns="0" bIns="0" rtlCol="0">
              <a:spAutoFit/>
            </a:bodyPr>
            <a:lstStyle/>
            <a:p>
              <a:pPr algn="ctr"/>
              <a:r>
                <a:rPr lang="en-US" altLang="zh-CN" sz="2200" dirty="0">
                  <a:solidFill>
                    <a:schemeClr val="tx1"/>
                  </a:solidFill>
                  <a:latin typeface="微软雅黑" panose="020B0503020204020204" pitchFamily="34" charset="-122"/>
                  <a:ea typeface="微软雅黑" panose="020B0503020204020204" pitchFamily="34" charset="-122"/>
                </a:rPr>
                <a:t>01</a:t>
              </a:r>
              <a:endParaRPr lang="zh-CN" altLang="en-US" sz="2200" dirty="0">
                <a:solidFill>
                  <a:schemeClr val="tx1"/>
                </a:solidFill>
                <a:latin typeface="微软雅黑" panose="020B0503020204020204" pitchFamily="34" charset="-122"/>
                <a:ea typeface="微软雅黑" panose="020B0503020204020204" pitchFamily="34" charset="-122"/>
              </a:endParaRPr>
            </a:p>
          </p:txBody>
        </p:sp>
        <p:sp>
          <p:nvSpPr>
            <p:cNvPr id="66" name="文本框 65">
              <a:extLst>
                <a:ext uri="{FF2B5EF4-FFF2-40B4-BE49-F238E27FC236}">
                  <a16:creationId xmlns:a16="http://schemas.microsoft.com/office/drawing/2014/main" id="{D0B116F9-6087-4DF9-6111-65F896AF9891}"/>
                </a:ext>
              </a:extLst>
            </p:cNvPr>
            <p:cNvSpPr txBox="1"/>
            <p:nvPr/>
          </p:nvSpPr>
          <p:spPr>
            <a:xfrm>
              <a:off x="10422000" y="3861339"/>
              <a:ext cx="443353" cy="338554"/>
            </a:xfrm>
            <a:prstGeom prst="rect">
              <a:avLst/>
            </a:prstGeom>
            <a:noFill/>
          </p:spPr>
          <p:txBody>
            <a:bodyPr wrap="square" lIns="0" tIns="0" rIns="0" bIns="0" rtlCol="0">
              <a:spAutoFit/>
            </a:bodyPr>
            <a:lstStyle/>
            <a:p>
              <a:pPr algn="ctr"/>
              <a:r>
                <a:rPr lang="en-US" altLang="zh-CN" sz="2200" dirty="0">
                  <a:latin typeface="微软雅黑" panose="020B0503020204020204" pitchFamily="34" charset="-122"/>
                  <a:ea typeface="微软雅黑" panose="020B0503020204020204" pitchFamily="34" charset="-122"/>
                </a:rPr>
                <a:t>10</a:t>
              </a:r>
              <a:endParaRPr lang="zh-CN" altLang="en-US" sz="2200" dirty="0">
                <a:solidFill>
                  <a:schemeClr val="tx1"/>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5DB830FB-F273-7D47-7AF8-3FC7823C6202}"/>
                </a:ext>
              </a:extLst>
            </p:cNvPr>
            <p:cNvSpPr txBox="1"/>
            <p:nvPr/>
          </p:nvSpPr>
          <p:spPr>
            <a:xfrm>
              <a:off x="10422000" y="4355352"/>
              <a:ext cx="443353" cy="338554"/>
            </a:xfrm>
            <a:prstGeom prst="rect">
              <a:avLst/>
            </a:prstGeom>
            <a:noFill/>
          </p:spPr>
          <p:txBody>
            <a:bodyPr wrap="square" lIns="0" tIns="0" rIns="0" bIns="0" rtlCol="0">
              <a:spAutoFit/>
            </a:bodyPr>
            <a:lstStyle/>
            <a:p>
              <a:pPr algn="ctr"/>
              <a:r>
                <a:rPr lang="en-US" altLang="zh-CN" sz="2200" dirty="0">
                  <a:latin typeface="微软雅黑" panose="020B0503020204020204" pitchFamily="34" charset="-122"/>
                  <a:ea typeface="微软雅黑" panose="020B0503020204020204" pitchFamily="34" charset="-122"/>
                </a:rPr>
                <a:t>11</a:t>
              </a:r>
              <a:endParaRPr lang="zh-CN" altLang="en-US" sz="22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2774B9D0-BAC5-C79E-79B7-6575CC9A397E}"/>
                    </a:ext>
                  </a:extLst>
                </p:cNvPr>
                <p:cNvSpPr txBox="1"/>
                <p:nvPr/>
              </p:nvSpPr>
              <p:spPr>
                <a:xfrm>
                  <a:off x="9720000" y="3329669"/>
                  <a:ext cx="40603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m:rPr>
                                <m:sty m:val="p"/>
                              </m:rPr>
                              <a:rPr lang="en-US" altLang="zh-CN" sz="2800">
                                <a:latin typeface="Cambria Math" panose="02040503050406030204" pitchFamily="18" charset="0"/>
                              </a:rPr>
                              <m:t>D</m:t>
                            </m:r>
                          </m:e>
                          <m:sub>
                            <m:r>
                              <a:rPr lang="en-US" altLang="zh-CN" sz="2800" i="1" smtClean="0">
                                <a:latin typeface="Cambria Math" panose="02040503050406030204" pitchFamily="18" charset="0"/>
                              </a:rPr>
                              <m:t>1</m:t>
                            </m:r>
                          </m:sub>
                        </m:sSub>
                      </m:oMath>
                    </m:oMathPara>
                  </a14:m>
                  <a:endParaRPr lang="zh-CN" altLang="en-US" sz="2800" dirty="0">
                    <a:solidFill>
                      <a:schemeClr val="tx1"/>
                    </a:solidFill>
                  </a:endParaRPr>
                </a:p>
              </p:txBody>
            </p:sp>
          </mc:Choice>
          <mc:Fallback xmlns="">
            <p:sp>
              <p:nvSpPr>
                <p:cNvPr id="68" name="文本框 67">
                  <a:extLst>
                    <a:ext uri="{FF2B5EF4-FFF2-40B4-BE49-F238E27FC236}">
                      <a16:creationId xmlns:a16="http://schemas.microsoft.com/office/drawing/2014/main" id="{2774B9D0-BAC5-C79E-79B7-6575CC9A397E}"/>
                    </a:ext>
                  </a:extLst>
                </p:cNvPr>
                <p:cNvSpPr txBox="1">
                  <a:spLocks noRot="1" noChangeAspect="1" noMove="1" noResize="1" noEditPoints="1" noAdjustHandles="1" noChangeArrowheads="1" noChangeShapeType="1" noTextEdit="1"/>
                </p:cNvSpPr>
                <p:nvPr/>
              </p:nvSpPr>
              <p:spPr>
                <a:xfrm>
                  <a:off x="9720000" y="3329669"/>
                  <a:ext cx="406035" cy="430887"/>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4F53351D-B5C2-6569-2E3A-19F30A90C077}"/>
                    </a:ext>
                  </a:extLst>
                </p:cNvPr>
                <p:cNvSpPr txBox="1"/>
                <p:nvPr/>
              </p:nvSpPr>
              <p:spPr>
                <a:xfrm>
                  <a:off x="9720000" y="3830609"/>
                  <a:ext cx="40603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m:rPr>
                                <m:sty m:val="p"/>
                              </m:rPr>
                              <a:rPr lang="en-US" altLang="zh-CN" sz="2800">
                                <a:latin typeface="Cambria Math" panose="02040503050406030204" pitchFamily="18" charset="0"/>
                              </a:rPr>
                              <m:t>D</m:t>
                            </m:r>
                          </m:e>
                          <m:sub>
                            <m:r>
                              <a:rPr lang="en-US" altLang="zh-CN" sz="2800" i="1" smtClean="0">
                                <a:latin typeface="Cambria Math" panose="02040503050406030204" pitchFamily="18" charset="0"/>
                              </a:rPr>
                              <m:t>2</m:t>
                            </m:r>
                          </m:sub>
                        </m:sSub>
                      </m:oMath>
                    </m:oMathPara>
                  </a14:m>
                  <a:endParaRPr lang="zh-CN" altLang="en-US" sz="2800" dirty="0">
                    <a:solidFill>
                      <a:schemeClr val="tx1"/>
                    </a:solidFill>
                  </a:endParaRPr>
                </a:p>
              </p:txBody>
            </p:sp>
          </mc:Choice>
          <mc:Fallback xmlns="">
            <p:sp>
              <p:nvSpPr>
                <p:cNvPr id="69" name="文本框 68">
                  <a:extLst>
                    <a:ext uri="{FF2B5EF4-FFF2-40B4-BE49-F238E27FC236}">
                      <a16:creationId xmlns:a16="http://schemas.microsoft.com/office/drawing/2014/main" id="{4F53351D-B5C2-6569-2E3A-19F30A90C077}"/>
                    </a:ext>
                  </a:extLst>
                </p:cNvPr>
                <p:cNvSpPr txBox="1">
                  <a:spLocks noRot="1" noChangeAspect="1" noMove="1" noResize="1" noEditPoints="1" noAdjustHandles="1" noChangeArrowheads="1" noChangeShapeType="1" noTextEdit="1"/>
                </p:cNvSpPr>
                <p:nvPr/>
              </p:nvSpPr>
              <p:spPr>
                <a:xfrm>
                  <a:off x="9720000" y="3830609"/>
                  <a:ext cx="406035" cy="430887"/>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81A59028-490A-1F7F-B6FC-CD6C9F1D77B4}"/>
                    </a:ext>
                  </a:extLst>
                </p:cNvPr>
                <p:cNvSpPr txBox="1"/>
                <p:nvPr/>
              </p:nvSpPr>
              <p:spPr>
                <a:xfrm>
                  <a:off x="9720000" y="4329345"/>
                  <a:ext cx="40603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m:rPr>
                                <m:sty m:val="p"/>
                              </m:rPr>
                              <a:rPr lang="en-US" altLang="zh-CN" sz="2800">
                                <a:latin typeface="Cambria Math" panose="02040503050406030204" pitchFamily="18" charset="0"/>
                              </a:rPr>
                              <m:t>D</m:t>
                            </m:r>
                          </m:e>
                          <m:sub>
                            <m:r>
                              <a:rPr lang="en-US" altLang="zh-CN" sz="2800" i="1" smtClean="0">
                                <a:latin typeface="Cambria Math" panose="02040503050406030204" pitchFamily="18" charset="0"/>
                              </a:rPr>
                              <m:t>3</m:t>
                            </m:r>
                          </m:sub>
                        </m:sSub>
                      </m:oMath>
                    </m:oMathPara>
                  </a14:m>
                  <a:endParaRPr lang="zh-CN" altLang="en-US" sz="2800" dirty="0">
                    <a:solidFill>
                      <a:schemeClr val="tx1"/>
                    </a:solidFill>
                  </a:endParaRPr>
                </a:p>
              </p:txBody>
            </p:sp>
          </mc:Choice>
          <mc:Fallback xmlns="">
            <p:sp>
              <p:nvSpPr>
                <p:cNvPr id="70" name="文本框 69">
                  <a:extLst>
                    <a:ext uri="{FF2B5EF4-FFF2-40B4-BE49-F238E27FC236}">
                      <a16:creationId xmlns:a16="http://schemas.microsoft.com/office/drawing/2014/main" id="{81A59028-490A-1F7F-B6FC-CD6C9F1D77B4}"/>
                    </a:ext>
                  </a:extLst>
                </p:cNvPr>
                <p:cNvSpPr txBox="1">
                  <a:spLocks noRot="1" noChangeAspect="1" noMove="1" noResize="1" noEditPoints="1" noAdjustHandles="1" noChangeArrowheads="1" noChangeShapeType="1" noTextEdit="1"/>
                </p:cNvSpPr>
                <p:nvPr/>
              </p:nvSpPr>
              <p:spPr>
                <a:xfrm>
                  <a:off x="9720000" y="4329345"/>
                  <a:ext cx="406035" cy="430887"/>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C86EBE4C-07BF-1C49-DA57-D3CD937492C3}"/>
                    </a:ext>
                  </a:extLst>
                </p:cNvPr>
                <p:cNvSpPr txBox="1"/>
                <p:nvPr/>
              </p:nvSpPr>
              <p:spPr>
                <a:xfrm>
                  <a:off x="9720000" y="2288641"/>
                  <a:ext cx="40603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m:rPr>
                                <m:sty m:val="p"/>
                              </m:rPr>
                              <a:rPr lang="en-US" altLang="zh-CN" sz="2800" b="0" i="0" smtClean="0">
                                <a:latin typeface="Cambria Math" panose="02040503050406030204" pitchFamily="18" charset="0"/>
                              </a:rPr>
                              <m:t>S</m:t>
                            </m:r>
                          </m:e>
                          <m:sub>
                            <m:r>
                              <a:rPr lang="en-US" altLang="zh-CN" sz="2800">
                                <a:latin typeface="Cambria Math" panose="02040503050406030204" pitchFamily="18" charset="0"/>
                              </a:rPr>
                              <m:t>0</m:t>
                            </m:r>
                          </m:sub>
                        </m:sSub>
                      </m:oMath>
                    </m:oMathPara>
                  </a14:m>
                  <a:endParaRPr lang="zh-CN" altLang="en-US" sz="2800" dirty="0">
                    <a:solidFill>
                      <a:schemeClr val="tx1"/>
                    </a:solidFill>
                  </a:endParaRPr>
                </a:p>
              </p:txBody>
            </p:sp>
          </mc:Choice>
          <mc:Fallback xmlns="">
            <p:sp>
              <p:nvSpPr>
                <p:cNvPr id="71" name="文本框 70">
                  <a:extLst>
                    <a:ext uri="{FF2B5EF4-FFF2-40B4-BE49-F238E27FC236}">
                      <a16:creationId xmlns:a16="http://schemas.microsoft.com/office/drawing/2014/main" id="{C86EBE4C-07BF-1C49-DA57-D3CD937492C3}"/>
                    </a:ext>
                  </a:extLst>
                </p:cNvPr>
                <p:cNvSpPr txBox="1">
                  <a:spLocks noRot="1" noChangeAspect="1" noMove="1" noResize="1" noEditPoints="1" noAdjustHandles="1" noChangeArrowheads="1" noChangeShapeType="1" noTextEdit="1"/>
                </p:cNvSpPr>
                <p:nvPr/>
              </p:nvSpPr>
              <p:spPr>
                <a:xfrm>
                  <a:off x="9720000" y="2288641"/>
                  <a:ext cx="406035" cy="430887"/>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F53520DE-D950-B87C-C20A-8DF32E3136E1}"/>
                    </a:ext>
                  </a:extLst>
                </p:cNvPr>
                <p:cNvSpPr txBox="1"/>
                <p:nvPr/>
              </p:nvSpPr>
              <p:spPr>
                <a:xfrm>
                  <a:off x="9720000" y="1872000"/>
                  <a:ext cx="40603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m:rPr>
                                <m:sty m:val="p"/>
                              </m:rPr>
                              <a:rPr lang="en-US" altLang="zh-CN" sz="2800" b="0" i="0" smtClean="0">
                                <a:latin typeface="Cambria Math" panose="02040503050406030204" pitchFamily="18" charset="0"/>
                              </a:rPr>
                              <m:t>S</m:t>
                            </m:r>
                          </m:e>
                          <m:sub>
                            <m:r>
                              <a:rPr lang="en-US" altLang="zh-CN" sz="2800" b="0" i="0" smtClean="0">
                                <a:latin typeface="Cambria Math" panose="02040503050406030204" pitchFamily="18" charset="0"/>
                              </a:rPr>
                              <m:t>1</m:t>
                            </m:r>
                          </m:sub>
                        </m:sSub>
                      </m:oMath>
                    </m:oMathPara>
                  </a14:m>
                  <a:endParaRPr lang="zh-CN" altLang="en-US" sz="2800" dirty="0">
                    <a:solidFill>
                      <a:schemeClr val="tx1"/>
                    </a:solidFill>
                  </a:endParaRPr>
                </a:p>
              </p:txBody>
            </p:sp>
          </mc:Choice>
          <mc:Fallback xmlns="">
            <p:sp>
              <p:nvSpPr>
                <p:cNvPr id="72" name="文本框 71">
                  <a:extLst>
                    <a:ext uri="{FF2B5EF4-FFF2-40B4-BE49-F238E27FC236}">
                      <a16:creationId xmlns:a16="http://schemas.microsoft.com/office/drawing/2014/main" id="{F53520DE-D950-B87C-C20A-8DF32E3136E1}"/>
                    </a:ext>
                  </a:extLst>
                </p:cNvPr>
                <p:cNvSpPr txBox="1">
                  <a:spLocks noRot="1" noChangeAspect="1" noMove="1" noResize="1" noEditPoints="1" noAdjustHandles="1" noChangeArrowheads="1" noChangeShapeType="1" noTextEdit="1"/>
                </p:cNvSpPr>
                <p:nvPr/>
              </p:nvSpPr>
              <p:spPr>
                <a:xfrm>
                  <a:off x="9720000" y="1872000"/>
                  <a:ext cx="406035" cy="430887"/>
                </a:xfrm>
                <a:prstGeom prst="rect">
                  <a:avLst/>
                </a:prstGeom>
                <a:blipFill>
                  <a:blip r:embed="rId21"/>
                  <a:stretch>
                    <a:fillRect/>
                  </a:stretch>
                </a:blipFill>
              </p:spPr>
              <p:txBody>
                <a:bodyPr/>
                <a:lstStyle/>
                <a:p>
                  <a:r>
                    <a:rPr lang="zh-CN" altLang="en-US">
                      <a:noFill/>
                    </a:rPr>
                    <a:t> </a:t>
                  </a:r>
                </a:p>
              </p:txBody>
            </p:sp>
          </mc:Fallback>
        </mc:AlternateContent>
      </p:grpSp>
      <p:sp>
        <p:nvSpPr>
          <p:cNvPr id="73" name="矩形 72">
            <a:extLst>
              <a:ext uri="{FF2B5EF4-FFF2-40B4-BE49-F238E27FC236}">
                <a16:creationId xmlns:a16="http://schemas.microsoft.com/office/drawing/2014/main" id="{65F2228D-1EE7-6A17-49A3-F9A7D723D6D6}"/>
              </a:ext>
            </a:extLst>
          </p:cNvPr>
          <p:cNvSpPr/>
          <p:nvPr/>
        </p:nvSpPr>
        <p:spPr>
          <a:xfrm>
            <a:off x="5400000" y="6120000"/>
            <a:ext cx="360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rgbClr val="002060"/>
                </a:solidFill>
                <a:latin typeface="微软雅黑" panose="020B0503020204020204" pitchFamily="34" charset="-122"/>
                <a:ea typeface="微软雅黑" panose="020B0503020204020204" pitchFamily="34" charset="-122"/>
              </a:rPr>
              <a:t>掌握扩展方法和典型应用</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7533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48BF8-EFF1-E362-68C3-A7C9E57FAF98}"/>
            </a:ext>
          </a:extLst>
        </p:cNvPr>
        <p:cNvGrpSpPr/>
        <p:nvPr/>
      </p:nvGrpSpPr>
      <p:grpSpPr>
        <a:xfrm>
          <a:off x="0" y="0"/>
          <a:ext cx="0" cy="0"/>
          <a:chOff x="0" y="0"/>
          <a:chExt cx="0" cy="0"/>
        </a:xfrm>
      </p:grpSpPr>
      <p:pic>
        <p:nvPicPr>
          <p:cNvPr id="167" name="图片 166" descr="图示, 示意图&#10;&#10;AI 生成的内容可能不正确。">
            <a:extLst>
              <a:ext uri="{FF2B5EF4-FFF2-40B4-BE49-F238E27FC236}">
                <a16:creationId xmlns:a16="http://schemas.microsoft.com/office/drawing/2014/main" id="{6A318E31-1082-5644-46D8-19BC9F29EADF}"/>
              </a:ext>
            </a:extLst>
          </p:cNvPr>
          <p:cNvPicPr>
            <a:picLocks noChangeAspect="1"/>
          </p:cNvPicPr>
          <p:nvPr/>
        </p:nvPicPr>
        <p:blipFill>
          <a:blip r:embed="rId2"/>
          <a:stretch>
            <a:fillRect/>
          </a:stretch>
        </p:blipFill>
        <p:spPr>
          <a:xfrm>
            <a:off x="1080000" y="2016000"/>
            <a:ext cx="9647648" cy="4680000"/>
          </a:xfrm>
          <a:prstGeom prst="rect">
            <a:avLst/>
          </a:prstGeom>
        </p:spPr>
      </p:pic>
      <p:sp>
        <p:nvSpPr>
          <p:cNvPr id="2" name="标题 1">
            <a:extLst>
              <a:ext uri="{FF2B5EF4-FFF2-40B4-BE49-F238E27FC236}">
                <a16:creationId xmlns:a16="http://schemas.microsoft.com/office/drawing/2014/main" id="{07D941C5-8D24-7561-58D5-F7EF283C8436}"/>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数字部分（组合逻辑电路）</a:t>
            </a:r>
          </a:p>
        </p:txBody>
      </p:sp>
      <p:sp>
        <p:nvSpPr>
          <p:cNvPr id="3" name="文本框 2">
            <a:extLst>
              <a:ext uri="{FF2B5EF4-FFF2-40B4-BE49-F238E27FC236}">
                <a16:creationId xmlns:a16="http://schemas.microsoft.com/office/drawing/2014/main" id="{13912541-34E2-006B-C669-55C31F053089}"/>
              </a:ext>
            </a:extLst>
          </p:cNvPr>
          <p:cNvSpPr txBox="1"/>
          <p:nvPr/>
        </p:nvSpPr>
        <p:spPr>
          <a:xfrm>
            <a:off x="359998" y="827998"/>
            <a:ext cx="10327051" cy="1612108"/>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数据选择器：按照地址线，将指定通道的输入送到输出</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实现逻辑函数时，拆成最小项</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注意输入全要接</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id="{D6D453F7-5286-38E4-1E1E-915E0FD3C35B}"/>
              </a:ext>
            </a:extLst>
          </p:cNvPr>
          <p:cNvGrpSpPr/>
          <p:nvPr/>
        </p:nvGrpSpPr>
        <p:grpSpPr>
          <a:xfrm>
            <a:off x="11449269" y="6198682"/>
            <a:ext cx="786273" cy="548639"/>
            <a:chOff x="11454918" y="5839511"/>
            <a:chExt cx="786273" cy="548639"/>
          </a:xfrm>
        </p:grpSpPr>
        <p:grpSp>
          <p:nvGrpSpPr>
            <p:cNvPr id="21" name="组合 20">
              <a:extLst>
                <a:ext uri="{FF2B5EF4-FFF2-40B4-BE49-F238E27FC236}">
                  <a16:creationId xmlns:a16="http://schemas.microsoft.com/office/drawing/2014/main" id="{71C303D6-718F-738B-0A81-EE8479FD7292}"/>
                </a:ext>
              </a:extLst>
            </p:cNvPr>
            <p:cNvGrpSpPr/>
            <p:nvPr/>
          </p:nvGrpSpPr>
          <p:grpSpPr>
            <a:xfrm>
              <a:off x="11454918" y="5867450"/>
              <a:ext cx="737081" cy="520700"/>
              <a:chOff x="11454918" y="5867450"/>
              <a:chExt cx="737081" cy="520700"/>
            </a:xfrm>
          </p:grpSpPr>
          <p:sp>
            <p:nvSpPr>
              <p:cNvPr id="23" name="箭头: 五边形 22">
                <a:extLst>
                  <a:ext uri="{FF2B5EF4-FFF2-40B4-BE49-F238E27FC236}">
                    <a16:creationId xmlns:a16="http://schemas.microsoft.com/office/drawing/2014/main" id="{CDDAFBDC-FC42-22A5-270B-D476A5C5919D}"/>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箭头: V 形 23">
                <a:extLst>
                  <a:ext uri="{FF2B5EF4-FFF2-40B4-BE49-F238E27FC236}">
                    <a16:creationId xmlns:a16="http://schemas.microsoft.com/office/drawing/2014/main" id="{C39AB87C-B0BD-0104-671F-25EAE855ABD5}"/>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2" name="灯片编号占位符 3">
              <a:extLst>
                <a:ext uri="{FF2B5EF4-FFF2-40B4-BE49-F238E27FC236}">
                  <a16:creationId xmlns:a16="http://schemas.microsoft.com/office/drawing/2014/main" id="{B889B37A-887D-ED6F-0D79-77B982AC7422}"/>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23</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2235420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D6483-419D-6E70-F94C-E06C9A2714E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F92CE36-1ECD-6D15-08B7-BA7419D2F86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数字部分（组合逻辑电路）</a:t>
            </a:r>
          </a:p>
        </p:txBody>
      </p:sp>
      <p:sp>
        <p:nvSpPr>
          <p:cNvPr id="3" name="文本框 2">
            <a:extLst>
              <a:ext uri="{FF2B5EF4-FFF2-40B4-BE49-F238E27FC236}">
                <a16:creationId xmlns:a16="http://schemas.microsoft.com/office/drawing/2014/main" id="{2F2A340F-4E12-F3EE-BBBE-7ABBABC17DD4}"/>
              </a:ext>
            </a:extLst>
          </p:cNvPr>
          <p:cNvSpPr txBox="1"/>
          <p:nvPr/>
        </p:nvSpPr>
        <p:spPr>
          <a:xfrm>
            <a:off x="359998" y="827998"/>
            <a:ext cx="10327051"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比较器</a:t>
            </a:r>
          </a:p>
        </p:txBody>
      </p:sp>
      <p:grpSp>
        <p:nvGrpSpPr>
          <p:cNvPr id="20" name="组合 19">
            <a:extLst>
              <a:ext uri="{FF2B5EF4-FFF2-40B4-BE49-F238E27FC236}">
                <a16:creationId xmlns:a16="http://schemas.microsoft.com/office/drawing/2014/main" id="{96457DAF-D503-BD30-60B7-FED287EBCEF9}"/>
              </a:ext>
            </a:extLst>
          </p:cNvPr>
          <p:cNvGrpSpPr/>
          <p:nvPr/>
        </p:nvGrpSpPr>
        <p:grpSpPr>
          <a:xfrm>
            <a:off x="11449269" y="6198682"/>
            <a:ext cx="786273" cy="548639"/>
            <a:chOff x="11454918" y="5839511"/>
            <a:chExt cx="786273" cy="548639"/>
          </a:xfrm>
        </p:grpSpPr>
        <p:grpSp>
          <p:nvGrpSpPr>
            <p:cNvPr id="21" name="组合 20">
              <a:extLst>
                <a:ext uri="{FF2B5EF4-FFF2-40B4-BE49-F238E27FC236}">
                  <a16:creationId xmlns:a16="http://schemas.microsoft.com/office/drawing/2014/main" id="{80256D98-DD00-088C-40DE-ACE89792CDC1}"/>
                </a:ext>
              </a:extLst>
            </p:cNvPr>
            <p:cNvGrpSpPr/>
            <p:nvPr/>
          </p:nvGrpSpPr>
          <p:grpSpPr>
            <a:xfrm>
              <a:off x="11454918" y="5867450"/>
              <a:ext cx="737081" cy="520700"/>
              <a:chOff x="11454918" y="5867450"/>
              <a:chExt cx="737081" cy="520700"/>
            </a:xfrm>
          </p:grpSpPr>
          <p:sp>
            <p:nvSpPr>
              <p:cNvPr id="23" name="箭头: 五边形 22">
                <a:extLst>
                  <a:ext uri="{FF2B5EF4-FFF2-40B4-BE49-F238E27FC236}">
                    <a16:creationId xmlns:a16="http://schemas.microsoft.com/office/drawing/2014/main" id="{E6C2DB3F-2262-8CD5-0144-E93D606C2193}"/>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箭头: V 形 23">
                <a:extLst>
                  <a:ext uri="{FF2B5EF4-FFF2-40B4-BE49-F238E27FC236}">
                    <a16:creationId xmlns:a16="http://schemas.microsoft.com/office/drawing/2014/main" id="{EF3B581D-1BBE-4579-9F22-4BD6D4501F7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2" name="灯片编号占位符 3">
              <a:extLst>
                <a:ext uri="{FF2B5EF4-FFF2-40B4-BE49-F238E27FC236}">
                  <a16:creationId xmlns:a16="http://schemas.microsoft.com/office/drawing/2014/main" id="{5EAA083A-6172-0C21-FA88-07CFD8D3B3F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24</a:t>
              </a:fld>
              <a:endParaRPr lang="zh-CN" altLang="en-US" sz="3200" dirty="0">
                <a:solidFill>
                  <a:schemeClr val="bg1"/>
                </a:solidFill>
                <a:latin typeface="Candara"/>
                <a:ea typeface="微软雅黑"/>
              </a:endParaRPr>
            </a:p>
          </p:txBody>
        </p:sp>
      </p:grpSp>
      <p:grpSp>
        <p:nvGrpSpPr>
          <p:cNvPr id="170" name="组合 169">
            <a:extLst>
              <a:ext uri="{FF2B5EF4-FFF2-40B4-BE49-F238E27FC236}">
                <a16:creationId xmlns:a16="http://schemas.microsoft.com/office/drawing/2014/main" id="{46CDFBE2-0EEA-0646-9F28-B78C498B790C}"/>
              </a:ext>
            </a:extLst>
          </p:cNvPr>
          <p:cNvGrpSpPr/>
          <p:nvPr/>
        </p:nvGrpSpPr>
        <p:grpSpPr>
          <a:xfrm>
            <a:off x="1512000" y="2160000"/>
            <a:ext cx="9153533" cy="3363554"/>
            <a:chOff x="637628" y="2249268"/>
            <a:chExt cx="9153533" cy="3363554"/>
          </a:xfrm>
        </p:grpSpPr>
        <p:sp>
          <p:nvSpPr>
            <p:cNvPr id="171" name="矩形 170">
              <a:extLst>
                <a:ext uri="{FF2B5EF4-FFF2-40B4-BE49-F238E27FC236}">
                  <a16:creationId xmlns:a16="http://schemas.microsoft.com/office/drawing/2014/main" id="{5E06960A-FEC0-12B0-D2AB-6335511E0DD3}"/>
                </a:ext>
              </a:extLst>
            </p:cNvPr>
            <p:cNvSpPr/>
            <p:nvPr/>
          </p:nvSpPr>
          <p:spPr>
            <a:xfrm>
              <a:off x="1369616" y="2944307"/>
              <a:ext cx="3497531" cy="2052917"/>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4 </a:t>
              </a: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位数值</a:t>
              </a:r>
              <a:endParaRPr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比较器</a:t>
              </a: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(0)</a:t>
              </a:r>
            </a:p>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74x85</a:t>
              </a:r>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72" name="文本框 171">
                  <a:extLst>
                    <a:ext uri="{FF2B5EF4-FFF2-40B4-BE49-F238E27FC236}">
                      <a16:creationId xmlns:a16="http://schemas.microsoft.com/office/drawing/2014/main" id="{668D7758-0D26-27D7-249A-01055D63EEB3}"/>
                    </a:ext>
                  </a:extLst>
                </p:cNvPr>
                <p:cNvSpPr txBox="1"/>
                <p:nvPr/>
              </p:nvSpPr>
              <p:spPr>
                <a:xfrm>
                  <a:off x="1369616" y="2944307"/>
                  <a:ext cx="3497531" cy="400110"/>
                </a:xfrm>
                <a:prstGeom prst="rect">
                  <a:avLst/>
                </a:prstGeom>
                <a:noFill/>
              </p:spPr>
              <p:txBody>
                <a:bodyPr wrap="square">
                  <a:spAutoFit/>
                </a:bodyPr>
                <a:lstStyle/>
                <a:p>
                  <a:pPr algn="ct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m:rPr>
                              <m:sty m:val="p"/>
                            </m:rPr>
                            <a:rPr lang="en-US" altLang="zh-CN" sz="2000" b="0" i="0" smtClean="0">
                              <a:solidFill>
                                <a:schemeClr val="tx1"/>
                              </a:solidFill>
                              <a:latin typeface="Cambria Math" panose="02040503050406030204" pitchFamily="18" charset="0"/>
                            </a:rPr>
                            <m:t>A</m:t>
                          </m:r>
                        </m:e>
                        <m:sub>
                          <m:r>
                            <a:rPr lang="en-US" altLang="zh-CN" sz="2000" i="1">
                              <a:latin typeface="Cambria Math" panose="02040503050406030204" pitchFamily="18" charset="0"/>
                            </a:rPr>
                            <m:t>0</m:t>
                          </m:r>
                        </m:sub>
                      </m:sSub>
                    </m:oMath>
                  </a14:m>
                  <a:r>
                    <a:rPr lang="zh-CN" altLang="en-US" sz="2000" dirty="0">
                      <a:solidFill>
                        <a:schemeClr val="tx1"/>
                      </a:solidFill>
                    </a:rPr>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b="0" i="0" smtClean="0">
                              <a:latin typeface="Cambria Math" panose="02040503050406030204" pitchFamily="18" charset="0"/>
                            </a:rPr>
                            <m:t>B</m:t>
                          </m:r>
                        </m:e>
                        <m:sub>
                          <m:r>
                            <a:rPr lang="en-US" altLang="zh-CN" sz="2000" i="1">
                              <a:latin typeface="Cambria Math" panose="02040503050406030204" pitchFamily="18" charset="0"/>
                            </a:rPr>
                            <m:t>0</m:t>
                          </m:r>
                        </m:sub>
                      </m:sSub>
                    </m:oMath>
                  </a14:m>
                  <a:r>
                    <a:rPr lang="zh-CN" altLang="en-US"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A</m:t>
                          </m:r>
                        </m:e>
                        <m:sub>
                          <m:r>
                            <a:rPr lang="en-US" altLang="zh-CN" sz="2000" i="1">
                              <a:latin typeface="Cambria Math" panose="02040503050406030204" pitchFamily="18" charset="0"/>
                            </a:rPr>
                            <m:t>1</m:t>
                          </m:r>
                        </m:sub>
                      </m:sSub>
                    </m:oMath>
                  </a14:m>
                  <a:r>
                    <a:rPr lang="zh-CN" altLang="en-US"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B</m:t>
                          </m:r>
                        </m:e>
                        <m:sub>
                          <m:r>
                            <a:rPr lang="en-US" altLang="zh-CN" sz="2000" i="1">
                              <a:latin typeface="Cambria Math" panose="02040503050406030204" pitchFamily="18" charset="0"/>
                            </a:rPr>
                            <m:t>1</m:t>
                          </m:r>
                        </m:sub>
                      </m:sSub>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A</m:t>
                          </m:r>
                        </m:e>
                        <m:sub>
                          <m:r>
                            <a:rPr lang="en-US" altLang="zh-CN" sz="2000" i="1">
                              <a:latin typeface="Cambria Math" panose="02040503050406030204" pitchFamily="18" charset="0"/>
                            </a:rPr>
                            <m:t>2</m:t>
                          </m:r>
                        </m:sub>
                      </m:sSub>
                    </m:oMath>
                  </a14:m>
                  <a:r>
                    <a:rPr lang="zh-CN" altLang="en-US"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B</m:t>
                          </m:r>
                        </m:e>
                        <m:sub>
                          <m:r>
                            <a:rPr lang="en-US" altLang="zh-CN" sz="2000" i="1">
                              <a:latin typeface="Cambria Math" panose="02040503050406030204" pitchFamily="18" charset="0"/>
                            </a:rPr>
                            <m:t>2</m:t>
                          </m:r>
                        </m:sub>
                      </m:sSub>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A</m:t>
                          </m:r>
                        </m:e>
                        <m:sub>
                          <m:r>
                            <a:rPr lang="en-US" altLang="zh-CN" sz="2000" i="1">
                              <a:latin typeface="Cambria Math" panose="02040503050406030204" pitchFamily="18" charset="0"/>
                            </a:rPr>
                            <m:t>3</m:t>
                          </m:r>
                        </m:sub>
                      </m:sSub>
                    </m:oMath>
                  </a14:m>
                  <a:r>
                    <a:rPr lang="zh-CN" altLang="en-US"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B</m:t>
                          </m:r>
                        </m:e>
                        <m:sub>
                          <m:r>
                            <a:rPr lang="en-US" altLang="zh-CN" sz="2000" i="1">
                              <a:latin typeface="Cambria Math" panose="02040503050406030204" pitchFamily="18" charset="0"/>
                            </a:rPr>
                            <m:t>3</m:t>
                          </m:r>
                        </m:sub>
                      </m:sSub>
                    </m:oMath>
                  </a14:m>
                  <a:r>
                    <a:rPr lang="zh-CN" altLang="en-US" sz="2000" dirty="0"/>
                    <a:t> </a:t>
                  </a:r>
                </a:p>
              </p:txBody>
            </p:sp>
          </mc:Choice>
          <mc:Fallback xmlns="">
            <p:sp>
              <p:nvSpPr>
                <p:cNvPr id="6" name="文本框 5">
                  <a:extLst>
                    <a:ext uri="{FF2B5EF4-FFF2-40B4-BE49-F238E27FC236}">
                      <a16:creationId xmlns:a16="http://schemas.microsoft.com/office/drawing/2014/main" id="{6EDB3EEF-F6A2-65C3-FB16-1C93B0830A59}"/>
                    </a:ext>
                  </a:extLst>
                </p:cNvPr>
                <p:cNvSpPr txBox="1">
                  <a:spLocks noRot="1" noChangeAspect="1" noMove="1" noResize="1" noEditPoints="1" noAdjustHandles="1" noChangeArrowheads="1" noChangeShapeType="1" noTextEdit="1"/>
                </p:cNvSpPr>
                <p:nvPr/>
              </p:nvSpPr>
              <p:spPr>
                <a:xfrm>
                  <a:off x="1369616" y="2944307"/>
                  <a:ext cx="3497531" cy="40011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3" name="文本框 172">
                  <a:extLst>
                    <a:ext uri="{FF2B5EF4-FFF2-40B4-BE49-F238E27FC236}">
                      <a16:creationId xmlns:a16="http://schemas.microsoft.com/office/drawing/2014/main" id="{A1C97E39-5841-2BBE-7E1C-C11951255A20}"/>
                    </a:ext>
                  </a:extLst>
                </p:cNvPr>
                <p:cNvSpPr txBox="1"/>
                <p:nvPr/>
              </p:nvSpPr>
              <p:spPr>
                <a:xfrm>
                  <a:off x="1369616" y="4601333"/>
                  <a:ext cx="3497531" cy="400110"/>
                </a:xfrm>
                <a:prstGeom prst="rect">
                  <a:avLst/>
                </a:prstGeom>
                <a:noFill/>
              </p:spPr>
              <p:txBody>
                <a:bodyPr wrap="square">
                  <a:spAutoFit/>
                </a:bodyPr>
                <a:lstStyle/>
                <a:p>
                  <a:pPr algn="ct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m:rPr>
                              <m:sty m:val="p"/>
                            </m:rPr>
                            <a:rPr lang="en-US" altLang="zh-CN" sz="2000" b="0" i="0" smtClean="0">
                              <a:solidFill>
                                <a:schemeClr val="tx1"/>
                              </a:solidFill>
                              <a:latin typeface="Cambria Math" panose="02040503050406030204" pitchFamily="18" charset="0"/>
                            </a:rPr>
                            <m:t>F</m:t>
                          </m:r>
                        </m:e>
                        <m:sub>
                          <m:r>
                            <m:rPr>
                              <m:sty m:val="p"/>
                            </m:rPr>
                            <a:rPr lang="en-US" altLang="zh-CN" sz="2000" b="0" i="0" smtClean="0">
                              <a:solidFill>
                                <a:schemeClr val="tx1"/>
                              </a:solidFill>
                              <a:latin typeface="Cambria Math" panose="02040503050406030204" pitchFamily="18" charset="0"/>
                            </a:rPr>
                            <m:t>A</m:t>
                          </m:r>
                          <m:r>
                            <a:rPr lang="en-US" altLang="zh-CN" sz="2000" b="0" i="0" smtClean="0">
                              <a:solidFill>
                                <a:schemeClr val="tx1"/>
                              </a:solidFill>
                              <a:latin typeface="Cambria Math" panose="02040503050406030204" pitchFamily="18" charset="0"/>
                            </a:rPr>
                            <m:t>&gt;</m:t>
                          </m:r>
                          <m:r>
                            <m:rPr>
                              <m:sty m:val="p"/>
                            </m:rPr>
                            <a:rPr lang="en-US" altLang="zh-CN" sz="2000" b="0" i="0" smtClean="0">
                              <a:solidFill>
                                <a:schemeClr val="tx1"/>
                              </a:solidFill>
                              <a:latin typeface="Cambria Math" panose="02040503050406030204" pitchFamily="18" charset="0"/>
                            </a:rPr>
                            <m:t>B</m:t>
                          </m:r>
                        </m:sub>
                      </m:sSub>
                    </m:oMath>
                  </a14:m>
                  <a:r>
                    <a:rPr lang="zh-CN" altLang="en-US" sz="2000" dirty="0">
                      <a:solidFill>
                        <a:schemeClr val="tx1"/>
                      </a:solidFill>
                    </a:rPr>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F</m:t>
                          </m:r>
                        </m:e>
                        <m:sub>
                          <m:r>
                            <m:rPr>
                              <m:sty m:val="p"/>
                            </m:rPr>
                            <a:rPr lang="en-US" altLang="zh-CN" sz="2000">
                              <a:latin typeface="Cambria Math" panose="02040503050406030204" pitchFamily="18" charset="0"/>
                            </a:rPr>
                            <m:t>A</m:t>
                          </m:r>
                          <m:r>
                            <a:rPr lang="en-US" altLang="zh-CN" sz="2000">
                              <a:latin typeface="Cambria Math" panose="02040503050406030204" pitchFamily="18" charset="0"/>
                            </a:rPr>
                            <m:t>=</m:t>
                          </m:r>
                          <m:r>
                            <m:rPr>
                              <m:sty m:val="p"/>
                            </m:rPr>
                            <a:rPr lang="en-US" altLang="zh-CN" sz="2000">
                              <a:latin typeface="Cambria Math" panose="02040503050406030204" pitchFamily="18" charset="0"/>
                            </a:rPr>
                            <m:t>B</m:t>
                          </m:r>
                        </m:sub>
                      </m:sSub>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F</m:t>
                          </m:r>
                        </m:e>
                        <m:sub>
                          <m:r>
                            <m:rPr>
                              <m:sty m:val="p"/>
                            </m:rPr>
                            <a:rPr lang="en-US" altLang="zh-CN" sz="2000">
                              <a:latin typeface="Cambria Math" panose="02040503050406030204" pitchFamily="18" charset="0"/>
                            </a:rPr>
                            <m:t>A</m:t>
                          </m:r>
                          <m:r>
                            <a:rPr lang="en-US" altLang="zh-CN" sz="2000" b="0" i="0" smtClean="0">
                              <a:latin typeface="Cambria Math" panose="02040503050406030204" pitchFamily="18" charset="0"/>
                            </a:rPr>
                            <m:t>&lt;</m:t>
                          </m:r>
                          <m:r>
                            <m:rPr>
                              <m:sty m:val="p"/>
                            </m:rPr>
                            <a:rPr lang="en-US" altLang="zh-CN" sz="2000">
                              <a:latin typeface="Cambria Math" panose="02040503050406030204" pitchFamily="18" charset="0"/>
                            </a:rPr>
                            <m:t>B</m:t>
                          </m:r>
                        </m:sub>
                      </m:sSub>
                    </m:oMath>
                  </a14:m>
                  <a:r>
                    <a:rPr lang="zh-CN" altLang="en-US" sz="2000" dirty="0"/>
                    <a:t> </a:t>
                  </a:r>
                </a:p>
              </p:txBody>
            </p:sp>
          </mc:Choice>
          <mc:Fallback xmlns="">
            <p:sp>
              <p:nvSpPr>
                <p:cNvPr id="7" name="文本框 6">
                  <a:extLst>
                    <a:ext uri="{FF2B5EF4-FFF2-40B4-BE49-F238E27FC236}">
                      <a16:creationId xmlns:a16="http://schemas.microsoft.com/office/drawing/2014/main" id="{05D06FEA-8655-18D0-0C62-17FA8D7F2B1E}"/>
                    </a:ext>
                  </a:extLst>
                </p:cNvPr>
                <p:cNvSpPr txBox="1">
                  <a:spLocks noRot="1" noChangeAspect="1" noMove="1" noResize="1" noEditPoints="1" noAdjustHandles="1" noChangeArrowheads="1" noChangeShapeType="1" noTextEdit="1"/>
                </p:cNvSpPr>
                <p:nvPr/>
              </p:nvSpPr>
              <p:spPr>
                <a:xfrm>
                  <a:off x="1369616" y="4601333"/>
                  <a:ext cx="3497531" cy="400110"/>
                </a:xfrm>
                <a:prstGeom prst="rect">
                  <a:avLst/>
                </a:prstGeom>
                <a:blipFill>
                  <a:blip r:embed="rId3"/>
                  <a:stretch>
                    <a:fillRect b="-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4" name="文本框 173">
                  <a:extLst>
                    <a:ext uri="{FF2B5EF4-FFF2-40B4-BE49-F238E27FC236}">
                      <a16:creationId xmlns:a16="http://schemas.microsoft.com/office/drawing/2014/main" id="{9648A31D-61A5-02B1-CA98-F81A172CA2C0}"/>
                    </a:ext>
                  </a:extLst>
                </p:cNvPr>
                <p:cNvSpPr txBox="1"/>
                <p:nvPr/>
              </p:nvSpPr>
              <p:spPr>
                <a:xfrm>
                  <a:off x="1369616" y="3385989"/>
                  <a:ext cx="677886" cy="1169551"/>
                </a:xfrm>
                <a:prstGeom prst="rect">
                  <a:avLst/>
                </a:prstGeom>
                <a:noFill/>
              </p:spPr>
              <p:txBody>
                <a:bodyPr wrap="square">
                  <a:spAutoFit/>
                </a:bodyPr>
                <a:lstStyle/>
                <a:p>
                  <a:pPr algn="ctr">
                    <a:spcAft>
                      <a:spcPts val="600"/>
                    </a:spcAft>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solidFill>
                                <a:latin typeface="Cambria Math" panose="02040503050406030204" pitchFamily="18" charset="0"/>
                              </a:rPr>
                            </m:ctrlPr>
                          </m:sSubPr>
                          <m:e>
                            <m:r>
                              <m:rPr>
                                <m:sty m:val="p"/>
                              </m:rPr>
                              <a:rPr lang="en-US" altLang="zh-CN" sz="2000" b="0" i="0" smtClean="0">
                                <a:solidFill>
                                  <a:schemeClr val="tx1"/>
                                </a:solidFill>
                                <a:latin typeface="Cambria Math" panose="02040503050406030204" pitchFamily="18" charset="0"/>
                              </a:rPr>
                              <m:t>I</m:t>
                            </m:r>
                          </m:e>
                          <m:sub>
                            <m:r>
                              <m:rPr>
                                <m:sty m:val="p"/>
                              </m:rPr>
                              <a:rPr lang="en-US" altLang="zh-CN" sz="2000" b="0" i="0" smtClean="0">
                                <a:solidFill>
                                  <a:schemeClr val="tx1"/>
                                </a:solidFill>
                                <a:latin typeface="Cambria Math" panose="02040503050406030204" pitchFamily="18" charset="0"/>
                              </a:rPr>
                              <m:t>A</m:t>
                            </m:r>
                            <m:r>
                              <a:rPr lang="en-US" altLang="zh-CN" sz="2000" b="0" i="1" smtClean="0">
                                <a:solidFill>
                                  <a:schemeClr val="tx1"/>
                                </a:solidFill>
                                <a:latin typeface="Cambria Math" panose="02040503050406030204" pitchFamily="18" charset="0"/>
                              </a:rPr>
                              <m:t>&lt;</m:t>
                            </m:r>
                            <m:r>
                              <m:rPr>
                                <m:sty m:val="p"/>
                              </m:rPr>
                              <a:rPr lang="en-US" altLang="zh-CN" sz="2000" b="0" i="0" smtClean="0">
                                <a:solidFill>
                                  <a:schemeClr val="tx1"/>
                                </a:solidFill>
                                <a:latin typeface="Cambria Math" panose="02040503050406030204" pitchFamily="18" charset="0"/>
                              </a:rPr>
                              <m:t>B</m:t>
                            </m:r>
                          </m:sub>
                        </m:sSub>
                      </m:oMath>
                    </m:oMathPara>
                  </a14:m>
                  <a:endParaRPr lang="en-US" altLang="zh-CN" sz="2000" dirty="0">
                    <a:solidFill>
                      <a:schemeClr val="tx1"/>
                    </a:solidFill>
                  </a:endParaRPr>
                </a:p>
                <a:p>
                  <a:pPr algn="ctr">
                    <a:spcAft>
                      <a:spcPts val="600"/>
                    </a:spcAft>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b="0" i="0" smtClean="0">
                                <a:latin typeface="Cambria Math" panose="02040503050406030204" pitchFamily="18" charset="0"/>
                              </a:rPr>
                              <m:t>I</m:t>
                            </m:r>
                          </m:e>
                          <m:sub>
                            <m:r>
                              <m:rPr>
                                <m:sty m:val="p"/>
                              </m:rPr>
                              <a:rPr lang="en-US" altLang="zh-CN" sz="2000">
                                <a:latin typeface="Cambria Math" panose="02040503050406030204" pitchFamily="18" charset="0"/>
                              </a:rPr>
                              <m:t>A</m:t>
                            </m:r>
                            <m:r>
                              <a:rPr lang="en-US" altLang="zh-CN" sz="2000">
                                <a:latin typeface="Cambria Math" panose="02040503050406030204" pitchFamily="18" charset="0"/>
                              </a:rPr>
                              <m:t>=</m:t>
                            </m:r>
                            <m:r>
                              <m:rPr>
                                <m:sty m:val="p"/>
                              </m:rPr>
                              <a:rPr lang="en-US" altLang="zh-CN" sz="2000">
                                <a:latin typeface="Cambria Math" panose="02040503050406030204" pitchFamily="18" charset="0"/>
                              </a:rPr>
                              <m:t>B</m:t>
                            </m:r>
                          </m:sub>
                        </m:sSub>
                      </m:oMath>
                    </m:oMathPara>
                  </a14:m>
                  <a:endParaRPr lang="en-US" altLang="zh-CN" sz="2000" i="1" dirty="0">
                    <a:latin typeface="Cambria Math" panose="02040503050406030204" pitchFamily="18" charset="0"/>
                  </a:endParaRPr>
                </a:p>
                <a:p>
                  <a:pPr algn="ctr">
                    <a:spcAft>
                      <a:spcPts val="600"/>
                    </a:spcAft>
                  </a:pP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b="0" i="0" smtClean="0">
                              <a:latin typeface="Cambria Math" panose="02040503050406030204" pitchFamily="18" charset="0"/>
                            </a:rPr>
                            <m:t>I</m:t>
                          </m:r>
                        </m:e>
                        <m:sub>
                          <m:r>
                            <m:rPr>
                              <m:sty m:val="p"/>
                            </m:rPr>
                            <a:rPr lang="en-US" altLang="zh-CN" sz="2000">
                              <a:latin typeface="Cambria Math" panose="02040503050406030204" pitchFamily="18" charset="0"/>
                            </a:rPr>
                            <m:t>A</m:t>
                          </m:r>
                          <m:r>
                            <a:rPr lang="en-US" altLang="zh-CN" sz="2000" b="0" i="0" smtClean="0">
                              <a:latin typeface="Cambria Math" panose="02040503050406030204" pitchFamily="18" charset="0"/>
                            </a:rPr>
                            <m:t>&gt;</m:t>
                          </m:r>
                          <m:r>
                            <m:rPr>
                              <m:sty m:val="p"/>
                            </m:rPr>
                            <a:rPr lang="en-US" altLang="zh-CN" sz="2000">
                              <a:latin typeface="Cambria Math" panose="02040503050406030204" pitchFamily="18" charset="0"/>
                            </a:rPr>
                            <m:t>B</m:t>
                          </m:r>
                        </m:sub>
                      </m:sSub>
                    </m:oMath>
                  </a14:m>
                  <a:r>
                    <a:rPr lang="zh-CN" altLang="en-US" sz="2000" dirty="0"/>
                    <a:t> </a:t>
                  </a:r>
                </a:p>
              </p:txBody>
            </p:sp>
          </mc:Choice>
          <mc:Fallback xmlns="">
            <p:sp>
              <p:nvSpPr>
                <p:cNvPr id="8" name="文本框 7">
                  <a:extLst>
                    <a:ext uri="{FF2B5EF4-FFF2-40B4-BE49-F238E27FC236}">
                      <a16:creationId xmlns:a16="http://schemas.microsoft.com/office/drawing/2014/main" id="{A49455DE-5C32-D5BC-01AD-2252C955F0BE}"/>
                    </a:ext>
                  </a:extLst>
                </p:cNvPr>
                <p:cNvSpPr txBox="1">
                  <a:spLocks noRot="1" noChangeAspect="1" noMove="1" noResize="1" noEditPoints="1" noAdjustHandles="1" noChangeArrowheads="1" noChangeShapeType="1" noTextEdit="1"/>
                </p:cNvSpPr>
                <p:nvPr/>
              </p:nvSpPr>
              <p:spPr>
                <a:xfrm>
                  <a:off x="1369616" y="3385989"/>
                  <a:ext cx="677886" cy="1169551"/>
                </a:xfrm>
                <a:prstGeom prst="rect">
                  <a:avLst/>
                </a:prstGeom>
                <a:blipFill>
                  <a:blip r:embed="rId4"/>
                  <a:stretch>
                    <a:fillRect l="-4505"/>
                  </a:stretch>
                </a:blipFill>
              </p:spPr>
              <p:txBody>
                <a:bodyPr/>
                <a:lstStyle/>
                <a:p>
                  <a:r>
                    <a:rPr lang="zh-CN" altLang="en-US">
                      <a:noFill/>
                    </a:rPr>
                    <a:t> </a:t>
                  </a:r>
                </a:p>
              </p:txBody>
            </p:sp>
          </mc:Fallback>
        </mc:AlternateContent>
        <p:sp>
          <p:nvSpPr>
            <p:cNvPr id="175" name="Line 27">
              <a:extLst>
                <a:ext uri="{FF2B5EF4-FFF2-40B4-BE49-F238E27FC236}">
                  <a16:creationId xmlns:a16="http://schemas.microsoft.com/office/drawing/2014/main" id="{B9CA913C-8D3B-C0A8-103D-A9A3445DA1C1}"/>
                </a:ext>
              </a:extLst>
            </p:cNvPr>
            <p:cNvSpPr>
              <a:spLocks noChangeShapeType="1"/>
            </p:cNvSpPr>
            <p:nvPr/>
          </p:nvSpPr>
          <p:spPr bwMode="auto">
            <a:xfrm>
              <a:off x="1064466" y="3590891"/>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6" name="Line 27">
              <a:extLst>
                <a:ext uri="{FF2B5EF4-FFF2-40B4-BE49-F238E27FC236}">
                  <a16:creationId xmlns:a16="http://schemas.microsoft.com/office/drawing/2014/main" id="{F35A3BB2-2396-25DC-B785-62F65AEE8814}"/>
                </a:ext>
              </a:extLst>
            </p:cNvPr>
            <p:cNvSpPr>
              <a:spLocks noChangeShapeType="1"/>
            </p:cNvSpPr>
            <p:nvPr/>
          </p:nvSpPr>
          <p:spPr bwMode="auto">
            <a:xfrm>
              <a:off x="1064466" y="3966587"/>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7" name="Line 27">
              <a:extLst>
                <a:ext uri="{FF2B5EF4-FFF2-40B4-BE49-F238E27FC236}">
                  <a16:creationId xmlns:a16="http://schemas.microsoft.com/office/drawing/2014/main" id="{1B3D54A1-8BC4-C751-551B-1440097F1171}"/>
                </a:ext>
              </a:extLst>
            </p:cNvPr>
            <p:cNvSpPr>
              <a:spLocks noChangeShapeType="1"/>
            </p:cNvSpPr>
            <p:nvPr/>
          </p:nvSpPr>
          <p:spPr bwMode="auto">
            <a:xfrm>
              <a:off x="1064466" y="4352891"/>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 name="Line 27">
              <a:extLst>
                <a:ext uri="{FF2B5EF4-FFF2-40B4-BE49-F238E27FC236}">
                  <a16:creationId xmlns:a16="http://schemas.microsoft.com/office/drawing/2014/main" id="{76863AB0-6795-977C-F958-FA147D660024}"/>
                </a:ext>
              </a:extLst>
            </p:cNvPr>
            <p:cNvSpPr>
              <a:spLocks noChangeShapeType="1"/>
            </p:cNvSpPr>
            <p:nvPr/>
          </p:nvSpPr>
          <p:spPr bwMode="auto">
            <a:xfrm rot="5400000">
              <a:off x="1488415" y="2794503"/>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 name="Line 27">
              <a:extLst>
                <a:ext uri="{FF2B5EF4-FFF2-40B4-BE49-F238E27FC236}">
                  <a16:creationId xmlns:a16="http://schemas.microsoft.com/office/drawing/2014/main" id="{57336582-98E6-15B8-44A2-F081EFAE27C5}"/>
                </a:ext>
              </a:extLst>
            </p:cNvPr>
            <p:cNvSpPr>
              <a:spLocks noChangeShapeType="1"/>
            </p:cNvSpPr>
            <p:nvPr/>
          </p:nvSpPr>
          <p:spPr bwMode="auto">
            <a:xfrm rot="5400000">
              <a:off x="1829237" y="2794503"/>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 name="Line 27">
              <a:extLst>
                <a:ext uri="{FF2B5EF4-FFF2-40B4-BE49-F238E27FC236}">
                  <a16:creationId xmlns:a16="http://schemas.microsoft.com/office/drawing/2014/main" id="{57A38000-1A28-55DC-C585-F196627FAE17}"/>
                </a:ext>
              </a:extLst>
            </p:cNvPr>
            <p:cNvSpPr>
              <a:spLocks noChangeShapeType="1"/>
            </p:cNvSpPr>
            <p:nvPr/>
          </p:nvSpPr>
          <p:spPr bwMode="auto">
            <a:xfrm rot="5400000">
              <a:off x="2321299" y="2794503"/>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1" name="Line 27">
              <a:extLst>
                <a:ext uri="{FF2B5EF4-FFF2-40B4-BE49-F238E27FC236}">
                  <a16:creationId xmlns:a16="http://schemas.microsoft.com/office/drawing/2014/main" id="{CCC7D505-8829-4C39-8D51-875010B9AFD2}"/>
                </a:ext>
              </a:extLst>
            </p:cNvPr>
            <p:cNvSpPr>
              <a:spLocks noChangeShapeType="1"/>
            </p:cNvSpPr>
            <p:nvPr/>
          </p:nvSpPr>
          <p:spPr bwMode="auto">
            <a:xfrm rot="5400000">
              <a:off x="2662121" y="2794503"/>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2" name="Line 27">
              <a:extLst>
                <a:ext uri="{FF2B5EF4-FFF2-40B4-BE49-F238E27FC236}">
                  <a16:creationId xmlns:a16="http://schemas.microsoft.com/office/drawing/2014/main" id="{AADEE3D8-9307-5F48-CAEB-D2C679966460}"/>
                </a:ext>
              </a:extLst>
            </p:cNvPr>
            <p:cNvSpPr>
              <a:spLocks noChangeShapeType="1"/>
            </p:cNvSpPr>
            <p:nvPr/>
          </p:nvSpPr>
          <p:spPr bwMode="auto">
            <a:xfrm rot="5400000">
              <a:off x="3161885" y="2794503"/>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3" name="Line 27">
              <a:extLst>
                <a:ext uri="{FF2B5EF4-FFF2-40B4-BE49-F238E27FC236}">
                  <a16:creationId xmlns:a16="http://schemas.microsoft.com/office/drawing/2014/main" id="{3DB9614F-312F-7C4A-5F5A-C90B5061CDE8}"/>
                </a:ext>
              </a:extLst>
            </p:cNvPr>
            <p:cNvSpPr>
              <a:spLocks noChangeShapeType="1"/>
            </p:cNvSpPr>
            <p:nvPr/>
          </p:nvSpPr>
          <p:spPr bwMode="auto">
            <a:xfrm rot="5400000">
              <a:off x="3502707" y="2794503"/>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 name="Line 27">
              <a:extLst>
                <a:ext uri="{FF2B5EF4-FFF2-40B4-BE49-F238E27FC236}">
                  <a16:creationId xmlns:a16="http://schemas.microsoft.com/office/drawing/2014/main" id="{5F097153-5141-8A0A-EBC1-FBCC20ACE227}"/>
                </a:ext>
              </a:extLst>
            </p:cNvPr>
            <p:cNvSpPr>
              <a:spLocks noChangeShapeType="1"/>
            </p:cNvSpPr>
            <p:nvPr/>
          </p:nvSpPr>
          <p:spPr bwMode="auto">
            <a:xfrm rot="5400000">
              <a:off x="3985431" y="2794503"/>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 name="Line 27">
              <a:extLst>
                <a:ext uri="{FF2B5EF4-FFF2-40B4-BE49-F238E27FC236}">
                  <a16:creationId xmlns:a16="http://schemas.microsoft.com/office/drawing/2014/main" id="{0044DAFE-8CA0-F8E9-33CD-95B890B8A063}"/>
                </a:ext>
              </a:extLst>
            </p:cNvPr>
            <p:cNvSpPr>
              <a:spLocks noChangeShapeType="1"/>
            </p:cNvSpPr>
            <p:nvPr/>
          </p:nvSpPr>
          <p:spPr bwMode="auto">
            <a:xfrm rot="5400000">
              <a:off x="4326253" y="2794503"/>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 name="Line 27">
              <a:extLst>
                <a:ext uri="{FF2B5EF4-FFF2-40B4-BE49-F238E27FC236}">
                  <a16:creationId xmlns:a16="http://schemas.microsoft.com/office/drawing/2014/main" id="{FCF977E4-7064-B511-1A8A-BC6509ECEBCE}"/>
                </a:ext>
              </a:extLst>
            </p:cNvPr>
            <p:cNvSpPr>
              <a:spLocks noChangeShapeType="1"/>
            </p:cNvSpPr>
            <p:nvPr/>
          </p:nvSpPr>
          <p:spPr bwMode="auto">
            <a:xfrm rot="5400000">
              <a:off x="2893764" y="5228146"/>
              <a:ext cx="4366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7" name="Line 27">
              <a:extLst>
                <a:ext uri="{FF2B5EF4-FFF2-40B4-BE49-F238E27FC236}">
                  <a16:creationId xmlns:a16="http://schemas.microsoft.com/office/drawing/2014/main" id="{3FBC4F5E-1F10-909C-17F3-F36784D16B2D}"/>
                </a:ext>
              </a:extLst>
            </p:cNvPr>
            <p:cNvSpPr>
              <a:spLocks noChangeShapeType="1"/>
            </p:cNvSpPr>
            <p:nvPr/>
          </p:nvSpPr>
          <p:spPr bwMode="auto">
            <a:xfrm rot="5400000">
              <a:off x="1985521" y="5305025"/>
              <a:ext cx="6155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8" name="Line 27">
              <a:extLst>
                <a:ext uri="{FF2B5EF4-FFF2-40B4-BE49-F238E27FC236}">
                  <a16:creationId xmlns:a16="http://schemas.microsoft.com/office/drawing/2014/main" id="{E97A86B0-8AD1-2F37-B186-3C98D7BC82D0}"/>
                </a:ext>
              </a:extLst>
            </p:cNvPr>
            <p:cNvSpPr>
              <a:spLocks noChangeShapeType="1"/>
            </p:cNvSpPr>
            <p:nvPr/>
          </p:nvSpPr>
          <p:spPr bwMode="auto">
            <a:xfrm rot="5400000">
              <a:off x="3781027" y="5134804"/>
              <a:ext cx="2996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89" name="矩形 188">
              <a:extLst>
                <a:ext uri="{FF2B5EF4-FFF2-40B4-BE49-F238E27FC236}">
                  <a16:creationId xmlns:a16="http://schemas.microsoft.com/office/drawing/2014/main" id="{3067756F-7A31-6D85-E677-D77A4276C1AA}"/>
                </a:ext>
              </a:extLst>
            </p:cNvPr>
            <p:cNvSpPr/>
            <p:nvPr/>
          </p:nvSpPr>
          <p:spPr>
            <a:xfrm>
              <a:off x="6293630" y="2933822"/>
              <a:ext cx="3497531" cy="2052917"/>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4 </a:t>
              </a: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位数值</a:t>
              </a:r>
              <a:endParaRPr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比较器</a:t>
              </a: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(1)</a:t>
              </a:r>
            </a:p>
            <a:p>
              <a:pPr algn="ctr"/>
              <a:r>
                <a:rPr lang="en-US" altLang="zh-CN" sz="2000" dirty="0">
                  <a:solidFill>
                    <a:schemeClr val="accent5">
                      <a:lumMod val="75000"/>
                    </a:schemeClr>
                  </a:solidFill>
                  <a:latin typeface="微软雅黑" panose="020B0503020204020204" pitchFamily="34" charset="-122"/>
                  <a:ea typeface="微软雅黑" panose="020B0503020204020204" pitchFamily="34" charset="-122"/>
                </a:rPr>
                <a:t>74x85</a:t>
              </a:r>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0" name="文本框 189">
                  <a:extLst>
                    <a:ext uri="{FF2B5EF4-FFF2-40B4-BE49-F238E27FC236}">
                      <a16:creationId xmlns:a16="http://schemas.microsoft.com/office/drawing/2014/main" id="{3F02E19D-AFAF-E4E3-4A02-16FA4CEF2D95}"/>
                    </a:ext>
                  </a:extLst>
                </p:cNvPr>
                <p:cNvSpPr txBox="1"/>
                <p:nvPr/>
              </p:nvSpPr>
              <p:spPr>
                <a:xfrm>
                  <a:off x="6293630" y="2933822"/>
                  <a:ext cx="3497531" cy="400110"/>
                </a:xfrm>
                <a:prstGeom prst="rect">
                  <a:avLst/>
                </a:prstGeom>
                <a:noFill/>
              </p:spPr>
              <p:txBody>
                <a:bodyPr wrap="square">
                  <a:spAutoFit/>
                </a:bodyPr>
                <a:lstStyle/>
                <a:p>
                  <a:pPr algn="ct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A</m:t>
                          </m:r>
                        </m:e>
                        <m:sub>
                          <m:r>
                            <a:rPr lang="en-US" altLang="zh-CN" sz="2000" i="1">
                              <a:latin typeface="Cambria Math" panose="02040503050406030204" pitchFamily="18" charset="0"/>
                            </a:rPr>
                            <m:t>0</m:t>
                          </m:r>
                        </m:sub>
                      </m:sSub>
                    </m:oMath>
                  </a14:m>
                  <a:r>
                    <a:rPr lang="zh-CN" altLang="en-US"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B</m:t>
                          </m:r>
                        </m:e>
                        <m:sub>
                          <m:r>
                            <a:rPr lang="en-US" altLang="zh-CN" sz="2000" i="1">
                              <a:latin typeface="Cambria Math" panose="02040503050406030204" pitchFamily="18" charset="0"/>
                            </a:rPr>
                            <m:t>0</m:t>
                          </m:r>
                        </m:sub>
                      </m:sSub>
                    </m:oMath>
                  </a14:m>
                  <a:r>
                    <a:rPr lang="zh-CN" altLang="en-US"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A</m:t>
                          </m:r>
                        </m:e>
                        <m:sub>
                          <m:r>
                            <a:rPr lang="en-US" altLang="zh-CN" sz="2000" i="1">
                              <a:latin typeface="Cambria Math" panose="02040503050406030204" pitchFamily="18" charset="0"/>
                            </a:rPr>
                            <m:t>1</m:t>
                          </m:r>
                        </m:sub>
                      </m:sSub>
                    </m:oMath>
                  </a14:m>
                  <a:r>
                    <a:rPr lang="zh-CN" altLang="en-US"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B</m:t>
                          </m:r>
                        </m:e>
                        <m:sub>
                          <m:r>
                            <a:rPr lang="en-US" altLang="zh-CN" sz="2000" i="1">
                              <a:latin typeface="Cambria Math" panose="02040503050406030204" pitchFamily="18" charset="0"/>
                            </a:rPr>
                            <m:t>1</m:t>
                          </m:r>
                        </m:sub>
                      </m:sSub>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A</m:t>
                          </m:r>
                        </m:e>
                        <m:sub>
                          <m:r>
                            <a:rPr lang="en-US" altLang="zh-CN" sz="2000" i="1">
                              <a:latin typeface="Cambria Math" panose="02040503050406030204" pitchFamily="18" charset="0"/>
                            </a:rPr>
                            <m:t>2</m:t>
                          </m:r>
                        </m:sub>
                      </m:sSub>
                    </m:oMath>
                  </a14:m>
                  <a:r>
                    <a:rPr lang="zh-CN" altLang="en-US"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B</m:t>
                          </m:r>
                        </m:e>
                        <m:sub>
                          <m:r>
                            <a:rPr lang="en-US" altLang="zh-CN" sz="2000" i="1">
                              <a:latin typeface="Cambria Math" panose="02040503050406030204" pitchFamily="18" charset="0"/>
                            </a:rPr>
                            <m:t>2</m:t>
                          </m:r>
                        </m:sub>
                      </m:sSub>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A</m:t>
                          </m:r>
                        </m:e>
                        <m:sub>
                          <m:r>
                            <a:rPr lang="en-US" altLang="zh-CN" sz="2000" i="1">
                              <a:latin typeface="Cambria Math" panose="02040503050406030204" pitchFamily="18" charset="0"/>
                            </a:rPr>
                            <m:t>3</m:t>
                          </m:r>
                        </m:sub>
                      </m:sSub>
                    </m:oMath>
                  </a14:m>
                  <a:r>
                    <a:rPr lang="zh-CN" altLang="en-US"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B</m:t>
                          </m:r>
                        </m:e>
                        <m:sub>
                          <m:r>
                            <a:rPr lang="en-US" altLang="zh-CN" sz="2000" i="1">
                              <a:latin typeface="Cambria Math" panose="02040503050406030204" pitchFamily="18" charset="0"/>
                            </a:rPr>
                            <m:t>3</m:t>
                          </m:r>
                        </m:sub>
                      </m:sSub>
                    </m:oMath>
                  </a14:m>
                  <a:r>
                    <a:rPr lang="zh-CN" altLang="en-US" sz="2000" dirty="0"/>
                    <a:t> </a:t>
                  </a:r>
                </a:p>
              </p:txBody>
            </p:sp>
          </mc:Choice>
          <mc:Fallback xmlns="">
            <p:sp>
              <p:nvSpPr>
                <p:cNvPr id="25" name="文本框 24">
                  <a:extLst>
                    <a:ext uri="{FF2B5EF4-FFF2-40B4-BE49-F238E27FC236}">
                      <a16:creationId xmlns:a16="http://schemas.microsoft.com/office/drawing/2014/main" id="{907515E6-2846-9B67-D5F7-2F82B8B83503}"/>
                    </a:ext>
                  </a:extLst>
                </p:cNvPr>
                <p:cNvSpPr txBox="1">
                  <a:spLocks noRot="1" noChangeAspect="1" noMove="1" noResize="1" noEditPoints="1" noAdjustHandles="1" noChangeArrowheads="1" noChangeShapeType="1" noTextEdit="1"/>
                </p:cNvSpPr>
                <p:nvPr/>
              </p:nvSpPr>
              <p:spPr>
                <a:xfrm>
                  <a:off x="6293630" y="2933822"/>
                  <a:ext cx="3497531" cy="40011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1" name="文本框 190">
                  <a:extLst>
                    <a:ext uri="{FF2B5EF4-FFF2-40B4-BE49-F238E27FC236}">
                      <a16:creationId xmlns:a16="http://schemas.microsoft.com/office/drawing/2014/main" id="{5B7E39EB-232C-2D60-4FEF-12DBC27A3E6C}"/>
                    </a:ext>
                  </a:extLst>
                </p:cNvPr>
                <p:cNvSpPr txBox="1"/>
                <p:nvPr/>
              </p:nvSpPr>
              <p:spPr>
                <a:xfrm>
                  <a:off x="6293630" y="4590848"/>
                  <a:ext cx="3497531" cy="400110"/>
                </a:xfrm>
                <a:prstGeom prst="rect">
                  <a:avLst/>
                </a:prstGeom>
                <a:noFill/>
              </p:spPr>
              <p:txBody>
                <a:bodyPr wrap="square">
                  <a:spAutoFit/>
                </a:bodyPr>
                <a:lstStyle/>
                <a:p>
                  <a:pPr algn="ct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m:rPr>
                              <m:sty m:val="p"/>
                            </m:rPr>
                            <a:rPr lang="en-US" altLang="zh-CN" sz="2000" b="0" i="0" smtClean="0">
                              <a:solidFill>
                                <a:schemeClr val="tx1"/>
                              </a:solidFill>
                              <a:latin typeface="Cambria Math" panose="02040503050406030204" pitchFamily="18" charset="0"/>
                            </a:rPr>
                            <m:t>F</m:t>
                          </m:r>
                        </m:e>
                        <m:sub>
                          <m:r>
                            <m:rPr>
                              <m:sty m:val="p"/>
                            </m:rPr>
                            <a:rPr lang="en-US" altLang="zh-CN" sz="2000" b="0" i="0" smtClean="0">
                              <a:solidFill>
                                <a:schemeClr val="tx1"/>
                              </a:solidFill>
                              <a:latin typeface="Cambria Math" panose="02040503050406030204" pitchFamily="18" charset="0"/>
                            </a:rPr>
                            <m:t>A</m:t>
                          </m:r>
                          <m:r>
                            <a:rPr lang="en-US" altLang="zh-CN" sz="2000" b="0" i="0" smtClean="0">
                              <a:solidFill>
                                <a:schemeClr val="tx1"/>
                              </a:solidFill>
                              <a:latin typeface="Cambria Math" panose="02040503050406030204" pitchFamily="18" charset="0"/>
                            </a:rPr>
                            <m:t>&gt;</m:t>
                          </m:r>
                          <m:r>
                            <m:rPr>
                              <m:sty m:val="p"/>
                            </m:rPr>
                            <a:rPr lang="en-US" altLang="zh-CN" sz="2000" b="0" i="0" smtClean="0">
                              <a:solidFill>
                                <a:schemeClr val="tx1"/>
                              </a:solidFill>
                              <a:latin typeface="Cambria Math" panose="02040503050406030204" pitchFamily="18" charset="0"/>
                            </a:rPr>
                            <m:t>B</m:t>
                          </m:r>
                        </m:sub>
                      </m:sSub>
                    </m:oMath>
                  </a14:m>
                  <a:r>
                    <a:rPr lang="zh-CN" altLang="en-US" sz="2000" dirty="0">
                      <a:solidFill>
                        <a:schemeClr val="tx1"/>
                      </a:solidFill>
                    </a:rPr>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F</m:t>
                          </m:r>
                        </m:e>
                        <m:sub>
                          <m:r>
                            <m:rPr>
                              <m:sty m:val="p"/>
                            </m:rPr>
                            <a:rPr lang="en-US" altLang="zh-CN" sz="2000">
                              <a:latin typeface="Cambria Math" panose="02040503050406030204" pitchFamily="18" charset="0"/>
                            </a:rPr>
                            <m:t>A</m:t>
                          </m:r>
                          <m:r>
                            <a:rPr lang="en-US" altLang="zh-CN" sz="2000">
                              <a:latin typeface="Cambria Math" panose="02040503050406030204" pitchFamily="18" charset="0"/>
                            </a:rPr>
                            <m:t>=</m:t>
                          </m:r>
                          <m:r>
                            <m:rPr>
                              <m:sty m:val="p"/>
                            </m:rPr>
                            <a:rPr lang="en-US" altLang="zh-CN" sz="2000">
                              <a:latin typeface="Cambria Math" panose="02040503050406030204" pitchFamily="18" charset="0"/>
                            </a:rPr>
                            <m:t>B</m:t>
                          </m:r>
                        </m:sub>
                      </m:sSub>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F</m:t>
                          </m:r>
                        </m:e>
                        <m:sub>
                          <m:r>
                            <m:rPr>
                              <m:sty m:val="p"/>
                            </m:rPr>
                            <a:rPr lang="en-US" altLang="zh-CN" sz="2000">
                              <a:latin typeface="Cambria Math" panose="02040503050406030204" pitchFamily="18" charset="0"/>
                            </a:rPr>
                            <m:t>A</m:t>
                          </m:r>
                          <m:r>
                            <a:rPr lang="en-US" altLang="zh-CN" sz="2000" b="0" i="0" smtClean="0">
                              <a:latin typeface="Cambria Math" panose="02040503050406030204" pitchFamily="18" charset="0"/>
                            </a:rPr>
                            <m:t>&lt;</m:t>
                          </m:r>
                          <m:r>
                            <m:rPr>
                              <m:sty m:val="p"/>
                            </m:rPr>
                            <a:rPr lang="en-US" altLang="zh-CN" sz="2000">
                              <a:latin typeface="Cambria Math" panose="02040503050406030204" pitchFamily="18" charset="0"/>
                            </a:rPr>
                            <m:t>B</m:t>
                          </m:r>
                        </m:sub>
                      </m:sSub>
                    </m:oMath>
                  </a14:m>
                  <a:r>
                    <a:rPr lang="zh-CN" altLang="en-US" sz="2000" dirty="0"/>
                    <a:t> </a:t>
                  </a:r>
                </a:p>
              </p:txBody>
            </p:sp>
          </mc:Choice>
          <mc:Fallback xmlns="">
            <p:sp>
              <p:nvSpPr>
                <p:cNvPr id="26" name="文本框 25">
                  <a:extLst>
                    <a:ext uri="{FF2B5EF4-FFF2-40B4-BE49-F238E27FC236}">
                      <a16:creationId xmlns:a16="http://schemas.microsoft.com/office/drawing/2014/main" id="{99100BC4-E7A3-2851-E879-793BA9D20288}"/>
                    </a:ext>
                  </a:extLst>
                </p:cNvPr>
                <p:cNvSpPr txBox="1">
                  <a:spLocks noRot="1" noChangeAspect="1" noMove="1" noResize="1" noEditPoints="1" noAdjustHandles="1" noChangeArrowheads="1" noChangeShapeType="1" noTextEdit="1"/>
                </p:cNvSpPr>
                <p:nvPr/>
              </p:nvSpPr>
              <p:spPr>
                <a:xfrm>
                  <a:off x="6293630" y="4590848"/>
                  <a:ext cx="3497531" cy="400110"/>
                </a:xfrm>
                <a:prstGeom prst="rect">
                  <a:avLst/>
                </a:prstGeom>
                <a:blipFill>
                  <a:blip r:embed="rId6"/>
                  <a:stretch>
                    <a:fillRect b="-15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2" name="文本框 191">
                  <a:extLst>
                    <a:ext uri="{FF2B5EF4-FFF2-40B4-BE49-F238E27FC236}">
                      <a16:creationId xmlns:a16="http://schemas.microsoft.com/office/drawing/2014/main" id="{055B2130-E8E1-780E-273A-A2D4C8D1DBEC}"/>
                    </a:ext>
                  </a:extLst>
                </p:cNvPr>
                <p:cNvSpPr txBox="1"/>
                <p:nvPr/>
              </p:nvSpPr>
              <p:spPr>
                <a:xfrm>
                  <a:off x="6293630" y="3375504"/>
                  <a:ext cx="677886" cy="1169551"/>
                </a:xfrm>
                <a:prstGeom prst="rect">
                  <a:avLst/>
                </a:prstGeom>
                <a:noFill/>
              </p:spPr>
              <p:txBody>
                <a:bodyPr wrap="square">
                  <a:spAutoFit/>
                </a:bodyPr>
                <a:lstStyle/>
                <a:p>
                  <a:pPr algn="ctr">
                    <a:spcAft>
                      <a:spcPts val="600"/>
                    </a:spcAft>
                  </a:pP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solidFill>
                                <a:latin typeface="Cambria Math" panose="02040503050406030204" pitchFamily="18" charset="0"/>
                              </a:rPr>
                            </m:ctrlPr>
                          </m:sSubPr>
                          <m:e>
                            <m:r>
                              <m:rPr>
                                <m:sty m:val="p"/>
                              </m:rPr>
                              <a:rPr lang="en-US" altLang="zh-CN" sz="2000" b="0" i="0" smtClean="0">
                                <a:solidFill>
                                  <a:schemeClr val="tx1"/>
                                </a:solidFill>
                                <a:latin typeface="Cambria Math" panose="02040503050406030204" pitchFamily="18" charset="0"/>
                              </a:rPr>
                              <m:t>I</m:t>
                            </m:r>
                          </m:e>
                          <m:sub>
                            <m:r>
                              <m:rPr>
                                <m:sty m:val="p"/>
                              </m:rPr>
                              <a:rPr lang="en-US" altLang="zh-CN" sz="2000" b="0" i="0" smtClean="0">
                                <a:solidFill>
                                  <a:schemeClr val="tx1"/>
                                </a:solidFill>
                                <a:latin typeface="Cambria Math" panose="02040503050406030204" pitchFamily="18" charset="0"/>
                              </a:rPr>
                              <m:t>A</m:t>
                            </m:r>
                            <m:r>
                              <a:rPr lang="en-US" altLang="zh-CN" sz="2000" b="0" i="0" smtClean="0">
                                <a:solidFill>
                                  <a:schemeClr val="tx1"/>
                                </a:solidFill>
                                <a:latin typeface="Cambria Math" panose="02040503050406030204" pitchFamily="18" charset="0"/>
                              </a:rPr>
                              <m:t>&lt;</m:t>
                            </m:r>
                            <m:r>
                              <m:rPr>
                                <m:sty m:val="p"/>
                              </m:rPr>
                              <a:rPr lang="en-US" altLang="zh-CN" sz="2000" b="0" i="0" smtClean="0">
                                <a:solidFill>
                                  <a:schemeClr val="tx1"/>
                                </a:solidFill>
                                <a:latin typeface="Cambria Math" panose="02040503050406030204" pitchFamily="18" charset="0"/>
                              </a:rPr>
                              <m:t>B</m:t>
                            </m:r>
                          </m:sub>
                        </m:sSub>
                      </m:oMath>
                    </m:oMathPara>
                  </a14:m>
                  <a:endParaRPr lang="en-US" altLang="zh-CN" sz="2000" dirty="0">
                    <a:solidFill>
                      <a:schemeClr val="tx1"/>
                    </a:solidFill>
                  </a:endParaRPr>
                </a:p>
                <a:p>
                  <a:pPr algn="ctr">
                    <a:spcAft>
                      <a:spcPts val="600"/>
                    </a:spcAft>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b="0" i="0" smtClean="0">
                                <a:latin typeface="Cambria Math" panose="02040503050406030204" pitchFamily="18" charset="0"/>
                              </a:rPr>
                              <m:t>I</m:t>
                            </m:r>
                          </m:e>
                          <m:sub>
                            <m:r>
                              <m:rPr>
                                <m:sty m:val="p"/>
                              </m:rPr>
                              <a:rPr lang="en-US" altLang="zh-CN" sz="2000">
                                <a:latin typeface="Cambria Math" panose="02040503050406030204" pitchFamily="18" charset="0"/>
                              </a:rPr>
                              <m:t>A</m:t>
                            </m:r>
                            <m:r>
                              <a:rPr lang="en-US" altLang="zh-CN" sz="2000">
                                <a:latin typeface="Cambria Math" panose="02040503050406030204" pitchFamily="18" charset="0"/>
                              </a:rPr>
                              <m:t>=</m:t>
                            </m:r>
                            <m:r>
                              <m:rPr>
                                <m:sty m:val="p"/>
                              </m:rPr>
                              <a:rPr lang="en-US" altLang="zh-CN" sz="2000">
                                <a:latin typeface="Cambria Math" panose="02040503050406030204" pitchFamily="18" charset="0"/>
                              </a:rPr>
                              <m:t>B</m:t>
                            </m:r>
                          </m:sub>
                        </m:sSub>
                      </m:oMath>
                    </m:oMathPara>
                  </a14:m>
                  <a:endParaRPr lang="en-US" altLang="zh-CN" sz="2000" i="1" dirty="0">
                    <a:latin typeface="Cambria Math" panose="02040503050406030204" pitchFamily="18" charset="0"/>
                  </a:endParaRPr>
                </a:p>
                <a:p>
                  <a:pPr algn="ctr">
                    <a:spcAft>
                      <a:spcPts val="600"/>
                    </a:spcAft>
                  </a:pP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b="0" i="0" smtClean="0">
                              <a:latin typeface="Cambria Math" panose="02040503050406030204" pitchFamily="18" charset="0"/>
                            </a:rPr>
                            <m:t>I</m:t>
                          </m:r>
                        </m:e>
                        <m:sub>
                          <m:r>
                            <m:rPr>
                              <m:sty m:val="p"/>
                            </m:rPr>
                            <a:rPr lang="en-US" altLang="zh-CN" sz="2000">
                              <a:latin typeface="Cambria Math" panose="02040503050406030204" pitchFamily="18" charset="0"/>
                            </a:rPr>
                            <m:t>A</m:t>
                          </m:r>
                          <m:r>
                            <a:rPr lang="en-US" altLang="zh-CN" sz="2000" b="0" i="0" smtClean="0">
                              <a:latin typeface="Cambria Math" panose="02040503050406030204" pitchFamily="18" charset="0"/>
                            </a:rPr>
                            <m:t>&gt;</m:t>
                          </m:r>
                          <m:r>
                            <m:rPr>
                              <m:sty m:val="p"/>
                            </m:rPr>
                            <a:rPr lang="en-US" altLang="zh-CN" sz="2000">
                              <a:latin typeface="Cambria Math" panose="02040503050406030204" pitchFamily="18" charset="0"/>
                            </a:rPr>
                            <m:t>B</m:t>
                          </m:r>
                        </m:sub>
                      </m:sSub>
                    </m:oMath>
                  </a14:m>
                  <a:r>
                    <a:rPr lang="zh-CN" altLang="en-US" sz="2000" dirty="0"/>
                    <a:t> </a:t>
                  </a:r>
                </a:p>
              </p:txBody>
            </p:sp>
          </mc:Choice>
          <mc:Fallback xmlns="">
            <p:sp>
              <p:nvSpPr>
                <p:cNvPr id="27" name="文本框 26">
                  <a:extLst>
                    <a:ext uri="{FF2B5EF4-FFF2-40B4-BE49-F238E27FC236}">
                      <a16:creationId xmlns:a16="http://schemas.microsoft.com/office/drawing/2014/main" id="{8E0FAFF8-8AB9-07AB-8E4B-C00EC36107F9}"/>
                    </a:ext>
                  </a:extLst>
                </p:cNvPr>
                <p:cNvSpPr txBox="1">
                  <a:spLocks noRot="1" noChangeAspect="1" noMove="1" noResize="1" noEditPoints="1" noAdjustHandles="1" noChangeArrowheads="1" noChangeShapeType="1" noTextEdit="1"/>
                </p:cNvSpPr>
                <p:nvPr/>
              </p:nvSpPr>
              <p:spPr>
                <a:xfrm>
                  <a:off x="6293630" y="3375504"/>
                  <a:ext cx="677886" cy="1169551"/>
                </a:xfrm>
                <a:prstGeom prst="rect">
                  <a:avLst/>
                </a:prstGeom>
                <a:blipFill>
                  <a:blip r:embed="rId7"/>
                  <a:stretch>
                    <a:fillRect l="-4464"/>
                  </a:stretch>
                </a:blipFill>
              </p:spPr>
              <p:txBody>
                <a:bodyPr/>
                <a:lstStyle/>
                <a:p>
                  <a:r>
                    <a:rPr lang="zh-CN" altLang="en-US">
                      <a:noFill/>
                    </a:rPr>
                    <a:t> </a:t>
                  </a:r>
                </a:p>
              </p:txBody>
            </p:sp>
          </mc:Fallback>
        </mc:AlternateContent>
        <p:sp>
          <p:nvSpPr>
            <p:cNvPr id="193" name="Line 27">
              <a:extLst>
                <a:ext uri="{FF2B5EF4-FFF2-40B4-BE49-F238E27FC236}">
                  <a16:creationId xmlns:a16="http://schemas.microsoft.com/office/drawing/2014/main" id="{516E444B-8AC2-1102-CCD2-36D1CC14F843}"/>
                </a:ext>
              </a:extLst>
            </p:cNvPr>
            <p:cNvSpPr>
              <a:spLocks noChangeShapeType="1"/>
            </p:cNvSpPr>
            <p:nvPr/>
          </p:nvSpPr>
          <p:spPr bwMode="auto">
            <a:xfrm>
              <a:off x="5988480" y="3580406"/>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 name="Line 27">
              <a:extLst>
                <a:ext uri="{FF2B5EF4-FFF2-40B4-BE49-F238E27FC236}">
                  <a16:creationId xmlns:a16="http://schemas.microsoft.com/office/drawing/2014/main" id="{44D9F398-99C3-9E6E-61EE-0951B61E0462}"/>
                </a:ext>
              </a:extLst>
            </p:cNvPr>
            <p:cNvSpPr>
              <a:spLocks noChangeShapeType="1"/>
            </p:cNvSpPr>
            <p:nvPr/>
          </p:nvSpPr>
          <p:spPr bwMode="auto">
            <a:xfrm>
              <a:off x="5988480" y="3956102"/>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 name="Line 27">
              <a:extLst>
                <a:ext uri="{FF2B5EF4-FFF2-40B4-BE49-F238E27FC236}">
                  <a16:creationId xmlns:a16="http://schemas.microsoft.com/office/drawing/2014/main" id="{5FE48666-8ADF-B9D4-AB05-9CD3D3770516}"/>
                </a:ext>
              </a:extLst>
            </p:cNvPr>
            <p:cNvSpPr>
              <a:spLocks noChangeShapeType="1"/>
            </p:cNvSpPr>
            <p:nvPr/>
          </p:nvSpPr>
          <p:spPr bwMode="auto">
            <a:xfrm>
              <a:off x="5988480" y="4342406"/>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 name="Line 27">
              <a:extLst>
                <a:ext uri="{FF2B5EF4-FFF2-40B4-BE49-F238E27FC236}">
                  <a16:creationId xmlns:a16="http://schemas.microsoft.com/office/drawing/2014/main" id="{63106B2E-7C06-3CEF-2178-666F2B79CAE8}"/>
                </a:ext>
              </a:extLst>
            </p:cNvPr>
            <p:cNvSpPr>
              <a:spLocks noChangeShapeType="1"/>
            </p:cNvSpPr>
            <p:nvPr/>
          </p:nvSpPr>
          <p:spPr bwMode="auto">
            <a:xfrm rot="5400000">
              <a:off x="6412429" y="2784018"/>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7" name="Line 27">
              <a:extLst>
                <a:ext uri="{FF2B5EF4-FFF2-40B4-BE49-F238E27FC236}">
                  <a16:creationId xmlns:a16="http://schemas.microsoft.com/office/drawing/2014/main" id="{126733CE-E34E-A4C6-1BB7-7940FACC7090}"/>
                </a:ext>
              </a:extLst>
            </p:cNvPr>
            <p:cNvSpPr>
              <a:spLocks noChangeShapeType="1"/>
            </p:cNvSpPr>
            <p:nvPr/>
          </p:nvSpPr>
          <p:spPr bwMode="auto">
            <a:xfrm rot="5400000">
              <a:off x="6753251" y="2784018"/>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 name="Line 27">
              <a:extLst>
                <a:ext uri="{FF2B5EF4-FFF2-40B4-BE49-F238E27FC236}">
                  <a16:creationId xmlns:a16="http://schemas.microsoft.com/office/drawing/2014/main" id="{AC2642E5-90EC-778F-F38B-D382B84967D5}"/>
                </a:ext>
              </a:extLst>
            </p:cNvPr>
            <p:cNvSpPr>
              <a:spLocks noChangeShapeType="1"/>
            </p:cNvSpPr>
            <p:nvPr/>
          </p:nvSpPr>
          <p:spPr bwMode="auto">
            <a:xfrm rot="5400000">
              <a:off x="7245313" y="2784018"/>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9" name="Line 27">
              <a:extLst>
                <a:ext uri="{FF2B5EF4-FFF2-40B4-BE49-F238E27FC236}">
                  <a16:creationId xmlns:a16="http://schemas.microsoft.com/office/drawing/2014/main" id="{B26D2CDE-EE16-777C-0B3C-80986BB0D61C}"/>
                </a:ext>
              </a:extLst>
            </p:cNvPr>
            <p:cNvSpPr>
              <a:spLocks noChangeShapeType="1"/>
            </p:cNvSpPr>
            <p:nvPr/>
          </p:nvSpPr>
          <p:spPr bwMode="auto">
            <a:xfrm rot="5400000">
              <a:off x="7586135" y="2784018"/>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0" name="Line 27">
              <a:extLst>
                <a:ext uri="{FF2B5EF4-FFF2-40B4-BE49-F238E27FC236}">
                  <a16:creationId xmlns:a16="http://schemas.microsoft.com/office/drawing/2014/main" id="{A673E4A3-9B06-EBFF-6B5D-71A664101941}"/>
                </a:ext>
              </a:extLst>
            </p:cNvPr>
            <p:cNvSpPr>
              <a:spLocks noChangeShapeType="1"/>
            </p:cNvSpPr>
            <p:nvPr/>
          </p:nvSpPr>
          <p:spPr bwMode="auto">
            <a:xfrm rot="5400000">
              <a:off x="8085899" y="2784018"/>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1" name="Line 27">
              <a:extLst>
                <a:ext uri="{FF2B5EF4-FFF2-40B4-BE49-F238E27FC236}">
                  <a16:creationId xmlns:a16="http://schemas.microsoft.com/office/drawing/2014/main" id="{D8ABD8B1-309C-CF2F-E8C9-8C12D32CE737}"/>
                </a:ext>
              </a:extLst>
            </p:cNvPr>
            <p:cNvSpPr>
              <a:spLocks noChangeShapeType="1"/>
            </p:cNvSpPr>
            <p:nvPr/>
          </p:nvSpPr>
          <p:spPr bwMode="auto">
            <a:xfrm rot="5400000">
              <a:off x="8426721" y="2784018"/>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2" name="Line 27">
              <a:extLst>
                <a:ext uri="{FF2B5EF4-FFF2-40B4-BE49-F238E27FC236}">
                  <a16:creationId xmlns:a16="http://schemas.microsoft.com/office/drawing/2014/main" id="{2E146B1B-D724-91FB-9984-7E343DFD6E3D}"/>
                </a:ext>
              </a:extLst>
            </p:cNvPr>
            <p:cNvSpPr>
              <a:spLocks noChangeShapeType="1"/>
            </p:cNvSpPr>
            <p:nvPr/>
          </p:nvSpPr>
          <p:spPr bwMode="auto">
            <a:xfrm rot="5400000">
              <a:off x="8909445" y="2784018"/>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3" name="Line 27">
              <a:extLst>
                <a:ext uri="{FF2B5EF4-FFF2-40B4-BE49-F238E27FC236}">
                  <a16:creationId xmlns:a16="http://schemas.microsoft.com/office/drawing/2014/main" id="{6B689676-A98E-0E21-44ED-BBB4335EE343}"/>
                </a:ext>
              </a:extLst>
            </p:cNvPr>
            <p:cNvSpPr>
              <a:spLocks noChangeShapeType="1"/>
            </p:cNvSpPr>
            <p:nvPr/>
          </p:nvSpPr>
          <p:spPr bwMode="auto">
            <a:xfrm rot="5400000">
              <a:off x="9250267" y="2784018"/>
              <a:ext cx="299608"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 name="Line 27">
              <a:extLst>
                <a:ext uri="{FF2B5EF4-FFF2-40B4-BE49-F238E27FC236}">
                  <a16:creationId xmlns:a16="http://schemas.microsoft.com/office/drawing/2014/main" id="{310B1166-915E-AAE9-15D5-170E92010BFE}"/>
                </a:ext>
              </a:extLst>
            </p:cNvPr>
            <p:cNvSpPr>
              <a:spLocks noChangeShapeType="1"/>
            </p:cNvSpPr>
            <p:nvPr/>
          </p:nvSpPr>
          <p:spPr bwMode="auto">
            <a:xfrm rot="5400000">
              <a:off x="7886285" y="5149155"/>
              <a:ext cx="2996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5" name="Line 27">
              <a:extLst>
                <a:ext uri="{FF2B5EF4-FFF2-40B4-BE49-F238E27FC236}">
                  <a16:creationId xmlns:a16="http://schemas.microsoft.com/office/drawing/2014/main" id="{F68502A4-18E9-2BD3-A1C6-907929AD1C77}"/>
                </a:ext>
              </a:extLst>
            </p:cNvPr>
            <p:cNvSpPr>
              <a:spLocks noChangeShapeType="1"/>
            </p:cNvSpPr>
            <p:nvPr/>
          </p:nvSpPr>
          <p:spPr bwMode="auto">
            <a:xfrm rot="5400000">
              <a:off x="7067529" y="5149155"/>
              <a:ext cx="2996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06" name="Line 27">
              <a:extLst>
                <a:ext uri="{FF2B5EF4-FFF2-40B4-BE49-F238E27FC236}">
                  <a16:creationId xmlns:a16="http://schemas.microsoft.com/office/drawing/2014/main" id="{F9B821B5-AD0D-CD6D-64F2-C4FD37B3386B}"/>
                </a:ext>
              </a:extLst>
            </p:cNvPr>
            <p:cNvSpPr>
              <a:spLocks noChangeShapeType="1"/>
            </p:cNvSpPr>
            <p:nvPr/>
          </p:nvSpPr>
          <p:spPr bwMode="auto">
            <a:xfrm rot="5400000">
              <a:off x="8705041" y="5124319"/>
              <a:ext cx="2996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07" name="文本框 206">
                  <a:extLst>
                    <a:ext uri="{FF2B5EF4-FFF2-40B4-BE49-F238E27FC236}">
                      <a16:creationId xmlns:a16="http://schemas.microsoft.com/office/drawing/2014/main" id="{96BFAC7D-3940-BEFB-55C6-5E763E6E1892}"/>
                    </a:ext>
                  </a:extLst>
                </p:cNvPr>
                <p:cNvSpPr txBox="1"/>
                <p:nvPr/>
              </p:nvSpPr>
              <p:spPr>
                <a:xfrm>
                  <a:off x="1364075" y="2275797"/>
                  <a:ext cx="3497530" cy="400110"/>
                </a:xfrm>
                <a:prstGeom prst="rect">
                  <a:avLst/>
                </a:prstGeom>
                <a:noFill/>
              </p:spPr>
              <p:txBody>
                <a:bodyPr wrap="square">
                  <a:spAutoFit/>
                </a:bodyPr>
                <a:lstStyle/>
                <a:p>
                  <a:pPr algn="ct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A</m:t>
                          </m:r>
                        </m:e>
                        <m:sub>
                          <m:r>
                            <a:rPr lang="en-US" altLang="zh-CN" sz="2000" b="0" i="0" smtClean="0">
                              <a:solidFill>
                                <a:schemeClr val="accent5">
                                  <a:lumMod val="75000"/>
                                </a:schemeClr>
                              </a:solidFill>
                              <a:latin typeface="Cambria Math" panose="02040503050406030204" pitchFamily="18" charset="0"/>
                            </a:rPr>
                            <m:t>0</m:t>
                          </m:r>
                        </m:sub>
                      </m:sSub>
                    </m:oMath>
                  </a14:m>
                  <a:r>
                    <a:rPr lang="zh-CN" altLang="en-US"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B</m:t>
                          </m:r>
                        </m:e>
                        <m:sub>
                          <m:r>
                            <a:rPr lang="en-US" altLang="zh-CN" sz="2000" b="0" i="0" smtClean="0">
                              <a:solidFill>
                                <a:schemeClr val="accent5">
                                  <a:lumMod val="75000"/>
                                </a:schemeClr>
                              </a:solidFill>
                              <a:latin typeface="Cambria Math" panose="02040503050406030204" pitchFamily="18" charset="0"/>
                            </a:rPr>
                            <m:t>0</m:t>
                          </m:r>
                        </m:sub>
                      </m:sSub>
                    </m:oMath>
                  </a14:m>
                  <a:r>
                    <a:rPr lang="zh-CN" altLang="en-US"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A</m:t>
                          </m:r>
                        </m:e>
                        <m:sub>
                          <m:r>
                            <a:rPr lang="en-US" altLang="zh-CN" sz="2000" b="0" i="0" smtClean="0">
                              <a:solidFill>
                                <a:schemeClr val="accent5">
                                  <a:lumMod val="75000"/>
                                </a:schemeClr>
                              </a:solidFill>
                              <a:latin typeface="Cambria Math" panose="02040503050406030204" pitchFamily="18" charset="0"/>
                            </a:rPr>
                            <m:t>1</m:t>
                          </m:r>
                        </m:sub>
                      </m:sSub>
                    </m:oMath>
                  </a14:m>
                  <a:r>
                    <a:rPr lang="zh-CN" altLang="en-US"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B</m:t>
                          </m:r>
                        </m:e>
                        <m:sub>
                          <m:r>
                            <a:rPr lang="en-US" altLang="zh-CN" sz="2000" b="0" i="0" smtClean="0">
                              <a:solidFill>
                                <a:schemeClr val="accent5">
                                  <a:lumMod val="75000"/>
                                </a:schemeClr>
                              </a:solidFill>
                              <a:latin typeface="Cambria Math" panose="02040503050406030204" pitchFamily="18" charset="0"/>
                            </a:rPr>
                            <m:t>1</m:t>
                          </m:r>
                        </m:sub>
                      </m:sSub>
                    </m:oMath>
                  </a14:m>
                  <a:r>
                    <a:rPr lang="en-US" altLang="zh-CN"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A</m:t>
                          </m:r>
                        </m:e>
                        <m:sub>
                          <m:r>
                            <a:rPr lang="en-US" altLang="zh-CN" sz="2000" b="0" i="0" smtClean="0">
                              <a:solidFill>
                                <a:schemeClr val="accent5">
                                  <a:lumMod val="75000"/>
                                </a:schemeClr>
                              </a:solidFill>
                              <a:latin typeface="Cambria Math" panose="02040503050406030204" pitchFamily="18" charset="0"/>
                            </a:rPr>
                            <m:t>2</m:t>
                          </m:r>
                        </m:sub>
                      </m:sSub>
                    </m:oMath>
                  </a14:m>
                  <a:r>
                    <a:rPr lang="zh-CN" altLang="en-US"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B</m:t>
                          </m:r>
                        </m:e>
                        <m:sub>
                          <m:r>
                            <a:rPr lang="en-US" altLang="zh-CN" sz="2000" b="0" i="0" smtClean="0">
                              <a:solidFill>
                                <a:schemeClr val="accent5">
                                  <a:lumMod val="75000"/>
                                </a:schemeClr>
                              </a:solidFill>
                              <a:latin typeface="Cambria Math" panose="02040503050406030204" pitchFamily="18" charset="0"/>
                            </a:rPr>
                            <m:t>2</m:t>
                          </m:r>
                        </m:sub>
                      </m:sSub>
                    </m:oMath>
                  </a14:m>
                  <a:r>
                    <a:rPr lang="en-US" altLang="zh-CN"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A</m:t>
                          </m:r>
                        </m:e>
                        <m:sub>
                          <m:r>
                            <a:rPr lang="en-US" altLang="zh-CN" sz="2000" b="0" i="0" smtClean="0">
                              <a:solidFill>
                                <a:schemeClr val="accent5">
                                  <a:lumMod val="75000"/>
                                </a:schemeClr>
                              </a:solidFill>
                              <a:latin typeface="Cambria Math" panose="02040503050406030204" pitchFamily="18" charset="0"/>
                            </a:rPr>
                            <m:t>3</m:t>
                          </m:r>
                        </m:sub>
                      </m:sSub>
                    </m:oMath>
                  </a14:m>
                  <a:r>
                    <a:rPr lang="zh-CN" altLang="en-US"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B</m:t>
                          </m:r>
                        </m:e>
                        <m:sub>
                          <m:r>
                            <a:rPr lang="en-US" altLang="zh-CN" sz="2000" b="0" i="0" smtClean="0">
                              <a:solidFill>
                                <a:schemeClr val="accent5">
                                  <a:lumMod val="75000"/>
                                </a:schemeClr>
                              </a:solidFill>
                              <a:latin typeface="Cambria Math" panose="02040503050406030204" pitchFamily="18" charset="0"/>
                            </a:rPr>
                            <m:t>3</m:t>
                          </m:r>
                        </m:sub>
                      </m:sSub>
                    </m:oMath>
                  </a14:m>
                  <a:endParaRPr lang="zh-CN" altLang="en-US" sz="2000" dirty="0">
                    <a:solidFill>
                      <a:schemeClr val="accent5">
                        <a:lumMod val="75000"/>
                      </a:schemeClr>
                    </a:solidFill>
                  </a:endParaRPr>
                </a:p>
              </p:txBody>
            </p:sp>
          </mc:Choice>
          <mc:Fallback xmlns="">
            <p:sp>
              <p:nvSpPr>
                <p:cNvPr id="43" name="文本框 42">
                  <a:extLst>
                    <a:ext uri="{FF2B5EF4-FFF2-40B4-BE49-F238E27FC236}">
                      <a16:creationId xmlns:a16="http://schemas.microsoft.com/office/drawing/2014/main" id="{5C57E805-3235-69C2-41A2-B5D608F18FA4}"/>
                    </a:ext>
                  </a:extLst>
                </p:cNvPr>
                <p:cNvSpPr txBox="1">
                  <a:spLocks noRot="1" noChangeAspect="1" noMove="1" noResize="1" noEditPoints="1" noAdjustHandles="1" noChangeArrowheads="1" noChangeShapeType="1" noTextEdit="1"/>
                </p:cNvSpPr>
                <p:nvPr/>
              </p:nvSpPr>
              <p:spPr>
                <a:xfrm>
                  <a:off x="1364075" y="2275797"/>
                  <a:ext cx="3497530" cy="40011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8" name="文本框 207">
                  <a:extLst>
                    <a:ext uri="{FF2B5EF4-FFF2-40B4-BE49-F238E27FC236}">
                      <a16:creationId xmlns:a16="http://schemas.microsoft.com/office/drawing/2014/main" id="{6B07C573-DCAF-73B0-64DA-D2E1DC63D8A1}"/>
                    </a:ext>
                  </a:extLst>
                </p:cNvPr>
                <p:cNvSpPr txBox="1"/>
                <p:nvPr/>
              </p:nvSpPr>
              <p:spPr>
                <a:xfrm>
                  <a:off x="6293631" y="2249268"/>
                  <a:ext cx="3497530" cy="400110"/>
                </a:xfrm>
                <a:prstGeom prst="rect">
                  <a:avLst/>
                </a:prstGeom>
                <a:noFill/>
              </p:spPr>
              <p:txBody>
                <a:bodyPr wrap="square">
                  <a:spAutoFit/>
                </a:bodyPr>
                <a:lstStyle/>
                <a:p>
                  <a:pPr algn="ctr"/>
                  <a14:m>
                    <m:oMath xmlns:m="http://schemas.openxmlformats.org/officeDocument/2006/math">
                      <m:sSub>
                        <m:sSubPr>
                          <m:ctrlPr>
                            <a:rPr lang="en-US" altLang="zh-CN" sz="2000" i="1" smtClean="0">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A</m:t>
                          </m:r>
                        </m:e>
                        <m:sub>
                          <m:r>
                            <a:rPr lang="en-US" altLang="zh-CN" sz="2000" b="0" i="0" smtClean="0">
                              <a:solidFill>
                                <a:schemeClr val="accent5">
                                  <a:lumMod val="75000"/>
                                </a:schemeClr>
                              </a:solidFill>
                              <a:latin typeface="Cambria Math" panose="02040503050406030204" pitchFamily="18" charset="0"/>
                            </a:rPr>
                            <m:t>4</m:t>
                          </m:r>
                        </m:sub>
                      </m:sSub>
                    </m:oMath>
                  </a14:m>
                  <a:r>
                    <a:rPr lang="zh-CN" altLang="en-US"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B</m:t>
                          </m:r>
                        </m:e>
                        <m:sub>
                          <m:r>
                            <a:rPr lang="en-US" altLang="zh-CN" sz="2000" b="0" i="0" smtClean="0">
                              <a:solidFill>
                                <a:schemeClr val="accent5">
                                  <a:lumMod val="75000"/>
                                </a:schemeClr>
                              </a:solidFill>
                              <a:latin typeface="Cambria Math" panose="02040503050406030204" pitchFamily="18" charset="0"/>
                            </a:rPr>
                            <m:t>4</m:t>
                          </m:r>
                        </m:sub>
                      </m:sSub>
                    </m:oMath>
                  </a14:m>
                  <a:r>
                    <a:rPr lang="zh-CN" altLang="en-US"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A</m:t>
                          </m:r>
                        </m:e>
                        <m:sub>
                          <m:r>
                            <a:rPr lang="en-US" altLang="zh-CN" sz="2000" b="0" i="0" smtClean="0">
                              <a:solidFill>
                                <a:schemeClr val="accent5">
                                  <a:lumMod val="75000"/>
                                </a:schemeClr>
                              </a:solidFill>
                              <a:latin typeface="Cambria Math" panose="02040503050406030204" pitchFamily="18" charset="0"/>
                            </a:rPr>
                            <m:t>5</m:t>
                          </m:r>
                        </m:sub>
                      </m:sSub>
                    </m:oMath>
                  </a14:m>
                  <a:r>
                    <a:rPr lang="zh-CN" altLang="en-US"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B</m:t>
                          </m:r>
                        </m:e>
                        <m:sub>
                          <m:r>
                            <a:rPr lang="en-US" altLang="zh-CN" sz="2000" b="0" i="0" smtClean="0">
                              <a:solidFill>
                                <a:schemeClr val="accent5">
                                  <a:lumMod val="75000"/>
                                </a:schemeClr>
                              </a:solidFill>
                              <a:latin typeface="Cambria Math" panose="02040503050406030204" pitchFamily="18" charset="0"/>
                            </a:rPr>
                            <m:t>5</m:t>
                          </m:r>
                        </m:sub>
                      </m:sSub>
                    </m:oMath>
                  </a14:m>
                  <a:r>
                    <a:rPr lang="en-US" altLang="zh-CN"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A</m:t>
                          </m:r>
                        </m:e>
                        <m:sub>
                          <m:r>
                            <a:rPr lang="en-US" altLang="zh-CN" sz="2000" b="0" i="0" smtClean="0">
                              <a:solidFill>
                                <a:schemeClr val="accent5">
                                  <a:lumMod val="75000"/>
                                </a:schemeClr>
                              </a:solidFill>
                              <a:latin typeface="Cambria Math" panose="02040503050406030204" pitchFamily="18" charset="0"/>
                            </a:rPr>
                            <m:t>6</m:t>
                          </m:r>
                        </m:sub>
                      </m:sSub>
                    </m:oMath>
                  </a14:m>
                  <a:r>
                    <a:rPr lang="zh-CN" altLang="en-US"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B</m:t>
                          </m:r>
                        </m:e>
                        <m:sub>
                          <m:r>
                            <a:rPr lang="en-US" altLang="zh-CN" sz="2000" b="0" i="0" smtClean="0">
                              <a:solidFill>
                                <a:schemeClr val="accent5">
                                  <a:lumMod val="75000"/>
                                </a:schemeClr>
                              </a:solidFill>
                              <a:latin typeface="Cambria Math" panose="02040503050406030204" pitchFamily="18" charset="0"/>
                            </a:rPr>
                            <m:t>6</m:t>
                          </m:r>
                        </m:sub>
                      </m:sSub>
                    </m:oMath>
                  </a14:m>
                  <a:r>
                    <a:rPr lang="en-US" altLang="zh-CN"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A</m:t>
                          </m:r>
                        </m:e>
                        <m:sub>
                          <m:r>
                            <a:rPr lang="en-US" altLang="zh-CN" sz="2000" b="0" i="0" smtClean="0">
                              <a:solidFill>
                                <a:schemeClr val="accent5">
                                  <a:lumMod val="75000"/>
                                </a:schemeClr>
                              </a:solidFill>
                              <a:latin typeface="Cambria Math" panose="02040503050406030204" pitchFamily="18" charset="0"/>
                            </a:rPr>
                            <m:t>7</m:t>
                          </m:r>
                        </m:sub>
                      </m:sSub>
                    </m:oMath>
                  </a14:m>
                  <a:r>
                    <a:rPr lang="zh-CN" altLang="en-US" sz="2000" dirty="0">
                      <a:solidFill>
                        <a:schemeClr val="accent5">
                          <a:lumMod val="75000"/>
                        </a:schemeClr>
                      </a:solidFill>
                    </a:rPr>
                    <a:t> </a:t>
                  </a:r>
                  <a14:m>
                    <m:oMath xmlns:m="http://schemas.openxmlformats.org/officeDocument/2006/math">
                      <m:sSub>
                        <m:sSubPr>
                          <m:ctrlPr>
                            <a:rPr lang="en-US" altLang="zh-CN" sz="2000" i="1">
                              <a:solidFill>
                                <a:schemeClr val="accent5">
                                  <a:lumMod val="75000"/>
                                </a:schemeClr>
                              </a:solidFill>
                              <a:latin typeface="Cambria Math" panose="02040503050406030204" pitchFamily="18" charset="0"/>
                            </a:rPr>
                          </m:ctrlPr>
                        </m:sSubPr>
                        <m:e>
                          <m:r>
                            <m:rPr>
                              <m:sty m:val="p"/>
                            </m:rPr>
                            <a:rPr lang="en-US" altLang="zh-CN" sz="2000">
                              <a:solidFill>
                                <a:schemeClr val="accent5">
                                  <a:lumMod val="75000"/>
                                </a:schemeClr>
                              </a:solidFill>
                              <a:latin typeface="Cambria Math" panose="02040503050406030204" pitchFamily="18" charset="0"/>
                            </a:rPr>
                            <m:t>B</m:t>
                          </m:r>
                        </m:e>
                        <m:sub>
                          <m:r>
                            <a:rPr lang="en-US" altLang="zh-CN" sz="2000" b="0" i="0" smtClean="0">
                              <a:solidFill>
                                <a:schemeClr val="accent5">
                                  <a:lumMod val="75000"/>
                                </a:schemeClr>
                              </a:solidFill>
                              <a:latin typeface="Cambria Math" panose="02040503050406030204" pitchFamily="18" charset="0"/>
                            </a:rPr>
                            <m:t>7</m:t>
                          </m:r>
                        </m:sub>
                      </m:sSub>
                    </m:oMath>
                  </a14:m>
                  <a:endParaRPr lang="zh-CN" altLang="en-US" sz="2000" dirty="0">
                    <a:solidFill>
                      <a:schemeClr val="accent5">
                        <a:lumMod val="75000"/>
                      </a:schemeClr>
                    </a:solidFill>
                  </a:endParaRPr>
                </a:p>
              </p:txBody>
            </p:sp>
          </mc:Choice>
          <mc:Fallback xmlns="">
            <p:sp>
              <p:nvSpPr>
                <p:cNvPr id="44" name="文本框 43">
                  <a:extLst>
                    <a:ext uri="{FF2B5EF4-FFF2-40B4-BE49-F238E27FC236}">
                      <a16:creationId xmlns:a16="http://schemas.microsoft.com/office/drawing/2014/main" id="{B3D0F6FF-2A40-F5A4-C9F5-38BBE75B8696}"/>
                    </a:ext>
                  </a:extLst>
                </p:cNvPr>
                <p:cNvSpPr txBox="1">
                  <a:spLocks noRot="1" noChangeAspect="1" noMove="1" noResize="1" noEditPoints="1" noAdjustHandles="1" noChangeArrowheads="1" noChangeShapeType="1" noTextEdit="1"/>
                </p:cNvSpPr>
                <p:nvPr/>
              </p:nvSpPr>
              <p:spPr>
                <a:xfrm>
                  <a:off x="6293631" y="2249268"/>
                  <a:ext cx="3497530" cy="400110"/>
                </a:xfrm>
                <a:prstGeom prst="rect">
                  <a:avLst/>
                </a:prstGeom>
                <a:blipFill>
                  <a:blip r:embed="rId9"/>
                  <a:stretch>
                    <a:fillRect/>
                  </a:stretch>
                </a:blipFill>
              </p:spPr>
              <p:txBody>
                <a:bodyPr/>
                <a:lstStyle/>
                <a:p>
                  <a:r>
                    <a:rPr lang="zh-CN" altLang="en-US">
                      <a:noFill/>
                    </a:rPr>
                    <a:t> </a:t>
                  </a:r>
                </a:p>
              </p:txBody>
            </p:sp>
          </mc:Fallback>
        </mc:AlternateContent>
        <p:sp>
          <p:nvSpPr>
            <p:cNvPr id="209" name="文本框 208">
              <a:extLst>
                <a:ext uri="{FF2B5EF4-FFF2-40B4-BE49-F238E27FC236}">
                  <a16:creationId xmlns:a16="http://schemas.microsoft.com/office/drawing/2014/main" id="{E8A591DD-F048-05E4-A146-9A5011981124}"/>
                </a:ext>
              </a:extLst>
            </p:cNvPr>
            <p:cNvSpPr txBox="1"/>
            <p:nvPr/>
          </p:nvSpPr>
          <p:spPr>
            <a:xfrm flipH="1">
              <a:off x="637628" y="3404104"/>
              <a:ext cx="459604" cy="369332"/>
            </a:xfrm>
            <a:prstGeom prst="rect">
              <a:avLst/>
            </a:prstGeom>
            <a:noFill/>
          </p:spPr>
          <p:txBody>
            <a:bodyPr wrap="square">
              <a:spAutoFit/>
            </a:bodyPr>
            <a:lstStyle/>
            <a:p>
              <a:pPr algn="ctr"/>
              <a:r>
                <a:rPr lang="en-US" altLang="zh-CN" dirty="0">
                  <a:solidFill>
                    <a:schemeClr val="accent5">
                      <a:lumMod val="75000"/>
                    </a:schemeClr>
                  </a:solidFill>
                  <a:latin typeface="微软雅黑" panose="020B0503020204020204" pitchFamily="34" charset="-122"/>
                  <a:ea typeface="微软雅黑" panose="020B0503020204020204" pitchFamily="34" charset="-122"/>
                </a:rPr>
                <a:t>0</a:t>
              </a:r>
              <a:endParaRPr lang="zh-CN" altLang="en-US"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10" name="文本框 209">
              <a:extLst>
                <a:ext uri="{FF2B5EF4-FFF2-40B4-BE49-F238E27FC236}">
                  <a16:creationId xmlns:a16="http://schemas.microsoft.com/office/drawing/2014/main" id="{018999C5-A374-6F53-3A43-EC20003328CD}"/>
                </a:ext>
              </a:extLst>
            </p:cNvPr>
            <p:cNvSpPr txBox="1"/>
            <p:nvPr/>
          </p:nvSpPr>
          <p:spPr>
            <a:xfrm flipH="1">
              <a:off x="637628" y="4170248"/>
              <a:ext cx="459604" cy="369332"/>
            </a:xfrm>
            <a:prstGeom prst="rect">
              <a:avLst/>
            </a:prstGeom>
            <a:noFill/>
          </p:spPr>
          <p:txBody>
            <a:bodyPr wrap="square">
              <a:spAutoFit/>
            </a:bodyPr>
            <a:lstStyle/>
            <a:p>
              <a:pPr algn="ctr"/>
              <a:r>
                <a:rPr lang="en-US" altLang="zh-CN" dirty="0">
                  <a:solidFill>
                    <a:schemeClr val="accent5">
                      <a:lumMod val="75000"/>
                    </a:schemeClr>
                  </a:solidFill>
                  <a:latin typeface="微软雅黑" panose="020B0503020204020204" pitchFamily="34" charset="-122"/>
                  <a:ea typeface="微软雅黑" panose="020B0503020204020204" pitchFamily="34" charset="-122"/>
                </a:rPr>
                <a:t>0</a:t>
              </a:r>
              <a:endParaRPr lang="zh-CN" altLang="en-US"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11" name="文本框 210">
              <a:extLst>
                <a:ext uri="{FF2B5EF4-FFF2-40B4-BE49-F238E27FC236}">
                  <a16:creationId xmlns:a16="http://schemas.microsoft.com/office/drawing/2014/main" id="{A228536B-F958-C834-AE1E-807BAA19DFD2}"/>
                </a:ext>
              </a:extLst>
            </p:cNvPr>
            <p:cNvSpPr txBox="1"/>
            <p:nvPr/>
          </p:nvSpPr>
          <p:spPr>
            <a:xfrm flipH="1">
              <a:off x="637628" y="3787176"/>
              <a:ext cx="459604" cy="369332"/>
            </a:xfrm>
            <a:prstGeom prst="rect">
              <a:avLst/>
            </a:prstGeom>
            <a:noFill/>
          </p:spPr>
          <p:txBody>
            <a:bodyPr wrap="square">
              <a:spAutoFit/>
            </a:bodyPr>
            <a:lstStyle/>
            <a:p>
              <a:pPr algn="ctr"/>
              <a:r>
                <a:rPr lang="en-US" altLang="zh-CN" dirty="0">
                  <a:solidFill>
                    <a:schemeClr val="accent5">
                      <a:lumMod val="75000"/>
                    </a:schemeClr>
                  </a:solidFill>
                  <a:latin typeface="微软雅黑" panose="020B0503020204020204" pitchFamily="34" charset="-122"/>
                  <a:ea typeface="微软雅黑" panose="020B0503020204020204" pitchFamily="34" charset="-122"/>
                </a:rPr>
                <a:t>1</a:t>
              </a:r>
              <a:endParaRPr lang="zh-CN" altLang="en-US"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212" name="连接符: 肘形 211">
              <a:extLst>
                <a:ext uri="{FF2B5EF4-FFF2-40B4-BE49-F238E27FC236}">
                  <a16:creationId xmlns:a16="http://schemas.microsoft.com/office/drawing/2014/main" id="{08D77880-5EB7-B0C6-93D3-0A44A28FD09C}"/>
                </a:ext>
              </a:extLst>
            </p:cNvPr>
            <p:cNvCxnSpPr>
              <a:cxnSpLocks/>
            </p:cNvCxnSpPr>
            <p:nvPr/>
          </p:nvCxnSpPr>
          <p:spPr>
            <a:xfrm flipV="1">
              <a:off x="3918348" y="3580406"/>
              <a:ext cx="2072514" cy="1704202"/>
            </a:xfrm>
            <a:prstGeom prst="bentConnector3">
              <a:avLst>
                <a:gd name="adj1" fmla="val 57673"/>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连接符: 肘形 212">
              <a:extLst>
                <a:ext uri="{FF2B5EF4-FFF2-40B4-BE49-F238E27FC236}">
                  <a16:creationId xmlns:a16="http://schemas.microsoft.com/office/drawing/2014/main" id="{018E5198-958C-B4F1-800D-B4AC64C7370E}"/>
                </a:ext>
              </a:extLst>
            </p:cNvPr>
            <p:cNvCxnSpPr>
              <a:cxnSpLocks/>
            </p:cNvCxnSpPr>
            <p:nvPr/>
          </p:nvCxnSpPr>
          <p:spPr>
            <a:xfrm flipV="1">
              <a:off x="3100388" y="3956102"/>
              <a:ext cx="2993230" cy="1490355"/>
            </a:xfrm>
            <a:prstGeom prst="bentConnector3">
              <a:avLst>
                <a:gd name="adj1" fmla="val 7371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连接符: 肘形 213">
              <a:extLst>
                <a:ext uri="{FF2B5EF4-FFF2-40B4-BE49-F238E27FC236}">
                  <a16:creationId xmlns:a16="http://schemas.microsoft.com/office/drawing/2014/main" id="{13FD25D8-7C42-8393-7524-E3FD130350DB}"/>
                </a:ext>
              </a:extLst>
            </p:cNvPr>
            <p:cNvCxnSpPr>
              <a:cxnSpLocks/>
            </p:cNvCxnSpPr>
            <p:nvPr/>
          </p:nvCxnSpPr>
          <p:spPr>
            <a:xfrm flipV="1">
              <a:off x="2281633" y="4342405"/>
              <a:ext cx="3795990" cy="1270415"/>
            </a:xfrm>
            <a:prstGeom prst="bentConnector3">
              <a:avLst>
                <a:gd name="adj1" fmla="val 846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5" name="矩形 214">
            <a:extLst>
              <a:ext uri="{FF2B5EF4-FFF2-40B4-BE49-F238E27FC236}">
                <a16:creationId xmlns:a16="http://schemas.microsoft.com/office/drawing/2014/main" id="{BC7745F5-F00B-0E7B-D482-07872C1387FC}"/>
              </a:ext>
            </a:extLst>
          </p:cNvPr>
          <p:cNvSpPr/>
          <p:nvPr/>
        </p:nvSpPr>
        <p:spPr>
          <a:xfrm>
            <a:off x="7200000" y="6120000"/>
            <a:ext cx="288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掌握原理和扩展</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19385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6858D-CF2E-CF95-D187-7A0ECB4650F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9692337-F99E-9586-B1A1-14DC1175DDFD}"/>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数字部分（组合逻辑电路）</a:t>
            </a:r>
          </a:p>
        </p:txBody>
      </p:sp>
      <p:sp>
        <p:nvSpPr>
          <p:cNvPr id="3" name="文本框 2">
            <a:extLst>
              <a:ext uri="{FF2B5EF4-FFF2-40B4-BE49-F238E27FC236}">
                <a16:creationId xmlns:a16="http://schemas.microsoft.com/office/drawing/2014/main" id="{F87A552D-5733-58D3-E91C-E05B0BA92CAD}"/>
              </a:ext>
            </a:extLst>
          </p:cNvPr>
          <p:cNvSpPr txBox="1"/>
          <p:nvPr/>
        </p:nvSpPr>
        <p:spPr>
          <a:xfrm>
            <a:off x="359998" y="827998"/>
            <a:ext cx="10327051" cy="213225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加法器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半加器：输入不带进位；全加器：输入带进位</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串行进位：直接全加器串联</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超前进位</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id="{853542FE-FB59-C69F-9BA8-329BCBD57AFE}"/>
              </a:ext>
            </a:extLst>
          </p:cNvPr>
          <p:cNvGrpSpPr/>
          <p:nvPr/>
        </p:nvGrpSpPr>
        <p:grpSpPr>
          <a:xfrm>
            <a:off x="11449269" y="6198682"/>
            <a:ext cx="786273" cy="548639"/>
            <a:chOff x="11454918" y="5839511"/>
            <a:chExt cx="786273" cy="548639"/>
          </a:xfrm>
        </p:grpSpPr>
        <p:grpSp>
          <p:nvGrpSpPr>
            <p:cNvPr id="21" name="组合 20">
              <a:extLst>
                <a:ext uri="{FF2B5EF4-FFF2-40B4-BE49-F238E27FC236}">
                  <a16:creationId xmlns:a16="http://schemas.microsoft.com/office/drawing/2014/main" id="{5B963D98-A29D-74A3-567B-412A66D3ADCE}"/>
                </a:ext>
              </a:extLst>
            </p:cNvPr>
            <p:cNvGrpSpPr/>
            <p:nvPr/>
          </p:nvGrpSpPr>
          <p:grpSpPr>
            <a:xfrm>
              <a:off x="11454918" y="5867450"/>
              <a:ext cx="737081" cy="520700"/>
              <a:chOff x="11454918" y="5867450"/>
              <a:chExt cx="737081" cy="520700"/>
            </a:xfrm>
          </p:grpSpPr>
          <p:sp>
            <p:nvSpPr>
              <p:cNvPr id="23" name="箭头: 五边形 22">
                <a:extLst>
                  <a:ext uri="{FF2B5EF4-FFF2-40B4-BE49-F238E27FC236}">
                    <a16:creationId xmlns:a16="http://schemas.microsoft.com/office/drawing/2014/main" id="{D8B05A62-3102-607F-798F-138F09F5BFB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箭头: V 形 23">
                <a:extLst>
                  <a:ext uri="{FF2B5EF4-FFF2-40B4-BE49-F238E27FC236}">
                    <a16:creationId xmlns:a16="http://schemas.microsoft.com/office/drawing/2014/main" id="{5F256A13-00BD-79D7-F093-B41171FE17F3}"/>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2" name="灯片编号占位符 3">
              <a:extLst>
                <a:ext uri="{FF2B5EF4-FFF2-40B4-BE49-F238E27FC236}">
                  <a16:creationId xmlns:a16="http://schemas.microsoft.com/office/drawing/2014/main" id="{8F854183-28E2-2E51-EFFA-A74EFD23F4E1}"/>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25</a:t>
              </a:fld>
              <a:endParaRPr lang="zh-CN" altLang="en-US" sz="3200" dirty="0">
                <a:solidFill>
                  <a:schemeClr val="bg1"/>
                </a:solidFill>
                <a:latin typeface="Candara"/>
                <a:ea typeface="微软雅黑"/>
              </a:endParaRPr>
            </a:p>
          </p:txBody>
        </p:sp>
      </p:grpSp>
      <p:sp>
        <p:nvSpPr>
          <p:cNvPr id="52" name="矩形 51">
            <a:extLst>
              <a:ext uri="{FF2B5EF4-FFF2-40B4-BE49-F238E27FC236}">
                <a16:creationId xmlns:a16="http://schemas.microsoft.com/office/drawing/2014/main" id="{651BEEDC-9DD6-D008-D14B-A7E18D66497F}"/>
              </a:ext>
            </a:extLst>
          </p:cNvPr>
          <p:cNvSpPr/>
          <p:nvPr/>
        </p:nvSpPr>
        <p:spPr>
          <a:xfrm>
            <a:off x="4320000" y="6119999"/>
            <a:ext cx="576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能看懂原理，会应用（扩展、补码运算）</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grpSp>
        <p:nvGrpSpPr>
          <p:cNvPr id="53" name="组合 52">
            <a:extLst>
              <a:ext uri="{FF2B5EF4-FFF2-40B4-BE49-F238E27FC236}">
                <a16:creationId xmlns:a16="http://schemas.microsoft.com/office/drawing/2014/main" id="{23C8BB31-4669-8073-5C23-B51FFF10947D}"/>
              </a:ext>
            </a:extLst>
          </p:cNvPr>
          <p:cNvGrpSpPr/>
          <p:nvPr/>
        </p:nvGrpSpPr>
        <p:grpSpPr>
          <a:xfrm>
            <a:off x="2016000" y="3204000"/>
            <a:ext cx="8165962" cy="2340000"/>
            <a:chOff x="2016000" y="3204000"/>
            <a:chExt cx="8165962" cy="2340000"/>
          </a:xfrm>
        </p:grpSpPr>
        <p:cxnSp>
          <p:nvCxnSpPr>
            <p:cNvPr id="54" name="直接连接符 53">
              <a:extLst>
                <a:ext uri="{FF2B5EF4-FFF2-40B4-BE49-F238E27FC236}">
                  <a16:creationId xmlns:a16="http://schemas.microsoft.com/office/drawing/2014/main" id="{3B25207C-0D61-4CB2-3790-A7CA120CC128}"/>
                </a:ext>
              </a:extLst>
            </p:cNvPr>
            <p:cNvCxnSpPr>
              <a:cxnSpLocks/>
            </p:cNvCxnSpPr>
            <p:nvPr/>
          </p:nvCxnSpPr>
          <p:spPr>
            <a:xfrm>
              <a:off x="5508000" y="4392000"/>
              <a:ext cx="244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609B5A60-5F9B-8C1B-ED2F-040052FEBFFF}"/>
                    </a:ext>
                  </a:extLst>
                </p:cNvPr>
                <p:cNvSpPr txBox="1"/>
                <p:nvPr/>
              </p:nvSpPr>
              <p:spPr>
                <a:xfrm>
                  <a:off x="7452000" y="3960000"/>
                  <a:ext cx="1548000" cy="468000"/>
                </a:xfrm>
                <a:prstGeom prst="rect">
                  <a:avLst/>
                </a:prstGeom>
                <a:noFill/>
              </p:spPr>
              <p:txBody>
                <a:bodyPr wrap="square">
                  <a:spAutoFit/>
                </a:bodyPr>
                <a:lstStyle/>
                <a:p>
                  <a:pPr>
                    <a:spcAft>
                      <a:spcPts val="600"/>
                    </a:spcAft>
                  </a:pPr>
                  <a14:m>
                    <m:oMath xmlns:m="http://schemas.openxmlformats.org/officeDocument/2006/math">
                      <m:r>
                        <a:rPr lang="en-US" altLang="zh-CN" sz="2400" b="0" i="0" smtClean="0">
                          <a:solidFill>
                            <a:schemeClr val="accent5">
                              <a:lumMod val="75000"/>
                            </a:schemeClr>
                          </a:solidFill>
                          <a:latin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A</m:t>
                      </m:r>
                      <m:r>
                        <a:rPr lang="en-US" altLang="zh-CN" sz="2400" b="0" i="0" smtClean="0">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B</m:t>
                      </m:r>
                      <m:r>
                        <a:rPr lang="en-US" altLang="zh-CN" sz="2400" b="0" i="1" smtClean="0">
                          <a:solidFill>
                            <a:schemeClr val="accent5">
                              <a:lumMod val="75000"/>
                            </a:schemeClr>
                          </a:solidFill>
                          <a:latin typeface="Cambria Math" panose="02040503050406030204" pitchFamily="18" charset="0"/>
                        </a:rPr>
                        <m:t>)</m:t>
                      </m:r>
                      <m:sSub>
                        <m:sSubPr>
                          <m:ctrlPr>
                            <a:rPr lang="en-US" altLang="zh-CN" sz="2400" i="1" smtClean="0">
                              <a:solidFill>
                                <a:schemeClr val="accent5">
                                  <a:lumMod val="75000"/>
                                </a:schemeClr>
                              </a:solidFill>
                              <a:latin typeface="Cambria Math" panose="02040503050406030204" pitchFamily="18" charset="0"/>
                              <a:ea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ea typeface="Cambria Math" panose="02040503050406030204" pitchFamily="18" charset="0"/>
                            </a:rPr>
                            <m:t>C</m:t>
                          </m:r>
                        </m:e>
                        <m:sub>
                          <m:r>
                            <m:rPr>
                              <m:sty m:val="p"/>
                            </m:rPr>
                            <a:rPr lang="en-US" altLang="zh-CN" sz="2400" b="0" i="0" smtClean="0">
                              <a:solidFill>
                                <a:schemeClr val="accent5">
                                  <a:lumMod val="75000"/>
                                </a:schemeClr>
                              </a:solidFill>
                              <a:latin typeface="Cambria Math" panose="02040503050406030204" pitchFamily="18" charset="0"/>
                              <a:ea typeface="Cambria Math" panose="02040503050406030204" pitchFamily="18" charset="0"/>
                            </a:rPr>
                            <m:t>I</m:t>
                          </m:r>
                        </m:sub>
                      </m:sSub>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p:txBody>
            </p:sp>
          </mc:Choice>
          <mc:Fallback xmlns="">
            <p:sp>
              <p:nvSpPr>
                <p:cNvPr id="124" name="文本框 123">
                  <a:extLst>
                    <a:ext uri="{FF2B5EF4-FFF2-40B4-BE49-F238E27FC236}">
                      <a16:creationId xmlns:a16="http://schemas.microsoft.com/office/drawing/2014/main" id="{BED6EB51-2EBD-3BDC-8E0E-99DB0E1DE5F6}"/>
                    </a:ext>
                  </a:extLst>
                </p:cNvPr>
                <p:cNvSpPr txBox="1">
                  <a:spLocks noRot="1" noChangeAspect="1" noMove="1" noResize="1" noEditPoints="1" noAdjustHandles="1" noChangeArrowheads="1" noChangeShapeType="1" noTextEdit="1"/>
                </p:cNvSpPr>
                <p:nvPr/>
              </p:nvSpPr>
              <p:spPr>
                <a:xfrm>
                  <a:off x="7452000" y="3960000"/>
                  <a:ext cx="1548000" cy="468000"/>
                </a:xfrm>
                <a:prstGeom prst="rect">
                  <a:avLst/>
                </a:prstGeom>
                <a:blipFill>
                  <a:blip r:embed="rId4"/>
                  <a:stretch>
                    <a:fillRect l="-3150" b="-18421"/>
                  </a:stretch>
                </a:blipFill>
              </p:spPr>
              <p:txBody>
                <a:bodyPr/>
                <a:lstStyle/>
                <a:p>
                  <a:r>
                    <a:rPr lang="zh-CN" altLang="en-US">
                      <a:noFill/>
                    </a:rPr>
                    <a:t> </a:t>
                  </a:r>
                </a:p>
              </p:txBody>
            </p:sp>
          </mc:Fallback>
        </mc:AlternateContent>
        <p:cxnSp>
          <p:nvCxnSpPr>
            <p:cNvPr id="56" name="直接连接符 55">
              <a:extLst>
                <a:ext uri="{FF2B5EF4-FFF2-40B4-BE49-F238E27FC236}">
                  <a16:creationId xmlns:a16="http://schemas.microsoft.com/office/drawing/2014/main" id="{40F6006A-1FC0-F586-F4E1-CFA2293686EF}"/>
                </a:ext>
              </a:extLst>
            </p:cNvPr>
            <p:cNvCxnSpPr>
              <a:cxnSpLocks/>
            </p:cNvCxnSpPr>
            <p:nvPr/>
          </p:nvCxnSpPr>
          <p:spPr>
            <a:xfrm>
              <a:off x="2556000" y="4392000"/>
              <a:ext cx="25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07FE7BEA-15EC-6513-F84F-020A129CAD5F}"/>
                </a:ext>
              </a:extLst>
            </p:cNvPr>
            <p:cNvCxnSpPr>
              <a:cxnSpLocks/>
            </p:cNvCxnSpPr>
            <p:nvPr/>
          </p:nvCxnSpPr>
          <p:spPr>
            <a:xfrm>
              <a:off x="2556000" y="3744000"/>
              <a:ext cx="70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24A85717-1C9F-B0FF-A064-5AAD05FC24C9}"/>
                </a:ext>
              </a:extLst>
            </p:cNvPr>
            <p:cNvSpPr/>
            <p:nvPr/>
          </p:nvSpPr>
          <p:spPr>
            <a:xfrm>
              <a:off x="2997545" y="3384000"/>
              <a:ext cx="1440000" cy="1368000"/>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9" name="矩形 58">
              <a:extLst>
                <a:ext uri="{FF2B5EF4-FFF2-40B4-BE49-F238E27FC236}">
                  <a16:creationId xmlns:a16="http://schemas.microsoft.com/office/drawing/2014/main" id="{826EC1AF-8CE3-0ACF-9C39-40B089DFC0F0}"/>
                </a:ext>
              </a:extLst>
            </p:cNvPr>
            <p:cNvSpPr/>
            <p:nvPr/>
          </p:nvSpPr>
          <p:spPr>
            <a:xfrm>
              <a:off x="6061147" y="3384000"/>
              <a:ext cx="1440000" cy="1368000"/>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8AFBB182-41F3-1EA2-5AD7-D43D7FE2E7B9}"/>
                    </a:ext>
                  </a:extLst>
                </p:cNvPr>
                <p:cNvSpPr txBox="1"/>
                <p:nvPr/>
              </p:nvSpPr>
              <p:spPr>
                <a:xfrm>
                  <a:off x="4428428" y="3960000"/>
                  <a:ext cx="540000" cy="468000"/>
                </a:xfrm>
                <a:prstGeom prst="rect">
                  <a:avLst/>
                </a:prstGeom>
                <a:noFill/>
              </p:spPr>
              <p:txBody>
                <a:bodyPr wrap="square">
                  <a:spAutoFit/>
                </a:bodyPr>
                <a:lstStyle/>
                <a:p>
                  <a:pPr>
                    <a:spcAft>
                      <a:spcPts val="600"/>
                    </a:spcAft>
                  </a:pPr>
                  <a14:m>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AB</m:t>
                      </m:r>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p:txBody>
            </p:sp>
          </mc:Choice>
          <mc:Fallback xmlns="">
            <p:sp>
              <p:nvSpPr>
                <p:cNvPr id="97" name="文本框 96">
                  <a:extLst>
                    <a:ext uri="{FF2B5EF4-FFF2-40B4-BE49-F238E27FC236}">
                      <a16:creationId xmlns:a16="http://schemas.microsoft.com/office/drawing/2014/main" id="{1C93FCBD-9FC6-A506-5833-AAD9BDFBD6A4}"/>
                    </a:ext>
                  </a:extLst>
                </p:cNvPr>
                <p:cNvSpPr txBox="1">
                  <a:spLocks noRot="1" noChangeAspect="1" noMove="1" noResize="1" noEditPoints="1" noAdjustHandles="1" noChangeArrowheads="1" noChangeShapeType="1" noTextEdit="1"/>
                </p:cNvSpPr>
                <p:nvPr/>
              </p:nvSpPr>
              <p:spPr>
                <a:xfrm>
                  <a:off x="4428428" y="3960000"/>
                  <a:ext cx="540000" cy="468000"/>
                </a:xfrm>
                <a:prstGeom prst="rect">
                  <a:avLst/>
                </a:prstGeom>
                <a:blipFill>
                  <a:blip r:embed="rId5"/>
                  <a:stretch>
                    <a:fillRect l="-2247" r="-67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F040BC5C-77D9-73C8-CA1B-A25DC3DEE429}"/>
                    </a:ext>
                  </a:extLst>
                </p:cNvPr>
                <p:cNvSpPr txBox="1"/>
                <p:nvPr/>
              </p:nvSpPr>
              <p:spPr>
                <a:xfrm>
                  <a:off x="2916000" y="3456000"/>
                  <a:ext cx="540000" cy="468000"/>
                </a:xfrm>
                <a:prstGeom prst="rect">
                  <a:avLst/>
                </a:prstGeom>
                <a:noFill/>
              </p:spPr>
              <p:txBody>
                <a:bodyPr wrap="square">
                  <a:spAutoFit/>
                </a:bodyPr>
                <a:lstStyle/>
                <a:p>
                  <a:pPr algn="ctr">
                    <a:spcAft>
                      <a:spcPts val="600"/>
                    </a:spcAft>
                  </a:pPr>
                  <a14:m>
                    <m:oMath xmlns:m="http://schemas.openxmlformats.org/officeDocument/2006/math">
                      <m:r>
                        <m:rPr>
                          <m:sty m:val="p"/>
                        </m:rPr>
                        <a:rPr lang="en-US" altLang="zh-CN" sz="2800" b="0" i="0" smtClean="0">
                          <a:solidFill>
                            <a:schemeClr val="tx1"/>
                          </a:solidFill>
                          <a:latin typeface="Cambria Math" panose="02040503050406030204" pitchFamily="18" charset="0"/>
                        </a:rPr>
                        <m:t>A</m:t>
                      </m:r>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17" name="文本框 16">
                  <a:extLst>
                    <a:ext uri="{FF2B5EF4-FFF2-40B4-BE49-F238E27FC236}">
                      <a16:creationId xmlns:a16="http://schemas.microsoft.com/office/drawing/2014/main" id="{929B8376-2085-70D2-16CA-F7E68E984F4B}"/>
                    </a:ext>
                  </a:extLst>
                </p:cNvPr>
                <p:cNvSpPr txBox="1">
                  <a:spLocks noRot="1" noChangeAspect="1" noMove="1" noResize="1" noEditPoints="1" noAdjustHandles="1" noChangeArrowheads="1" noChangeShapeType="1" noTextEdit="1"/>
                </p:cNvSpPr>
                <p:nvPr/>
              </p:nvSpPr>
              <p:spPr>
                <a:xfrm>
                  <a:off x="2916000" y="3456000"/>
                  <a:ext cx="540000" cy="4680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2BA3985E-45A7-9877-7C8A-6C04FD0FCFC5}"/>
                    </a:ext>
                  </a:extLst>
                </p:cNvPr>
                <p:cNvSpPr txBox="1"/>
                <p:nvPr/>
              </p:nvSpPr>
              <p:spPr>
                <a:xfrm>
                  <a:off x="2916000" y="4140000"/>
                  <a:ext cx="540000" cy="468000"/>
                </a:xfrm>
                <a:prstGeom prst="rect">
                  <a:avLst/>
                </a:prstGeom>
                <a:noFill/>
              </p:spPr>
              <p:txBody>
                <a:bodyPr wrap="square">
                  <a:spAutoFit/>
                </a:bodyPr>
                <a:lstStyle/>
                <a:p>
                  <a:pPr algn="ctr">
                    <a:spcAft>
                      <a:spcPts val="600"/>
                    </a:spcAft>
                  </a:pPr>
                  <a14:m>
                    <m:oMath xmlns:m="http://schemas.openxmlformats.org/officeDocument/2006/math">
                      <m:r>
                        <m:rPr>
                          <m:sty m:val="p"/>
                        </m:rPr>
                        <a:rPr lang="en-US" altLang="zh-CN" sz="2800">
                          <a:latin typeface="Cambria Math" panose="02040503050406030204" pitchFamily="18" charset="0"/>
                        </a:rPr>
                        <m:t>B</m:t>
                      </m:r>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21" name="文本框 20">
                  <a:extLst>
                    <a:ext uri="{FF2B5EF4-FFF2-40B4-BE49-F238E27FC236}">
                      <a16:creationId xmlns:a16="http://schemas.microsoft.com/office/drawing/2014/main" id="{EE45BF70-FCE3-C9FC-8787-E216ED3FF544}"/>
                    </a:ext>
                  </a:extLst>
                </p:cNvPr>
                <p:cNvSpPr txBox="1">
                  <a:spLocks noRot="1" noChangeAspect="1" noMove="1" noResize="1" noEditPoints="1" noAdjustHandles="1" noChangeArrowheads="1" noChangeShapeType="1" noTextEdit="1"/>
                </p:cNvSpPr>
                <p:nvPr/>
              </p:nvSpPr>
              <p:spPr>
                <a:xfrm>
                  <a:off x="2916000" y="4140000"/>
                  <a:ext cx="540000" cy="46800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2751A9F6-D9C6-E3C8-095D-0A744A420A03}"/>
                    </a:ext>
                  </a:extLst>
                </p:cNvPr>
                <p:cNvSpPr txBox="1"/>
                <p:nvPr/>
              </p:nvSpPr>
              <p:spPr>
                <a:xfrm>
                  <a:off x="3924000" y="3456000"/>
                  <a:ext cx="540000" cy="468000"/>
                </a:xfrm>
                <a:prstGeom prst="rect">
                  <a:avLst/>
                </a:prstGeom>
                <a:noFill/>
              </p:spPr>
              <p:txBody>
                <a:bodyPr wrap="square">
                  <a:spAutoFit/>
                </a:bodyPr>
                <a:lstStyle/>
                <a:p>
                  <a:pPr algn="ctr">
                    <a:spcAft>
                      <a:spcPts val="600"/>
                    </a:spcAft>
                  </a:pPr>
                  <a14:m>
                    <m:oMath xmlns:m="http://schemas.openxmlformats.org/officeDocument/2006/math">
                      <m:r>
                        <m:rPr>
                          <m:sty m:val="p"/>
                        </m:rPr>
                        <a:rPr lang="en-US" altLang="zh-CN" sz="2800" b="0" i="0" smtClean="0">
                          <a:solidFill>
                            <a:schemeClr val="tx1"/>
                          </a:solidFill>
                          <a:latin typeface="Cambria Math" panose="02040503050406030204" pitchFamily="18" charset="0"/>
                          <a:ea typeface="微软雅黑" panose="020B0503020204020204" pitchFamily="34" charset="-122"/>
                        </a:rPr>
                        <m:t>S</m:t>
                      </m:r>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24" name="文本框 23">
                  <a:extLst>
                    <a:ext uri="{FF2B5EF4-FFF2-40B4-BE49-F238E27FC236}">
                      <a16:creationId xmlns:a16="http://schemas.microsoft.com/office/drawing/2014/main" id="{A8511ABB-B826-AD23-BAB6-F413C889AEA5}"/>
                    </a:ext>
                  </a:extLst>
                </p:cNvPr>
                <p:cNvSpPr txBox="1">
                  <a:spLocks noRot="1" noChangeAspect="1" noMove="1" noResize="1" noEditPoints="1" noAdjustHandles="1" noChangeArrowheads="1" noChangeShapeType="1" noTextEdit="1"/>
                </p:cNvSpPr>
                <p:nvPr/>
              </p:nvSpPr>
              <p:spPr>
                <a:xfrm>
                  <a:off x="3924000" y="3456000"/>
                  <a:ext cx="540000" cy="46800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8CE1B40D-7ABB-16F5-8B14-AF36D8835287}"/>
                    </a:ext>
                  </a:extLst>
                </p:cNvPr>
                <p:cNvSpPr txBox="1"/>
                <p:nvPr/>
              </p:nvSpPr>
              <p:spPr>
                <a:xfrm>
                  <a:off x="3924000" y="4140000"/>
                  <a:ext cx="540000" cy="468000"/>
                </a:xfrm>
                <a:prstGeom prst="rect">
                  <a:avLst/>
                </a:prstGeom>
                <a:noFill/>
              </p:spPr>
              <p:txBody>
                <a:bodyPr wrap="square">
                  <a:spAutoFit/>
                </a:bodyPr>
                <a:lstStyle/>
                <a:p>
                  <a:pPr algn="ctr">
                    <a:spcAft>
                      <a:spcPts val="600"/>
                    </a:spcAft>
                  </a:pPr>
                  <a14:m>
                    <m:oMath xmlns:m="http://schemas.openxmlformats.org/officeDocument/2006/math">
                      <m:sSub>
                        <m:sSubPr>
                          <m:ctrlPr>
                            <a:rPr lang="en-US" altLang="zh-CN" sz="2800" i="1" smtClean="0">
                              <a:latin typeface="Cambria Math" panose="02040503050406030204" pitchFamily="18" charset="0"/>
                            </a:rPr>
                          </m:ctrlPr>
                        </m:sSubPr>
                        <m:e>
                          <m:r>
                            <m:rPr>
                              <m:sty m:val="p"/>
                            </m:rPr>
                            <a:rPr lang="en-US" altLang="zh-CN" sz="2800" b="0" i="0" smtClean="0">
                              <a:latin typeface="Cambria Math" panose="02040503050406030204" pitchFamily="18" charset="0"/>
                            </a:rPr>
                            <m:t>C</m:t>
                          </m:r>
                        </m:e>
                        <m:sub>
                          <m:r>
                            <m:rPr>
                              <m:sty m:val="p"/>
                            </m:rPr>
                            <a:rPr lang="en-US" altLang="zh-CN" sz="2800" b="0" i="0" smtClean="0">
                              <a:latin typeface="Cambria Math" panose="02040503050406030204" pitchFamily="18" charset="0"/>
                            </a:rPr>
                            <m:t>O</m:t>
                          </m:r>
                        </m:sub>
                      </m:sSub>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25" name="文本框 24">
                  <a:extLst>
                    <a:ext uri="{FF2B5EF4-FFF2-40B4-BE49-F238E27FC236}">
                      <a16:creationId xmlns:a16="http://schemas.microsoft.com/office/drawing/2014/main" id="{D3A7D382-E571-A576-692B-371996A7D6FE}"/>
                    </a:ext>
                  </a:extLst>
                </p:cNvPr>
                <p:cNvSpPr txBox="1">
                  <a:spLocks noRot="1" noChangeAspect="1" noMove="1" noResize="1" noEditPoints="1" noAdjustHandles="1" noChangeArrowheads="1" noChangeShapeType="1" noTextEdit="1"/>
                </p:cNvSpPr>
                <p:nvPr/>
              </p:nvSpPr>
              <p:spPr>
                <a:xfrm>
                  <a:off x="3924000" y="4140000"/>
                  <a:ext cx="540000" cy="46800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B21DFC5D-FBFC-0957-48A3-9F648BEC5194}"/>
                    </a:ext>
                  </a:extLst>
                </p:cNvPr>
                <p:cNvSpPr txBox="1"/>
                <p:nvPr/>
              </p:nvSpPr>
              <p:spPr>
                <a:xfrm>
                  <a:off x="3420000" y="3312000"/>
                  <a:ext cx="605962" cy="646331"/>
                </a:xfrm>
                <a:prstGeom prst="rect">
                  <a:avLst/>
                </a:prstGeom>
                <a:noFill/>
              </p:spPr>
              <p:txBody>
                <a:bodyPr wrap="square">
                  <a:spAutoFit/>
                </a:bodyPr>
                <a:lstStyle/>
                <a:p>
                  <a:pPr algn="ctr">
                    <a:spcAft>
                      <a:spcPts val="600"/>
                    </a:spcAft>
                  </a:pPr>
                  <a14:m>
                    <m:oMath xmlns:m="http://schemas.openxmlformats.org/officeDocument/2006/math">
                      <m:r>
                        <m:rPr>
                          <m:sty m:val="p"/>
                        </m:rPr>
                        <a:rPr lang="el-GR" altLang="zh-CN" sz="3600" b="0" i="1" smtClean="0">
                          <a:solidFill>
                            <a:schemeClr val="tx1"/>
                          </a:solidFill>
                          <a:latin typeface="Cambria Math" panose="02040503050406030204" pitchFamily="18" charset="0"/>
                          <a:ea typeface="Cambria Math" panose="02040503050406030204" pitchFamily="18" charset="0"/>
                        </a:rPr>
                        <m:t>Σ</m:t>
                      </m:r>
                    </m:oMath>
                  </a14:m>
                  <a:r>
                    <a:rPr lang="zh-CN" altLang="en-US" sz="36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29" name="文本框 28">
                  <a:extLst>
                    <a:ext uri="{FF2B5EF4-FFF2-40B4-BE49-F238E27FC236}">
                      <a16:creationId xmlns:a16="http://schemas.microsoft.com/office/drawing/2014/main" id="{B1A75D7D-9935-BA3E-C5C9-57AF38318077}"/>
                    </a:ext>
                  </a:extLst>
                </p:cNvPr>
                <p:cNvSpPr txBox="1">
                  <a:spLocks noRot="1" noChangeAspect="1" noMove="1" noResize="1" noEditPoints="1" noAdjustHandles="1" noChangeArrowheads="1" noChangeShapeType="1" noTextEdit="1"/>
                </p:cNvSpPr>
                <p:nvPr/>
              </p:nvSpPr>
              <p:spPr>
                <a:xfrm>
                  <a:off x="3420000" y="3312000"/>
                  <a:ext cx="605962" cy="646331"/>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B14CCD53-BAB3-4252-1E75-F5E7D4B4CE4F}"/>
                    </a:ext>
                  </a:extLst>
                </p:cNvPr>
                <p:cNvSpPr txBox="1"/>
                <p:nvPr/>
              </p:nvSpPr>
              <p:spPr>
                <a:xfrm>
                  <a:off x="5976000" y="3456000"/>
                  <a:ext cx="540000" cy="468000"/>
                </a:xfrm>
                <a:prstGeom prst="rect">
                  <a:avLst/>
                </a:prstGeom>
                <a:noFill/>
              </p:spPr>
              <p:txBody>
                <a:bodyPr wrap="square">
                  <a:spAutoFit/>
                </a:bodyPr>
                <a:lstStyle/>
                <a:p>
                  <a:pPr algn="ctr">
                    <a:spcAft>
                      <a:spcPts val="600"/>
                    </a:spcAft>
                  </a:pPr>
                  <a14:m>
                    <m:oMath xmlns:m="http://schemas.openxmlformats.org/officeDocument/2006/math">
                      <m:r>
                        <m:rPr>
                          <m:sty m:val="p"/>
                        </m:rPr>
                        <a:rPr lang="en-US" altLang="zh-CN" sz="2800" b="0" i="0" smtClean="0">
                          <a:solidFill>
                            <a:schemeClr val="tx1"/>
                          </a:solidFill>
                          <a:latin typeface="Cambria Math" panose="02040503050406030204" pitchFamily="18" charset="0"/>
                        </a:rPr>
                        <m:t>A</m:t>
                      </m:r>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60" name="文本框 59">
                  <a:extLst>
                    <a:ext uri="{FF2B5EF4-FFF2-40B4-BE49-F238E27FC236}">
                      <a16:creationId xmlns:a16="http://schemas.microsoft.com/office/drawing/2014/main" id="{72D3F33B-2658-7B1C-905F-7E6AA3FEF990}"/>
                    </a:ext>
                  </a:extLst>
                </p:cNvPr>
                <p:cNvSpPr txBox="1">
                  <a:spLocks noRot="1" noChangeAspect="1" noMove="1" noResize="1" noEditPoints="1" noAdjustHandles="1" noChangeArrowheads="1" noChangeShapeType="1" noTextEdit="1"/>
                </p:cNvSpPr>
                <p:nvPr/>
              </p:nvSpPr>
              <p:spPr>
                <a:xfrm>
                  <a:off x="5976000" y="3456000"/>
                  <a:ext cx="540000" cy="46800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F83CC8DE-9508-0F58-BA4F-939DC7E7703E}"/>
                    </a:ext>
                  </a:extLst>
                </p:cNvPr>
                <p:cNvSpPr txBox="1"/>
                <p:nvPr/>
              </p:nvSpPr>
              <p:spPr>
                <a:xfrm>
                  <a:off x="5976000" y="4140000"/>
                  <a:ext cx="540000" cy="468000"/>
                </a:xfrm>
                <a:prstGeom prst="rect">
                  <a:avLst/>
                </a:prstGeom>
                <a:noFill/>
              </p:spPr>
              <p:txBody>
                <a:bodyPr wrap="square">
                  <a:spAutoFit/>
                </a:bodyPr>
                <a:lstStyle/>
                <a:p>
                  <a:pPr algn="ctr">
                    <a:spcAft>
                      <a:spcPts val="600"/>
                    </a:spcAft>
                  </a:pPr>
                  <a14:m>
                    <m:oMath xmlns:m="http://schemas.openxmlformats.org/officeDocument/2006/math">
                      <m:r>
                        <m:rPr>
                          <m:sty m:val="p"/>
                        </m:rPr>
                        <a:rPr lang="en-US" altLang="zh-CN" sz="2800">
                          <a:latin typeface="Cambria Math" panose="02040503050406030204" pitchFamily="18" charset="0"/>
                        </a:rPr>
                        <m:t>B</m:t>
                      </m:r>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61" name="文本框 60">
                  <a:extLst>
                    <a:ext uri="{FF2B5EF4-FFF2-40B4-BE49-F238E27FC236}">
                      <a16:creationId xmlns:a16="http://schemas.microsoft.com/office/drawing/2014/main" id="{C89AC142-902F-C9DA-8551-649A2BA1D08E}"/>
                    </a:ext>
                  </a:extLst>
                </p:cNvPr>
                <p:cNvSpPr txBox="1">
                  <a:spLocks noRot="1" noChangeAspect="1" noMove="1" noResize="1" noEditPoints="1" noAdjustHandles="1" noChangeArrowheads="1" noChangeShapeType="1" noTextEdit="1"/>
                </p:cNvSpPr>
                <p:nvPr/>
              </p:nvSpPr>
              <p:spPr>
                <a:xfrm>
                  <a:off x="5976000" y="4140000"/>
                  <a:ext cx="540000" cy="46800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01C41D30-1B2E-3946-EBAC-4FAA639EBDF3}"/>
                    </a:ext>
                  </a:extLst>
                </p:cNvPr>
                <p:cNvSpPr txBox="1"/>
                <p:nvPr/>
              </p:nvSpPr>
              <p:spPr>
                <a:xfrm>
                  <a:off x="6984000" y="3456000"/>
                  <a:ext cx="540000" cy="468000"/>
                </a:xfrm>
                <a:prstGeom prst="rect">
                  <a:avLst/>
                </a:prstGeom>
                <a:noFill/>
              </p:spPr>
              <p:txBody>
                <a:bodyPr wrap="square">
                  <a:spAutoFit/>
                </a:bodyPr>
                <a:lstStyle/>
                <a:p>
                  <a:pPr algn="ctr">
                    <a:spcAft>
                      <a:spcPts val="600"/>
                    </a:spcAft>
                  </a:pPr>
                  <a14:m>
                    <m:oMath xmlns:m="http://schemas.openxmlformats.org/officeDocument/2006/math">
                      <m:r>
                        <m:rPr>
                          <m:sty m:val="p"/>
                        </m:rPr>
                        <a:rPr lang="en-US" altLang="zh-CN" sz="2800" b="0" i="0" smtClean="0">
                          <a:solidFill>
                            <a:schemeClr val="tx1"/>
                          </a:solidFill>
                          <a:latin typeface="Cambria Math" panose="02040503050406030204" pitchFamily="18" charset="0"/>
                          <a:ea typeface="微软雅黑" panose="020B0503020204020204" pitchFamily="34" charset="-122"/>
                        </a:rPr>
                        <m:t>S</m:t>
                      </m:r>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62" name="文本框 61">
                  <a:extLst>
                    <a:ext uri="{FF2B5EF4-FFF2-40B4-BE49-F238E27FC236}">
                      <a16:creationId xmlns:a16="http://schemas.microsoft.com/office/drawing/2014/main" id="{6EFAC738-9226-5F8C-CAA0-F52D361E4A64}"/>
                    </a:ext>
                  </a:extLst>
                </p:cNvPr>
                <p:cNvSpPr txBox="1">
                  <a:spLocks noRot="1" noChangeAspect="1" noMove="1" noResize="1" noEditPoints="1" noAdjustHandles="1" noChangeArrowheads="1" noChangeShapeType="1" noTextEdit="1"/>
                </p:cNvSpPr>
                <p:nvPr/>
              </p:nvSpPr>
              <p:spPr>
                <a:xfrm>
                  <a:off x="6984000" y="3456000"/>
                  <a:ext cx="540000" cy="468000"/>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5D0E4458-E627-2985-F3BC-ECF0E9D4B5EC}"/>
                    </a:ext>
                  </a:extLst>
                </p:cNvPr>
                <p:cNvSpPr txBox="1"/>
                <p:nvPr/>
              </p:nvSpPr>
              <p:spPr>
                <a:xfrm>
                  <a:off x="6984000" y="4140000"/>
                  <a:ext cx="540000" cy="468000"/>
                </a:xfrm>
                <a:prstGeom prst="rect">
                  <a:avLst/>
                </a:prstGeom>
                <a:noFill/>
              </p:spPr>
              <p:txBody>
                <a:bodyPr wrap="square">
                  <a:spAutoFit/>
                </a:bodyPr>
                <a:lstStyle/>
                <a:p>
                  <a:pPr algn="ctr">
                    <a:spcAft>
                      <a:spcPts val="600"/>
                    </a:spcAft>
                  </a:pPr>
                  <a14:m>
                    <m:oMath xmlns:m="http://schemas.openxmlformats.org/officeDocument/2006/math">
                      <m:sSub>
                        <m:sSubPr>
                          <m:ctrlPr>
                            <a:rPr lang="en-US" altLang="zh-CN" sz="2800" i="1" smtClean="0">
                              <a:latin typeface="Cambria Math" panose="02040503050406030204" pitchFamily="18" charset="0"/>
                            </a:rPr>
                          </m:ctrlPr>
                        </m:sSubPr>
                        <m:e>
                          <m:r>
                            <m:rPr>
                              <m:sty m:val="p"/>
                            </m:rPr>
                            <a:rPr lang="en-US" altLang="zh-CN" sz="2800" b="0" i="0" smtClean="0">
                              <a:latin typeface="Cambria Math" panose="02040503050406030204" pitchFamily="18" charset="0"/>
                            </a:rPr>
                            <m:t>C</m:t>
                          </m:r>
                        </m:e>
                        <m:sub>
                          <m:r>
                            <m:rPr>
                              <m:sty m:val="p"/>
                            </m:rPr>
                            <a:rPr lang="en-US" altLang="zh-CN" sz="2800" b="0" i="0" smtClean="0">
                              <a:latin typeface="Cambria Math" panose="02040503050406030204" pitchFamily="18" charset="0"/>
                            </a:rPr>
                            <m:t>O</m:t>
                          </m:r>
                        </m:sub>
                      </m:sSub>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63" name="文本框 62">
                  <a:extLst>
                    <a:ext uri="{FF2B5EF4-FFF2-40B4-BE49-F238E27FC236}">
                      <a16:creationId xmlns:a16="http://schemas.microsoft.com/office/drawing/2014/main" id="{9895EB32-3338-0305-CA9B-7365A00D21AD}"/>
                    </a:ext>
                  </a:extLst>
                </p:cNvPr>
                <p:cNvSpPr txBox="1">
                  <a:spLocks noRot="1" noChangeAspect="1" noMove="1" noResize="1" noEditPoints="1" noAdjustHandles="1" noChangeArrowheads="1" noChangeShapeType="1" noTextEdit="1"/>
                </p:cNvSpPr>
                <p:nvPr/>
              </p:nvSpPr>
              <p:spPr>
                <a:xfrm>
                  <a:off x="6984000" y="4140000"/>
                  <a:ext cx="540000" cy="468000"/>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87987591-AB5D-739B-F836-D0A014694008}"/>
                    </a:ext>
                  </a:extLst>
                </p:cNvPr>
                <p:cNvSpPr txBox="1"/>
                <p:nvPr/>
              </p:nvSpPr>
              <p:spPr>
                <a:xfrm>
                  <a:off x="6480000" y="3312000"/>
                  <a:ext cx="605962" cy="646331"/>
                </a:xfrm>
                <a:prstGeom prst="rect">
                  <a:avLst/>
                </a:prstGeom>
                <a:noFill/>
              </p:spPr>
              <p:txBody>
                <a:bodyPr wrap="square">
                  <a:spAutoFit/>
                </a:bodyPr>
                <a:lstStyle/>
                <a:p>
                  <a:pPr algn="ctr">
                    <a:spcAft>
                      <a:spcPts val="600"/>
                    </a:spcAft>
                  </a:pPr>
                  <a14:m>
                    <m:oMath xmlns:m="http://schemas.openxmlformats.org/officeDocument/2006/math">
                      <m:r>
                        <m:rPr>
                          <m:sty m:val="p"/>
                        </m:rPr>
                        <a:rPr lang="el-GR" altLang="zh-CN" sz="3600" b="0" i="1" smtClean="0">
                          <a:solidFill>
                            <a:schemeClr val="tx1"/>
                          </a:solidFill>
                          <a:latin typeface="Cambria Math" panose="02040503050406030204" pitchFamily="18" charset="0"/>
                          <a:ea typeface="Cambria Math" panose="02040503050406030204" pitchFamily="18" charset="0"/>
                        </a:rPr>
                        <m:t>Σ</m:t>
                      </m:r>
                    </m:oMath>
                  </a14:m>
                  <a:r>
                    <a:rPr lang="zh-CN" altLang="en-US" sz="36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64" name="文本框 63">
                  <a:extLst>
                    <a:ext uri="{FF2B5EF4-FFF2-40B4-BE49-F238E27FC236}">
                      <a16:creationId xmlns:a16="http://schemas.microsoft.com/office/drawing/2014/main" id="{6C128A91-4EE8-5F1B-A3D2-BFD15281ED09}"/>
                    </a:ext>
                  </a:extLst>
                </p:cNvPr>
                <p:cNvSpPr txBox="1">
                  <a:spLocks noRot="1" noChangeAspect="1" noMove="1" noResize="1" noEditPoints="1" noAdjustHandles="1" noChangeArrowheads="1" noChangeShapeType="1" noTextEdit="1"/>
                </p:cNvSpPr>
                <p:nvPr/>
              </p:nvSpPr>
              <p:spPr>
                <a:xfrm>
                  <a:off x="6480000" y="3312000"/>
                  <a:ext cx="605962" cy="646331"/>
                </a:xfrm>
                <a:prstGeom prst="rect">
                  <a:avLst/>
                </a:prstGeom>
                <a:blipFill>
                  <a:blip r:embed="rId15"/>
                  <a:stretch>
                    <a:fillRect/>
                  </a:stretch>
                </a:blipFill>
              </p:spPr>
              <p:txBody>
                <a:bodyPr/>
                <a:lstStyle/>
                <a:p>
                  <a:r>
                    <a:rPr lang="zh-CN" altLang="en-US">
                      <a:noFill/>
                    </a:rPr>
                    <a:t> </a:t>
                  </a:r>
                </a:p>
              </p:txBody>
            </p:sp>
          </mc:Fallback>
        </mc:AlternateContent>
        <p:sp>
          <p:nvSpPr>
            <p:cNvPr id="71" name="Arc 158">
              <a:extLst>
                <a:ext uri="{FF2B5EF4-FFF2-40B4-BE49-F238E27FC236}">
                  <a16:creationId xmlns:a16="http://schemas.microsoft.com/office/drawing/2014/main" id="{B140AD9B-6650-1D6C-E1A2-F1CD549A38D3}"/>
                </a:ext>
              </a:extLst>
            </p:cNvPr>
            <p:cNvSpPr>
              <a:spLocks/>
            </p:cNvSpPr>
            <p:nvPr/>
          </p:nvSpPr>
          <p:spPr bwMode="auto">
            <a:xfrm rot="5400000">
              <a:off x="7707312" y="4566271"/>
              <a:ext cx="648000" cy="104400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72" name="Line 160">
              <a:extLst>
                <a:ext uri="{FF2B5EF4-FFF2-40B4-BE49-F238E27FC236}">
                  <a16:creationId xmlns:a16="http://schemas.microsoft.com/office/drawing/2014/main" id="{F896ED8F-5317-4E39-384D-E1AF86A6F5F7}"/>
                </a:ext>
              </a:extLst>
            </p:cNvPr>
            <p:cNvSpPr>
              <a:spLocks noChangeShapeType="1"/>
            </p:cNvSpPr>
            <p:nvPr/>
          </p:nvSpPr>
          <p:spPr bwMode="auto">
            <a:xfrm flipH="1">
              <a:off x="8424000" y="4770000"/>
              <a:ext cx="288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3" name="Line 7">
              <a:extLst>
                <a:ext uri="{FF2B5EF4-FFF2-40B4-BE49-F238E27FC236}">
                  <a16:creationId xmlns:a16="http://schemas.microsoft.com/office/drawing/2014/main" id="{A5F85781-E02E-A431-684E-2B2FBF130AC7}"/>
                </a:ext>
              </a:extLst>
            </p:cNvPr>
            <p:cNvSpPr>
              <a:spLocks noChangeShapeType="1"/>
            </p:cNvSpPr>
            <p:nvPr/>
          </p:nvSpPr>
          <p:spPr bwMode="auto">
            <a:xfrm>
              <a:off x="7956000" y="4932000"/>
              <a:ext cx="558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4" name="Line 8">
              <a:extLst>
                <a:ext uri="{FF2B5EF4-FFF2-40B4-BE49-F238E27FC236}">
                  <a16:creationId xmlns:a16="http://schemas.microsoft.com/office/drawing/2014/main" id="{0D1599DA-42DE-5D80-2D99-E37C5D8296B5}"/>
                </a:ext>
              </a:extLst>
            </p:cNvPr>
            <p:cNvSpPr>
              <a:spLocks noChangeShapeType="1"/>
            </p:cNvSpPr>
            <p:nvPr/>
          </p:nvSpPr>
          <p:spPr bwMode="auto">
            <a:xfrm>
              <a:off x="5075999" y="5256000"/>
              <a:ext cx="3438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5" name="Line 9">
              <a:extLst>
                <a:ext uri="{FF2B5EF4-FFF2-40B4-BE49-F238E27FC236}">
                  <a16:creationId xmlns:a16="http://schemas.microsoft.com/office/drawing/2014/main" id="{32B74FBD-C827-FA6D-F57A-440DA9FE6B4C}"/>
                </a:ext>
              </a:extLst>
            </p:cNvPr>
            <p:cNvSpPr>
              <a:spLocks noChangeShapeType="1"/>
            </p:cNvSpPr>
            <p:nvPr/>
          </p:nvSpPr>
          <p:spPr bwMode="auto">
            <a:xfrm>
              <a:off x="9125999" y="5094000"/>
              <a:ext cx="468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6" name="Line 160">
              <a:extLst>
                <a:ext uri="{FF2B5EF4-FFF2-40B4-BE49-F238E27FC236}">
                  <a16:creationId xmlns:a16="http://schemas.microsoft.com/office/drawing/2014/main" id="{12653603-A6E9-5E67-3A96-1C0A5265A606}"/>
                </a:ext>
              </a:extLst>
            </p:cNvPr>
            <p:cNvSpPr>
              <a:spLocks noChangeShapeType="1"/>
            </p:cNvSpPr>
            <p:nvPr/>
          </p:nvSpPr>
          <p:spPr bwMode="auto">
            <a:xfrm flipH="1">
              <a:off x="8424000" y="5418000"/>
              <a:ext cx="288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7" name="Arc 156">
              <a:extLst>
                <a:ext uri="{FF2B5EF4-FFF2-40B4-BE49-F238E27FC236}">
                  <a16:creationId xmlns:a16="http://schemas.microsoft.com/office/drawing/2014/main" id="{E6E6EF02-92D9-A285-9EA0-D27584CC0F64}"/>
                </a:ext>
              </a:extLst>
            </p:cNvPr>
            <p:cNvSpPr>
              <a:spLocks/>
            </p:cNvSpPr>
            <p:nvPr/>
          </p:nvSpPr>
          <p:spPr bwMode="auto">
            <a:xfrm flipV="1">
              <a:off x="8712000" y="4770000"/>
              <a:ext cx="432000" cy="648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78" name="Arc 156">
              <a:extLst>
                <a:ext uri="{FF2B5EF4-FFF2-40B4-BE49-F238E27FC236}">
                  <a16:creationId xmlns:a16="http://schemas.microsoft.com/office/drawing/2014/main" id="{8D3C7271-9A6B-0344-2467-7E17DF306953}"/>
                </a:ext>
              </a:extLst>
            </p:cNvPr>
            <p:cNvSpPr>
              <a:spLocks/>
            </p:cNvSpPr>
            <p:nvPr/>
          </p:nvSpPr>
          <p:spPr bwMode="auto">
            <a:xfrm>
              <a:off x="8712000" y="4770000"/>
              <a:ext cx="432000" cy="648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87F579E4-B552-05C5-8777-15277C1CFFD4}"/>
                    </a:ext>
                  </a:extLst>
                </p:cNvPr>
                <p:cNvSpPr txBox="1"/>
                <p:nvPr/>
              </p:nvSpPr>
              <p:spPr>
                <a:xfrm>
                  <a:off x="4428430" y="3312000"/>
                  <a:ext cx="1078213" cy="468000"/>
                </a:xfrm>
                <a:prstGeom prst="rect">
                  <a:avLst/>
                </a:prstGeom>
                <a:noFill/>
              </p:spPr>
              <p:txBody>
                <a:bodyPr wrap="square">
                  <a:spAutoFit/>
                </a:bodyPr>
                <a:lstStyle/>
                <a:p>
                  <a:pPr>
                    <a:spcAft>
                      <a:spcPts val="600"/>
                    </a:spcAft>
                  </a:pPr>
                  <a14:m>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A</m:t>
                      </m:r>
                      <m:r>
                        <a:rPr lang="en-US" altLang="zh-CN" sz="2400" b="0" i="1" smtClean="0">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B</m:t>
                      </m:r>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p:txBody>
            </p:sp>
          </mc:Choice>
          <mc:Fallback xmlns="">
            <p:sp>
              <p:nvSpPr>
                <p:cNvPr id="96" name="文本框 95">
                  <a:extLst>
                    <a:ext uri="{FF2B5EF4-FFF2-40B4-BE49-F238E27FC236}">
                      <a16:creationId xmlns:a16="http://schemas.microsoft.com/office/drawing/2014/main" id="{95E1E9B7-6B1D-489A-F52E-E26A079895B5}"/>
                    </a:ext>
                  </a:extLst>
                </p:cNvPr>
                <p:cNvSpPr txBox="1">
                  <a:spLocks noRot="1" noChangeAspect="1" noMove="1" noResize="1" noEditPoints="1" noAdjustHandles="1" noChangeArrowheads="1" noChangeShapeType="1" noTextEdit="1"/>
                </p:cNvSpPr>
                <p:nvPr/>
              </p:nvSpPr>
              <p:spPr>
                <a:xfrm>
                  <a:off x="4428430" y="3312000"/>
                  <a:ext cx="1078213" cy="468000"/>
                </a:xfrm>
                <a:prstGeom prst="rect">
                  <a:avLst/>
                </a:prstGeom>
                <a:blipFill>
                  <a:blip r:embed="rId16"/>
                  <a:stretch>
                    <a:fillRect l="-1130"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B95A38AF-DA5D-CDA6-862E-D0820D967180}"/>
                    </a:ext>
                  </a:extLst>
                </p:cNvPr>
                <p:cNvSpPr txBox="1"/>
                <p:nvPr/>
              </p:nvSpPr>
              <p:spPr>
                <a:xfrm>
                  <a:off x="2016000" y="3456000"/>
                  <a:ext cx="540000" cy="504000"/>
                </a:xfrm>
                <a:prstGeom prst="rect">
                  <a:avLst/>
                </a:prstGeom>
                <a:noFill/>
              </p:spPr>
              <p:txBody>
                <a:bodyPr wrap="square">
                  <a:spAutoFit/>
                </a:bodyPr>
                <a:lstStyle/>
                <a:p>
                  <a:pPr algn="ctr">
                    <a:spcAft>
                      <a:spcPts val="600"/>
                    </a:spcAft>
                  </a:pPr>
                  <a14:m>
                    <m:oMath xmlns:m="http://schemas.openxmlformats.org/officeDocument/2006/math">
                      <m:r>
                        <m:rPr>
                          <m:sty m:val="p"/>
                        </m:rPr>
                        <a:rPr lang="en-US" altLang="zh-CN" sz="2800" b="0" i="0" smtClean="0">
                          <a:solidFill>
                            <a:schemeClr val="tx1"/>
                          </a:solidFill>
                          <a:latin typeface="Cambria Math" panose="02040503050406030204" pitchFamily="18" charset="0"/>
                        </a:rPr>
                        <m:t>A</m:t>
                      </m:r>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98" name="文本框 97">
                  <a:extLst>
                    <a:ext uri="{FF2B5EF4-FFF2-40B4-BE49-F238E27FC236}">
                      <a16:creationId xmlns:a16="http://schemas.microsoft.com/office/drawing/2014/main" id="{7EFD0F49-6935-7EFF-19EF-C6083CE83B8F}"/>
                    </a:ext>
                  </a:extLst>
                </p:cNvPr>
                <p:cNvSpPr txBox="1">
                  <a:spLocks noRot="1" noChangeAspect="1" noMove="1" noResize="1" noEditPoints="1" noAdjustHandles="1" noChangeArrowheads="1" noChangeShapeType="1" noTextEdit="1"/>
                </p:cNvSpPr>
                <p:nvPr/>
              </p:nvSpPr>
              <p:spPr>
                <a:xfrm>
                  <a:off x="2016000" y="3456000"/>
                  <a:ext cx="540000" cy="504000"/>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172DF3CA-34BF-E3D3-5F2E-3805ABCACDA1}"/>
                    </a:ext>
                  </a:extLst>
                </p:cNvPr>
                <p:cNvSpPr txBox="1"/>
                <p:nvPr/>
              </p:nvSpPr>
              <p:spPr>
                <a:xfrm>
                  <a:off x="2016000" y="4140000"/>
                  <a:ext cx="540000" cy="504000"/>
                </a:xfrm>
                <a:prstGeom prst="rect">
                  <a:avLst/>
                </a:prstGeom>
                <a:noFill/>
              </p:spPr>
              <p:txBody>
                <a:bodyPr wrap="square">
                  <a:spAutoFit/>
                </a:bodyPr>
                <a:lstStyle/>
                <a:p>
                  <a:pPr algn="ctr">
                    <a:spcAft>
                      <a:spcPts val="600"/>
                    </a:spcAft>
                  </a:pPr>
                  <a14:m>
                    <m:oMath xmlns:m="http://schemas.openxmlformats.org/officeDocument/2006/math">
                      <m:r>
                        <m:rPr>
                          <m:sty m:val="p"/>
                        </m:rPr>
                        <a:rPr lang="en-US" altLang="zh-CN" sz="2800">
                          <a:latin typeface="Cambria Math" panose="02040503050406030204" pitchFamily="18" charset="0"/>
                        </a:rPr>
                        <m:t>B</m:t>
                      </m:r>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99" name="文本框 98">
                  <a:extLst>
                    <a:ext uri="{FF2B5EF4-FFF2-40B4-BE49-F238E27FC236}">
                      <a16:creationId xmlns:a16="http://schemas.microsoft.com/office/drawing/2014/main" id="{C0B5D94D-1B8B-3CC2-7616-364543D18CE6}"/>
                    </a:ext>
                  </a:extLst>
                </p:cNvPr>
                <p:cNvSpPr txBox="1">
                  <a:spLocks noRot="1" noChangeAspect="1" noMove="1" noResize="1" noEditPoints="1" noAdjustHandles="1" noChangeArrowheads="1" noChangeShapeType="1" noTextEdit="1"/>
                </p:cNvSpPr>
                <p:nvPr/>
              </p:nvSpPr>
              <p:spPr>
                <a:xfrm>
                  <a:off x="2016000" y="4140000"/>
                  <a:ext cx="540000" cy="504000"/>
                </a:xfrm>
                <a:prstGeom prst="rect">
                  <a:avLst/>
                </a:prstGeom>
                <a:blipFill>
                  <a:blip r:embed="rId18"/>
                  <a:stretch>
                    <a:fillRect/>
                  </a:stretch>
                </a:blipFill>
              </p:spPr>
              <p:txBody>
                <a:bodyPr/>
                <a:lstStyle/>
                <a:p>
                  <a:r>
                    <a:rPr lang="zh-CN" altLang="en-US">
                      <a:noFill/>
                    </a:rPr>
                    <a:t> </a:t>
                  </a:r>
                </a:p>
              </p:txBody>
            </p:sp>
          </mc:Fallback>
        </mc:AlternateContent>
        <p:cxnSp>
          <p:nvCxnSpPr>
            <p:cNvPr id="82" name="直接连接符 81">
              <a:extLst>
                <a:ext uri="{FF2B5EF4-FFF2-40B4-BE49-F238E27FC236}">
                  <a16:creationId xmlns:a16="http://schemas.microsoft.com/office/drawing/2014/main" id="{AAF5668E-5466-51E0-E91B-7DE34BEA16A9}"/>
                </a:ext>
              </a:extLst>
            </p:cNvPr>
            <p:cNvCxnSpPr>
              <a:cxnSpLocks/>
            </p:cNvCxnSpPr>
            <p:nvPr/>
          </p:nvCxnSpPr>
          <p:spPr>
            <a:xfrm>
              <a:off x="2556000" y="5040000"/>
              <a:ext cx="29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3BAC6977-AAB8-9A72-3196-1F91131C5796}"/>
                </a:ext>
              </a:extLst>
            </p:cNvPr>
            <p:cNvCxnSpPr>
              <a:cxnSpLocks/>
            </p:cNvCxnSpPr>
            <p:nvPr/>
          </p:nvCxnSpPr>
          <p:spPr>
            <a:xfrm>
              <a:off x="5508000" y="4392000"/>
              <a:ext cx="0" cy="64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E46FC690-285B-0582-4021-3B8B3E2C6947}"/>
                    </a:ext>
                  </a:extLst>
                </p:cNvPr>
                <p:cNvSpPr txBox="1"/>
                <p:nvPr/>
              </p:nvSpPr>
              <p:spPr>
                <a:xfrm>
                  <a:off x="2052000" y="4788000"/>
                  <a:ext cx="540000" cy="504000"/>
                </a:xfrm>
                <a:prstGeom prst="rect">
                  <a:avLst/>
                </a:prstGeom>
                <a:noFill/>
              </p:spPr>
              <p:txBody>
                <a:bodyPr wrap="square">
                  <a:spAutoFit/>
                </a:bodyPr>
                <a:lstStyle/>
                <a:p>
                  <a:pPr algn="ctr">
                    <a:spcAft>
                      <a:spcPts val="600"/>
                    </a:spcAft>
                  </a:pPr>
                  <a14:m>
                    <m:oMath xmlns:m="http://schemas.openxmlformats.org/officeDocument/2006/math">
                      <m:sSub>
                        <m:sSubPr>
                          <m:ctrlPr>
                            <a:rPr lang="en-US" altLang="zh-CN" sz="2800" i="1" smtClean="0">
                              <a:latin typeface="Cambria Math" panose="02040503050406030204" pitchFamily="18" charset="0"/>
                            </a:rPr>
                          </m:ctrlPr>
                        </m:sSubPr>
                        <m:e>
                          <m:r>
                            <m:rPr>
                              <m:sty m:val="p"/>
                            </m:rPr>
                            <a:rPr lang="en-US" altLang="zh-CN" sz="2800" b="0" i="0" smtClean="0">
                              <a:latin typeface="Cambria Math" panose="02040503050406030204" pitchFamily="18" charset="0"/>
                            </a:rPr>
                            <m:t>C</m:t>
                          </m:r>
                        </m:e>
                        <m:sub>
                          <m:r>
                            <m:rPr>
                              <m:sty m:val="p"/>
                            </m:rPr>
                            <a:rPr lang="en-US" altLang="zh-CN" sz="2800" b="0" i="0" smtClean="0">
                              <a:latin typeface="Cambria Math" panose="02040503050406030204" pitchFamily="18" charset="0"/>
                            </a:rPr>
                            <m:t>I</m:t>
                          </m:r>
                        </m:sub>
                      </m:sSub>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108" name="文本框 107">
                  <a:extLst>
                    <a:ext uri="{FF2B5EF4-FFF2-40B4-BE49-F238E27FC236}">
                      <a16:creationId xmlns:a16="http://schemas.microsoft.com/office/drawing/2014/main" id="{848AAA5F-8F9C-B444-9BE5-051353D02FD5}"/>
                    </a:ext>
                  </a:extLst>
                </p:cNvPr>
                <p:cNvSpPr txBox="1">
                  <a:spLocks noRot="1" noChangeAspect="1" noMove="1" noResize="1" noEditPoints="1" noAdjustHandles="1" noChangeArrowheads="1" noChangeShapeType="1" noTextEdit="1"/>
                </p:cNvSpPr>
                <p:nvPr/>
              </p:nvSpPr>
              <p:spPr>
                <a:xfrm>
                  <a:off x="2052000" y="4788000"/>
                  <a:ext cx="540000" cy="504000"/>
                </a:xfrm>
                <a:prstGeom prst="rect">
                  <a:avLst/>
                </a:prstGeom>
                <a:blipFill>
                  <a:blip r:embed="rId19"/>
                  <a:stretch>
                    <a:fillRect/>
                  </a:stretch>
                </a:blipFill>
              </p:spPr>
              <p:txBody>
                <a:bodyPr/>
                <a:lstStyle/>
                <a:p>
                  <a:r>
                    <a:rPr lang="zh-CN" altLang="en-US">
                      <a:noFill/>
                    </a:rPr>
                    <a:t> </a:t>
                  </a:r>
                </a:p>
              </p:txBody>
            </p:sp>
          </mc:Fallback>
        </mc:AlternateContent>
        <p:cxnSp>
          <p:nvCxnSpPr>
            <p:cNvPr id="85" name="直接连接符 84">
              <a:extLst>
                <a:ext uri="{FF2B5EF4-FFF2-40B4-BE49-F238E27FC236}">
                  <a16:creationId xmlns:a16="http://schemas.microsoft.com/office/drawing/2014/main" id="{80752636-2C8B-3E72-6D10-765A6FAD6812}"/>
                </a:ext>
              </a:extLst>
            </p:cNvPr>
            <p:cNvCxnSpPr>
              <a:cxnSpLocks/>
            </p:cNvCxnSpPr>
            <p:nvPr/>
          </p:nvCxnSpPr>
          <p:spPr>
            <a:xfrm>
              <a:off x="5076000" y="4392000"/>
              <a:ext cx="0" cy="86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CA792A60-C194-09FC-8CE1-E647306A2442}"/>
                </a:ext>
              </a:extLst>
            </p:cNvPr>
            <p:cNvCxnSpPr>
              <a:cxnSpLocks/>
            </p:cNvCxnSpPr>
            <p:nvPr/>
          </p:nvCxnSpPr>
          <p:spPr>
            <a:xfrm>
              <a:off x="7956000" y="4392000"/>
              <a:ext cx="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F6E69133-7139-E05F-337C-9D62EA8FD8FD}"/>
                    </a:ext>
                  </a:extLst>
                </p:cNvPr>
                <p:cNvSpPr txBox="1"/>
                <p:nvPr/>
              </p:nvSpPr>
              <p:spPr>
                <a:xfrm>
                  <a:off x="7452000" y="3312000"/>
                  <a:ext cx="1800000" cy="468000"/>
                </a:xfrm>
                <a:prstGeom prst="rect">
                  <a:avLst/>
                </a:prstGeom>
                <a:noFill/>
              </p:spPr>
              <p:txBody>
                <a:bodyPr wrap="square">
                  <a:spAutoFit/>
                </a:bodyPr>
                <a:lstStyle/>
                <a:p>
                  <a:pPr algn="ctr">
                    <a:spcAft>
                      <a:spcPts val="600"/>
                    </a:spcAft>
                  </a:pPr>
                  <a14:m>
                    <m:oMathPara xmlns:m="http://schemas.openxmlformats.org/officeDocument/2006/math">
                      <m:oMathParaPr>
                        <m:jc m:val="left"/>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A</m:t>
                        </m:r>
                        <m:r>
                          <a:rPr lang="en-US" altLang="zh-CN" sz="2400" b="0" i="0" smtClean="0">
                            <a:solidFill>
                              <a:schemeClr val="accent5">
                                <a:lumMod val="75000"/>
                              </a:schemeClr>
                            </a:solidFill>
                            <a:latin typeface="Cambria Math" panose="02040503050406030204" pitchFamily="18" charset="0"/>
                            <a:ea typeface="Cambria Math" panose="02040503050406030204" pitchFamily="18" charset="0"/>
                          </a:rPr>
                          <m:t>⊕</m:t>
                        </m:r>
                        <m:r>
                          <m:rPr>
                            <m:sty m:val="p"/>
                          </m:rPr>
                          <a:rPr lang="en-US" altLang="zh-CN" sz="2400" b="0" i="0" smtClean="0">
                            <a:solidFill>
                              <a:schemeClr val="accent5">
                                <a:lumMod val="75000"/>
                              </a:schemeClr>
                            </a:solidFill>
                            <a:latin typeface="Cambria Math" panose="02040503050406030204" pitchFamily="18" charset="0"/>
                          </a:rPr>
                          <m:t>B</m:t>
                        </m:r>
                        <m:r>
                          <a:rPr lang="en-US" altLang="zh-CN" sz="2400" i="0">
                            <a:solidFill>
                              <a:schemeClr val="accent5">
                                <a:lumMod val="75000"/>
                              </a:schemeClr>
                            </a:solidFill>
                            <a:latin typeface="Cambria Math" panose="02040503050406030204" pitchFamily="18" charset="0"/>
                            <a:ea typeface="Cambria Math" panose="02040503050406030204" pitchFamily="18" charset="0"/>
                          </a:rPr>
                          <m:t>⊕</m:t>
                        </m:r>
                        <m:sSub>
                          <m:sSubPr>
                            <m:ctrlPr>
                              <a:rPr lang="en-US" altLang="zh-CN" sz="2400" i="1" smtClean="0">
                                <a:solidFill>
                                  <a:schemeClr val="accent5">
                                    <a:lumMod val="75000"/>
                                  </a:schemeClr>
                                </a:solidFill>
                                <a:latin typeface="Cambria Math" panose="02040503050406030204" pitchFamily="18" charset="0"/>
                                <a:ea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ea typeface="Cambria Math" panose="02040503050406030204" pitchFamily="18" charset="0"/>
                              </a:rPr>
                              <m:t>C</m:t>
                            </m:r>
                          </m:e>
                          <m:sub>
                            <m:r>
                              <m:rPr>
                                <m:sty m:val="p"/>
                              </m:rPr>
                              <a:rPr lang="en-US" altLang="zh-CN" sz="2400" b="0" i="0" smtClean="0">
                                <a:solidFill>
                                  <a:schemeClr val="accent5">
                                    <a:lumMod val="75000"/>
                                  </a:schemeClr>
                                </a:solidFill>
                                <a:latin typeface="Cambria Math" panose="02040503050406030204" pitchFamily="18" charset="0"/>
                                <a:ea typeface="Cambria Math" panose="02040503050406030204" pitchFamily="18" charset="0"/>
                              </a:rPr>
                              <m:t>I</m:t>
                            </m:r>
                          </m:sub>
                        </m:sSub>
                      </m:oMath>
                    </m:oMathPara>
                  </a14:m>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19" name="文本框 118">
                  <a:extLst>
                    <a:ext uri="{FF2B5EF4-FFF2-40B4-BE49-F238E27FC236}">
                      <a16:creationId xmlns:a16="http://schemas.microsoft.com/office/drawing/2014/main" id="{B605D7FE-B416-66A9-F4DA-F33E8A270899}"/>
                    </a:ext>
                  </a:extLst>
                </p:cNvPr>
                <p:cNvSpPr txBox="1">
                  <a:spLocks noRot="1" noChangeAspect="1" noMove="1" noResize="1" noEditPoints="1" noAdjustHandles="1" noChangeArrowheads="1" noChangeShapeType="1" noTextEdit="1"/>
                </p:cNvSpPr>
                <p:nvPr/>
              </p:nvSpPr>
              <p:spPr>
                <a:xfrm>
                  <a:off x="7452000" y="3312000"/>
                  <a:ext cx="1800000" cy="468000"/>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80637520-CE2C-77D9-3212-AD8DE032621F}"/>
                    </a:ext>
                  </a:extLst>
                </p:cNvPr>
                <p:cNvSpPr txBox="1"/>
                <p:nvPr/>
              </p:nvSpPr>
              <p:spPr>
                <a:xfrm>
                  <a:off x="9468000" y="3456000"/>
                  <a:ext cx="605962" cy="504000"/>
                </a:xfrm>
                <a:prstGeom prst="rect">
                  <a:avLst/>
                </a:prstGeom>
                <a:noFill/>
              </p:spPr>
              <p:txBody>
                <a:bodyPr wrap="square">
                  <a:spAutoFit/>
                </a:bodyPr>
                <a:lstStyle/>
                <a:p>
                  <a:pPr algn="ctr">
                    <a:spcAft>
                      <a:spcPts val="600"/>
                    </a:spcAft>
                  </a:pPr>
                  <a14:m>
                    <m:oMath xmlns:m="http://schemas.openxmlformats.org/officeDocument/2006/math">
                      <m:r>
                        <m:rPr>
                          <m:sty m:val="p"/>
                        </m:rPr>
                        <a:rPr lang="en-US" altLang="zh-CN" sz="2800" b="0" i="0" smtClean="0">
                          <a:solidFill>
                            <a:schemeClr val="tx1"/>
                          </a:solidFill>
                          <a:latin typeface="Cambria Math" panose="02040503050406030204" pitchFamily="18" charset="0"/>
                          <a:ea typeface="微软雅黑" panose="020B0503020204020204" pitchFamily="34" charset="-122"/>
                        </a:rPr>
                        <m:t>S</m:t>
                      </m:r>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120" name="文本框 119">
                  <a:extLst>
                    <a:ext uri="{FF2B5EF4-FFF2-40B4-BE49-F238E27FC236}">
                      <a16:creationId xmlns:a16="http://schemas.microsoft.com/office/drawing/2014/main" id="{5FDF714C-5BC7-18CD-CB70-8EC1F4E97333}"/>
                    </a:ext>
                  </a:extLst>
                </p:cNvPr>
                <p:cNvSpPr txBox="1">
                  <a:spLocks noRot="1" noChangeAspect="1" noMove="1" noResize="1" noEditPoints="1" noAdjustHandles="1" noChangeArrowheads="1" noChangeShapeType="1" noTextEdit="1"/>
                </p:cNvSpPr>
                <p:nvPr/>
              </p:nvSpPr>
              <p:spPr>
                <a:xfrm>
                  <a:off x="9468000" y="3456000"/>
                  <a:ext cx="605962" cy="504000"/>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7610E435-4594-1FD1-27D0-5922A44A6EC5}"/>
                    </a:ext>
                  </a:extLst>
                </p:cNvPr>
                <p:cNvSpPr txBox="1"/>
                <p:nvPr/>
              </p:nvSpPr>
              <p:spPr>
                <a:xfrm>
                  <a:off x="9576000" y="4824000"/>
                  <a:ext cx="605962" cy="504000"/>
                </a:xfrm>
                <a:prstGeom prst="rect">
                  <a:avLst/>
                </a:prstGeom>
                <a:noFill/>
              </p:spPr>
              <p:txBody>
                <a:bodyPr wrap="square">
                  <a:spAutoFit/>
                </a:bodyPr>
                <a:lstStyle/>
                <a:p>
                  <a:pPr algn="ctr">
                    <a:spcAft>
                      <a:spcPts val="600"/>
                    </a:spcAft>
                  </a:pPr>
                  <a14:m>
                    <m:oMath xmlns:m="http://schemas.openxmlformats.org/officeDocument/2006/math">
                      <m:sSub>
                        <m:sSubPr>
                          <m:ctrlPr>
                            <a:rPr lang="en-US" altLang="zh-CN" sz="2800" i="1" smtClean="0">
                              <a:latin typeface="Cambria Math" panose="02040503050406030204" pitchFamily="18" charset="0"/>
                            </a:rPr>
                          </m:ctrlPr>
                        </m:sSubPr>
                        <m:e>
                          <m:r>
                            <m:rPr>
                              <m:sty m:val="p"/>
                            </m:rPr>
                            <a:rPr lang="en-US" altLang="zh-CN" sz="2800" b="0" i="0" smtClean="0">
                              <a:latin typeface="Cambria Math" panose="02040503050406030204" pitchFamily="18" charset="0"/>
                            </a:rPr>
                            <m:t>C</m:t>
                          </m:r>
                        </m:e>
                        <m:sub>
                          <m:r>
                            <m:rPr>
                              <m:sty m:val="p"/>
                            </m:rPr>
                            <a:rPr lang="en-US" altLang="zh-CN" sz="2800" b="0" i="0" smtClean="0">
                              <a:latin typeface="Cambria Math" panose="02040503050406030204" pitchFamily="18" charset="0"/>
                            </a:rPr>
                            <m:t>O</m:t>
                          </m:r>
                        </m:sub>
                      </m:sSub>
                    </m:oMath>
                  </a14:m>
                  <a:r>
                    <a:rPr lang="zh-CN" altLang="en-US" sz="280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121" name="文本框 120">
                  <a:extLst>
                    <a:ext uri="{FF2B5EF4-FFF2-40B4-BE49-F238E27FC236}">
                      <a16:creationId xmlns:a16="http://schemas.microsoft.com/office/drawing/2014/main" id="{5F920042-FF72-F538-050C-4DCE2D8BD98A}"/>
                    </a:ext>
                  </a:extLst>
                </p:cNvPr>
                <p:cNvSpPr txBox="1">
                  <a:spLocks noRot="1" noChangeAspect="1" noMove="1" noResize="1" noEditPoints="1" noAdjustHandles="1" noChangeArrowheads="1" noChangeShapeType="1" noTextEdit="1"/>
                </p:cNvSpPr>
                <p:nvPr/>
              </p:nvSpPr>
              <p:spPr>
                <a:xfrm>
                  <a:off x="9576000" y="4824000"/>
                  <a:ext cx="605962" cy="504000"/>
                </a:xfrm>
                <a:prstGeom prst="rect">
                  <a:avLst/>
                </a:prstGeom>
                <a:blipFill>
                  <a:blip r:embed="rId22"/>
                  <a:stretch>
                    <a:fillRect/>
                  </a:stretch>
                </a:blipFill>
              </p:spPr>
              <p:txBody>
                <a:bodyPr/>
                <a:lstStyle/>
                <a:p>
                  <a:r>
                    <a:rPr lang="zh-CN" altLang="en-US">
                      <a:noFill/>
                    </a:rPr>
                    <a:t> </a:t>
                  </a:r>
                </a:p>
              </p:txBody>
            </p:sp>
          </mc:Fallback>
        </mc:AlternateContent>
        <p:sp>
          <p:nvSpPr>
            <p:cNvPr id="90" name="矩形 89">
              <a:extLst>
                <a:ext uri="{FF2B5EF4-FFF2-40B4-BE49-F238E27FC236}">
                  <a16:creationId xmlns:a16="http://schemas.microsoft.com/office/drawing/2014/main" id="{004E840B-4727-ACF8-CB63-2A568DBE271C}"/>
                </a:ext>
              </a:extLst>
            </p:cNvPr>
            <p:cNvSpPr/>
            <p:nvPr/>
          </p:nvSpPr>
          <p:spPr>
            <a:xfrm>
              <a:off x="2808000" y="3204000"/>
              <a:ext cx="6480000" cy="2340000"/>
            </a:xfrm>
            <a:prstGeom prst="rect">
              <a:avLst/>
            </a:prstGeom>
            <a:noFill/>
            <a:ln w="508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Tree>
    <p:extLst>
      <p:ext uri="{BB962C8B-B14F-4D97-AF65-F5344CB8AC3E}">
        <p14:creationId xmlns:p14="http://schemas.microsoft.com/office/powerpoint/2010/main" val="248125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0B688-6CB9-8BF0-BF6F-37294E1ECF5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4DFD1F-9942-E8A9-25F5-0AD0B8CBE8D1}"/>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数字部分（组合逻辑电路）</a:t>
            </a:r>
          </a:p>
        </p:txBody>
      </p:sp>
      <p:sp>
        <p:nvSpPr>
          <p:cNvPr id="3" name="文本框 2">
            <a:extLst>
              <a:ext uri="{FF2B5EF4-FFF2-40B4-BE49-F238E27FC236}">
                <a16:creationId xmlns:a16="http://schemas.microsoft.com/office/drawing/2014/main" id="{7536AB47-BE7C-7792-3274-A01DB9A93A19}"/>
              </a:ext>
            </a:extLst>
          </p:cNvPr>
          <p:cNvSpPr txBox="1"/>
          <p:nvPr/>
        </p:nvSpPr>
        <p:spPr>
          <a:xfrm>
            <a:off x="360000" y="827998"/>
            <a:ext cx="10327051" cy="2652393"/>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组合逻辑电路要求总结</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卡诺图要会画</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介绍的组合电路要做到从功能到真值表到电路设计都熟悉</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芯片的功能要熟记（考试虽然会给出，但熟记了省时间）</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芯片的有效电平（高还是低）要注意</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id="{F52579F7-361D-1BB2-235E-BB193B45A8AB}"/>
              </a:ext>
            </a:extLst>
          </p:cNvPr>
          <p:cNvGrpSpPr/>
          <p:nvPr/>
        </p:nvGrpSpPr>
        <p:grpSpPr>
          <a:xfrm>
            <a:off x="11449269" y="6198682"/>
            <a:ext cx="786273" cy="548639"/>
            <a:chOff x="11454918" y="5839511"/>
            <a:chExt cx="786273" cy="548639"/>
          </a:xfrm>
        </p:grpSpPr>
        <p:grpSp>
          <p:nvGrpSpPr>
            <p:cNvPr id="21" name="组合 20">
              <a:extLst>
                <a:ext uri="{FF2B5EF4-FFF2-40B4-BE49-F238E27FC236}">
                  <a16:creationId xmlns:a16="http://schemas.microsoft.com/office/drawing/2014/main" id="{54A38F6E-21DE-40FC-3BC9-D601969F8A90}"/>
                </a:ext>
              </a:extLst>
            </p:cNvPr>
            <p:cNvGrpSpPr/>
            <p:nvPr/>
          </p:nvGrpSpPr>
          <p:grpSpPr>
            <a:xfrm>
              <a:off x="11454918" y="5867450"/>
              <a:ext cx="737081" cy="520700"/>
              <a:chOff x="11454918" y="5867450"/>
              <a:chExt cx="737081" cy="520700"/>
            </a:xfrm>
          </p:grpSpPr>
          <p:sp>
            <p:nvSpPr>
              <p:cNvPr id="23" name="箭头: 五边形 22">
                <a:extLst>
                  <a:ext uri="{FF2B5EF4-FFF2-40B4-BE49-F238E27FC236}">
                    <a16:creationId xmlns:a16="http://schemas.microsoft.com/office/drawing/2014/main" id="{E0C11D14-B238-915C-426C-126308D12EFD}"/>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箭头: V 形 23">
                <a:extLst>
                  <a:ext uri="{FF2B5EF4-FFF2-40B4-BE49-F238E27FC236}">
                    <a16:creationId xmlns:a16="http://schemas.microsoft.com/office/drawing/2014/main" id="{C7BB447A-1F28-B278-A090-5BD2B67CEA68}"/>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2" name="灯片编号占位符 3">
              <a:extLst>
                <a:ext uri="{FF2B5EF4-FFF2-40B4-BE49-F238E27FC236}">
                  <a16:creationId xmlns:a16="http://schemas.microsoft.com/office/drawing/2014/main" id="{BC438C17-C590-8E99-7AC0-6C291C618E0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26</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4003881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E39F9-B955-957F-A065-461D77205AC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A8B0601-A461-654A-1FAB-D29EACA3D35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数字部分（锁存器与触发器）</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5B74631-2AF8-C813-8446-78B1F03C8A58}"/>
                  </a:ext>
                </a:extLst>
              </p:cNvPr>
              <p:cNvSpPr txBox="1"/>
              <p:nvPr/>
            </p:nvSpPr>
            <p:spPr>
              <a:xfrm>
                <a:off x="360000" y="827997"/>
                <a:ext cx="4680000" cy="1620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锁存器与触发器 </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区别：更新时机</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更新前后：</a:t>
                </a:r>
                <a14:m>
                  <m:oMath xmlns:m="http://schemas.openxmlformats.org/officeDocument/2006/math">
                    <m:sSup>
                      <m:sSupPr>
                        <m:ctrlPr>
                          <a:rPr lang="en-US" altLang="zh-CN" sz="2400" i="1" smtClean="0">
                            <a:solidFill>
                              <a:schemeClr val="accent5">
                                <a:lumMod val="75000"/>
                              </a:schemeClr>
                            </a:solidFill>
                            <a:latin typeface="Cambria Math" panose="02040503050406030204" pitchFamily="18" charset="0"/>
                          </a:rPr>
                        </m:ctrlPr>
                      </m:sSupPr>
                      <m:e>
                        <m:r>
                          <m:rPr>
                            <m:sty m:val="p"/>
                          </m:rPr>
                          <a:rPr lang="en-US" altLang="zh-CN" sz="2400">
                            <a:solidFill>
                              <a:schemeClr val="accent5">
                                <a:lumMod val="75000"/>
                              </a:schemeClr>
                            </a:solidFill>
                            <a:latin typeface="Cambria Math" panose="02040503050406030204" pitchFamily="18" charset="0"/>
                          </a:rPr>
                          <m:t>Q</m:t>
                        </m:r>
                      </m:e>
                      <m:sup>
                        <m:r>
                          <a:rPr lang="en-US" altLang="zh-CN" sz="2400" b="0" i="1" smtClean="0">
                            <a:solidFill>
                              <a:schemeClr val="accent5">
                                <a:lumMod val="75000"/>
                              </a:schemeClr>
                            </a:solidFill>
                            <a:latin typeface="Cambria Math" panose="02040503050406030204" pitchFamily="18" charset="0"/>
                          </a:rPr>
                          <m:t>𝑛</m:t>
                        </m:r>
                      </m:sup>
                    </m:sSup>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sz="2400" i="1">
                            <a:solidFill>
                              <a:schemeClr val="accent5">
                                <a:lumMod val="75000"/>
                              </a:schemeClr>
                            </a:solidFill>
                            <a:latin typeface="Cambria Math" panose="02040503050406030204" pitchFamily="18" charset="0"/>
                          </a:rPr>
                        </m:ctrlPr>
                      </m:sSupPr>
                      <m:e>
                        <m:r>
                          <m:rPr>
                            <m:sty m:val="p"/>
                          </m:rPr>
                          <a:rPr lang="en-US" altLang="zh-CN" sz="2400">
                            <a:solidFill>
                              <a:schemeClr val="accent5">
                                <a:lumMod val="75000"/>
                              </a:schemeClr>
                            </a:solidFill>
                            <a:latin typeface="Cambria Math" panose="02040503050406030204" pitchFamily="18" charset="0"/>
                          </a:rPr>
                          <m:t>Q</m:t>
                        </m:r>
                      </m:e>
                      <m:sup>
                        <m:r>
                          <a:rPr lang="en-US" altLang="zh-CN" sz="2400" i="1">
                            <a:solidFill>
                              <a:schemeClr val="accent5">
                                <a:lumMod val="75000"/>
                              </a:schemeClr>
                            </a:solidFill>
                            <a:latin typeface="Cambria Math" panose="02040503050406030204" pitchFamily="18" charset="0"/>
                          </a:rPr>
                          <m:t>𝑛</m:t>
                        </m:r>
                        <m:r>
                          <a:rPr lang="en-US" altLang="zh-CN" sz="2400" i="1" smtClean="0">
                            <a:solidFill>
                              <a:schemeClr val="accent5">
                                <a:lumMod val="75000"/>
                              </a:schemeClr>
                            </a:solidFill>
                            <a:latin typeface="Cambria Math" panose="02040503050406030204" pitchFamily="18" charset="0"/>
                          </a:rPr>
                          <m:t>+</m:t>
                        </m:r>
                        <m:r>
                          <a:rPr lang="en-US" altLang="zh-CN" sz="2400" i="1">
                            <a:solidFill>
                              <a:schemeClr val="accent5">
                                <a:lumMod val="75000"/>
                              </a:schemeClr>
                            </a:solidFill>
                            <a:latin typeface="Cambria Math" panose="02040503050406030204" pitchFamily="18" charset="0"/>
                          </a:rPr>
                          <m:t>1</m:t>
                        </m:r>
                      </m:sup>
                    </m:sSup>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65B74631-2AF8-C813-8446-78B1F03C8A58}"/>
                  </a:ext>
                </a:extLst>
              </p:cNvPr>
              <p:cNvSpPr txBox="1">
                <a:spLocks noRot="1" noChangeAspect="1" noMove="1" noResize="1" noEditPoints="1" noAdjustHandles="1" noChangeArrowheads="1" noChangeShapeType="1" noTextEdit="1"/>
              </p:cNvSpPr>
              <p:nvPr/>
            </p:nvSpPr>
            <p:spPr>
              <a:xfrm>
                <a:off x="360000" y="827997"/>
                <a:ext cx="4680000" cy="1620000"/>
              </a:xfrm>
              <a:prstGeom prst="rect">
                <a:avLst/>
              </a:prstGeom>
              <a:blipFill>
                <a:blip r:embed="rId2"/>
                <a:stretch>
                  <a:fillRect l="-2344" t="-1504" b="-7143"/>
                </a:stretch>
              </a:blipFill>
            </p:spPr>
            <p:txBody>
              <a:bodyPr/>
              <a:lstStyle/>
              <a:p>
                <a:r>
                  <a:rPr lang="zh-CN" altLang="en-US">
                    <a:noFill/>
                  </a:rPr>
                  <a:t> </a:t>
                </a:r>
              </a:p>
            </p:txBody>
          </p:sp>
        </mc:Fallback>
      </mc:AlternateContent>
      <p:grpSp>
        <p:nvGrpSpPr>
          <p:cNvPr id="20" name="组合 19">
            <a:extLst>
              <a:ext uri="{FF2B5EF4-FFF2-40B4-BE49-F238E27FC236}">
                <a16:creationId xmlns:a16="http://schemas.microsoft.com/office/drawing/2014/main" id="{8D4B45E5-79BF-47A3-BC28-96CFDB45D219}"/>
              </a:ext>
            </a:extLst>
          </p:cNvPr>
          <p:cNvGrpSpPr/>
          <p:nvPr/>
        </p:nvGrpSpPr>
        <p:grpSpPr>
          <a:xfrm>
            <a:off x="11449269" y="6198682"/>
            <a:ext cx="786273" cy="548639"/>
            <a:chOff x="11454918" y="5839511"/>
            <a:chExt cx="786273" cy="548639"/>
          </a:xfrm>
        </p:grpSpPr>
        <p:grpSp>
          <p:nvGrpSpPr>
            <p:cNvPr id="21" name="组合 20">
              <a:extLst>
                <a:ext uri="{FF2B5EF4-FFF2-40B4-BE49-F238E27FC236}">
                  <a16:creationId xmlns:a16="http://schemas.microsoft.com/office/drawing/2014/main" id="{DAC39BAE-CFFC-F8BA-DE74-0C7344256048}"/>
                </a:ext>
              </a:extLst>
            </p:cNvPr>
            <p:cNvGrpSpPr/>
            <p:nvPr/>
          </p:nvGrpSpPr>
          <p:grpSpPr>
            <a:xfrm>
              <a:off x="11454918" y="5867450"/>
              <a:ext cx="737081" cy="520700"/>
              <a:chOff x="11454918" y="5867450"/>
              <a:chExt cx="737081" cy="520700"/>
            </a:xfrm>
          </p:grpSpPr>
          <p:sp>
            <p:nvSpPr>
              <p:cNvPr id="23" name="箭头: 五边形 22">
                <a:extLst>
                  <a:ext uri="{FF2B5EF4-FFF2-40B4-BE49-F238E27FC236}">
                    <a16:creationId xmlns:a16="http://schemas.microsoft.com/office/drawing/2014/main" id="{EEE1E3D4-38DD-5E10-69DB-5FCF0DB2AAA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箭头: V 形 23">
                <a:extLst>
                  <a:ext uri="{FF2B5EF4-FFF2-40B4-BE49-F238E27FC236}">
                    <a16:creationId xmlns:a16="http://schemas.microsoft.com/office/drawing/2014/main" id="{AF65D7D4-1CF5-56A5-B976-9DAB3EC6C688}"/>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2" name="灯片编号占位符 3">
              <a:extLst>
                <a:ext uri="{FF2B5EF4-FFF2-40B4-BE49-F238E27FC236}">
                  <a16:creationId xmlns:a16="http://schemas.microsoft.com/office/drawing/2014/main" id="{D4C98629-DD85-6ABF-B014-B5936970C078}"/>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27</a:t>
              </a:fld>
              <a:endParaRPr lang="zh-CN" altLang="en-US" sz="3200" dirty="0">
                <a:solidFill>
                  <a:schemeClr val="bg1"/>
                </a:solidFill>
                <a:latin typeface="Candara"/>
                <a:ea typeface="微软雅黑"/>
              </a:endParaRPr>
            </a:p>
          </p:txBody>
        </p:sp>
      </p:grpSp>
      <p:grpSp>
        <p:nvGrpSpPr>
          <p:cNvPr id="4" name="组合 3">
            <a:extLst>
              <a:ext uri="{FF2B5EF4-FFF2-40B4-BE49-F238E27FC236}">
                <a16:creationId xmlns:a16="http://schemas.microsoft.com/office/drawing/2014/main" id="{357F81DA-52EF-936B-F0EB-E5697108A1C7}"/>
              </a:ext>
            </a:extLst>
          </p:cNvPr>
          <p:cNvGrpSpPr/>
          <p:nvPr/>
        </p:nvGrpSpPr>
        <p:grpSpPr>
          <a:xfrm>
            <a:off x="2160000" y="3600000"/>
            <a:ext cx="2337672" cy="1582767"/>
            <a:chOff x="4803292" y="1943831"/>
            <a:chExt cx="2337672" cy="1582767"/>
          </a:xfrm>
        </p:grpSpPr>
        <p:sp>
          <p:nvSpPr>
            <p:cNvPr id="5" name="矩形 4">
              <a:extLst>
                <a:ext uri="{FF2B5EF4-FFF2-40B4-BE49-F238E27FC236}">
                  <a16:creationId xmlns:a16="http://schemas.microsoft.com/office/drawing/2014/main" id="{C6DC2A7C-C7E9-6244-0E9E-047E4C1F63D7}"/>
                </a:ext>
              </a:extLst>
            </p:cNvPr>
            <p:cNvSpPr/>
            <p:nvPr/>
          </p:nvSpPr>
          <p:spPr>
            <a:xfrm>
              <a:off x="5136551" y="1943831"/>
              <a:ext cx="1147729" cy="1582767"/>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Line 27">
              <a:extLst>
                <a:ext uri="{FF2B5EF4-FFF2-40B4-BE49-F238E27FC236}">
                  <a16:creationId xmlns:a16="http://schemas.microsoft.com/office/drawing/2014/main" id="{9A1B4A60-69A7-329D-9C7D-CBF217C3340C}"/>
                </a:ext>
              </a:extLst>
            </p:cNvPr>
            <p:cNvSpPr>
              <a:spLocks noChangeShapeType="1"/>
            </p:cNvSpPr>
            <p:nvPr/>
          </p:nvSpPr>
          <p:spPr bwMode="auto">
            <a:xfrm>
              <a:off x="4803292" y="2298205"/>
              <a:ext cx="3332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 name="Line 27">
              <a:extLst>
                <a:ext uri="{FF2B5EF4-FFF2-40B4-BE49-F238E27FC236}">
                  <a16:creationId xmlns:a16="http://schemas.microsoft.com/office/drawing/2014/main" id="{50818E31-75AD-DBE3-6D91-ECBC8341E987}"/>
                </a:ext>
              </a:extLst>
            </p:cNvPr>
            <p:cNvSpPr>
              <a:spLocks noChangeShapeType="1"/>
            </p:cNvSpPr>
            <p:nvPr/>
          </p:nvSpPr>
          <p:spPr bwMode="auto">
            <a:xfrm>
              <a:off x="4803292" y="3182629"/>
              <a:ext cx="3332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07E4E92-C893-C72F-817C-DF9A0E71DB4A}"/>
                    </a:ext>
                  </a:extLst>
                </p:cNvPr>
                <p:cNvSpPr txBox="1"/>
                <p:nvPr/>
              </p:nvSpPr>
              <p:spPr>
                <a:xfrm>
                  <a:off x="5103274" y="2065336"/>
                  <a:ext cx="58416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1</m:t>
                        </m:r>
                        <m:r>
                          <m:rPr>
                            <m:sty m:val="p"/>
                          </m:rPr>
                          <a:rPr lang="en-US" altLang="zh-CN" sz="2400" b="0" i="0" smtClean="0">
                            <a:latin typeface="Cambria Math" panose="02040503050406030204" pitchFamily="18" charset="0"/>
                          </a:rPr>
                          <m:t>D</m:t>
                        </m:r>
                      </m:oMath>
                    </m:oMathPara>
                  </a14:m>
                  <a:endParaRPr lang="zh-CN" altLang="en-US" sz="2400" dirty="0"/>
                </a:p>
              </p:txBody>
            </p:sp>
          </mc:Choice>
          <mc:Fallback xmlns="">
            <p:sp>
              <p:nvSpPr>
                <p:cNvPr id="54" name="文本框 53">
                  <a:extLst>
                    <a:ext uri="{FF2B5EF4-FFF2-40B4-BE49-F238E27FC236}">
                      <a16:creationId xmlns:a16="http://schemas.microsoft.com/office/drawing/2014/main" id="{7EB05B77-147F-89C7-2F11-BC55A9606C49}"/>
                    </a:ext>
                  </a:extLst>
                </p:cNvPr>
                <p:cNvSpPr txBox="1">
                  <a:spLocks noRot="1" noChangeAspect="1" noMove="1" noResize="1" noEditPoints="1" noAdjustHandles="1" noChangeArrowheads="1" noChangeShapeType="1" noTextEdit="1"/>
                </p:cNvSpPr>
                <p:nvPr/>
              </p:nvSpPr>
              <p:spPr>
                <a:xfrm>
                  <a:off x="5103274" y="2065336"/>
                  <a:ext cx="584160" cy="461665"/>
                </a:xfrm>
                <a:prstGeom prst="rect">
                  <a:avLst/>
                </a:prstGeom>
                <a:blipFill>
                  <a:blip r:embed="rId15"/>
                  <a:stretch>
                    <a:fillRect l="-72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D6E8DEB-8FA4-A05D-6FF9-A29BB0ED0722}"/>
                    </a:ext>
                  </a:extLst>
                </p:cNvPr>
                <p:cNvSpPr txBox="1"/>
                <p:nvPr/>
              </p:nvSpPr>
              <p:spPr>
                <a:xfrm>
                  <a:off x="5103276" y="2975749"/>
                  <a:ext cx="58416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C</m:t>
                        </m:r>
                        <m:r>
                          <a:rPr lang="en-US" altLang="zh-CN" sz="2400" i="1">
                            <a:latin typeface="Cambria Math" panose="02040503050406030204" pitchFamily="18" charset="0"/>
                          </a:rPr>
                          <m:t>1</m:t>
                        </m:r>
                      </m:oMath>
                    </m:oMathPara>
                  </a14:m>
                  <a:endParaRPr lang="zh-CN" altLang="en-US" sz="2400" dirty="0"/>
                </a:p>
              </p:txBody>
            </p:sp>
          </mc:Choice>
          <mc:Fallback xmlns="">
            <p:sp>
              <p:nvSpPr>
                <p:cNvPr id="55" name="文本框 54">
                  <a:extLst>
                    <a:ext uri="{FF2B5EF4-FFF2-40B4-BE49-F238E27FC236}">
                      <a16:creationId xmlns:a16="http://schemas.microsoft.com/office/drawing/2014/main" id="{90E0BEAF-6187-4066-0A45-1A41A2417932}"/>
                    </a:ext>
                  </a:extLst>
                </p:cNvPr>
                <p:cNvSpPr txBox="1">
                  <a:spLocks noRot="1" noChangeAspect="1" noMove="1" noResize="1" noEditPoints="1" noAdjustHandles="1" noChangeArrowheads="1" noChangeShapeType="1" noTextEdit="1"/>
                </p:cNvSpPr>
                <p:nvPr/>
              </p:nvSpPr>
              <p:spPr>
                <a:xfrm>
                  <a:off x="5103276" y="2975749"/>
                  <a:ext cx="584160" cy="461665"/>
                </a:xfrm>
                <a:prstGeom prst="rect">
                  <a:avLst/>
                </a:prstGeom>
                <a:blipFill>
                  <a:blip r:embed="rId16"/>
                  <a:stretch>
                    <a:fillRect l="-4167"/>
                  </a:stretch>
                </a:blipFill>
              </p:spPr>
              <p:txBody>
                <a:bodyPr/>
                <a:lstStyle/>
                <a:p>
                  <a:r>
                    <a:rPr lang="zh-CN" altLang="en-US">
                      <a:noFill/>
                    </a:rPr>
                    <a:t> </a:t>
                  </a:r>
                </a:p>
              </p:txBody>
            </p:sp>
          </mc:Fallback>
        </mc:AlternateContent>
        <p:sp>
          <p:nvSpPr>
            <p:cNvPr id="10" name="Line 27">
              <a:extLst>
                <a:ext uri="{FF2B5EF4-FFF2-40B4-BE49-F238E27FC236}">
                  <a16:creationId xmlns:a16="http://schemas.microsoft.com/office/drawing/2014/main" id="{6B6D9489-8F9B-403E-4612-AE534D3712D5}"/>
                </a:ext>
              </a:extLst>
            </p:cNvPr>
            <p:cNvSpPr>
              <a:spLocks noChangeShapeType="1"/>
            </p:cNvSpPr>
            <p:nvPr/>
          </p:nvSpPr>
          <p:spPr bwMode="auto">
            <a:xfrm>
              <a:off x="6284280" y="2298205"/>
              <a:ext cx="3332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 name="Line 27">
              <a:extLst>
                <a:ext uri="{FF2B5EF4-FFF2-40B4-BE49-F238E27FC236}">
                  <a16:creationId xmlns:a16="http://schemas.microsoft.com/office/drawing/2014/main" id="{B8BCC934-4EB6-75D7-7EED-7138C7F26E6C}"/>
                </a:ext>
              </a:extLst>
            </p:cNvPr>
            <p:cNvSpPr>
              <a:spLocks noChangeShapeType="1"/>
            </p:cNvSpPr>
            <p:nvPr/>
          </p:nvSpPr>
          <p:spPr bwMode="auto">
            <a:xfrm>
              <a:off x="6284280" y="3182628"/>
              <a:ext cx="3332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 name="椭圆 11">
              <a:extLst>
                <a:ext uri="{FF2B5EF4-FFF2-40B4-BE49-F238E27FC236}">
                  <a16:creationId xmlns:a16="http://schemas.microsoft.com/office/drawing/2014/main" id="{058BF596-358D-D2B1-9717-D5BC98F1DB96}"/>
                </a:ext>
              </a:extLst>
            </p:cNvPr>
            <p:cNvSpPr/>
            <p:nvPr/>
          </p:nvSpPr>
          <p:spPr>
            <a:xfrm flipV="1">
              <a:off x="6291849" y="3112978"/>
              <a:ext cx="148040" cy="139297"/>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34622ED-83D3-9973-EC6E-EBEC62DDA347}"/>
                    </a:ext>
                  </a:extLst>
                </p:cNvPr>
                <p:cNvSpPr txBox="1"/>
                <p:nvPr/>
              </p:nvSpPr>
              <p:spPr>
                <a:xfrm>
                  <a:off x="6556804" y="2063970"/>
                  <a:ext cx="58416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59" name="文本框 58">
                  <a:extLst>
                    <a:ext uri="{FF2B5EF4-FFF2-40B4-BE49-F238E27FC236}">
                      <a16:creationId xmlns:a16="http://schemas.microsoft.com/office/drawing/2014/main" id="{B961C477-0CE8-5116-40CE-8459C3BC63BC}"/>
                    </a:ext>
                  </a:extLst>
                </p:cNvPr>
                <p:cNvSpPr txBox="1">
                  <a:spLocks noRot="1" noChangeAspect="1" noMove="1" noResize="1" noEditPoints="1" noAdjustHandles="1" noChangeArrowheads="1" noChangeShapeType="1" noTextEdit="1"/>
                </p:cNvSpPr>
                <p:nvPr/>
              </p:nvSpPr>
              <p:spPr>
                <a:xfrm>
                  <a:off x="6556804" y="2063970"/>
                  <a:ext cx="584160" cy="461665"/>
                </a:xfrm>
                <a:prstGeom prst="rect">
                  <a:avLst/>
                </a:prstGeom>
                <a:blipFill>
                  <a:blip r:embed="rId17"/>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44E1959-EA55-2650-63BF-C9546E322A4F}"/>
                    </a:ext>
                  </a:extLst>
                </p:cNvPr>
                <p:cNvSpPr txBox="1"/>
                <p:nvPr/>
              </p:nvSpPr>
              <p:spPr>
                <a:xfrm>
                  <a:off x="6555660" y="2980275"/>
                  <a:ext cx="584160"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i="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60" name="文本框 59">
                  <a:extLst>
                    <a:ext uri="{FF2B5EF4-FFF2-40B4-BE49-F238E27FC236}">
                      <a16:creationId xmlns:a16="http://schemas.microsoft.com/office/drawing/2014/main" id="{8F28F88C-A073-93C2-913F-B5473839681B}"/>
                    </a:ext>
                  </a:extLst>
                </p:cNvPr>
                <p:cNvSpPr txBox="1">
                  <a:spLocks noRot="1" noChangeAspect="1" noMove="1" noResize="1" noEditPoints="1" noAdjustHandles="1" noChangeArrowheads="1" noChangeShapeType="1" noTextEdit="1"/>
                </p:cNvSpPr>
                <p:nvPr/>
              </p:nvSpPr>
              <p:spPr>
                <a:xfrm>
                  <a:off x="6555660" y="2980275"/>
                  <a:ext cx="584160" cy="462434"/>
                </a:xfrm>
                <a:prstGeom prst="rect">
                  <a:avLst/>
                </a:prstGeom>
                <a:blipFill>
                  <a:blip r:embed="rId18"/>
                  <a:stretch>
                    <a:fillRect r="-4167" b="-11842"/>
                  </a:stretch>
                </a:blipFill>
              </p:spPr>
              <p:txBody>
                <a:bodyPr/>
                <a:lstStyle/>
                <a:p>
                  <a:r>
                    <a:rPr lang="zh-CN" altLang="en-US">
                      <a:noFill/>
                    </a:rPr>
                    <a:t> </a:t>
                  </a:r>
                </a:p>
              </p:txBody>
            </p:sp>
          </mc:Fallback>
        </mc:AlternateContent>
      </p:grpSp>
      <p:sp>
        <p:nvSpPr>
          <p:cNvPr id="17" name="文本框 16">
            <a:extLst>
              <a:ext uri="{FF2B5EF4-FFF2-40B4-BE49-F238E27FC236}">
                <a16:creationId xmlns:a16="http://schemas.microsoft.com/office/drawing/2014/main" id="{EA18C45B-5F7B-7A05-4F4F-2802154082AA}"/>
              </a:ext>
            </a:extLst>
          </p:cNvPr>
          <p:cNvSpPr txBox="1"/>
          <p:nvPr/>
        </p:nvSpPr>
        <p:spPr>
          <a:xfrm>
            <a:off x="2160000" y="5400000"/>
            <a:ext cx="1800000" cy="828000"/>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D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锁存器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gn="ct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电平更新</a:t>
            </a:r>
            <a:endParaRPr lang="zh-CN" altLang="en-US" sz="2400" dirty="0"/>
          </a:p>
        </p:txBody>
      </p:sp>
      <p:sp>
        <p:nvSpPr>
          <p:cNvPr id="46" name="文本框 45">
            <a:extLst>
              <a:ext uri="{FF2B5EF4-FFF2-40B4-BE49-F238E27FC236}">
                <a16:creationId xmlns:a16="http://schemas.microsoft.com/office/drawing/2014/main" id="{9B7A4F04-6549-1E26-CB55-449AD830EB20}"/>
              </a:ext>
            </a:extLst>
          </p:cNvPr>
          <p:cNvSpPr txBox="1"/>
          <p:nvPr/>
        </p:nvSpPr>
        <p:spPr>
          <a:xfrm>
            <a:off x="7200000" y="5400000"/>
            <a:ext cx="1800000" cy="828000"/>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D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触发器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gn="ct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时钟沿更新</a:t>
            </a:r>
            <a:endParaRPr lang="zh-CN" altLang="en-US" sz="2400" dirty="0"/>
          </a:p>
        </p:txBody>
      </p:sp>
      <p:grpSp>
        <p:nvGrpSpPr>
          <p:cNvPr id="48" name="组合 47">
            <a:extLst>
              <a:ext uri="{FF2B5EF4-FFF2-40B4-BE49-F238E27FC236}">
                <a16:creationId xmlns:a16="http://schemas.microsoft.com/office/drawing/2014/main" id="{CA49EA48-8AC8-113F-5046-917A17C4BA16}"/>
              </a:ext>
            </a:extLst>
          </p:cNvPr>
          <p:cNvGrpSpPr/>
          <p:nvPr/>
        </p:nvGrpSpPr>
        <p:grpSpPr>
          <a:xfrm>
            <a:off x="7200000" y="3600000"/>
            <a:ext cx="2337672" cy="1582767"/>
            <a:chOff x="7200000" y="3600000"/>
            <a:chExt cx="2337672" cy="1582767"/>
          </a:xfrm>
        </p:grpSpPr>
        <p:sp>
          <p:nvSpPr>
            <p:cNvPr id="36" name="矩形 35">
              <a:extLst>
                <a:ext uri="{FF2B5EF4-FFF2-40B4-BE49-F238E27FC236}">
                  <a16:creationId xmlns:a16="http://schemas.microsoft.com/office/drawing/2014/main" id="{77F20999-BC2C-9AA1-1CC4-1EB79E72979C}"/>
                </a:ext>
              </a:extLst>
            </p:cNvPr>
            <p:cNvSpPr/>
            <p:nvPr/>
          </p:nvSpPr>
          <p:spPr>
            <a:xfrm>
              <a:off x="7533259" y="3600000"/>
              <a:ext cx="1147729" cy="1582767"/>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Line 27">
              <a:extLst>
                <a:ext uri="{FF2B5EF4-FFF2-40B4-BE49-F238E27FC236}">
                  <a16:creationId xmlns:a16="http://schemas.microsoft.com/office/drawing/2014/main" id="{8FF860CD-8B82-2D34-D832-2E961B4C082C}"/>
                </a:ext>
              </a:extLst>
            </p:cNvPr>
            <p:cNvSpPr>
              <a:spLocks noChangeShapeType="1"/>
            </p:cNvSpPr>
            <p:nvPr/>
          </p:nvSpPr>
          <p:spPr bwMode="auto">
            <a:xfrm>
              <a:off x="7200000" y="3954374"/>
              <a:ext cx="3332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8" name="Line 27">
              <a:extLst>
                <a:ext uri="{FF2B5EF4-FFF2-40B4-BE49-F238E27FC236}">
                  <a16:creationId xmlns:a16="http://schemas.microsoft.com/office/drawing/2014/main" id="{1224932E-E007-4048-64B2-C574D701572F}"/>
                </a:ext>
              </a:extLst>
            </p:cNvPr>
            <p:cNvSpPr>
              <a:spLocks noChangeShapeType="1"/>
            </p:cNvSpPr>
            <p:nvPr/>
          </p:nvSpPr>
          <p:spPr bwMode="auto">
            <a:xfrm>
              <a:off x="7200000" y="4838798"/>
              <a:ext cx="3332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30FC35C2-D20D-F4C2-A403-CC7225D8308C}"/>
                    </a:ext>
                  </a:extLst>
                </p:cNvPr>
                <p:cNvSpPr txBox="1"/>
                <p:nvPr/>
              </p:nvSpPr>
              <p:spPr>
                <a:xfrm>
                  <a:off x="7499982" y="3721505"/>
                  <a:ext cx="58416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1</m:t>
                        </m:r>
                        <m:r>
                          <m:rPr>
                            <m:sty m:val="p"/>
                          </m:rPr>
                          <a:rPr lang="en-US" altLang="zh-CN" sz="2400" b="0" i="0" smtClean="0">
                            <a:latin typeface="Cambria Math" panose="02040503050406030204" pitchFamily="18" charset="0"/>
                          </a:rPr>
                          <m:t>D</m:t>
                        </m:r>
                      </m:oMath>
                    </m:oMathPara>
                  </a14:m>
                  <a:endParaRPr lang="zh-CN" altLang="en-US" sz="2400" dirty="0"/>
                </a:p>
              </p:txBody>
            </p:sp>
          </mc:Choice>
          <mc:Fallback xmlns="">
            <p:sp>
              <p:nvSpPr>
                <p:cNvPr id="39" name="文本框 38">
                  <a:extLst>
                    <a:ext uri="{FF2B5EF4-FFF2-40B4-BE49-F238E27FC236}">
                      <a16:creationId xmlns:a16="http://schemas.microsoft.com/office/drawing/2014/main" id="{30FC35C2-D20D-F4C2-A403-CC7225D8308C}"/>
                    </a:ext>
                  </a:extLst>
                </p:cNvPr>
                <p:cNvSpPr txBox="1">
                  <a:spLocks noRot="1" noChangeAspect="1" noMove="1" noResize="1" noEditPoints="1" noAdjustHandles="1" noChangeArrowheads="1" noChangeShapeType="1" noTextEdit="1"/>
                </p:cNvSpPr>
                <p:nvPr/>
              </p:nvSpPr>
              <p:spPr>
                <a:xfrm>
                  <a:off x="7499982" y="3721505"/>
                  <a:ext cx="584160" cy="461665"/>
                </a:xfrm>
                <a:prstGeom prst="rect">
                  <a:avLst/>
                </a:prstGeom>
                <a:blipFill>
                  <a:blip r:embed="rId19"/>
                  <a:stretch>
                    <a:fillRect l="-72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9CA38377-0B5B-F0FD-1FE4-24E2E28919F8}"/>
                    </a:ext>
                  </a:extLst>
                </p:cNvPr>
                <p:cNvSpPr txBox="1"/>
                <p:nvPr/>
              </p:nvSpPr>
              <p:spPr>
                <a:xfrm>
                  <a:off x="7596000" y="4631918"/>
                  <a:ext cx="58416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C</m:t>
                        </m:r>
                        <m:r>
                          <a:rPr lang="en-US" altLang="zh-CN" sz="2400" i="1">
                            <a:latin typeface="Cambria Math" panose="02040503050406030204" pitchFamily="18" charset="0"/>
                          </a:rPr>
                          <m:t>1</m:t>
                        </m:r>
                      </m:oMath>
                    </m:oMathPara>
                  </a14:m>
                  <a:endParaRPr lang="zh-CN" altLang="en-US" sz="2400" dirty="0"/>
                </a:p>
              </p:txBody>
            </p:sp>
          </mc:Choice>
          <mc:Fallback xmlns="">
            <p:sp>
              <p:nvSpPr>
                <p:cNvPr id="40" name="文本框 39">
                  <a:extLst>
                    <a:ext uri="{FF2B5EF4-FFF2-40B4-BE49-F238E27FC236}">
                      <a16:creationId xmlns:a16="http://schemas.microsoft.com/office/drawing/2014/main" id="{9CA38377-0B5B-F0FD-1FE4-24E2E28919F8}"/>
                    </a:ext>
                  </a:extLst>
                </p:cNvPr>
                <p:cNvSpPr txBox="1">
                  <a:spLocks noRot="1" noChangeAspect="1" noMove="1" noResize="1" noEditPoints="1" noAdjustHandles="1" noChangeArrowheads="1" noChangeShapeType="1" noTextEdit="1"/>
                </p:cNvSpPr>
                <p:nvPr/>
              </p:nvSpPr>
              <p:spPr>
                <a:xfrm>
                  <a:off x="7596000" y="4631918"/>
                  <a:ext cx="584160" cy="461665"/>
                </a:xfrm>
                <a:prstGeom prst="rect">
                  <a:avLst/>
                </a:prstGeom>
                <a:blipFill>
                  <a:blip r:embed="rId20"/>
                  <a:stretch>
                    <a:fillRect l="-4167"/>
                  </a:stretch>
                </a:blipFill>
              </p:spPr>
              <p:txBody>
                <a:bodyPr/>
                <a:lstStyle/>
                <a:p>
                  <a:r>
                    <a:rPr lang="zh-CN" altLang="en-US">
                      <a:noFill/>
                    </a:rPr>
                    <a:t> </a:t>
                  </a:r>
                </a:p>
              </p:txBody>
            </p:sp>
          </mc:Fallback>
        </mc:AlternateContent>
        <p:sp>
          <p:nvSpPr>
            <p:cNvPr id="41" name="Line 27">
              <a:extLst>
                <a:ext uri="{FF2B5EF4-FFF2-40B4-BE49-F238E27FC236}">
                  <a16:creationId xmlns:a16="http://schemas.microsoft.com/office/drawing/2014/main" id="{FFB64E12-C038-A4DB-9E81-613CFB857C42}"/>
                </a:ext>
              </a:extLst>
            </p:cNvPr>
            <p:cNvSpPr>
              <a:spLocks noChangeShapeType="1"/>
            </p:cNvSpPr>
            <p:nvPr/>
          </p:nvSpPr>
          <p:spPr bwMode="auto">
            <a:xfrm>
              <a:off x="8680988" y="3954374"/>
              <a:ext cx="3332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2" name="Line 27">
              <a:extLst>
                <a:ext uri="{FF2B5EF4-FFF2-40B4-BE49-F238E27FC236}">
                  <a16:creationId xmlns:a16="http://schemas.microsoft.com/office/drawing/2014/main" id="{4E4E3C6D-F060-E1A8-1F42-2DD75A4EA793}"/>
                </a:ext>
              </a:extLst>
            </p:cNvPr>
            <p:cNvSpPr>
              <a:spLocks noChangeShapeType="1"/>
            </p:cNvSpPr>
            <p:nvPr/>
          </p:nvSpPr>
          <p:spPr bwMode="auto">
            <a:xfrm>
              <a:off x="8680988" y="4838797"/>
              <a:ext cx="3332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3" name="椭圆 42">
              <a:extLst>
                <a:ext uri="{FF2B5EF4-FFF2-40B4-BE49-F238E27FC236}">
                  <a16:creationId xmlns:a16="http://schemas.microsoft.com/office/drawing/2014/main" id="{B351D1C5-F6AA-2D09-1DBA-40F5364E7191}"/>
                </a:ext>
              </a:extLst>
            </p:cNvPr>
            <p:cNvSpPr/>
            <p:nvPr/>
          </p:nvSpPr>
          <p:spPr>
            <a:xfrm flipV="1">
              <a:off x="8688557" y="4769147"/>
              <a:ext cx="148040" cy="139297"/>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86FD360B-AA09-FA12-3B20-FDF2B97A04B1}"/>
                    </a:ext>
                  </a:extLst>
                </p:cNvPr>
                <p:cNvSpPr txBox="1"/>
                <p:nvPr/>
              </p:nvSpPr>
              <p:spPr>
                <a:xfrm>
                  <a:off x="8953512" y="3720139"/>
                  <a:ext cx="58416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44" name="文本框 43">
                  <a:extLst>
                    <a:ext uri="{FF2B5EF4-FFF2-40B4-BE49-F238E27FC236}">
                      <a16:creationId xmlns:a16="http://schemas.microsoft.com/office/drawing/2014/main" id="{86FD360B-AA09-FA12-3B20-FDF2B97A04B1}"/>
                    </a:ext>
                  </a:extLst>
                </p:cNvPr>
                <p:cNvSpPr txBox="1">
                  <a:spLocks noRot="1" noChangeAspect="1" noMove="1" noResize="1" noEditPoints="1" noAdjustHandles="1" noChangeArrowheads="1" noChangeShapeType="1" noTextEdit="1"/>
                </p:cNvSpPr>
                <p:nvPr/>
              </p:nvSpPr>
              <p:spPr>
                <a:xfrm>
                  <a:off x="8953512" y="3720139"/>
                  <a:ext cx="584160" cy="461665"/>
                </a:xfrm>
                <a:prstGeom prst="rect">
                  <a:avLst/>
                </a:prstGeom>
                <a:blipFill>
                  <a:blip r:embed="rId21"/>
                  <a:stretch>
                    <a:fillRect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C92376C4-69CE-2017-FE20-DBDCFE513483}"/>
                    </a:ext>
                  </a:extLst>
                </p:cNvPr>
                <p:cNvSpPr txBox="1"/>
                <p:nvPr/>
              </p:nvSpPr>
              <p:spPr>
                <a:xfrm>
                  <a:off x="8952368" y="4636444"/>
                  <a:ext cx="584160"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i="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45" name="文本框 44">
                  <a:extLst>
                    <a:ext uri="{FF2B5EF4-FFF2-40B4-BE49-F238E27FC236}">
                      <a16:creationId xmlns:a16="http://schemas.microsoft.com/office/drawing/2014/main" id="{C92376C4-69CE-2017-FE20-DBDCFE513483}"/>
                    </a:ext>
                  </a:extLst>
                </p:cNvPr>
                <p:cNvSpPr txBox="1">
                  <a:spLocks noRot="1" noChangeAspect="1" noMove="1" noResize="1" noEditPoints="1" noAdjustHandles="1" noChangeArrowheads="1" noChangeShapeType="1" noTextEdit="1"/>
                </p:cNvSpPr>
                <p:nvPr/>
              </p:nvSpPr>
              <p:spPr>
                <a:xfrm>
                  <a:off x="8952368" y="4636444"/>
                  <a:ext cx="584160" cy="462434"/>
                </a:xfrm>
                <a:prstGeom prst="rect">
                  <a:avLst/>
                </a:prstGeom>
                <a:blipFill>
                  <a:blip r:embed="rId22"/>
                  <a:stretch>
                    <a:fillRect r="-4211" b="-13333"/>
                  </a:stretch>
                </a:blipFill>
              </p:spPr>
              <p:txBody>
                <a:bodyPr/>
                <a:lstStyle/>
                <a:p>
                  <a:r>
                    <a:rPr lang="zh-CN" altLang="en-US">
                      <a:noFill/>
                    </a:rPr>
                    <a:t> </a:t>
                  </a:r>
                </a:p>
              </p:txBody>
            </p:sp>
          </mc:Fallback>
        </mc:AlternateContent>
        <p:sp>
          <p:nvSpPr>
            <p:cNvPr id="47" name="等腰三角形 46">
              <a:extLst>
                <a:ext uri="{FF2B5EF4-FFF2-40B4-BE49-F238E27FC236}">
                  <a16:creationId xmlns:a16="http://schemas.microsoft.com/office/drawing/2014/main" id="{B911C879-F7CC-E532-1E82-980C2A5C449D}"/>
                </a:ext>
              </a:extLst>
            </p:cNvPr>
            <p:cNvSpPr/>
            <p:nvPr/>
          </p:nvSpPr>
          <p:spPr>
            <a:xfrm rot="5400000">
              <a:off x="7498800" y="4788000"/>
              <a:ext cx="180000" cy="108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Tree>
    <p:extLst>
      <p:ext uri="{BB962C8B-B14F-4D97-AF65-F5344CB8AC3E}">
        <p14:creationId xmlns:p14="http://schemas.microsoft.com/office/powerpoint/2010/main" val="1008610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4C6F7-B779-7D3F-328A-41B77A00313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59855B8-53AD-718A-DAC2-D7FF2DF4099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数字部分（锁存器与触发器）</a:t>
            </a:r>
          </a:p>
        </p:txBody>
      </p:sp>
      <p:sp>
        <p:nvSpPr>
          <p:cNvPr id="3" name="文本框 2">
            <a:extLst>
              <a:ext uri="{FF2B5EF4-FFF2-40B4-BE49-F238E27FC236}">
                <a16:creationId xmlns:a16="http://schemas.microsoft.com/office/drawing/2014/main" id="{1249471A-FDCA-F6BC-B399-4DC7F2C80B74}"/>
              </a:ext>
            </a:extLst>
          </p:cNvPr>
          <p:cNvSpPr txBox="1"/>
          <p:nvPr/>
        </p:nvSpPr>
        <p:spPr>
          <a:xfrm>
            <a:off x="360000" y="827997"/>
            <a:ext cx="8816084"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SR </a:t>
            </a:r>
            <a:r>
              <a:rPr kumimoji="1" lang="zh-CN" altLang="en-US" sz="2800" dirty="0">
                <a:solidFill>
                  <a:srgbClr val="002060"/>
                </a:solidFill>
                <a:latin typeface="微软雅黑" panose="020B0503020204020204" pitchFamily="34" charset="-122"/>
                <a:ea typeface="微软雅黑" panose="020B0503020204020204" pitchFamily="34" charset="-122"/>
              </a:rPr>
              <a:t>锁存器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结构、原理、约束条件（置数和清零不能同时有效）</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id="{3890D4AD-440C-A148-C1B7-365A671447E5}"/>
              </a:ext>
            </a:extLst>
          </p:cNvPr>
          <p:cNvGrpSpPr/>
          <p:nvPr/>
        </p:nvGrpSpPr>
        <p:grpSpPr>
          <a:xfrm>
            <a:off x="11449269" y="6198682"/>
            <a:ext cx="786273" cy="548639"/>
            <a:chOff x="11454918" y="5839511"/>
            <a:chExt cx="786273" cy="548639"/>
          </a:xfrm>
        </p:grpSpPr>
        <p:grpSp>
          <p:nvGrpSpPr>
            <p:cNvPr id="21" name="组合 20">
              <a:extLst>
                <a:ext uri="{FF2B5EF4-FFF2-40B4-BE49-F238E27FC236}">
                  <a16:creationId xmlns:a16="http://schemas.microsoft.com/office/drawing/2014/main" id="{75E803AB-5BAF-F044-FBEA-B59BD1491D24}"/>
                </a:ext>
              </a:extLst>
            </p:cNvPr>
            <p:cNvGrpSpPr/>
            <p:nvPr/>
          </p:nvGrpSpPr>
          <p:grpSpPr>
            <a:xfrm>
              <a:off x="11454918" y="5867450"/>
              <a:ext cx="737081" cy="520700"/>
              <a:chOff x="11454918" y="5867450"/>
              <a:chExt cx="737081" cy="520700"/>
            </a:xfrm>
          </p:grpSpPr>
          <p:sp>
            <p:nvSpPr>
              <p:cNvPr id="23" name="箭头: 五边形 22">
                <a:extLst>
                  <a:ext uri="{FF2B5EF4-FFF2-40B4-BE49-F238E27FC236}">
                    <a16:creationId xmlns:a16="http://schemas.microsoft.com/office/drawing/2014/main" id="{89B6FEA7-EDDE-D0F0-C8B0-F78847DCE23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箭头: V 形 23">
                <a:extLst>
                  <a:ext uri="{FF2B5EF4-FFF2-40B4-BE49-F238E27FC236}">
                    <a16:creationId xmlns:a16="http://schemas.microsoft.com/office/drawing/2014/main" id="{63027D88-8C11-4034-B85D-5E25920110D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2" name="灯片编号占位符 3">
              <a:extLst>
                <a:ext uri="{FF2B5EF4-FFF2-40B4-BE49-F238E27FC236}">
                  <a16:creationId xmlns:a16="http://schemas.microsoft.com/office/drawing/2014/main" id="{4D1090D3-76F6-8FEE-E09F-795DBB41D13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28</a:t>
              </a:fld>
              <a:endParaRPr lang="zh-CN" altLang="en-US" sz="3200" dirty="0">
                <a:solidFill>
                  <a:schemeClr val="bg1"/>
                </a:solidFill>
                <a:latin typeface="Candara"/>
                <a:ea typeface="微软雅黑"/>
              </a:endParaRPr>
            </a:p>
          </p:txBody>
        </p:sp>
      </p:grpSp>
      <p:grpSp>
        <p:nvGrpSpPr>
          <p:cNvPr id="124" name="组合 123">
            <a:extLst>
              <a:ext uri="{FF2B5EF4-FFF2-40B4-BE49-F238E27FC236}">
                <a16:creationId xmlns:a16="http://schemas.microsoft.com/office/drawing/2014/main" id="{292CAA35-C3A0-108F-C7CE-7F1832FB2A71}"/>
              </a:ext>
            </a:extLst>
          </p:cNvPr>
          <p:cNvGrpSpPr/>
          <p:nvPr/>
        </p:nvGrpSpPr>
        <p:grpSpPr>
          <a:xfrm>
            <a:off x="720000" y="2016000"/>
            <a:ext cx="2263202" cy="1839773"/>
            <a:chOff x="876543" y="2027413"/>
            <a:chExt cx="2263202" cy="1839773"/>
          </a:xfrm>
        </p:grpSpPr>
        <p:sp>
          <p:nvSpPr>
            <p:cNvPr id="78" name="Arc 158">
              <a:extLst>
                <a:ext uri="{FF2B5EF4-FFF2-40B4-BE49-F238E27FC236}">
                  <a16:creationId xmlns:a16="http://schemas.microsoft.com/office/drawing/2014/main" id="{3672A0F8-459A-E1DB-63C5-051E6A7B06BB}"/>
                </a:ext>
              </a:extLst>
            </p:cNvPr>
            <p:cNvSpPr>
              <a:spLocks/>
            </p:cNvSpPr>
            <p:nvPr/>
          </p:nvSpPr>
          <p:spPr bwMode="auto">
            <a:xfrm rot="5400000">
              <a:off x="1054412" y="1986668"/>
              <a:ext cx="540228" cy="84229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79" name="Line 160">
              <a:extLst>
                <a:ext uri="{FF2B5EF4-FFF2-40B4-BE49-F238E27FC236}">
                  <a16:creationId xmlns:a16="http://schemas.microsoft.com/office/drawing/2014/main" id="{F7A1FFAC-7B21-38DF-A3AE-76F9F51D541E}"/>
                </a:ext>
              </a:extLst>
            </p:cNvPr>
            <p:cNvSpPr>
              <a:spLocks noChangeShapeType="1"/>
            </p:cNvSpPr>
            <p:nvPr/>
          </p:nvSpPr>
          <p:spPr bwMode="auto">
            <a:xfrm flipH="1">
              <a:off x="1622413" y="2134798"/>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0" name="Line 160">
              <a:extLst>
                <a:ext uri="{FF2B5EF4-FFF2-40B4-BE49-F238E27FC236}">
                  <a16:creationId xmlns:a16="http://schemas.microsoft.com/office/drawing/2014/main" id="{2659FD6A-1E67-4BB3-B799-6163C17B3781}"/>
                </a:ext>
              </a:extLst>
            </p:cNvPr>
            <p:cNvSpPr>
              <a:spLocks noChangeShapeType="1"/>
            </p:cNvSpPr>
            <p:nvPr/>
          </p:nvSpPr>
          <p:spPr bwMode="auto">
            <a:xfrm flipH="1">
              <a:off x="1622413" y="2677928"/>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81" name="Arc 156">
              <a:extLst>
                <a:ext uri="{FF2B5EF4-FFF2-40B4-BE49-F238E27FC236}">
                  <a16:creationId xmlns:a16="http://schemas.microsoft.com/office/drawing/2014/main" id="{0B08414D-8C20-3703-76E4-C379AE1050A3}"/>
                </a:ext>
              </a:extLst>
            </p:cNvPr>
            <p:cNvSpPr>
              <a:spLocks/>
            </p:cNvSpPr>
            <p:nvPr/>
          </p:nvSpPr>
          <p:spPr bwMode="auto">
            <a:xfrm flipV="1">
              <a:off x="1863184" y="2156049"/>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82" name="Line 27">
              <a:extLst>
                <a:ext uri="{FF2B5EF4-FFF2-40B4-BE49-F238E27FC236}">
                  <a16:creationId xmlns:a16="http://schemas.microsoft.com/office/drawing/2014/main" id="{F8758FD2-8A0C-715A-A99B-31123DE35242}"/>
                </a:ext>
              </a:extLst>
            </p:cNvPr>
            <p:cNvSpPr>
              <a:spLocks noChangeShapeType="1"/>
            </p:cNvSpPr>
            <p:nvPr/>
          </p:nvSpPr>
          <p:spPr bwMode="auto">
            <a:xfrm>
              <a:off x="1199183" y="2256393"/>
              <a:ext cx="5094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3" name="Line 27">
              <a:extLst>
                <a:ext uri="{FF2B5EF4-FFF2-40B4-BE49-F238E27FC236}">
                  <a16:creationId xmlns:a16="http://schemas.microsoft.com/office/drawing/2014/main" id="{705EDA0D-9413-9E69-1985-B8366D437130}"/>
                </a:ext>
              </a:extLst>
            </p:cNvPr>
            <p:cNvSpPr>
              <a:spLocks noChangeShapeType="1"/>
            </p:cNvSpPr>
            <p:nvPr/>
          </p:nvSpPr>
          <p:spPr bwMode="auto">
            <a:xfrm>
              <a:off x="1454685" y="2555896"/>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27">
              <a:extLst>
                <a:ext uri="{FF2B5EF4-FFF2-40B4-BE49-F238E27FC236}">
                  <a16:creationId xmlns:a16="http://schemas.microsoft.com/office/drawing/2014/main" id="{203F41A2-04A9-FAA4-2C4E-21E75023D59B}"/>
                </a:ext>
              </a:extLst>
            </p:cNvPr>
            <p:cNvSpPr>
              <a:spLocks noChangeShapeType="1"/>
            </p:cNvSpPr>
            <p:nvPr/>
          </p:nvSpPr>
          <p:spPr bwMode="auto">
            <a:xfrm>
              <a:off x="2242656" y="2406386"/>
              <a:ext cx="4388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Arc 156">
              <a:extLst>
                <a:ext uri="{FF2B5EF4-FFF2-40B4-BE49-F238E27FC236}">
                  <a16:creationId xmlns:a16="http://schemas.microsoft.com/office/drawing/2014/main" id="{E919C911-65CC-0715-5E37-0B86649F5909}"/>
                </a:ext>
              </a:extLst>
            </p:cNvPr>
            <p:cNvSpPr>
              <a:spLocks/>
            </p:cNvSpPr>
            <p:nvPr/>
          </p:nvSpPr>
          <p:spPr bwMode="auto">
            <a:xfrm>
              <a:off x="1861493" y="2134783"/>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41E71AD4-16C0-4E53-2C9C-8BA125A3983D}"/>
                    </a:ext>
                  </a:extLst>
                </p:cNvPr>
                <p:cNvSpPr txBox="1"/>
                <p:nvPr/>
              </p:nvSpPr>
              <p:spPr>
                <a:xfrm>
                  <a:off x="876544" y="2027413"/>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R</m:t>
                        </m:r>
                      </m:oMath>
                    </m:oMathPara>
                  </a14:m>
                  <a:endParaRPr lang="zh-CN" altLang="en-US" sz="2400" dirty="0">
                    <a:solidFill>
                      <a:schemeClr val="accent5">
                        <a:lumMod val="75000"/>
                      </a:schemeClr>
                    </a:solidFill>
                  </a:endParaRPr>
                </a:p>
              </p:txBody>
            </p:sp>
          </mc:Choice>
          <mc:Fallback xmlns="">
            <p:sp>
              <p:nvSpPr>
                <p:cNvPr id="86" name="文本框 85">
                  <a:extLst>
                    <a:ext uri="{FF2B5EF4-FFF2-40B4-BE49-F238E27FC236}">
                      <a16:creationId xmlns:a16="http://schemas.microsoft.com/office/drawing/2014/main" id="{41E71AD4-16C0-4E53-2C9C-8BA125A3983D}"/>
                    </a:ext>
                  </a:extLst>
                </p:cNvPr>
                <p:cNvSpPr txBox="1">
                  <a:spLocks noRot="1" noChangeAspect="1" noMove="1" noResize="1" noEditPoints="1" noAdjustHandles="1" noChangeArrowheads="1" noChangeShapeType="1" noTextEdit="1"/>
                </p:cNvSpPr>
                <p:nvPr/>
              </p:nvSpPr>
              <p:spPr>
                <a:xfrm>
                  <a:off x="876544" y="2027413"/>
                  <a:ext cx="458075" cy="461665"/>
                </a:xfrm>
                <a:prstGeom prst="rect">
                  <a:avLst/>
                </a:prstGeom>
                <a:blipFill>
                  <a:blip r:embed="rId2"/>
                  <a:stretch>
                    <a:fillRect l="-2667"/>
                  </a:stretch>
                </a:blipFill>
              </p:spPr>
              <p:txBody>
                <a:bodyPr/>
                <a:lstStyle/>
                <a:p>
                  <a:r>
                    <a:rPr lang="zh-CN" altLang="en-US">
                      <a:noFill/>
                    </a:rPr>
                    <a:t> </a:t>
                  </a:r>
                </a:p>
              </p:txBody>
            </p:sp>
          </mc:Fallback>
        </mc:AlternateContent>
        <p:sp>
          <p:nvSpPr>
            <p:cNvPr id="87" name="椭圆 86">
              <a:extLst>
                <a:ext uri="{FF2B5EF4-FFF2-40B4-BE49-F238E27FC236}">
                  <a16:creationId xmlns:a16="http://schemas.microsoft.com/office/drawing/2014/main" id="{8D5517DF-6291-19DC-2EE7-618035CE3CB4}"/>
                </a:ext>
              </a:extLst>
            </p:cNvPr>
            <p:cNvSpPr/>
            <p:nvPr/>
          </p:nvSpPr>
          <p:spPr>
            <a:xfrm flipV="1">
              <a:off x="2252990" y="2344741"/>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8" name="Arc 158">
              <a:extLst>
                <a:ext uri="{FF2B5EF4-FFF2-40B4-BE49-F238E27FC236}">
                  <a16:creationId xmlns:a16="http://schemas.microsoft.com/office/drawing/2014/main" id="{8C43D85A-74F4-5398-89E6-57E52A5E212B}"/>
                </a:ext>
              </a:extLst>
            </p:cNvPr>
            <p:cNvSpPr>
              <a:spLocks/>
            </p:cNvSpPr>
            <p:nvPr/>
          </p:nvSpPr>
          <p:spPr bwMode="auto">
            <a:xfrm rot="5400000">
              <a:off x="1054412" y="3067126"/>
              <a:ext cx="540228" cy="84229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89" name="Line 160">
              <a:extLst>
                <a:ext uri="{FF2B5EF4-FFF2-40B4-BE49-F238E27FC236}">
                  <a16:creationId xmlns:a16="http://schemas.microsoft.com/office/drawing/2014/main" id="{D28FE19B-B481-D644-5677-600E6C7A7115}"/>
                </a:ext>
              </a:extLst>
            </p:cNvPr>
            <p:cNvSpPr>
              <a:spLocks noChangeShapeType="1"/>
            </p:cNvSpPr>
            <p:nvPr/>
          </p:nvSpPr>
          <p:spPr bwMode="auto">
            <a:xfrm flipH="1">
              <a:off x="1622413" y="3215256"/>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0" name="Line 160">
              <a:extLst>
                <a:ext uri="{FF2B5EF4-FFF2-40B4-BE49-F238E27FC236}">
                  <a16:creationId xmlns:a16="http://schemas.microsoft.com/office/drawing/2014/main" id="{B983740E-86EA-7A63-146C-449135A16E0D}"/>
                </a:ext>
              </a:extLst>
            </p:cNvPr>
            <p:cNvSpPr>
              <a:spLocks noChangeShapeType="1"/>
            </p:cNvSpPr>
            <p:nvPr/>
          </p:nvSpPr>
          <p:spPr bwMode="auto">
            <a:xfrm flipH="1">
              <a:off x="1622413" y="3758386"/>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91" name="Arc 156">
              <a:extLst>
                <a:ext uri="{FF2B5EF4-FFF2-40B4-BE49-F238E27FC236}">
                  <a16:creationId xmlns:a16="http://schemas.microsoft.com/office/drawing/2014/main" id="{7A938875-E219-F367-00FC-045BF1B3750E}"/>
                </a:ext>
              </a:extLst>
            </p:cNvPr>
            <p:cNvSpPr>
              <a:spLocks/>
            </p:cNvSpPr>
            <p:nvPr/>
          </p:nvSpPr>
          <p:spPr bwMode="auto">
            <a:xfrm flipV="1">
              <a:off x="1863184" y="3236507"/>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92" name="Line 27">
              <a:extLst>
                <a:ext uri="{FF2B5EF4-FFF2-40B4-BE49-F238E27FC236}">
                  <a16:creationId xmlns:a16="http://schemas.microsoft.com/office/drawing/2014/main" id="{E8EDC159-7CE4-0631-9788-C3B87F4BD729}"/>
                </a:ext>
              </a:extLst>
            </p:cNvPr>
            <p:cNvSpPr>
              <a:spLocks noChangeShapeType="1"/>
            </p:cNvSpPr>
            <p:nvPr/>
          </p:nvSpPr>
          <p:spPr bwMode="auto">
            <a:xfrm>
              <a:off x="1454685" y="3336851"/>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3" name="Line 27">
              <a:extLst>
                <a:ext uri="{FF2B5EF4-FFF2-40B4-BE49-F238E27FC236}">
                  <a16:creationId xmlns:a16="http://schemas.microsoft.com/office/drawing/2014/main" id="{118C9134-B175-BAD9-FDF1-312E2715CBDF}"/>
                </a:ext>
              </a:extLst>
            </p:cNvPr>
            <p:cNvSpPr>
              <a:spLocks noChangeShapeType="1"/>
            </p:cNvSpPr>
            <p:nvPr/>
          </p:nvSpPr>
          <p:spPr bwMode="auto">
            <a:xfrm>
              <a:off x="1199183" y="3636354"/>
              <a:ext cx="5094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Line 27">
              <a:extLst>
                <a:ext uri="{FF2B5EF4-FFF2-40B4-BE49-F238E27FC236}">
                  <a16:creationId xmlns:a16="http://schemas.microsoft.com/office/drawing/2014/main" id="{39BD4C1E-0F53-52C8-AB20-ADFE7007E56A}"/>
                </a:ext>
              </a:extLst>
            </p:cNvPr>
            <p:cNvSpPr>
              <a:spLocks noChangeShapeType="1"/>
            </p:cNvSpPr>
            <p:nvPr/>
          </p:nvSpPr>
          <p:spPr bwMode="auto">
            <a:xfrm>
              <a:off x="2242656" y="3486844"/>
              <a:ext cx="4388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Arc 156">
              <a:extLst>
                <a:ext uri="{FF2B5EF4-FFF2-40B4-BE49-F238E27FC236}">
                  <a16:creationId xmlns:a16="http://schemas.microsoft.com/office/drawing/2014/main" id="{BFB06AAC-1872-464C-A0F0-28BDC8412027}"/>
                </a:ext>
              </a:extLst>
            </p:cNvPr>
            <p:cNvSpPr>
              <a:spLocks/>
            </p:cNvSpPr>
            <p:nvPr/>
          </p:nvSpPr>
          <p:spPr bwMode="auto">
            <a:xfrm>
              <a:off x="1861493" y="3215241"/>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96" name="椭圆 95">
              <a:extLst>
                <a:ext uri="{FF2B5EF4-FFF2-40B4-BE49-F238E27FC236}">
                  <a16:creationId xmlns:a16="http://schemas.microsoft.com/office/drawing/2014/main" id="{62ED5E8B-3065-2BCF-1CDD-15FCC1497492}"/>
                </a:ext>
              </a:extLst>
            </p:cNvPr>
            <p:cNvSpPr/>
            <p:nvPr/>
          </p:nvSpPr>
          <p:spPr>
            <a:xfrm flipV="1">
              <a:off x="2252990" y="3425199"/>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97" name="Line 27">
              <a:extLst>
                <a:ext uri="{FF2B5EF4-FFF2-40B4-BE49-F238E27FC236}">
                  <a16:creationId xmlns:a16="http://schemas.microsoft.com/office/drawing/2014/main" id="{F66C4D65-4B48-E81B-9298-0F636DC9488D}"/>
                </a:ext>
              </a:extLst>
            </p:cNvPr>
            <p:cNvSpPr>
              <a:spLocks noChangeShapeType="1"/>
            </p:cNvSpPr>
            <p:nvPr/>
          </p:nvSpPr>
          <p:spPr bwMode="auto">
            <a:xfrm rot="5400000">
              <a:off x="1339862" y="2671102"/>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Line 27">
              <a:extLst>
                <a:ext uri="{FF2B5EF4-FFF2-40B4-BE49-F238E27FC236}">
                  <a16:creationId xmlns:a16="http://schemas.microsoft.com/office/drawing/2014/main" id="{A4D1A339-81E1-9733-DDDC-3B23053C9CF8}"/>
                </a:ext>
              </a:extLst>
            </p:cNvPr>
            <p:cNvSpPr>
              <a:spLocks noChangeShapeType="1"/>
            </p:cNvSpPr>
            <p:nvPr/>
          </p:nvSpPr>
          <p:spPr bwMode="auto">
            <a:xfrm rot="5400000">
              <a:off x="1339862" y="3221196"/>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 name="Line 27">
              <a:extLst>
                <a:ext uri="{FF2B5EF4-FFF2-40B4-BE49-F238E27FC236}">
                  <a16:creationId xmlns:a16="http://schemas.microsoft.com/office/drawing/2014/main" id="{2254DDCC-EA86-3CCD-8775-A3A020100E0E}"/>
                </a:ext>
              </a:extLst>
            </p:cNvPr>
            <p:cNvSpPr>
              <a:spLocks noChangeShapeType="1"/>
            </p:cNvSpPr>
            <p:nvPr/>
          </p:nvSpPr>
          <p:spPr bwMode="auto">
            <a:xfrm rot="5400000">
              <a:off x="2396655" y="2545507"/>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 name="Line 27">
              <a:extLst>
                <a:ext uri="{FF2B5EF4-FFF2-40B4-BE49-F238E27FC236}">
                  <a16:creationId xmlns:a16="http://schemas.microsoft.com/office/drawing/2014/main" id="{1620452E-3A60-F518-B6EE-55B015AA8EC7}"/>
                </a:ext>
              </a:extLst>
            </p:cNvPr>
            <p:cNvSpPr>
              <a:spLocks noChangeShapeType="1"/>
            </p:cNvSpPr>
            <p:nvPr/>
          </p:nvSpPr>
          <p:spPr bwMode="auto">
            <a:xfrm rot="5400000">
              <a:off x="2396655" y="3348163"/>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27">
              <a:extLst>
                <a:ext uri="{FF2B5EF4-FFF2-40B4-BE49-F238E27FC236}">
                  <a16:creationId xmlns:a16="http://schemas.microsoft.com/office/drawing/2014/main" id="{EADF1B6B-A7EB-9769-7F0F-E9A67D62744E}"/>
                </a:ext>
              </a:extLst>
            </p:cNvPr>
            <p:cNvSpPr>
              <a:spLocks noChangeShapeType="1"/>
            </p:cNvSpPr>
            <p:nvPr/>
          </p:nvSpPr>
          <p:spPr bwMode="auto">
            <a:xfrm rot="5400000" flipV="1">
              <a:off x="1774261" y="2475125"/>
              <a:ext cx="445177" cy="10736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27">
              <a:extLst>
                <a:ext uri="{FF2B5EF4-FFF2-40B4-BE49-F238E27FC236}">
                  <a16:creationId xmlns:a16="http://schemas.microsoft.com/office/drawing/2014/main" id="{0F472C80-5713-BBC8-F833-480CBF147C3A}"/>
                </a:ext>
              </a:extLst>
            </p:cNvPr>
            <p:cNvSpPr>
              <a:spLocks noChangeShapeType="1"/>
            </p:cNvSpPr>
            <p:nvPr/>
          </p:nvSpPr>
          <p:spPr bwMode="auto">
            <a:xfrm rot="16200000" flipH="1" flipV="1">
              <a:off x="1773070" y="2345840"/>
              <a:ext cx="445177" cy="10736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椭圆 102">
              <a:extLst>
                <a:ext uri="{FF2B5EF4-FFF2-40B4-BE49-F238E27FC236}">
                  <a16:creationId xmlns:a16="http://schemas.microsoft.com/office/drawing/2014/main" id="{559974BD-3DD4-0445-B111-B315F746EE73}"/>
                </a:ext>
              </a:extLst>
            </p:cNvPr>
            <p:cNvSpPr/>
            <p:nvPr/>
          </p:nvSpPr>
          <p:spPr>
            <a:xfrm flipV="1">
              <a:off x="2476572" y="2358473"/>
              <a:ext cx="94100" cy="98317"/>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4" name="椭圆 103">
              <a:extLst>
                <a:ext uri="{FF2B5EF4-FFF2-40B4-BE49-F238E27FC236}">
                  <a16:creationId xmlns:a16="http://schemas.microsoft.com/office/drawing/2014/main" id="{A98BCDE6-7AF3-DBC6-968A-5E931C568EE4}"/>
                </a:ext>
              </a:extLst>
            </p:cNvPr>
            <p:cNvSpPr/>
            <p:nvPr/>
          </p:nvSpPr>
          <p:spPr>
            <a:xfrm flipV="1">
              <a:off x="2476572" y="3438015"/>
              <a:ext cx="94100" cy="98317"/>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05" name="文本框 104">
                  <a:extLst>
                    <a:ext uri="{FF2B5EF4-FFF2-40B4-BE49-F238E27FC236}">
                      <a16:creationId xmlns:a16="http://schemas.microsoft.com/office/drawing/2014/main" id="{3FD543C2-C32B-14B5-1E62-E0CA4E1BB6F4}"/>
                    </a:ext>
                  </a:extLst>
                </p:cNvPr>
                <p:cNvSpPr txBox="1"/>
                <p:nvPr/>
              </p:nvSpPr>
              <p:spPr>
                <a:xfrm>
                  <a:off x="876543" y="3405521"/>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S</m:t>
                        </m:r>
                      </m:oMath>
                    </m:oMathPara>
                  </a14:m>
                  <a:endParaRPr lang="zh-CN" altLang="en-US" sz="2400" dirty="0">
                    <a:solidFill>
                      <a:schemeClr val="accent5">
                        <a:lumMod val="75000"/>
                      </a:schemeClr>
                    </a:solidFill>
                  </a:endParaRPr>
                </a:p>
              </p:txBody>
            </p:sp>
          </mc:Choice>
          <mc:Fallback xmlns="">
            <p:sp>
              <p:nvSpPr>
                <p:cNvPr id="105" name="文本框 104">
                  <a:extLst>
                    <a:ext uri="{FF2B5EF4-FFF2-40B4-BE49-F238E27FC236}">
                      <a16:creationId xmlns:a16="http://schemas.microsoft.com/office/drawing/2014/main" id="{3FD543C2-C32B-14B5-1E62-E0CA4E1BB6F4}"/>
                    </a:ext>
                  </a:extLst>
                </p:cNvPr>
                <p:cNvSpPr txBox="1">
                  <a:spLocks noRot="1" noChangeAspect="1" noMove="1" noResize="1" noEditPoints="1" noAdjustHandles="1" noChangeArrowheads="1" noChangeShapeType="1" noTextEdit="1"/>
                </p:cNvSpPr>
                <p:nvPr/>
              </p:nvSpPr>
              <p:spPr>
                <a:xfrm>
                  <a:off x="876543" y="3405521"/>
                  <a:ext cx="458075" cy="46166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05AD467A-F908-15FB-AF91-6CA81F785A46}"/>
                    </a:ext>
                  </a:extLst>
                </p:cNvPr>
                <p:cNvSpPr txBox="1"/>
                <p:nvPr/>
              </p:nvSpPr>
              <p:spPr>
                <a:xfrm>
                  <a:off x="2681670" y="3254626"/>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smtClean="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106" name="文本框 105">
                  <a:extLst>
                    <a:ext uri="{FF2B5EF4-FFF2-40B4-BE49-F238E27FC236}">
                      <a16:creationId xmlns:a16="http://schemas.microsoft.com/office/drawing/2014/main" id="{05AD467A-F908-15FB-AF91-6CA81F785A46}"/>
                    </a:ext>
                  </a:extLst>
                </p:cNvPr>
                <p:cNvSpPr txBox="1">
                  <a:spLocks noRot="1" noChangeAspect="1" noMove="1" noResize="1" noEditPoints="1" noAdjustHandles="1" noChangeArrowheads="1" noChangeShapeType="1" noTextEdit="1"/>
                </p:cNvSpPr>
                <p:nvPr/>
              </p:nvSpPr>
              <p:spPr>
                <a:xfrm>
                  <a:off x="2681670" y="3254626"/>
                  <a:ext cx="458075" cy="462434"/>
                </a:xfrm>
                <a:prstGeom prst="rect">
                  <a:avLst/>
                </a:prstGeom>
                <a:blipFill>
                  <a:blip r:embed="rId4"/>
                  <a:stretch>
                    <a:fillRect l="-10667"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CD863DED-75EC-F78D-DE66-7B613226C93C}"/>
                    </a:ext>
                  </a:extLst>
                </p:cNvPr>
                <p:cNvSpPr txBox="1"/>
                <p:nvPr/>
              </p:nvSpPr>
              <p:spPr>
                <a:xfrm>
                  <a:off x="2681670" y="2174168"/>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107" name="文本框 106">
                  <a:extLst>
                    <a:ext uri="{FF2B5EF4-FFF2-40B4-BE49-F238E27FC236}">
                      <a16:creationId xmlns:a16="http://schemas.microsoft.com/office/drawing/2014/main" id="{CD863DED-75EC-F78D-DE66-7B613226C93C}"/>
                    </a:ext>
                  </a:extLst>
                </p:cNvPr>
                <p:cNvSpPr txBox="1">
                  <a:spLocks noRot="1" noChangeAspect="1" noMove="1" noResize="1" noEditPoints="1" noAdjustHandles="1" noChangeArrowheads="1" noChangeShapeType="1" noTextEdit="1"/>
                </p:cNvSpPr>
                <p:nvPr/>
              </p:nvSpPr>
              <p:spPr>
                <a:xfrm>
                  <a:off x="2681670" y="2174168"/>
                  <a:ext cx="458075" cy="462434"/>
                </a:xfrm>
                <a:prstGeom prst="rect">
                  <a:avLst/>
                </a:prstGeom>
                <a:blipFill>
                  <a:blip r:embed="rId5"/>
                  <a:stretch>
                    <a:fillRect l="-10667" b="-11842"/>
                  </a:stretch>
                </a:blipFill>
              </p:spPr>
              <p:txBody>
                <a:bodyPr/>
                <a:lstStyle/>
                <a:p>
                  <a:r>
                    <a:rPr lang="zh-CN" altLang="en-US">
                      <a:noFill/>
                    </a:rPr>
                    <a:t> </a:t>
                  </a:r>
                </a:p>
              </p:txBody>
            </p:sp>
          </mc:Fallback>
        </mc:AlternateContent>
      </p:grpSp>
      <p:grpSp>
        <p:nvGrpSpPr>
          <p:cNvPr id="108" name="组合 107">
            <a:extLst>
              <a:ext uri="{FF2B5EF4-FFF2-40B4-BE49-F238E27FC236}">
                <a16:creationId xmlns:a16="http://schemas.microsoft.com/office/drawing/2014/main" id="{C76CE62C-DFAA-9D3D-E008-05891C9C6C9B}"/>
              </a:ext>
            </a:extLst>
          </p:cNvPr>
          <p:cNvGrpSpPr/>
          <p:nvPr/>
        </p:nvGrpSpPr>
        <p:grpSpPr>
          <a:xfrm>
            <a:off x="3240000" y="2232000"/>
            <a:ext cx="2193239" cy="1378151"/>
            <a:chOff x="9804177" y="1524500"/>
            <a:chExt cx="2193239" cy="1378151"/>
          </a:xfrm>
        </p:grpSpPr>
        <p:sp>
          <p:nvSpPr>
            <p:cNvPr id="109" name="矩形 108">
              <a:extLst>
                <a:ext uri="{FF2B5EF4-FFF2-40B4-BE49-F238E27FC236}">
                  <a16:creationId xmlns:a16="http://schemas.microsoft.com/office/drawing/2014/main" id="{00AAA32D-CFC5-8D54-39E7-41B1B90EE05F}"/>
                </a:ext>
              </a:extLst>
            </p:cNvPr>
            <p:cNvSpPr/>
            <p:nvPr/>
          </p:nvSpPr>
          <p:spPr>
            <a:xfrm>
              <a:off x="10425636" y="1524500"/>
              <a:ext cx="900003" cy="1378151"/>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Line 27">
              <a:extLst>
                <a:ext uri="{FF2B5EF4-FFF2-40B4-BE49-F238E27FC236}">
                  <a16:creationId xmlns:a16="http://schemas.microsoft.com/office/drawing/2014/main" id="{369B309D-0972-A60A-1F69-7EDDECC23F9C}"/>
                </a:ext>
              </a:extLst>
            </p:cNvPr>
            <p:cNvSpPr>
              <a:spLocks noChangeShapeType="1"/>
            </p:cNvSpPr>
            <p:nvPr/>
          </p:nvSpPr>
          <p:spPr bwMode="auto">
            <a:xfrm>
              <a:off x="10164308" y="1833061"/>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1" name="Line 27">
              <a:extLst>
                <a:ext uri="{FF2B5EF4-FFF2-40B4-BE49-F238E27FC236}">
                  <a16:creationId xmlns:a16="http://schemas.microsoft.com/office/drawing/2014/main" id="{4D06A351-53EA-1DD3-5FD0-4ADDFD94F8BB}"/>
                </a:ext>
              </a:extLst>
            </p:cNvPr>
            <p:cNvSpPr>
              <a:spLocks noChangeShapeType="1"/>
            </p:cNvSpPr>
            <p:nvPr/>
          </p:nvSpPr>
          <p:spPr bwMode="auto">
            <a:xfrm>
              <a:off x="10164308" y="2603149"/>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12" name="文本框 111">
                  <a:extLst>
                    <a:ext uri="{FF2B5EF4-FFF2-40B4-BE49-F238E27FC236}">
                      <a16:creationId xmlns:a16="http://schemas.microsoft.com/office/drawing/2014/main" id="{4AC80199-870E-BB30-6DA2-24DD4B022F5C}"/>
                    </a:ext>
                  </a:extLst>
                </p:cNvPr>
                <p:cNvSpPr txBox="1"/>
                <p:nvPr/>
              </p:nvSpPr>
              <p:spPr>
                <a:xfrm>
                  <a:off x="10399542" y="1579600"/>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S</m:t>
                        </m:r>
                      </m:oMath>
                    </m:oMathPara>
                  </a14:m>
                  <a:endParaRPr lang="zh-CN" altLang="en-US" sz="2400" dirty="0"/>
                </a:p>
              </p:txBody>
            </p:sp>
          </mc:Choice>
          <mc:Fallback xmlns="">
            <p:sp>
              <p:nvSpPr>
                <p:cNvPr id="99" name="文本框 98">
                  <a:extLst>
                    <a:ext uri="{FF2B5EF4-FFF2-40B4-BE49-F238E27FC236}">
                      <a16:creationId xmlns:a16="http://schemas.microsoft.com/office/drawing/2014/main" id="{9A8C936A-8A94-74BF-299F-A14E2547E35D}"/>
                    </a:ext>
                  </a:extLst>
                </p:cNvPr>
                <p:cNvSpPr txBox="1">
                  <a:spLocks noRot="1" noChangeAspect="1" noMove="1" noResize="1" noEditPoints="1" noAdjustHandles="1" noChangeArrowheads="1" noChangeShapeType="1" noTextEdit="1"/>
                </p:cNvSpPr>
                <p:nvPr/>
              </p:nvSpPr>
              <p:spPr>
                <a:xfrm>
                  <a:off x="10399542" y="1579600"/>
                  <a:ext cx="458075" cy="461665"/>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文本框 112">
                  <a:extLst>
                    <a:ext uri="{FF2B5EF4-FFF2-40B4-BE49-F238E27FC236}">
                      <a16:creationId xmlns:a16="http://schemas.microsoft.com/office/drawing/2014/main" id="{167B8D61-C1CA-9D4D-7637-88227F42C269}"/>
                    </a:ext>
                  </a:extLst>
                </p:cNvPr>
                <p:cNvSpPr txBox="1"/>
                <p:nvPr/>
              </p:nvSpPr>
              <p:spPr>
                <a:xfrm>
                  <a:off x="10399543" y="2372316"/>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R</m:t>
                        </m:r>
                      </m:oMath>
                    </m:oMathPara>
                  </a14:m>
                  <a:endParaRPr lang="zh-CN" altLang="en-US" sz="2400" dirty="0"/>
                </a:p>
              </p:txBody>
            </p:sp>
          </mc:Choice>
          <mc:Fallback xmlns="">
            <p:sp>
              <p:nvSpPr>
                <p:cNvPr id="100" name="文本框 99">
                  <a:extLst>
                    <a:ext uri="{FF2B5EF4-FFF2-40B4-BE49-F238E27FC236}">
                      <a16:creationId xmlns:a16="http://schemas.microsoft.com/office/drawing/2014/main" id="{F7EBFF56-5253-38AC-7AC3-6E6DF5712518}"/>
                    </a:ext>
                  </a:extLst>
                </p:cNvPr>
                <p:cNvSpPr txBox="1">
                  <a:spLocks noRot="1" noChangeAspect="1" noMove="1" noResize="1" noEditPoints="1" noAdjustHandles="1" noChangeArrowheads="1" noChangeShapeType="1" noTextEdit="1"/>
                </p:cNvSpPr>
                <p:nvPr/>
              </p:nvSpPr>
              <p:spPr>
                <a:xfrm>
                  <a:off x="10399543" y="2372316"/>
                  <a:ext cx="458075" cy="461665"/>
                </a:xfrm>
                <a:prstGeom prst="rect">
                  <a:avLst/>
                </a:prstGeom>
                <a:blipFill>
                  <a:blip r:embed="rId17"/>
                  <a:stretch>
                    <a:fillRect l="-2667"/>
                  </a:stretch>
                </a:blipFill>
              </p:spPr>
              <p:txBody>
                <a:bodyPr/>
                <a:lstStyle/>
                <a:p>
                  <a:r>
                    <a:rPr lang="zh-CN" altLang="en-US">
                      <a:noFill/>
                    </a:rPr>
                    <a:t> </a:t>
                  </a:r>
                </a:p>
              </p:txBody>
            </p:sp>
          </mc:Fallback>
        </mc:AlternateContent>
        <p:sp>
          <p:nvSpPr>
            <p:cNvPr id="114" name="Line 27">
              <a:extLst>
                <a:ext uri="{FF2B5EF4-FFF2-40B4-BE49-F238E27FC236}">
                  <a16:creationId xmlns:a16="http://schemas.microsoft.com/office/drawing/2014/main" id="{C276F3EE-0BF1-3B03-C1DD-9A634FFFFC30}"/>
                </a:ext>
              </a:extLst>
            </p:cNvPr>
            <p:cNvSpPr>
              <a:spLocks noChangeShapeType="1"/>
            </p:cNvSpPr>
            <p:nvPr/>
          </p:nvSpPr>
          <p:spPr bwMode="auto">
            <a:xfrm>
              <a:off x="11325639" y="1833061"/>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5" name="Line 27">
              <a:extLst>
                <a:ext uri="{FF2B5EF4-FFF2-40B4-BE49-F238E27FC236}">
                  <a16:creationId xmlns:a16="http://schemas.microsoft.com/office/drawing/2014/main" id="{9AA32CC3-F592-09A0-5668-831AFB3BE242}"/>
                </a:ext>
              </a:extLst>
            </p:cNvPr>
            <p:cNvSpPr>
              <a:spLocks noChangeShapeType="1"/>
            </p:cNvSpPr>
            <p:nvPr/>
          </p:nvSpPr>
          <p:spPr bwMode="auto">
            <a:xfrm>
              <a:off x="11325639" y="2603148"/>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6" name="椭圆 115">
              <a:extLst>
                <a:ext uri="{FF2B5EF4-FFF2-40B4-BE49-F238E27FC236}">
                  <a16:creationId xmlns:a16="http://schemas.microsoft.com/office/drawing/2014/main" id="{D9902F36-67B8-C1E3-F96E-0BE5E73AC7E8}"/>
                </a:ext>
              </a:extLst>
            </p:cNvPr>
            <p:cNvSpPr/>
            <p:nvPr/>
          </p:nvSpPr>
          <p:spPr>
            <a:xfrm flipV="1">
              <a:off x="11331574" y="2542503"/>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226E4DC5-4206-ADAD-55FE-577753E98A63}"/>
                    </a:ext>
                  </a:extLst>
                </p:cNvPr>
                <p:cNvSpPr txBox="1"/>
                <p:nvPr/>
              </p:nvSpPr>
              <p:spPr>
                <a:xfrm>
                  <a:off x="11539341" y="1574083"/>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104" name="文本框 103">
                  <a:extLst>
                    <a:ext uri="{FF2B5EF4-FFF2-40B4-BE49-F238E27FC236}">
                      <a16:creationId xmlns:a16="http://schemas.microsoft.com/office/drawing/2014/main" id="{143AEAB3-9FAF-7368-BBA2-D7E55CD9BAE7}"/>
                    </a:ext>
                  </a:extLst>
                </p:cNvPr>
                <p:cNvSpPr txBox="1">
                  <a:spLocks noRot="1" noChangeAspect="1" noMove="1" noResize="1" noEditPoints="1" noAdjustHandles="1" noChangeArrowheads="1" noChangeShapeType="1" noTextEdit="1"/>
                </p:cNvSpPr>
                <p:nvPr/>
              </p:nvSpPr>
              <p:spPr>
                <a:xfrm>
                  <a:off x="11539341" y="1574083"/>
                  <a:ext cx="458075" cy="462434"/>
                </a:xfrm>
                <a:prstGeom prst="rect">
                  <a:avLst/>
                </a:prstGeom>
                <a:blipFill>
                  <a:blip r:embed="rId18"/>
                  <a:stretch>
                    <a:fillRect l="-10667"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文本框 117">
                  <a:extLst>
                    <a:ext uri="{FF2B5EF4-FFF2-40B4-BE49-F238E27FC236}">
                      <a16:creationId xmlns:a16="http://schemas.microsoft.com/office/drawing/2014/main" id="{C259EFA1-3328-4927-5B48-E7B08FE04372}"/>
                    </a:ext>
                  </a:extLst>
                </p:cNvPr>
                <p:cNvSpPr txBox="1"/>
                <p:nvPr/>
              </p:nvSpPr>
              <p:spPr>
                <a:xfrm>
                  <a:off x="11538444" y="2371930"/>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105" name="文本框 104">
                  <a:extLst>
                    <a:ext uri="{FF2B5EF4-FFF2-40B4-BE49-F238E27FC236}">
                      <a16:creationId xmlns:a16="http://schemas.microsoft.com/office/drawing/2014/main" id="{920CD379-06AC-1D38-44ED-DC5EA7C0186F}"/>
                    </a:ext>
                  </a:extLst>
                </p:cNvPr>
                <p:cNvSpPr txBox="1">
                  <a:spLocks noRot="1" noChangeAspect="1" noMove="1" noResize="1" noEditPoints="1" noAdjustHandles="1" noChangeArrowheads="1" noChangeShapeType="1" noTextEdit="1"/>
                </p:cNvSpPr>
                <p:nvPr/>
              </p:nvSpPr>
              <p:spPr>
                <a:xfrm>
                  <a:off x="11538444" y="2371930"/>
                  <a:ext cx="458075" cy="462434"/>
                </a:xfrm>
                <a:prstGeom prst="rect">
                  <a:avLst/>
                </a:prstGeom>
                <a:blipFill>
                  <a:blip r:embed="rId19"/>
                  <a:stretch>
                    <a:fillRect l="-10667"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9" name="文本框 118">
                  <a:extLst>
                    <a:ext uri="{FF2B5EF4-FFF2-40B4-BE49-F238E27FC236}">
                      <a16:creationId xmlns:a16="http://schemas.microsoft.com/office/drawing/2014/main" id="{697B2F89-E3E2-927E-A3DC-92F61296F8D8}"/>
                    </a:ext>
                  </a:extLst>
                </p:cNvPr>
                <p:cNvSpPr txBox="1"/>
                <p:nvPr/>
              </p:nvSpPr>
              <p:spPr>
                <a:xfrm>
                  <a:off x="9804177" y="1579326"/>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S</m:t>
                        </m:r>
                      </m:oMath>
                    </m:oMathPara>
                  </a14:m>
                  <a:endParaRPr lang="zh-CN" altLang="en-US" sz="2400" dirty="0">
                    <a:solidFill>
                      <a:schemeClr val="accent5">
                        <a:lumMod val="75000"/>
                      </a:schemeClr>
                    </a:solidFill>
                  </a:endParaRPr>
                </a:p>
              </p:txBody>
            </p:sp>
          </mc:Choice>
          <mc:Fallback xmlns="">
            <p:sp>
              <p:nvSpPr>
                <p:cNvPr id="5" name="文本框 4">
                  <a:extLst>
                    <a:ext uri="{FF2B5EF4-FFF2-40B4-BE49-F238E27FC236}">
                      <a16:creationId xmlns:a16="http://schemas.microsoft.com/office/drawing/2014/main" id="{CC252C7F-EE25-AD2C-8DA9-A16539911F6E}"/>
                    </a:ext>
                  </a:extLst>
                </p:cNvPr>
                <p:cNvSpPr txBox="1">
                  <a:spLocks noRot="1" noChangeAspect="1" noMove="1" noResize="1" noEditPoints="1" noAdjustHandles="1" noChangeArrowheads="1" noChangeShapeType="1" noTextEdit="1"/>
                </p:cNvSpPr>
                <p:nvPr/>
              </p:nvSpPr>
              <p:spPr>
                <a:xfrm>
                  <a:off x="9804177" y="1579326"/>
                  <a:ext cx="458075" cy="461665"/>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0" name="文本框 119">
                  <a:extLst>
                    <a:ext uri="{FF2B5EF4-FFF2-40B4-BE49-F238E27FC236}">
                      <a16:creationId xmlns:a16="http://schemas.microsoft.com/office/drawing/2014/main" id="{BF164B19-2601-0305-B581-3FD26AC7D86D}"/>
                    </a:ext>
                  </a:extLst>
                </p:cNvPr>
                <p:cNvSpPr txBox="1"/>
                <p:nvPr/>
              </p:nvSpPr>
              <p:spPr>
                <a:xfrm>
                  <a:off x="9804178" y="2372042"/>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R</m:t>
                        </m:r>
                      </m:oMath>
                    </m:oMathPara>
                  </a14:m>
                  <a:endParaRPr lang="zh-CN" altLang="en-US" sz="2400" dirty="0">
                    <a:solidFill>
                      <a:schemeClr val="accent5">
                        <a:lumMod val="75000"/>
                      </a:schemeClr>
                    </a:solidFill>
                  </a:endParaRPr>
                </a:p>
              </p:txBody>
            </p:sp>
          </mc:Choice>
          <mc:Fallback xmlns="">
            <p:sp>
              <p:nvSpPr>
                <p:cNvPr id="6" name="文本框 5">
                  <a:extLst>
                    <a:ext uri="{FF2B5EF4-FFF2-40B4-BE49-F238E27FC236}">
                      <a16:creationId xmlns:a16="http://schemas.microsoft.com/office/drawing/2014/main" id="{4FC4C398-AA62-4F03-D41F-7BA461D3CF6F}"/>
                    </a:ext>
                  </a:extLst>
                </p:cNvPr>
                <p:cNvSpPr txBox="1">
                  <a:spLocks noRot="1" noChangeAspect="1" noMove="1" noResize="1" noEditPoints="1" noAdjustHandles="1" noChangeArrowheads="1" noChangeShapeType="1" noTextEdit="1"/>
                </p:cNvSpPr>
                <p:nvPr/>
              </p:nvSpPr>
              <p:spPr>
                <a:xfrm>
                  <a:off x="9804178" y="2372042"/>
                  <a:ext cx="458075" cy="461665"/>
                </a:xfrm>
                <a:prstGeom prst="rect">
                  <a:avLst/>
                </a:prstGeom>
                <a:blipFill>
                  <a:blip r:embed="rId12"/>
                  <a:stretch>
                    <a:fillRect l="-2667"/>
                  </a:stretch>
                </a:blipFill>
              </p:spPr>
              <p:txBody>
                <a:bodyPr/>
                <a:lstStyle/>
                <a:p>
                  <a:r>
                    <a:rPr lang="zh-CN" altLang="en-US">
                      <a:noFill/>
                    </a:rPr>
                    <a:t> </a:t>
                  </a:r>
                </a:p>
              </p:txBody>
            </p:sp>
          </mc:Fallback>
        </mc:AlternateContent>
      </p:grpSp>
      <p:sp>
        <p:nvSpPr>
          <p:cNvPr id="121" name="文本框 120">
            <a:extLst>
              <a:ext uri="{FF2B5EF4-FFF2-40B4-BE49-F238E27FC236}">
                <a16:creationId xmlns:a16="http://schemas.microsoft.com/office/drawing/2014/main" id="{0647B82D-DDFF-F33B-26D4-7DE301CE3F6E}"/>
              </a:ext>
            </a:extLst>
          </p:cNvPr>
          <p:cNvSpPr txBox="1"/>
          <p:nvPr/>
        </p:nvSpPr>
        <p:spPr>
          <a:xfrm>
            <a:off x="1080000" y="3996000"/>
            <a:ext cx="4011226" cy="400110"/>
          </a:xfrm>
          <a:prstGeom prst="rect">
            <a:avLst/>
          </a:prstGeom>
          <a:noFill/>
        </p:spPr>
        <p:txBody>
          <a:bodyPr wrap="square">
            <a:spAutoFit/>
          </a:bodyPr>
          <a:lstStyle/>
          <a:p>
            <a:pPr algn="ctr"/>
            <a:r>
              <a:rPr kumimoji="1" lang="zh-CN" altLang="en-US" sz="2000" dirty="0">
                <a:solidFill>
                  <a:srgbClr val="002060"/>
                </a:solidFill>
                <a:latin typeface="微软雅黑" panose="020B0503020204020204" pitchFamily="34" charset="-122"/>
                <a:ea typeface="微软雅黑" panose="020B0503020204020204" pitchFamily="34" charset="-122"/>
              </a:rPr>
              <a:t>用</a:t>
            </a:r>
            <a:r>
              <a:rPr kumimoji="1" lang="zh-CN" altLang="en-US" sz="2000" dirty="0">
                <a:solidFill>
                  <a:srgbClr val="C00000"/>
                </a:solidFill>
                <a:latin typeface="微软雅黑" panose="020B0503020204020204" pitchFamily="34" charset="-122"/>
                <a:ea typeface="微软雅黑" panose="020B0503020204020204" pitchFamily="34" charset="-122"/>
              </a:rPr>
              <a:t>或非门</a:t>
            </a:r>
            <a:r>
              <a:rPr kumimoji="1" lang="zh-CN" altLang="en-US" sz="2000" dirty="0">
                <a:solidFill>
                  <a:srgbClr val="002060"/>
                </a:solidFill>
                <a:latin typeface="微软雅黑" panose="020B0503020204020204" pitchFamily="34" charset="-122"/>
                <a:ea typeface="微软雅黑" panose="020B0503020204020204" pitchFamily="34" charset="-122"/>
              </a:rPr>
              <a:t>构成的 </a:t>
            </a:r>
            <a:r>
              <a:rPr kumimoji="1" lang="en-US" altLang="zh-CN" sz="2000" dirty="0">
                <a:solidFill>
                  <a:srgbClr val="002060"/>
                </a:solidFill>
                <a:latin typeface="微软雅黑" panose="020B0503020204020204" pitchFamily="34" charset="-122"/>
                <a:ea typeface="微软雅黑" panose="020B0503020204020204" pitchFamily="34" charset="-122"/>
              </a:rPr>
              <a:t>SR </a:t>
            </a:r>
            <a:r>
              <a:rPr kumimoji="1" lang="zh-CN" altLang="en-US" sz="2000" dirty="0">
                <a:solidFill>
                  <a:srgbClr val="002060"/>
                </a:solidFill>
                <a:latin typeface="微软雅黑" panose="020B0503020204020204" pitchFamily="34" charset="-122"/>
                <a:ea typeface="微软雅黑" panose="020B0503020204020204" pitchFamily="34" charset="-122"/>
              </a:rPr>
              <a:t>锁存器功能表</a:t>
            </a:r>
            <a:endParaRPr lang="zh-CN" altLang="en-US" sz="2000" dirty="0">
              <a:solidFill>
                <a:srgbClr val="002060"/>
              </a:solidFill>
            </a:endParaRPr>
          </a:p>
        </p:txBody>
      </p:sp>
      <mc:AlternateContent xmlns:mc="http://schemas.openxmlformats.org/markup-compatibility/2006" xmlns:a14="http://schemas.microsoft.com/office/drawing/2010/main">
        <mc:Choice Requires="a14">
          <p:graphicFrame>
            <p:nvGraphicFramePr>
              <p:cNvPr id="122" name="表格 121">
                <a:extLst>
                  <a:ext uri="{FF2B5EF4-FFF2-40B4-BE49-F238E27FC236}">
                    <a16:creationId xmlns:a16="http://schemas.microsoft.com/office/drawing/2014/main" id="{4495E076-7AA6-03BB-9127-F2489E55CCBB}"/>
                  </a:ext>
                </a:extLst>
              </p:cNvPr>
              <p:cNvGraphicFramePr>
                <a:graphicFrameLocks noGrp="1"/>
              </p:cNvGraphicFramePr>
              <p:nvPr>
                <p:extLst>
                  <p:ext uri="{D42A27DB-BD31-4B8C-83A1-F6EECF244321}">
                    <p14:modId xmlns:p14="http://schemas.microsoft.com/office/powerpoint/2010/main" val="2030943045"/>
                  </p:ext>
                </p:extLst>
              </p:nvPr>
            </p:nvGraphicFramePr>
            <p:xfrm>
              <a:off x="1296000" y="4392000"/>
              <a:ext cx="3588453" cy="2286000"/>
            </p:xfrm>
            <a:graphic>
              <a:graphicData uri="http://schemas.openxmlformats.org/drawingml/2006/table">
                <a:tbl>
                  <a:tblPr firstRow="1" bandRow="1">
                    <a:tableStyleId>{5940675A-B579-460E-94D1-54222C63F5DA}</a:tableStyleId>
                  </a:tblPr>
                  <a:tblGrid>
                    <a:gridCol w="1028133">
                      <a:extLst>
                        <a:ext uri="{9D8B030D-6E8A-4147-A177-3AD203B41FA5}">
                          <a16:colId xmlns:a16="http://schemas.microsoft.com/office/drawing/2014/main" val="3503328417"/>
                        </a:ext>
                      </a:extLst>
                    </a:gridCol>
                    <a:gridCol w="1432560">
                      <a:extLst>
                        <a:ext uri="{9D8B030D-6E8A-4147-A177-3AD203B41FA5}">
                          <a16:colId xmlns:a16="http://schemas.microsoft.com/office/drawing/2014/main" val="367339315"/>
                        </a:ext>
                      </a:extLst>
                    </a:gridCol>
                    <a:gridCol w="1127760">
                      <a:extLst>
                        <a:ext uri="{9D8B030D-6E8A-4147-A177-3AD203B41FA5}">
                          <a16:colId xmlns:a16="http://schemas.microsoft.com/office/drawing/2014/main" val="3779089356"/>
                        </a:ext>
                      </a:extLst>
                    </a:gridCol>
                  </a:tblGrid>
                  <a:tr h="392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b="0" dirty="0">
                              <a:solidFill>
                                <a:srgbClr val="002060"/>
                              </a:solidFill>
                            </a:rPr>
                            <a:t> </a:t>
                          </a:r>
                          <a14:m>
                            <m:oMath xmlns:m="http://schemas.openxmlformats.org/officeDocument/2006/math">
                              <m:r>
                                <m:rPr>
                                  <m:sty m:val="p"/>
                                </m:rPr>
                                <a:rPr lang="en-US" altLang="zh-CN" sz="2400" b="0" i="0" smtClean="0">
                                  <a:solidFill>
                                    <a:srgbClr val="002060"/>
                                  </a:solidFill>
                                  <a:latin typeface="Cambria Math" panose="02040503050406030204" pitchFamily="18" charset="0"/>
                                </a:rPr>
                                <m:t>S</m:t>
                              </m:r>
                            </m:oMath>
                          </a14:m>
                          <a:r>
                            <a:rPr lang="en-US" altLang="zh-CN" sz="24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b="0" i="0" smtClean="0">
                                  <a:solidFill>
                                    <a:srgbClr val="002060"/>
                                  </a:solidFill>
                                  <a:latin typeface="Cambria Math" panose="02040503050406030204" pitchFamily="18" charset="0"/>
                                </a:rPr>
                                <m:t>R</m:t>
                              </m:r>
                            </m:oMath>
                          </a14:m>
                          <a:endParaRPr lang="zh-CN" altLang="en-US" sz="2400" dirty="0">
                            <a:solidFill>
                              <a:srgbClr val="002060"/>
                            </a:solidFill>
                          </a:endParaRPr>
                        </a:p>
                      </a:txBody>
                      <a:tcPr/>
                    </a:tc>
                    <a:tc>
                      <a:txBody>
                        <a:bodyPr/>
                        <a:lstStyle/>
                        <a:p>
                          <a:pPr algn="ct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功能</a:t>
                          </a:r>
                        </a:p>
                      </a:txBody>
                      <a:tcPr/>
                    </a:tc>
                    <a:extLst>
                      <a:ext uri="{0D108BD9-81ED-4DB2-BD59-A6C34878D82A}">
                        <a16:rowId xmlns:a16="http://schemas.microsoft.com/office/drawing/2014/main" val="1700721071"/>
                      </a:ext>
                    </a:extLst>
                  </a:tr>
                  <a:tr h="391743">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0    0</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r>
                            <a:rPr lang="zh-CN" altLang="en-US" sz="2000" dirty="0">
                              <a:solidFill>
                                <a:srgbClr val="002060"/>
                              </a:solidFill>
                              <a:latin typeface="微软雅黑" panose="020B0503020204020204" pitchFamily="34" charset="-122"/>
                              <a:ea typeface="微软雅黑" panose="020B0503020204020204" pitchFamily="34" charset="-122"/>
                            </a:rPr>
                            <a:t>不变   不变</a:t>
                          </a: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保持</a:t>
                          </a:r>
                        </a:p>
                      </a:txBody>
                      <a:tcPr/>
                    </a:tc>
                    <a:extLst>
                      <a:ext uri="{0D108BD9-81ED-4DB2-BD59-A6C34878D82A}">
                        <a16:rowId xmlns:a16="http://schemas.microsoft.com/office/drawing/2014/main" val="3398741580"/>
                      </a:ext>
                    </a:extLst>
                  </a:tr>
                  <a:tr h="391743">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0    1</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0      1</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置 </a:t>
                          </a:r>
                          <a:r>
                            <a:rPr lang="en-US" altLang="zh-CN" sz="2400" dirty="0">
                              <a:solidFill>
                                <a:srgbClr val="002060"/>
                              </a:solidFill>
                              <a:latin typeface="微软雅黑" panose="020B0503020204020204" pitchFamily="34" charset="-122"/>
                              <a:ea typeface="微软雅黑" panose="020B0503020204020204" pitchFamily="34" charset="-122"/>
                            </a:rPr>
                            <a:t>0</a:t>
                          </a:r>
                          <a:endParaRPr lang="zh-CN" altLang="en-US" sz="2000" dirty="0">
                            <a:solidFill>
                              <a:srgbClr val="002060"/>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79992937"/>
                      </a:ext>
                    </a:extLst>
                  </a:tr>
                  <a:tr h="391743">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1    0</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1      0</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置 </a:t>
                          </a:r>
                          <a:r>
                            <a:rPr lang="en-US" altLang="zh-CN" sz="2400" dirty="0">
                              <a:solidFill>
                                <a:srgbClr val="002060"/>
                              </a:solidFill>
                              <a:latin typeface="微软雅黑" panose="020B0503020204020204" pitchFamily="34" charset="-122"/>
                              <a:ea typeface="微软雅黑" panose="020B0503020204020204" pitchFamily="34" charset="-122"/>
                            </a:rPr>
                            <a:t>1</a:t>
                          </a:r>
                          <a:endParaRPr lang="zh-CN" altLang="en-US" sz="2000" dirty="0">
                            <a:solidFill>
                              <a:srgbClr val="002060"/>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693425340"/>
                      </a:ext>
                    </a:extLst>
                  </a:tr>
                  <a:tr h="391743">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1    1</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0      0</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非定义</a:t>
                          </a:r>
                        </a:p>
                      </a:txBody>
                      <a:tcPr/>
                    </a:tc>
                    <a:extLst>
                      <a:ext uri="{0D108BD9-81ED-4DB2-BD59-A6C34878D82A}">
                        <a16:rowId xmlns:a16="http://schemas.microsoft.com/office/drawing/2014/main" val="4249751876"/>
                      </a:ext>
                    </a:extLst>
                  </a:tr>
                </a:tbl>
              </a:graphicData>
            </a:graphic>
          </p:graphicFrame>
        </mc:Choice>
        <mc:Fallback xmlns="">
          <p:graphicFrame>
            <p:nvGraphicFramePr>
              <p:cNvPr id="122" name="表格 121">
                <a:extLst>
                  <a:ext uri="{FF2B5EF4-FFF2-40B4-BE49-F238E27FC236}">
                    <a16:creationId xmlns:a16="http://schemas.microsoft.com/office/drawing/2014/main" id="{4495E076-7AA6-03BB-9127-F2489E55CCBB}"/>
                  </a:ext>
                </a:extLst>
              </p:cNvPr>
              <p:cNvGraphicFramePr>
                <a:graphicFrameLocks noGrp="1"/>
              </p:cNvGraphicFramePr>
              <p:nvPr>
                <p:extLst>
                  <p:ext uri="{D42A27DB-BD31-4B8C-83A1-F6EECF244321}">
                    <p14:modId xmlns:p14="http://schemas.microsoft.com/office/powerpoint/2010/main" val="2030943045"/>
                  </p:ext>
                </p:extLst>
              </p:nvPr>
            </p:nvGraphicFramePr>
            <p:xfrm>
              <a:off x="1296000" y="4392000"/>
              <a:ext cx="3588453" cy="2286000"/>
            </p:xfrm>
            <a:graphic>
              <a:graphicData uri="http://schemas.openxmlformats.org/drawingml/2006/table">
                <a:tbl>
                  <a:tblPr firstRow="1" bandRow="1">
                    <a:tableStyleId>{5940675A-B579-460E-94D1-54222C63F5DA}</a:tableStyleId>
                  </a:tblPr>
                  <a:tblGrid>
                    <a:gridCol w="1028133">
                      <a:extLst>
                        <a:ext uri="{9D8B030D-6E8A-4147-A177-3AD203B41FA5}">
                          <a16:colId xmlns:a16="http://schemas.microsoft.com/office/drawing/2014/main" val="3503328417"/>
                        </a:ext>
                      </a:extLst>
                    </a:gridCol>
                    <a:gridCol w="1432560">
                      <a:extLst>
                        <a:ext uri="{9D8B030D-6E8A-4147-A177-3AD203B41FA5}">
                          <a16:colId xmlns:a16="http://schemas.microsoft.com/office/drawing/2014/main" val="367339315"/>
                        </a:ext>
                      </a:extLst>
                    </a:gridCol>
                    <a:gridCol w="1127760">
                      <a:extLst>
                        <a:ext uri="{9D8B030D-6E8A-4147-A177-3AD203B41FA5}">
                          <a16:colId xmlns:a16="http://schemas.microsoft.com/office/drawing/2014/main" val="3779089356"/>
                        </a:ext>
                      </a:extLst>
                    </a:gridCol>
                  </a:tblGrid>
                  <a:tr h="457200">
                    <a:tc>
                      <a:txBody>
                        <a:bodyPr/>
                        <a:lstStyle/>
                        <a:p>
                          <a:endParaRPr lang="zh-CN"/>
                        </a:p>
                      </a:txBody>
                      <a:tcPr>
                        <a:blipFill>
                          <a:blip r:embed="rId21"/>
                          <a:stretch>
                            <a:fillRect l="-592" t="-6667" r="-250296" b="-430667"/>
                          </a:stretch>
                        </a:blipFill>
                      </a:tcPr>
                    </a:tc>
                    <a:tc>
                      <a:txBody>
                        <a:bodyPr/>
                        <a:lstStyle/>
                        <a:p>
                          <a:pPr algn="ct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功能</a:t>
                          </a:r>
                        </a:p>
                      </a:txBody>
                      <a:tcPr/>
                    </a:tc>
                    <a:extLst>
                      <a:ext uri="{0D108BD9-81ED-4DB2-BD59-A6C34878D82A}">
                        <a16:rowId xmlns:a16="http://schemas.microsoft.com/office/drawing/2014/main" val="1700721071"/>
                      </a:ext>
                    </a:extLst>
                  </a:tr>
                  <a:tr h="457200">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0    0</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r>
                            <a:rPr lang="zh-CN" altLang="en-US" sz="2000" dirty="0">
                              <a:solidFill>
                                <a:srgbClr val="002060"/>
                              </a:solidFill>
                              <a:latin typeface="微软雅黑" panose="020B0503020204020204" pitchFamily="34" charset="-122"/>
                              <a:ea typeface="微软雅黑" panose="020B0503020204020204" pitchFamily="34" charset="-122"/>
                            </a:rPr>
                            <a:t>不变   不变</a:t>
                          </a: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保持</a:t>
                          </a:r>
                        </a:p>
                      </a:txBody>
                      <a:tcPr/>
                    </a:tc>
                    <a:extLst>
                      <a:ext uri="{0D108BD9-81ED-4DB2-BD59-A6C34878D82A}">
                        <a16:rowId xmlns:a16="http://schemas.microsoft.com/office/drawing/2014/main" val="3398741580"/>
                      </a:ext>
                    </a:extLst>
                  </a:tr>
                  <a:tr h="457200">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0    1</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0      1</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置 </a:t>
                          </a:r>
                          <a:r>
                            <a:rPr lang="en-US" altLang="zh-CN" sz="2400" dirty="0">
                              <a:solidFill>
                                <a:srgbClr val="002060"/>
                              </a:solidFill>
                              <a:latin typeface="微软雅黑" panose="020B0503020204020204" pitchFamily="34" charset="-122"/>
                              <a:ea typeface="微软雅黑" panose="020B0503020204020204" pitchFamily="34" charset="-122"/>
                            </a:rPr>
                            <a:t>0</a:t>
                          </a:r>
                          <a:endParaRPr lang="zh-CN" altLang="en-US" sz="2000" dirty="0">
                            <a:solidFill>
                              <a:srgbClr val="002060"/>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79992937"/>
                      </a:ext>
                    </a:extLst>
                  </a:tr>
                  <a:tr h="457200">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1    0</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1      0</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置 </a:t>
                          </a:r>
                          <a:r>
                            <a:rPr lang="en-US" altLang="zh-CN" sz="2400" dirty="0">
                              <a:solidFill>
                                <a:srgbClr val="002060"/>
                              </a:solidFill>
                              <a:latin typeface="微软雅黑" panose="020B0503020204020204" pitchFamily="34" charset="-122"/>
                              <a:ea typeface="微软雅黑" panose="020B0503020204020204" pitchFamily="34" charset="-122"/>
                            </a:rPr>
                            <a:t>1</a:t>
                          </a:r>
                          <a:endParaRPr lang="zh-CN" altLang="en-US" sz="2000" dirty="0">
                            <a:solidFill>
                              <a:srgbClr val="002060"/>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693425340"/>
                      </a:ext>
                    </a:extLst>
                  </a:tr>
                  <a:tr h="457200">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1    1</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0      0</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非定义</a:t>
                          </a:r>
                        </a:p>
                      </a:txBody>
                      <a:tcPr/>
                    </a:tc>
                    <a:extLst>
                      <a:ext uri="{0D108BD9-81ED-4DB2-BD59-A6C34878D82A}">
                        <a16:rowId xmlns:a16="http://schemas.microsoft.com/office/drawing/2014/main" val="4249751876"/>
                      </a:ext>
                    </a:extLst>
                  </a:tr>
                </a:tbl>
              </a:graphicData>
            </a:graphic>
          </p:graphicFrame>
        </mc:Fallback>
      </mc:AlternateContent>
      <mc:AlternateContent xmlns:mc="http://schemas.openxmlformats.org/markup-compatibility/2006" xmlns:a14="http://schemas.microsoft.com/office/drawing/2010/main">
        <mc:Choice Requires="a14">
          <p:sp>
            <p:nvSpPr>
              <p:cNvPr id="123" name="文本框 122">
                <a:extLst>
                  <a:ext uri="{FF2B5EF4-FFF2-40B4-BE49-F238E27FC236}">
                    <a16:creationId xmlns:a16="http://schemas.microsoft.com/office/drawing/2014/main" id="{6B55F4A5-596C-E213-4C16-FE8B605768FE}"/>
                  </a:ext>
                </a:extLst>
              </p:cNvPr>
              <p:cNvSpPr txBox="1"/>
              <p:nvPr/>
            </p:nvSpPr>
            <p:spPr>
              <a:xfrm>
                <a:off x="2449586" y="4392000"/>
                <a:ext cx="1228725" cy="462434"/>
              </a:xfrm>
              <a:prstGeom prst="rect">
                <a:avLst/>
              </a:prstGeom>
              <a:noFill/>
            </p:spPr>
            <p:txBody>
              <a:bodyPr wrap="square">
                <a:spAutoFit/>
              </a:bodyPr>
              <a:lstStyle/>
              <a:p>
                <a:pPr algn="ctr"/>
                <a14:m>
                  <m:oMath xmlns:m="http://schemas.openxmlformats.org/officeDocument/2006/math">
                    <m:r>
                      <m:rPr>
                        <m:sty m:val="p"/>
                      </m:rPr>
                      <a:rPr lang="en-US" altLang="zh-CN" sz="2400" b="0" i="0" smtClean="0">
                        <a:solidFill>
                          <a:srgbClr val="002060"/>
                        </a:solidFill>
                        <a:latin typeface="Cambria Math" panose="02040503050406030204" pitchFamily="18" charset="0"/>
                      </a:rPr>
                      <m:t>Q</m:t>
                    </m:r>
                  </m:oMath>
                </a14:m>
                <a:r>
                  <a:rPr lang="en-US" altLang="zh-CN" sz="2400" b="0" dirty="0">
                    <a:solidFill>
                      <a:srgbClr val="002060"/>
                    </a:solidFill>
                  </a:rPr>
                  <a:t>      </a:t>
                </a:r>
                <a14:m>
                  <m:oMath xmlns:m="http://schemas.openxmlformats.org/officeDocument/2006/math">
                    <m:acc>
                      <m:accPr>
                        <m:chr m:val="̅"/>
                        <m:ctrlPr>
                          <a:rPr lang="en-US" altLang="zh-CN" sz="2400" b="0" i="1" smtClean="0">
                            <a:solidFill>
                              <a:srgbClr val="002060"/>
                            </a:solidFill>
                            <a:latin typeface="Cambria Math" panose="02040503050406030204" pitchFamily="18" charset="0"/>
                          </a:rPr>
                        </m:ctrlPr>
                      </m:accPr>
                      <m:e>
                        <m:r>
                          <m:rPr>
                            <m:sty m:val="p"/>
                          </m:rPr>
                          <a:rPr lang="en-US" altLang="zh-CN" sz="2400" smtClean="0">
                            <a:solidFill>
                              <a:srgbClr val="002060"/>
                            </a:solidFill>
                            <a:latin typeface="Cambria Math" panose="02040503050406030204" pitchFamily="18" charset="0"/>
                          </a:rPr>
                          <m:t>Q</m:t>
                        </m:r>
                      </m:e>
                    </m:acc>
                  </m:oMath>
                </a14:m>
                <a:endParaRPr lang="zh-CN" altLang="en-US" sz="2400" dirty="0"/>
              </a:p>
            </p:txBody>
          </p:sp>
        </mc:Choice>
        <mc:Fallback xmlns="">
          <p:sp>
            <p:nvSpPr>
              <p:cNvPr id="123" name="文本框 122">
                <a:extLst>
                  <a:ext uri="{FF2B5EF4-FFF2-40B4-BE49-F238E27FC236}">
                    <a16:creationId xmlns:a16="http://schemas.microsoft.com/office/drawing/2014/main" id="{6B55F4A5-596C-E213-4C16-FE8B605768FE}"/>
                  </a:ext>
                </a:extLst>
              </p:cNvPr>
              <p:cNvSpPr txBox="1">
                <a:spLocks noRot="1" noChangeAspect="1" noMove="1" noResize="1" noEditPoints="1" noAdjustHandles="1" noChangeArrowheads="1" noChangeShapeType="1" noTextEdit="1"/>
              </p:cNvSpPr>
              <p:nvPr/>
            </p:nvSpPr>
            <p:spPr>
              <a:xfrm>
                <a:off x="2449586" y="4392000"/>
                <a:ext cx="1228725" cy="462434"/>
              </a:xfrm>
              <a:prstGeom prst="rect">
                <a:avLst/>
              </a:prstGeom>
              <a:blipFill>
                <a:blip r:embed="rId22"/>
                <a:stretch>
                  <a:fillRect r="-32338" b="-13158"/>
                </a:stretch>
              </a:blipFill>
            </p:spPr>
            <p:txBody>
              <a:bodyPr/>
              <a:lstStyle/>
              <a:p>
                <a:r>
                  <a:rPr lang="zh-CN" altLang="en-US">
                    <a:noFill/>
                  </a:rPr>
                  <a:t> </a:t>
                </a:r>
              </a:p>
            </p:txBody>
          </p:sp>
        </mc:Fallback>
      </mc:AlternateContent>
      <p:sp>
        <p:nvSpPr>
          <p:cNvPr id="125" name="文本框 124">
            <a:extLst>
              <a:ext uri="{FF2B5EF4-FFF2-40B4-BE49-F238E27FC236}">
                <a16:creationId xmlns:a16="http://schemas.microsoft.com/office/drawing/2014/main" id="{7CA3E810-DC27-97E0-2AF7-6069FC831BDC}"/>
              </a:ext>
            </a:extLst>
          </p:cNvPr>
          <p:cNvSpPr txBox="1"/>
          <p:nvPr/>
        </p:nvSpPr>
        <p:spPr>
          <a:xfrm>
            <a:off x="6912000" y="4032000"/>
            <a:ext cx="4011226" cy="400110"/>
          </a:xfrm>
          <a:prstGeom prst="rect">
            <a:avLst/>
          </a:prstGeom>
          <a:noFill/>
        </p:spPr>
        <p:txBody>
          <a:bodyPr wrap="square">
            <a:spAutoFit/>
          </a:bodyPr>
          <a:lstStyle/>
          <a:p>
            <a:pPr algn="ctr"/>
            <a:r>
              <a:rPr kumimoji="1" lang="zh-CN" altLang="en-US" sz="2000" dirty="0">
                <a:solidFill>
                  <a:srgbClr val="002060"/>
                </a:solidFill>
                <a:latin typeface="微软雅黑" panose="020B0503020204020204" pitchFamily="34" charset="-122"/>
                <a:ea typeface="微软雅黑" panose="020B0503020204020204" pitchFamily="34" charset="-122"/>
              </a:rPr>
              <a:t>用</a:t>
            </a:r>
            <a:r>
              <a:rPr kumimoji="1" lang="zh-CN" altLang="en-US" sz="2000" dirty="0">
                <a:solidFill>
                  <a:srgbClr val="C00000"/>
                </a:solidFill>
                <a:latin typeface="微软雅黑" panose="020B0503020204020204" pitchFamily="34" charset="-122"/>
                <a:ea typeface="微软雅黑" panose="020B0503020204020204" pitchFamily="34" charset="-122"/>
              </a:rPr>
              <a:t>与非门</a:t>
            </a:r>
            <a:r>
              <a:rPr kumimoji="1" lang="zh-CN" altLang="en-US" sz="2000" dirty="0">
                <a:solidFill>
                  <a:srgbClr val="002060"/>
                </a:solidFill>
                <a:latin typeface="微软雅黑" panose="020B0503020204020204" pitchFamily="34" charset="-122"/>
                <a:ea typeface="微软雅黑" panose="020B0503020204020204" pitchFamily="34" charset="-122"/>
              </a:rPr>
              <a:t>构成的 </a:t>
            </a:r>
            <a:r>
              <a:rPr kumimoji="1" lang="en-US" altLang="zh-CN" sz="2000" dirty="0">
                <a:solidFill>
                  <a:srgbClr val="002060"/>
                </a:solidFill>
                <a:latin typeface="微软雅黑" panose="020B0503020204020204" pitchFamily="34" charset="-122"/>
                <a:ea typeface="微软雅黑" panose="020B0503020204020204" pitchFamily="34" charset="-122"/>
              </a:rPr>
              <a:t>SR </a:t>
            </a:r>
            <a:r>
              <a:rPr kumimoji="1" lang="zh-CN" altLang="en-US" sz="2000" dirty="0">
                <a:solidFill>
                  <a:srgbClr val="002060"/>
                </a:solidFill>
                <a:latin typeface="微软雅黑" panose="020B0503020204020204" pitchFamily="34" charset="-122"/>
                <a:ea typeface="微软雅黑" panose="020B0503020204020204" pitchFamily="34" charset="-122"/>
              </a:rPr>
              <a:t>锁存器功能表</a:t>
            </a:r>
            <a:endParaRPr lang="zh-CN" altLang="en-US" sz="2000" dirty="0">
              <a:solidFill>
                <a:srgbClr val="002060"/>
              </a:solidFill>
            </a:endParaRPr>
          </a:p>
        </p:txBody>
      </p:sp>
      <p:graphicFrame>
        <p:nvGraphicFramePr>
          <p:cNvPr id="126" name="表格 125">
            <a:extLst>
              <a:ext uri="{FF2B5EF4-FFF2-40B4-BE49-F238E27FC236}">
                <a16:creationId xmlns:a16="http://schemas.microsoft.com/office/drawing/2014/main" id="{EEA4DE77-2B2B-AAEA-1735-529E006F0354}"/>
              </a:ext>
            </a:extLst>
          </p:cNvPr>
          <p:cNvGraphicFramePr>
            <a:graphicFrameLocks noGrp="1"/>
          </p:cNvGraphicFramePr>
          <p:nvPr>
            <p:extLst>
              <p:ext uri="{D42A27DB-BD31-4B8C-83A1-F6EECF244321}">
                <p14:modId xmlns:p14="http://schemas.microsoft.com/office/powerpoint/2010/main" val="3147773675"/>
              </p:ext>
            </p:extLst>
          </p:nvPr>
        </p:nvGraphicFramePr>
        <p:xfrm>
          <a:off x="7128000" y="4392000"/>
          <a:ext cx="3588453" cy="2286000"/>
        </p:xfrm>
        <a:graphic>
          <a:graphicData uri="http://schemas.openxmlformats.org/drawingml/2006/table">
            <a:tbl>
              <a:tblPr firstRow="1" bandRow="1">
                <a:tableStyleId>{5940675A-B579-460E-94D1-54222C63F5DA}</a:tableStyleId>
              </a:tblPr>
              <a:tblGrid>
                <a:gridCol w="1028133">
                  <a:extLst>
                    <a:ext uri="{9D8B030D-6E8A-4147-A177-3AD203B41FA5}">
                      <a16:colId xmlns:a16="http://schemas.microsoft.com/office/drawing/2014/main" val="3503328417"/>
                    </a:ext>
                  </a:extLst>
                </a:gridCol>
                <a:gridCol w="1432560">
                  <a:extLst>
                    <a:ext uri="{9D8B030D-6E8A-4147-A177-3AD203B41FA5}">
                      <a16:colId xmlns:a16="http://schemas.microsoft.com/office/drawing/2014/main" val="367339315"/>
                    </a:ext>
                  </a:extLst>
                </a:gridCol>
                <a:gridCol w="1127760">
                  <a:extLst>
                    <a:ext uri="{9D8B030D-6E8A-4147-A177-3AD203B41FA5}">
                      <a16:colId xmlns:a16="http://schemas.microsoft.com/office/drawing/2014/main" val="3779089356"/>
                    </a:ext>
                  </a:extLst>
                </a:gridCol>
              </a:tblGrid>
              <a:tr h="3923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dirty="0">
                        <a:solidFill>
                          <a:srgbClr val="002060"/>
                        </a:solidFill>
                      </a:endParaRPr>
                    </a:p>
                  </a:txBody>
                  <a:tcPr/>
                </a:tc>
                <a:tc>
                  <a:txBody>
                    <a:bodyPr/>
                    <a:lstStyle/>
                    <a:p>
                      <a:pPr algn="ct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功能</a:t>
                      </a:r>
                    </a:p>
                  </a:txBody>
                  <a:tcPr/>
                </a:tc>
                <a:extLst>
                  <a:ext uri="{0D108BD9-81ED-4DB2-BD59-A6C34878D82A}">
                    <a16:rowId xmlns:a16="http://schemas.microsoft.com/office/drawing/2014/main" val="1700721071"/>
                  </a:ext>
                </a:extLst>
              </a:tr>
              <a:tr h="391743">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1    1</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r>
                        <a:rPr lang="zh-CN" altLang="en-US" sz="2000" dirty="0">
                          <a:solidFill>
                            <a:srgbClr val="002060"/>
                          </a:solidFill>
                          <a:latin typeface="微软雅黑" panose="020B0503020204020204" pitchFamily="34" charset="-122"/>
                          <a:ea typeface="微软雅黑" panose="020B0503020204020204" pitchFamily="34" charset="-122"/>
                        </a:rPr>
                        <a:t>不变   不变</a:t>
                      </a: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保持</a:t>
                      </a:r>
                    </a:p>
                  </a:txBody>
                  <a:tcPr/>
                </a:tc>
                <a:extLst>
                  <a:ext uri="{0D108BD9-81ED-4DB2-BD59-A6C34878D82A}">
                    <a16:rowId xmlns:a16="http://schemas.microsoft.com/office/drawing/2014/main" val="3398741580"/>
                  </a:ext>
                </a:extLst>
              </a:tr>
              <a:tr h="391743">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1    0</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0      1</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置 </a:t>
                      </a:r>
                      <a:r>
                        <a:rPr lang="en-US" altLang="zh-CN" sz="2400" dirty="0">
                          <a:solidFill>
                            <a:srgbClr val="002060"/>
                          </a:solidFill>
                          <a:latin typeface="微软雅黑" panose="020B0503020204020204" pitchFamily="34" charset="-122"/>
                          <a:ea typeface="微软雅黑" panose="020B0503020204020204" pitchFamily="34" charset="-122"/>
                        </a:rPr>
                        <a:t>0</a:t>
                      </a:r>
                      <a:endParaRPr lang="zh-CN" altLang="en-US" sz="2000" dirty="0">
                        <a:solidFill>
                          <a:srgbClr val="002060"/>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79992937"/>
                  </a:ext>
                </a:extLst>
              </a:tr>
              <a:tr h="391743">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0    1</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1      0</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置 </a:t>
                      </a:r>
                      <a:r>
                        <a:rPr lang="en-US" altLang="zh-CN" sz="2400" dirty="0">
                          <a:solidFill>
                            <a:srgbClr val="002060"/>
                          </a:solidFill>
                          <a:latin typeface="微软雅黑" panose="020B0503020204020204" pitchFamily="34" charset="-122"/>
                          <a:ea typeface="微软雅黑" panose="020B0503020204020204" pitchFamily="34" charset="-122"/>
                        </a:rPr>
                        <a:t>1</a:t>
                      </a:r>
                      <a:endParaRPr lang="zh-CN" altLang="en-US" sz="2000" dirty="0">
                        <a:solidFill>
                          <a:srgbClr val="002060"/>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693425340"/>
                  </a:ext>
                </a:extLst>
              </a:tr>
              <a:tr h="391743">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0    0</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r>
                        <a:rPr lang="en-US" altLang="zh-CN" sz="2400" dirty="0">
                          <a:solidFill>
                            <a:srgbClr val="002060"/>
                          </a:solidFill>
                          <a:latin typeface="微软雅黑" panose="020B0503020204020204" pitchFamily="34" charset="-122"/>
                          <a:ea typeface="微软雅黑" panose="020B0503020204020204" pitchFamily="34" charset="-122"/>
                        </a:rPr>
                        <a:t>  1      1</a:t>
                      </a:r>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000" dirty="0">
                          <a:solidFill>
                            <a:srgbClr val="002060"/>
                          </a:solidFill>
                          <a:latin typeface="微软雅黑" panose="020B0503020204020204" pitchFamily="34" charset="-122"/>
                          <a:ea typeface="微软雅黑" panose="020B0503020204020204" pitchFamily="34" charset="-122"/>
                        </a:rPr>
                        <a:t>非定义</a:t>
                      </a:r>
                    </a:p>
                  </a:txBody>
                  <a:tcPr/>
                </a:tc>
                <a:extLst>
                  <a:ext uri="{0D108BD9-81ED-4DB2-BD59-A6C34878D82A}">
                    <a16:rowId xmlns:a16="http://schemas.microsoft.com/office/drawing/2014/main" val="4249751876"/>
                  </a:ext>
                </a:extLst>
              </a:tr>
            </a:tbl>
          </a:graphicData>
        </a:graphic>
      </p:graphicFrame>
      <p:grpSp>
        <p:nvGrpSpPr>
          <p:cNvPr id="127" name="组合 126">
            <a:extLst>
              <a:ext uri="{FF2B5EF4-FFF2-40B4-BE49-F238E27FC236}">
                <a16:creationId xmlns:a16="http://schemas.microsoft.com/office/drawing/2014/main" id="{653B14BE-E130-42F4-5A88-AD64052964DF}"/>
              </a:ext>
            </a:extLst>
          </p:cNvPr>
          <p:cNvGrpSpPr/>
          <p:nvPr/>
        </p:nvGrpSpPr>
        <p:grpSpPr>
          <a:xfrm>
            <a:off x="6660000" y="1980000"/>
            <a:ext cx="2263202" cy="1839773"/>
            <a:chOff x="6772650" y="3568872"/>
            <a:chExt cx="2263202" cy="1839773"/>
          </a:xfrm>
        </p:grpSpPr>
        <p:sp>
          <p:nvSpPr>
            <p:cNvPr id="128" name="Line 27">
              <a:extLst>
                <a:ext uri="{FF2B5EF4-FFF2-40B4-BE49-F238E27FC236}">
                  <a16:creationId xmlns:a16="http://schemas.microsoft.com/office/drawing/2014/main" id="{B82ADD9D-A591-62DD-97A5-81A63F81B912}"/>
                </a:ext>
              </a:extLst>
            </p:cNvPr>
            <p:cNvSpPr>
              <a:spLocks noChangeShapeType="1"/>
            </p:cNvSpPr>
            <p:nvPr/>
          </p:nvSpPr>
          <p:spPr bwMode="auto">
            <a:xfrm>
              <a:off x="7095290" y="3797852"/>
              <a:ext cx="5094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9" name="Line 27">
              <a:extLst>
                <a:ext uri="{FF2B5EF4-FFF2-40B4-BE49-F238E27FC236}">
                  <a16:creationId xmlns:a16="http://schemas.microsoft.com/office/drawing/2014/main" id="{4B4C1902-6CF3-84F0-11A5-DD948892EFA8}"/>
                </a:ext>
              </a:extLst>
            </p:cNvPr>
            <p:cNvSpPr>
              <a:spLocks noChangeShapeType="1"/>
            </p:cNvSpPr>
            <p:nvPr/>
          </p:nvSpPr>
          <p:spPr bwMode="auto">
            <a:xfrm>
              <a:off x="7350792" y="4097355"/>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 name="Line 27">
              <a:extLst>
                <a:ext uri="{FF2B5EF4-FFF2-40B4-BE49-F238E27FC236}">
                  <a16:creationId xmlns:a16="http://schemas.microsoft.com/office/drawing/2014/main" id="{E38A87D4-CE52-58AF-2ED4-5E394A7E1343}"/>
                </a:ext>
              </a:extLst>
            </p:cNvPr>
            <p:cNvSpPr>
              <a:spLocks noChangeShapeType="1"/>
            </p:cNvSpPr>
            <p:nvPr/>
          </p:nvSpPr>
          <p:spPr bwMode="auto">
            <a:xfrm>
              <a:off x="8138763" y="3947845"/>
              <a:ext cx="4388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131" name="文本框 130">
                  <a:extLst>
                    <a:ext uri="{FF2B5EF4-FFF2-40B4-BE49-F238E27FC236}">
                      <a16:creationId xmlns:a16="http://schemas.microsoft.com/office/drawing/2014/main" id="{DBF6AB88-03F5-24F5-3735-6066BD0B80DA}"/>
                    </a:ext>
                  </a:extLst>
                </p:cNvPr>
                <p:cNvSpPr txBox="1"/>
                <p:nvPr/>
              </p:nvSpPr>
              <p:spPr>
                <a:xfrm>
                  <a:off x="6772651" y="3568872"/>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S</m:t>
                            </m:r>
                          </m:e>
                        </m:acc>
                      </m:oMath>
                    </m:oMathPara>
                  </a14:m>
                  <a:endParaRPr lang="zh-CN" altLang="en-US" sz="2400" dirty="0">
                    <a:solidFill>
                      <a:schemeClr val="accent5">
                        <a:lumMod val="75000"/>
                      </a:schemeClr>
                    </a:solidFill>
                  </a:endParaRPr>
                </a:p>
              </p:txBody>
            </p:sp>
          </mc:Choice>
          <mc:Fallback xmlns="">
            <p:sp>
              <p:nvSpPr>
                <p:cNvPr id="95" name="文本框 94">
                  <a:extLst>
                    <a:ext uri="{FF2B5EF4-FFF2-40B4-BE49-F238E27FC236}">
                      <a16:creationId xmlns:a16="http://schemas.microsoft.com/office/drawing/2014/main" id="{E3D84D68-E147-59CE-A9D3-8798FE6FFB3A}"/>
                    </a:ext>
                  </a:extLst>
                </p:cNvPr>
                <p:cNvSpPr txBox="1">
                  <a:spLocks noRot="1" noChangeAspect="1" noMove="1" noResize="1" noEditPoints="1" noAdjustHandles="1" noChangeArrowheads="1" noChangeShapeType="1" noTextEdit="1"/>
                </p:cNvSpPr>
                <p:nvPr/>
              </p:nvSpPr>
              <p:spPr>
                <a:xfrm>
                  <a:off x="6772651" y="3568872"/>
                  <a:ext cx="458075" cy="461665"/>
                </a:xfrm>
                <a:prstGeom prst="rect">
                  <a:avLst/>
                </a:prstGeom>
                <a:blipFill>
                  <a:blip r:embed="rId23"/>
                  <a:stretch>
                    <a:fillRect/>
                  </a:stretch>
                </a:blipFill>
              </p:spPr>
              <p:txBody>
                <a:bodyPr/>
                <a:lstStyle/>
                <a:p>
                  <a:r>
                    <a:rPr lang="zh-CN" altLang="en-US">
                      <a:noFill/>
                    </a:rPr>
                    <a:t> </a:t>
                  </a:r>
                </a:p>
              </p:txBody>
            </p:sp>
          </mc:Fallback>
        </mc:AlternateContent>
        <p:sp>
          <p:nvSpPr>
            <p:cNvPr id="132" name="椭圆 131">
              <a:extLst>
                <a:ext uri="{FF2B5EF4-FFF2-40B4-BE49-F238E27FC236}">
                  <a16:creationId xmlns:a16="http://schemas.microsoft.com/office/drawing/2014/main" id="{B3891FB0-109C-4803-3E88-32563284F088}"/>
                </a:ext>
              </a:extLst>
            </p:cNvPr>
            <p:cNvSpPr/>
            <p:nvPr/>
          </p:nvSpPr>
          <p:spPr>
            <a:xfrm flipV="1">
              <a:off x="8149097" y="3886200"/>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33" name="Line 27">
              <a:extLst>
                <a:ext uri="{FF2B5EF4-FFF2-40B4-BE49-F238E27FC236}">
                  <a16:creationId xmlns:a16="http://schemas.microsoft.com/office/drawing/2014/main" id="{9057B064-3D73-D163-A60E-302FC29B3953}"/>
                </a:ext>
              </a:extLst>
            </p:cNvPr>
            <p:cNvSpPr>
              <a:spLocks noChangeShapeType="1"/>
            </p:cNvSpPr>
            <p:nvPr/>
          </p:nvSpPr>
          <p:spPr bwMode="auto">
            <a:xfrm>
              <a:off x="7350792" y="4878310"/>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4" name="Line 27">
              <a:extLst>
                <a:ext uri="{FF2B5EF4-FFF2-40B4-BE49-F238E27FC236}">
                  <a16:creationId xmlns:a16="http://schemas.microsoft.com/office/drawing/2014/main" id="{FDD60F17-0FFA-13E6-D8B2-3601FF6BBDD7}"/>
                </a:ext>
              </a:extLst>
            </p:cNvPr>
            <p:cNvSpPr>
              <a:spLocks noChangeShapeType="1"/>
            </p:cNvSpPr>
            <p:nvPr/>
          </p:nvSpPr>
          <p:spPr bwMode="auto">
            <a:xfrm>
              <a:off x="7095290" y="5177813"/>
              <a:ext cx="5094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 name="Line 27">
              <a:extLst>
                <a:ext uri="{FF2B5EF4-FFF2-40B4-BE49-F238E27FC236}">
                  <a16:creationId xmlns:a16="http://schemas.microsoft.com/office/drawing/2014/main" id="{CE695524-0E40-8693-1CEC-23E96CB440D7}"/>
                </a:ext>
              </a:extLst>
            </p:cNvPr>
            <p:cNvSpPr>
              <a:spLocks noChangeShapeType="1"/>
            </p:cNvSpPr>
            <p:nvPr/>
          </p:nvSpPr>
          <p:spPr bwMode="auto">
            <a:xfrm>
              <a:off x="8138763" y="5028303"/>
              <a:ext cx="43887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 name="椭圆 135">
              <a:extLst>
                <a:ext uri="{FF2B5EF4-FFF2-40B4-BE49-F238E27FC236}">
                  <a16:creationId xmlns:a16="http://schemas.microsoft.com/office/drawing/2014/main" id="{4BF3977E-877F-D5BB-BA90-FB542BF782E1}"/>
                </a:ext>
              </a:extLst>
            </p:cNvPr>
            <p:cNvSpPr/>
            <p:nvPr/>
          </p:nvSpPr>
          <p:spPr>
            <a:xfrm flipV="1">
              <a:off x="8149097" y="4966658"/>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37" name="Line 27">
              <a:extLst>
                <a:ext uri="{FF2B5EF4-FFF2-40B4-BE49-F238E27FC236}">
                  <a16:creationId xmlns:a16="http://schemas.microsoft.com/office/drawing/2014/main" id="{6155CBCE-80A5-BB5B-CA75-9A4C53E75A8A}"/>
                </a:ext>
              </a:extLst>
            </p:cNvPr>
            <p:cNvSpPr>
              <a:spLocks noChangeShapeType="1"/>
            </p:cNvSpPr>
            <p:nvPr/>
          </p:nvSpPr>
          <p:spPr bwMode="auto">
            <a:xfrm rot="5400000">
              <a:off x="7235969" y="4212561"/>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 name="Line 27">
              <a:extLst>
                <a:ext uri="{FF2B5EF4-FFF2-40B4-BE49-F238E27FC236}">
                  <a16:creationId xmlns:a16="http://schemas.microsoft.com/office/drawing/2014/main" id="{13A60D08-E574-38CD-39AC-AF57F3C464FD}"/>
                </a:ext>
              </a:extLst>
            </p:cNvPr>
            <p:cNvSpPr>
              <a:spLocks noChangeShapeType="1"/>
            </p:cNvSpPr>
            <p:nvPr/>
          </p:nvSpPr>
          <p:spPr bwMode="auto">
            <a:xfrm rot="5400000">
              <a:off x="7235969" y="4762655"/>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 name="Line 27">
              <a:extLst>
                <a:ext uri="{FF2B5EF4-FFF2-40B4-BE49-F238E27FC236}">
                  <a16:creationId xmlns:a16="http://schemas.microsoft.com/office/drawing/2014/main" id="{7921EF78-2714-790C-90E3-5BEB66A31350}"/>
                </a:ext>
              </a:extLst>
            </p:cNvPr>
            <p:cNvSpPr>
              <a:spLocks noChangeShapeType="1"/>
            </p:cNvSpPr>
            <p:nvPr/>
          </p:nvSpPr>
          <p:spPr bwMode="auto">
            <a:xfrm rot="5400000">
              <a:off x="8292762" y="4086966"/>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Line 27">
              <a:extLst>
                <a:ext uri="{FF2B5EF4-FFF2-40B4-BE49-F238E27FC236}">
                  <a16:creationId xmlns:a16="http://schemas.microsoft.com/office/drawing/2014/main" id="{1A60AF3E-8C83-5532-DC35-EBC2ECB6538B}"/>
                </a:ext>
              </a:extLst>
            </p:cNvPr>
            <p:cNvSpPr>
              <a:spLocks noChangeShapeType="1"/>
            </p:cNvSpPr>
            <p:nvPr/>
          </p:nvSpPr>
          <p:spPr bwMode="auto">
            <a:xfrm rot="5400000">
              <a:off x="8292762" y="4889622"/>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 name="Line 27">
              <a:extLst>
                <a:ext uri="{FF2B5EF4-FFF2-40B4-BE49-F238E27FC236}">
                  <a16:creationId xmlns:a16="http://schemas.microsoft.com/office/drawing/2014/main" id="{D2913372-97C3-641D-CEA2-DE133077A579}"/>
                </a:ext>
              </a:extLst>
            </p:cNvPr>
            <p:cNvSpPr>
              <a:spLocks noChangeShapeType="1"/>
            </p:cNvSpPr>
            <p:nvPr/>
          </p:nvSpPr>
          <p:spPr bwMode="auto">
            <a:xfrm rot="5400000" flipV="1">
              <a:off x="7670368" y="4016584"/>
              <a:ext cx="445177" cy="10736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 name="Line 27">
              <a:extLst>
                <a:ext uri="{FF2B5EF4-FFF2-40B4-BE49-F238E27FC236}">
                  <a16:creationId xmlns:a16="http://schemas.microsoft.com/office/drawing/2014/main" id="{EA8BE39B-4078-7F26-5CD0-4F18F5102C87}"/>
                </a:ext>
              </a:extLst>
            </p:cNvPr>
            <p:cNvSpPr>
              <a:spLocks noChangeShapeType="1"/>
            </p:cNvSpPr>
            <p:nvPr/>
          </p:nvSpPr>
          <p:spPr bwMode="auto">
            <a:xfrm rot="16200000" flipH="1" flipV="1">
              <a:off x="7669177" y="3887299"/>
              <a:ext cx="445177" cy="10736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 name="椭圆 142">
              <a:extLst>
                <a:ext uri="{FF2B5EF4-FFF2-40B4-BE49-F238E27FC236}">
                  <a16:creationId xmlns:a16="http://schemas.microsoft.com/office/drawing/2014/main" id="{2B59ED6D-362D-CE92-C92B-F2E224B29D4E}"/>
                </a:ext>
              </a:extLst>
            </p:cNvPr>
            <p:cNvSpPr/>
            <p:nvPr/>
          </p:nvSpPr>
          <p:spPr>
            <a:xfrm flipV="1">
              <a:off x="8372679" y="3899932"/>
              <a:ext cx="94100" cy="98317"/>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44" name="椭圆 143">
              <a:extLst>
                <a:ext uri="{FF2B5EF4-FFF2-40B4-BE49-F238E27FC236}">
                  <a16:creationId xmlns:a16="http://schemas.microsoft.com/office/drawing/2014/main" id="{C08F9620-ED2F-6AB6-AE4F-AD86C3191BEA}"/>
                </a:ext>
              </a:extLst>
            </p:cNvPr>
            <p:cNvSpPr/>
            <p:nvPr/>
          </p:nvSpPr>
          <p:spPr>
            <a:xfrm flipV="1">
              <a:off x="8372679" y="4979474"/>
              <a:ext cx="94100" cy="98317"/>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45" name="文本框 144">
                  <a:extLst>
                    <a:ext uri="{FF2B5EF4-FFF2-40B4-BE49-F238E27FC236}">
                      <a16:creationId xmlns:a16="http://schemas.microsoft.com/office/drawing/2014/main" id="{E68E44C1-BF82-EE3D-E9B8-8296D64F178C}"/>
                    </a:ext>
                  </a:extLst>
                </p:cNvPr>
                <p:cNvSpPr txBox="1"/>
                <p:nvPr/>
              </p:nvSpPr>
              <p:spPr>
                <a:xfrm>
                  <a:off x="6772650" y="4946980"/>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R</m:t>
                            </m:r>
                          </m:e>
                        </m:acc>
                      </m:oMath>
                    </m:oMathPara>
                  </a14:m>
                  <a:endParaRPr lang="zh-CN" altLang="en-US" sz="2400" dirty="0">
                    <a:solidFill>
                      <a:schemeClr val="accent5">
                        <a:lumMod val="75000"/>
                      </a:schemeClr>
                    </a:solidFill>
                  </a:endParaRPr>
                </a:p>
              </p:txBody>
            </p:sp>
          </mc:Choice>
          <mc:Fallback xmlns="">
            <p:sp>
              <p:nvSpPr>
                <p:cNvPr id="109" name="文本框 108">
                  <a:extLst>
                    <a:ext uri="{FF2B5EF4-FFF2-40B4-BE49-F238E27FC236}">
                      <a16:creationId xmlns:a16="http://schemas.microsoft.com/office/drawing/2014/main" id="{FE12BC89-82C5-6D79-8DD2-CED927561111}"/>
                    </a:ext>
                  </a:extLst>
                </p:cNvPr>
                <p:cNvSpPr txBox="1">
                  <a:spLocks noRot="1" noChangeAspect="1" noMove="1" noResize="1" noEditPoints="1" noAdjustHandles="1" noChangeArrowheads="1" noChangeShapeType="1" noTextEdit="1"/>
                </p:cNvSpPr>
                <p:nvPr/>
              </p:nvSpPr>
              <p:spPr>
                <a:xfrm>
                  <a:off x="6772650" y="4946980"/>
                  <a:ext cx="458075" cy="461665"/>
                </a:xfrm>
                <a:prstGeom prst="rect">
                  <a:avLst/>
                </a:prstGeom>
                <a:blipFill>
                  <a:blip r:embed="rId24"/>
                  <a:stretch>
                    <a:fillRect l="-2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6" name="文本框 145">
                  <a:extLst>
                    <a:ext uri="{FF2B5EF4-FFF2-40B4-BE49-F238E27FC236}">
                      <a16:creationId xmlns:a16="http://schemas.microsoft.com/office/drawing/2014/main" id="{ADD4F092-5DD2-0960-6460-57F06BADF83E}"/>
                    </a:ext>
                  </a:extLst>
                </p:cNvPr>
                <p:cNvSpPr txBox="1"/>
                <p:nvPr/>
              </p:nvSpPr>
              <p:spPr>
                <a:xfrm>
                  <a:off x="8577777" y="4796085"/>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110" name="文本框 109">
                  <a:extLst>
                    <a:ext uri="{FF2B5EF4-FFF2-40B4-BE49-F238E27FC236}">
                      <a16:creationId xmlns:a16="http://schemas.microsoft.com/office/drawing/2014/main" id="{21F09342-195F-68ED-7035-6F6EBB04DB3B}"/>
                    </a:ext>
                  </a:extLst>
                </p:cNvPr>
                <p:cNvSpPr txBox="1">
                  <a:spLocks noRot="1" noChangeAspect="1" noMove="1" noResize="1" noEditPoints="1" noAdjustHandles="1" noChangeArrowheads="1" noChangeShapeType="1" noTextEdit="1"/>
                </p:cNvSpPr>
                <p:nvPr/>
              </p:nvSpPr>
              <p:spPr>
                <a:xfrm>
                  <a:off x="8577777" y="4796085"/>
                  <a:ext cx="458075" cy="462434"/>
                </a:xfrm>
                <a:prstGeom prst="rect">
                  <a:avLst/>
                </a:prstGeom>
                <a:blipFill>
                  <a:blip r:embed="rId25"/>
                  <a:stretch>
                    <a:fillRect l="-9211" b="-118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7" name="文本框 146">
                  <a:extLst>
                    <a:ext uri="{FF2B5EF4-FFF2-40B4-BE49-F238E27FC236}">
                      <a16:creationId xmlns:a16="http://schemas.microsoft.com/office/drawing/2014/main" id="{60F6A006-B9B4-10F1-BDF4-C2AEF632C862}"/>
                    </a:ext>
                  </a:extLst>
                </p:cNvPr>
                <p:cNvSpPr txBox="1"/>
                <p:nvPr/>
              </p:nvSpPr>
              <p:spPr>
                <a:xfrm>
                  <a:off x="8577777" y="3715627"/>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111" name="文本框 110">
                  <a:extLst>
                    <a:ext uri="{FF2B5EF4-FFF2-40B4-BE49-F238E27FC236}">
                      <a16:creationId xmlns:a16="http://schemas.microsoft.com/office/drawing/2014/main" id="{EFC241D2-E6CE-D0B8-B844-303D188F3900}"/>
                    </a:ext>
                  </a:extLst>
                </p:cNvPr>
                <p:cNvSpPr txBox="1">
                  <a:spLocks noRot="1" noChangeAspect="1" noMove="1" noResize="1" noEditPoints="1" noAdjustHandles="1" noChangeArrowheads="1" noChangeShapeType="1" noTextEdit="1"/>
                </p:cNvSpPr>
                <p:nvPr/>
              </p:nvSpPr>
              <p:spPr>
                <a:xfrm>
                  <a:off x="8577777" y="3715627"/>
                  <a:ext cx="458075" cy="462434"/>
                </a:xfrm>
                <a:prstGeom prst="rect">
                  <a:avLst/>
                </a:prstGeom>
                <a:blipFill>
                  <a:blip r:embed="rId6"/>
                  <a:stretch>
                    <a:fillRect l="-9211" b="-11842"/>
                  </a:stretch>
                </a:blipFill>
              </p:spPr>
              <p:txBody>
                <a:bodyPr/>
                <a:lstStyle/>
                <a:p>
                  <a:r>
                    <a:rPr lang="zh-CN" altLang="en-US">
                      <a:noFill/>
                    </a:rPr>
                    <a:t> </a:t>
                  </a:r>
                </a:p>
              </p:txBody>
            </p:sp>
          </mc:Fallback>
        </mc:AlternateContent>
        <p:sp>
          <p:nvSpPr>
            <p:cNvPr id="148" name="流程图: 延期 147">
              <a:extLst>
                <a:ext uri="{FF2B5EF4-FFF2-40B4-BE49-F238E27FC236}">
                  <a16:creationId xmlns:a16="http://schemas.microsoft.com/office/drawing/2014/main" id="{2A16911D-1D09-AACE-9BE8-760B2D26A24B}"/>
                </a:ext>
              </a:extLst>
            </p:cNvPr>
            <p:cNvSpPr/>
            <p:nvPr/>
          </p:nvSpPr>
          <p:spPr>
            <a:xfrm>
              <a:off x="7604726" y="3673352"/>
              <a:ext cx="534241" cy="548639"/>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149" name="流程图: 延期 148">
              <a:extLst>
                <a:ext uri="{FF2B5EF4-FFF2-40B4-BE49-F238E27FC236}">
                  <a16:creationId xmlns:a16="http://schemas.microsoft.com/office/drawing/2014/main" id="{DF683901-77F4-DDD5-97B7-A98D0DCDB6D9}"/>
                </a:ext>
              </a:extLst>
            </p:cNvPr>
            <p:cNvSpPr/>
            <p:nvPr/>
          </p:nvSpPr>
          <p:spPr>
            <a:xfrm>
              <a:off x="7604726" y="4757343"/>
              <a:ext cx="534241" cy="548639"/>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grpSp>
        <p:nvGrpSpPr>
          <p:cNvPr id="150" name="组合 149">
            <a:extLst>
              <a:ext uri="{FF2B5EF4-FFF2-40B4-BE49-F238E27FC236}">
                <a16:creationId xmlns:a16="http://schemas.microsoft.com/office/drawing/2014/main" id="{4EB05E4F-3D23-9286-8240-51CD0BCC6132}"/>
              </a:ext>
            </a:extLst>
          </p:cNvPr>
          <p:cNvGrpSpPr/>
          <p:nvPr/>
        </p:nvGrpSpPr>
        <p:grpSpPr>
          <a:xfrm>
            <a:off x="9180000" y="2232000"/>
            <a:ext cx="2193239" cy="1378151"/>
            <a:chOff x="9804177" y="1524500"/>
            <a:chExt cx="2193239" cy="1378151"/>
          </a:xfrm>
        </p:grpSpPr>
        <p:sp>
          <p:nvSpPr>
            <p:cNvPr id="151" name="矩形 150">
              <a:extLst>
                <a:ext uri="{FF2B5EF4-FFF2-40B4-BE49-F238E27FC236}">
                  <a16:creationId xmlns:a16="http://schemas.microsoft.com/office/drawing/2014/main" id="{39414F84-EF13-6F24-96D9-45F681D2FA4B}"/>
                </a:ext>
              </a:extLst>
            </p:cNvPr>
            <p:cNvSpPr/>
            <p:nvPr/>
          </p:nvSpPr>
          <p:spPr>
            <a:xfrm>
              <a:off x="10425636" y="1524500"/>
              <a:ext cx="900003" cy="1378151"/>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Line 27">
              <a:extLst>
                <a:ext uri="{FF2B5EF4-FFF2-40B4-BE49-F238E27FC236}">
                  <a16:creationId xmlns:a16="http://schemas.microsoft.com/office/drawing/2014/main" id="{23B20751-2860-C088-A926-CAE9173FDAB7}"/>
                </a:ext>
              </a:extLst>
            </p:cNvPr>
            <p:cNvSpPr>
              <a:spLocks noChangeShapeType="1"/>
            </p:cNvSpPr>
            <p:nvPr/>
          </p:nvSpPr>
          <p:spPr bwMode="auto">
            <a:xfrm>
              <a:off x="10164308" y="1833061"/>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3" name="Line 27">
              <a:extLst>
                <a:ext uri="{FF2B5EF4-FFF2-40B4-BE49-F238E27FC236}">
                  <a16:creationId xmlns:a16="http://schemas.microsoft.com/office/drawing/2014/main" id="{94BA1F16-6C67-A68D-F2FD-45CE0681FDCA}"/>
                </a:ext>
              </a:extLst>
            </p:cNvPr>
            <p:cNvSpPr>
              <a:spLocks noChangeShapeType="1"/>
            </p:cNvSpPr>
            <p:nvPr/>
          </p:nvSpPr>
          <p:spPr bwMode="auto">
            <a:xfrm>
              <a:off x="10164308" y="2603149"/>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54" name="文本框 153">
                  <a:extLst>
                    <a:ext uri="{FF2B5EF4-FFF2-40B4-BE49-F238E27FC236}">
                      <a16:creationId xmlns:a16="http://schemas.microsoft.com/office/drawing/2014/main" id="{36823048-BA18-6873-2218-D6540F971B3B}"/>
                    </a:ext>
                  </a:extLst>
                </p:cNvPr>
                <p:cNvSpPr txBox="1"/>
                <p:nvPr/>
              </p:nvSpPr>
              <p:spPr>
                <a:xfrm>
                  <a:off x="10399542" y="1579600"/>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S</m:t>
                        </m:r>
                      </m:oMath>
                    </m:oMathPara>
                  </a14:m>
                  <a:endParaRPr lang="zh-CN" altLang="en-US" sz="2400" dirty="0"/>
                </a:p>
              </p:txBody>
            </p:sp>
          </mc:Choice>
          <mc:Fallback xmlns="">
            <p:sp>
              <p:nvSpPr>
                <p:cNvPr id="12" name="文本框 11">
                  <a:extLst>
                    <a:ext uri="{FF2B5EF4-FFF2-40B4-BE49-F238E27FC236}">
                      <a16:creationId xmlns:a16="http://schemas.microsoft.com/office/drawing/2014/main" id="{C672B91C-D48C-007B-C2A9-072110181EE4}"/>
                    </a:ext>
                  </a:extLst>
                </p:cNvPr>
                <p:cNvSpPr txBox="1">
                  <a:spLocks noRot="1" noChangeAspect="1" noMove="1" noResize="1" noEditPoints="1" noAdjustHandles="1" noChangeArrowheads="1" noChangeShapeType="1" noTextEdit="1"/>
                </p:cNvSpPr>
                <p:nvPr/>
              </p:nvSpPr>
              <p:spPr>
                <a:xfrm>
                  <a:off x="10399542" y="1579600"/>
                  <a:ext cx="458075" cy="461665"/>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5" name="文本框 154">
                  <a:extLst>
                    <a:ext uri="{FF2B5EF4-FFF2-40B4-BE49-F238E27FC236}">
                      <a16:creationId xmlns:a16="http://schemas.microsoft.com/office/drawing/2014/main" id="{5ECA8994-974E-0CC9-5347-1E33E9305D6B}"/>
                    </a:ext>
                  </a:extLst>
                </p:cNvPr>
                <p:cNvSpPr txBox="1"/>
                <p:nvPr/>
              </p:nvSpPr>
              <p:spPr>
                <a:xfrm>
                  <a:off x="10399543" y="2372316"/>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R</m:t>
                        </m:r>
                      </m:oMath>
                    </m:oMathPara>
                  </a14:m>
                  <a:endParaRPr lang="zh-CN" altLang="en-US" sz="2400" dirty="0"/>
                </a:p>
              </p:txBody>
            </p:sp>
          </mc:Choice>
          <mc:Fallback xmlns="">
            <p:sp>
              <p:nvSpPr>
                <p:cNvPr id="13" name="文本框 12">
                  <a:extLst>
                    <a:ext uri="{FF2B5EF4-FFF2-40B4-BE49-F238E27FC236}">
                      <a16:creationId xmlns:a16="http://schemas.microsoft.com/office/drawing/2014/main" id="{DF64FBBB-4CEA-D57C-E6EA-019BCBA72429}"/>
                    </a:ext>
                  </a:extLst>
                </p:cNvPr>
                <p:cNvSpPr txBox="1">
                  <a:spLocks noRot="1" noChangeAspect="1" noMove="1" noResize="1" noEditPoints="1" noAdjustHandles="1" noChangeArrowheads="1" noChangeShapeType="1" noTextEdit="1"/>
                </p:cNvSpPr>
                <p:nvPr/>
              </p:nvSpPr>
              <p:spPr>
                <a:xfrm>
                  <a:off x="10399543" y="2372316"/>
                  <a:ext cx="458075" cy="461665"/>
                </a:xfrm>
                <a:prstGeom prst="rect">
                  <a:avLst/>
                </a:prstGeom>
                <a:blipFill>
                  <a:blip r:embed="rId13"/>
                  <a:stretch>
                    <a:fillRect l="-2667"/>
                  </a:stretch>
                </a:blipFill>
              </p:spPr>
              <p:txBody>
                <a:bodyPr/>
                <a:lstStyle/>
                <a:p>
                  <a:r>
                    <a:rPr lang="zh-CN" altLang="en-US">
                      <a:noFill/>
                    </a:rPr>
                    <a:t> </a:t>
                  </a:r>
                </a:p>
              </p:txBody>
            </p:sp>
          </mc:Fallback>
        </mc:AlternateContent>
        <p:sp>
          <p:nvSpPr>
            <p:cNvPr id="156" name="Line 27">
              <a:extLst>
                <a:ext uri="{FF2B5EF4-FFF2-40B4-BE49-F238E27FC236}">
                  <a16:creationId xmlns:a16="http://schemas.microsoft.com/office/drawing/2014/main" id="{64D62197-7BFA-3E35-61B8-9D45C5AC914E}"/>
                </a:ext>
              </a:extLst>
            </p:cNvPr>
            <p:cNvSpPr>
              <a:spLocks noChangeShapeType="1"/>
            </p:cNvSpPr>
            <p:nvPr/>
          </p:nvSpPr>
          <p:spPr bwMode="auto">
            <a:xfrm>
              <a:off x="11325639" y="1833061"/>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7" name="Line 27">
              <a:extLst>
                <a:ext uri="{FF2B5EF4-FFF2-40B4-BE49-F238E27FC236}">
                  <a16:creationId xmlns:a16="http://schemas.microsoft.com/office/drawing/2014/main" id="{E71596BD-AE0C-6002-07E1-4CA99515702E}"/>
                </a:ext>
              </a:extLst>
            </p:cNvPr>
            <p:cNvSpPr>
              <a:spLocks noChangeShapeType="1"/>
            </p:cNvSpPr>
            <p:nvPr/>
          </p:nvSpPr>
          <p:spPr bwMode="auto">
            <a:xfrm>
              <a:off x="11325639" y="2603148"/>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8" name="椭圆 157">
              <a:extLst>
                <a:ext uri="{FF2B5EF4-FFF2-40B4-BE49-F238E27FC236}">
                  <a16:creationId xmlns:a16="http://schemas.microsoft.com/office/drawing/2014/main" id="{CD104705-17DD-D76E-1CC0-531D8AD2E223}"/>
                </a:ext>
              </a:extLst>
            </p:cNvPr>
            <p:cNvSpPr/>
            <p:nvPr/>
          </p:nvSpPr>
          <p:spPr>
            <a:xfrm flipV="1">
              <a:off x="11331574" y="2542503"/>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59" name="文本框 158">
                  <a:extLst>
                    <a:ext uri="{FF2B5EF4-FFF2-40B4-BE49-F238E27FC236}">
                      <a16:creationId xmlns:a16="http://schemas.microsoft.com/office/drawing/2014/main" id="{F4EA26ED-4967-18DC-5BD6-7244B7766A12}"/>
                    </a:ext>
                  </a:extLst>
                </p:cNvPr>
                <p:cNvSpPr txBox="1"/>
                <p:nvPr/>
              </p:nvSpPr>
              <p:spPr>
                <a:xfrm>
                  <a:off x="11539341" y="1574083"/>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17" name="文本框 16">
                  <a:extLst>
                    <a:ext uri="{FF2B5EF4-FFF2-40B4-BE49-F238E27FC236}">
                      <a16:creationId xmlns:a16="http://schemas.microsoft.com/office/drawing/2014/main" id="{C55F856C-5224-2786-9F47-ED4E7302A956}"/>
                    </a:ext>
                  </a:extLst>
                </p:cNvPr>
                <p:cNvSpPr txBox="1">
                  <a:spLocks noRot="1" noChangeAspect="1" noMove="1" noResize="1" noEditPoints="1" noAdjustHandles="1" noChangeArrowheads="1" noChangeShapeType="1" noTextEdit="1"/>
                </p:cNvSpPr>
                <p:nvPr/>
              </p:nvSpPr>
              <p:spPr>
                <a:xfrm>
                  <a:off x="11539341" y="1574083"/>
                  <a:ext cx="458075" cy="462434"/>
                </a:xfrm>
                <a:prstGeom prst="rect">
                  <a:avLst/>
                </a:prstGeom>
                <a:blipFill>
                  <a:blip r:embed="rId14"/>
                  <a:stretch>
                    <a:fillRect l="-10667"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0" name="文本框 159">
                  <a:extLst>
                    <a:ext uri="{FF2B5EF4-FFF2-40B4-BE49-F238E27FC236}">
                      <a16:creationId xmlns:a16="http://schemas.microsoft.com/office/drawing/2014/main" id="{4973FDA3-7EC6-FEBB-A7A0-5617FD39C7E1}"/>
                    </a:ext>
                  </a:extLst>
                </p:cNvPr>
                <p:cNvSpPr txBox="1"/>
                <p:nvPr/>
              </p:nvSpPr>
              <p:spPr>
                <a:xfrm>
                  <a:off x="11538444" y="2371930"/>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18" name="文本框 17">
                  <a:extLst>
                    <a:ext uri="{FF2B5EF4-FFF2-40B4-BE49-F238E27FC236}">
                      <a16:creationId xmlns:a16="http://schemas.microsoft.com/office/drawing/2014/main" id="{328315F5-654C-1696-3293-A5747AB1E16F}"/>
                    </a:ext>
                  </a:extLst>
                </p:cNvPr>
                <p:cNvSpPr txBox="1">
                  <a:spLocks noRot="1" noChangeAspect="1" noMove="1" noResize="1" noEditPoints="1" noAdjustHandles="1" noChangeArrowheads="1" noChangeShapeType="1" noTextEdit="1"/>
                </p:cNvSpPr>
                <p:nvPr/>
              </p:nvSpPr>
              <p:spPr>
                <a:xfrm>
                  <a:off x="11538444" y="2371930"/>
                  <a:ext cx="458075" cy="462434"/>
                </a:xfrm>
                <a:prstGeom prst="rect">
                  <a:avLst/>
                </a:prstGeom>
                <a:blipFill>
                  <a:blip r:embed="rId15"/>
                  <a:stretch>
                    <a:fillRect l="-10667"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1" name="文本框 160">
                  <a:extLst>
                    <a:ext uri="{FF2B5EF4-FFF2-40B4-BE49-F238E27FC236}">
                      <a16:creationId xmlns:a16="http://schemas.microsoft.com/office/drawing/2014/main" id="{F3B75AF1-6C9C-7BB6-8241-E42B5CF6BE4B}"/>
                    </a:ext>
                  </a:extLst>
                </p:cNvPr>
                <p:cNvSpPr txBox="1"/>
                <p:nvPr/>
              </p:nvSpPr>
              <p:spPr>
                <a:xfrm>
                  <a:off x="9804177" y="1579326"/>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S</m:t>
                            </m:r>
                          </m:e>
                        </m:acc>
                      </m:oMath>
                    </m:oMathPara>
                  </a14:m>
                  <a:endParaRPr lang="zh-CN" altLang="en-US" sz="2400" dirty="0">
                    <a:solidFill>
                      <a:schemeClr val="accent5">
                        <a:lumMod val="75000"/>
                      </a:schemeClr>
                    </a:solidFill>
                  </a:endParaRPr>
                </a:p>
              </p:txBody>
            </p:sp>
          </mc:Choice>
          <mc:Fallback xmlns="">
            <p:sp>
              <p:nvSpPr>
                <p:cNvPr id="19" name="文本框 18">
                  <a:extLst>
                    <a:ext uri="{FF2B5EF4-FFF2-40B4-BE49-F238E27FC236}">
                      <a16:creationId xmlns:a16="http://schemas.microsoft.com/office/drawing/2014/main" id="{9B84039E-5BE1-A72D-9C25-8FEA9E4777F3}"/>
                    </a:ext>
                  </a:extLst>
                </p:cNvPr>
                <p:cNvSpPr txBox="1">
                  <a:spLocks noRot="1" noChangeAspect="1" noMove="1" noResize="1" noEditPoints="1" noAdjustHandles="1" noChangeArrowheads="1" noChangeShapeType="1" noTextEdit="1"/>
                </p:cNvSpPr>
                <p:nvPr/>
              </p:nvSpPr>
              <p:spPr>
                <a:xfrm>
                  <a:off x="9804177" y="1579326"/>
                  <a:ext cx="458075" cy="462434"/>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2" name="文本框 161">
                  <a:extLst>
                    <a:ext uri="{FF2B5EF4-FFF2-40B4-BE49-F238E27FC236}">
                      <a16:creationId xmlns:a16="http://schemas.microsoft.com/office/drawing/2014/main" id="{8DC3C703-3C73-3468-AB49-CE5522F09007}"/>
                    </a:ext>
                  </a:extLst>
                </p:cNvPr>
                <p:cNvSpPr txBox="1"/>
                <p:nvPr/>
              </p:nvSpPr>
              <p:spPr>
                <a:xfrm>
                  <a:off x="9804178" y="2372042"/>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R</m:t>
                            </m:r>
                          </m:e>
                        </m:acc>
                      </m:oMath>
                    </m:oMathPara>
                  </a14:m>
                  <a:endParaRPr lang="zh-CN" altLang="en-US" sz="2400" dirty="0">
                    <a:solidFill>
                      <a:schemeClr val="accent5">
                        <a:lumMod val="75000"/>
                      </a:schemeClr>
                    </a:solidFill>
                  </a:endParaRPr>
                </a:p>
              </p:txBody>
            </p:sp>
          </mc:Choice>
          <mc:Fallback xmlns="">
            <p:sp>
              <p:nvSpPr>
                <p:cNvPr id="20" name="文本框 19">
                  <a:extLst>
                    <a:ext uri="{FF2B5EF4-FFF2-40B4-BE49-F238E27FC236}">
                      <a16:creationId xmlns:a16="http://schemas.microsoft.com/office/drawing/2014/main" id="{D02BB503-38A8-41EC-8BAD-429B47117C2F}"/>
                    </a:ext>
                  </a:extLst>
                </p:cNvPr>
                <p:cNvSpPr txBox="1">
                  <a:spLocks noRot="1" noChangeAspect="1" noMove="1" noResize="1" noEditPoints="1" noAdjustHandles="1" noChangeArrowheads="1" noChangeShapeType="1" noTextEdit="1"/>
                </p:cNvSpPr>
                <p:nvPr/>
              </p:nvSpPr>
              <p:spPr>
                <a:xfrm>
                  <a:off x="9804178" y="2372042"/>
                  <a:ext cx="458075" cy="461665"/>
                </a:xfrm>
                <a:prstGeom prst="rect">
                  <a:avLst/>
                </a:prstGeom>
                <a:blipFill>
                  <a:blip r:embed="rId28"/>
                  <a:stretch>
                    <a:fillRect l="-2667"/>
                  </a:stretch>
                </a:blipFill>
              </p:spPr>
              <p:txBody>
                <a:bodyPr/>
                <a:lstStyle/>
                <a:p>
                  <a:r>
                    <a:rPr lang="zh-CN" altLang="en-US">
                      <a:noFill/>
                    </a:rPr>
                    <a:t> </a:t>
                  </a:r>
                </a:p>
              </p:txBody>
            </p:sp>
          </mc:Fallback>
        </mc:AlternateContent>
        <p:sp>
          <p:nvSpPr>
            <p:cNvPr id="163" name="椭圆 162">
              <a:extLst>
                <a:ext uri="{FF2B5EF4-FFF2-40B4-BE49-F238E27FC236}">
                  <a16:creationId xmlns:a16="http://schemas.microsoft.com/office/drawing/2014/main" id="{9B075101-CB0E-4C35-DAD9-61888BE2C774}"/>
                </a:ext>
              </a:extLst>
            </p:cNvPr>
            <p:cNvSpPr/>
            <p:nvPr/>
          </p:nvSpPr>
          <p:spPr>
            <a:xfrm flipV="1">
              <a:off x="10300670" y="1772640"/>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64" name="椭圆 163">
              <a:extLst>
                <a:ext uri="{FF2B5EF4-FFF2-40B4-BE49-F238E27FC236}">
                  <a16:creationId xmlns:a16="http://schemas.microsoft.com/office/drawing/2014/main" id="{8443B2C6-BA2F-B213-26CE-E5E0FB788E29}"/>
                </a:ext>
              </a:extLst>
            </p:cNvPr>
            <p:cNvSpPr/>
            <p:nvPr/>
          </p:nvSpPr>
          <p:spPr>
            <a:xfrm flipV="1">
              <a:off x="10305109" y="2542229"/>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mc:AlternateContent xmlns:mc="http://schemas.openxmlformats.org/markup-compatibility/2006" xmlns:a14="http://schemas.microsoft.com/office/drawing/2010/main">
        <mc:Choice Requires="a14">
          <p:sp>
            <p:nvSpPr>
              <p:cNvPr id="165" name="文本框 164">
                <a:extLst>
                  <a:ext uri="{FF2B5EF4-FFF2-40B4-BE49-F238E27FC236}">
                    <a16:creationId xmlns:a16="http://schemas.microsoft.com/office/drawing/2014/main" id="{2865B677-9DD0-0B91-8AE6-831AF4C111FA}"/>
                  </a:ext>
                </a:extLst>
              </p:cNvPr>
              <p:cNvSpPr txBox="1"/>
              <p:nvPr/>
            </p:nvSpPr>
            <p:spPr>
              <a:xfrm>
                <a:off x="8262000" y="4392102"/>
                <a:ext cx="1228725" cy="462434"/>
              </a:xfrm>
              <a:prstGeom prst="rect">
                <a:avLst/>
              </a:prstGeom>
              <a:noFill/>
            </p:spPr>
            <p:txBody>
              <a:bodyPr wrap="square">
                <a:spAutoFit/>
              </a:bodyPr>
              <a:lstStyle/>
              <a:p>
                <a:pPr algn="ctr"/>
                <a14:m>
                  <m:oMath xmlns:m="http://schemas.openxmlformats.org/officeDocument/2006/math">
                    <m:r>
                      <m:rPr>
                        <m:sty m:val="p"/>
                      </m:rPr>
                      <a:rPr lang="en-US" altLang="zh-CN" sz="2400" b="0" i="0" smtClean="0">
                        <a:solidFill>
                          <a:srgbClr val="002060"/>
                        </a:solidFill>
                        <a:latin typeface="Cambria Math" panose="02040503050406030204" pitchFamily="18" charset="0"/>
                      </a:rPr>
                      <m:t>Q</m:t>
                    </m:r>
                  </m:oMath>
                </a14:m>
                <a:r>
                  <a:rPr lang="en-US" altLang="zh-CN" sz="2400" b="0" dirty="0">
                    <a:solidFill>
                      <a:srgbClr val="002060"/>
                    </a:solidFill>
                  </a:rPr>
                  <a:t>      </a:t>
                </a:r>
                <a14:m>
                  <m:oMath xmlns:m="http://schemas.openxmlformats.org/officeDocument/2006/math">
                    <m:acc>
                      <m:accPr>
                        <m:chr m:val="̅"/>
                        <m:ctrlPr>
                          <a:rPr lang="en-US" altLang="zh-CN" sz="2400" b="0" i="1" smtClean="0">
                            <a:solidFill>
                              <a:srgbClr val="002060"/>
                            </a:solidFill>
                            <a:latin typeface="Cambria Math" panose="02040503050406030204" pitchFamily="18" charset="0"/>
                          </a:rPr>
                        </m:ctrlPr>
                      </m:accPr>
                      <m:e>
                        <m:r>
                          <m:rPr>
                            <m:sty m:val="p"/>
                          </m:rPr>
                          <a:rPr lang="en-US" altLang="zh-CN" sz="2400" smtClean="0">
                            <a:solidFill>
                              <a:srgbClr val="002060"/>
                            </a:solidFill>
                            <a:latin typeface="Cambria Math" panose="02040503050406030204" pitchFamily="18" charset="0"/>
                          </a:rPr>
                          <m:t>Q</m:t>
                        </m:r>
                      </m:e>
                    </m:acc>
                  </m:oMath>
                </a14:m>
                <a:endParaRPr lang="zh-CN" altLang="en-US" sz="2400" dirty="0"/>
              </a:p>
            </p:txBody>
          </p:sp>
        </mc:Choice>
        <mc:Fallback xmlns="">
          <p:sp>
            <p:nvSpPr>
              <p:cNvPr id="165" name="文本框 164">
                <a:extLst>
                  <a:ext uri="{FF2B5EF4-FFF2-40B4-BE49-F238E27FC236}">
                    <a16:creationId xmlns:a16="http://schemas.microsoft.com/office/drawing/2014/main" id="{2865B677-9DD0-0B91-8AE6-831AF4C111FA}"/>
                  </a:ext>
                </a:extLst>
              </p:cNvPr>
              <p:cNvSpPr txBox="1">
                <a:spLocks noRot="1" noChangeAspect="1" noMove="1" noResize="1" noEditPoints="1" noAdjustHandles="1" noChangeArrowheads="1" noChangeShapeType="1" noTextEdit="1"/>
              </p:cNvSpPr>
              <p:nvPr/>
            </p:nvSpPr>
            <p:spPr>
              <a:xfrm>
                <a:off x="8262000" y="4392102"/>
                <a:ext cx="1228725" cy="462434"/>
              </a:xfrm>
              <a:prstGeom prst="rect">
                <a:avLst/>
              </a:prstGeom>
              <a:blipFill>
                <a:blip r:embed="rId29"/>
                <a:stretch>
                  <a:fillRect r="-32178"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6" name="文本框 165">
                <a:extLst>
                  <a:ext uri="{FF2B5EF4-FFF2-40B4-BE49-F238E27FC236}">
                    <a16:creationId xmlns:a16="http://schemas.microsoft.com/office/drawing/2014/main" id="{3F933EF4-C684-ABF6-9455-A6B608F4BD34}"/>
                  </a:ext>
                </a:extLst>
              </p:cNvPr>
              <p:cNvSpPr txBox="1"/>
              <p:nvPr/>
            </p:nvSpPr>
            <p:spPr>
              <a:xfrm>
                <a:off x="7137669" y="4392102"/>
                <a:ext cx="1024061" cy="462434"/>
              </a:xfrm>
              <a:prstGeom prst="rect">
                <a:avLst/>
              </a:prstGeom>
              <a:noFill/>
            </p:spPr>
            <p:txBody>
              <a:bodyPr wrap="square">
                <a:spAutoFit/>
              </a:bodyPr>
              <a:lstStyle/>
              <a:p>
                <a:pPr algn="ctr"/>
                <a14:m>
                  <m:oMath xmlns:m="http://schemas.openxmlformats.org/officeDocument/2006/math">
                    <m:acc>
                      <m:accPr>
                        <m:chr m:val="̅"/>
                        <m:ctrlPr>
                          <a:rPr lang="en-US" altLang="zh-CN" sz="2400" i="1" smtClean="0">
                            <a:solidFill>
                              <a:srgbClr val="002060"/>
                            </a:solidFill>
                            <a:latin typeface="Cambria Math" panose="02040503050406030204" pitchFamily="18" charset="0"/>
                          </a:rPr>
                        </m:ctrlPr>
                      </m:accPr>
                      <m:e>
                        <m:r>
                          <a:rPr lang="en-US" altLang="zh-CN" sz="2400" b="0" i="0" smtClean="0">
                            <a:solidFill>
                              <a:srgbClr val="002060"/>
                            </a:solidFill>
                            <a:latin typeface="Cambria Math" panose="02040503050406030204" pitchFamily="18" charset="0"/>
                          </a:rPr>
                          <m:t> </m:t>
                        </m:r>
                        <m:r>
                          <m:rPr>
                            <m:sty m:val="p"/>
                          </m:rPr>
                          <a:rPr lang="en-US" altLang="zh-CN" sz="2400">
                            <a:solidFill>
                              <a:srgbClr val="002060"/>
                            </a:solidFill>
                            <a:latin typeface="Cambria Math" panose="02040503050406030204" pitchFamily="18" charset="0"/>
                          </a:rPr>
                          <m:t>S</m:t>
                        </m:r>
                        <m:r>
                          <a:rPr lang="en-US" altLang="zh-CN" sz="2400" b="0" i="0" smtClean="0">
                            <a:solidFill>
                              <a:srgbClr val="002060"/>
                            </a:solidFill>
                            <a:latin typeface="Cambria Math" panose="02040503050406030204" pitchFamily="18" charset="0"/>
                          </a:rPr>
                          <m:t> </m:t>
                        </m:r>
                      </m:e>
                    </m:acc>
                  </m:oMath>
                </a14:m>
                <a:r>
                  <a:rPr lang="en-US" altLang="zh-CN" sz="24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400" i="1">
                            <a:solidFill>
                              <a:srgbClr val="002060"/>
                            </a:solidFill>
                            <a:latin typeface="Cambria Math" panose="02040503050406030204" pitchFamily="18" charset="0"/>
                          </a:rPr>
                        </m:ctrlPr>
                      </m:accPr>
                      <m:e>
                        <m:r>
                          <m:rPr>
                            <m:sty m:val="p"/>
                          </m:rPr>
                          <a:rPr lang="en-US" altLang="zh-CN" sz="2400">
                            <a:solidFill>
                              <a:srgbClr val="002060"/>
                            </a:solidFill>
                            <a:latin typeface="Cambria Math" panose="02040503050406030204" pitchFamily="18" charset="0"/>
                          </a:rPr>
                          <m:t>R</m:t>
                        </m:r>
                      </m:e>
                    </m:acc>
                  </m:oMath>
                </a14:m>
                <a:endParaRPr lang="zh-CN" altLang="en-US" sz="2400" dirty="0"/>
              </a:p>
            </p:txBody>
          </p:sp>
        </mc:Choice>
        <mc:Fallback xmlns="">
          <p:sp>
            <p:nvSpPr>
              <p:cNvPr id="166" name="文本框 165">
                <a:extLst>
                  <a:ext uri="{FF2B5EF4-FFF2-40B4-BE49-F238E27FC236}">
                    <a16:creationId xmlns:a16="http://schemas.microsoft.com/office/drawing/2014/main" id="{3F933EF4-C684-ABF6-9455-A6B608F4BD34}"/>
                  </a:ext>
                </a:extLst>
              </p:cNvPr>
              <p:cNvSpPr txBox="1">
                <a:spLocks noRot="1" noChangeAspect="1" noMove="1" noResize="1" noEditPoints="1" noAdjustHandles="1" noChangeArrowheads="1" noChangeShapeType="1" noTextEdit="1"/>
              </p:cNvSpPr>
              <p:nvPr/>
            </p:nvSpPr>
            <p:spPr>
              <a:xfrm>
                <a:off x="7137669" y="4392102"/>
                <a:ext cx="1024061" cy="462434"/>
              </a:xfrm>
              <a:prstGeom prst="rect">
                <a:avLst/>
              </a:prstGeom>
              <a:blipFill>
                <a:blip r:embed="rId30"/>
                <a:stretch>
                  <a:fillRect r="-410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14354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159A3-AD6E-DCCD-2424-7802364CEE8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A31BD83-8477-3AED-660E-2B9301874DCE}"/>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数字部分（锁存器与触发器）</a:t>
            </a:r>
          </a:p>
        </p:txBody>
      </p:sp>
      <p:sp>
        <p:nvSpPr>
          <p:cNvPr id="3" name="文本框 2">
            <a:extLst>
              <a:ext uri="{FF2B5EF4-FFF2-40B4-BE49-F238E27FC236}">
                <a16:creationId xmlns:a16="http://schemas.microsoft.com/office/drawing/2014/main" id="{6CDA3A73-03F0-6647-9F46-43174B4AC126}"/>
              </a:ext>
            </a:extLst>
          </p:cNvPr>
          <p:cNvSpPr txBox="1"/>
          <p:nvPr/>
        </p:nvSpPr>
        <p:spPr>
          <a:xfrm>
            <a:off x="360000" y="827997"/>
            <a:ext cx="8280000" cy="213225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D </a:t>
            </a:r>
            <a:r>
              <a:rPr kumimoji="1" lang="zh-CN" altLang="en-US" sz="2800" dirty="0">
                <a:solidFill>
                  <a:srgbClr val="002060"/>
                </a:solidFill>
                <a:latin typeface="微软雅黑" panose="020B0503020204020204" pitchFamily="34" charset="-122"/>
                <a:ea typeface="微软雅黑" panose="020B0503020204020204" pitchFamily="34" charset="-122"/>
              </a:rPr>
              <a:t>锁存器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基于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SR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锁存器实现</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基于传输门实现</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还能基于什么实现？</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id="{E6E9F4B9-9B9E-C8DF-9475-A8E6347C08F5}"/>
              </a:ext>
            </a:extLst>
          </p:cNvPr>
          <p:cNvGrpSpPr/>
          <p:nvPr/>
        </p:nvGrpSpPr>
        <p:grpSpPr>
          <a:xfrm>
            <a:off x="11449269" y="6198682"/>
            <a:ext cx="786273" cy="548639"/>
            <a:chOff x="11454918" y="5839511"/>
            <a:chExt cx="786273" cy="548639"/>
          </a:xfrm>
        </p:grpSpPr>
        <p:grpSp>
          <p:nvGrpSpPr>
            <p:cNvPr id="21" name="组合 20">
              <a:extLst>
                <a:ext uri="{FF2B5EF4-FFF2-40B4-BE49-F238E27FC236}">
                  <a16:creationId xmlns:a16="http://schemas.microsoft.com/office/drawing/2014/main" id="{85AD435A-1C43-97B6-0358-573DF3262E15}"/>
                </a:ext>
              </a:extLst>
            </p:cNvPr>
            <p:cNvGrpSpPr/>
            <p:nvPr/>
          </p:nvGrpSpPr>
          <p:grpSpPr>
            <a:xfrm>
              <a:off x="11454918" y="5867450"/>
              <a:ext cx="737081" cy="520700"/>
              <a:chOff x="11454918" y="5867450"/>
              <a:chExt cx="737081" cy="520700"/>
            </a:xfrm>
          </p:grpSpPr>
          <p:sp>
            <p:nvSpPr>
              <p:cNvPr id="23" name="箭头: 五边形 22">
                <a:extLst>
                  <a:ext uri="{FF2B5EF4-FFF2-40B4-BE49-F238E27FC236}">
                    <a16:creationId xmlns:a16="http://schemas.microsoft.com/office/drawing/2014/main" id="{8E6EBFE3-9B51-DD7C-F835-05698059D15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箭头: V 形 23">
                <a:extLst>
                  <a:ext uri="{FF2B5EF4-FFF2-40B4-BE49-F238E27FC236}">
                    <a16:creationId xmlns:a16="http://schemas.microsoft.com/office/drawing/2014/main" id="{A35A8162-F398-9984-0B32-B8B9976B9E01}"/>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2" name="灯片编号占位符 3">
              <a:extLst>
                <a:ext uri="{FF2B5EF4-FFF2-40B4-BE49-F238E27FC236}">
                  <a16:creationId xmlns:a16="http://schemas.microsoft.com/office/drawing/2014/main" id="{A0D6CE82-C4BF-B2BD-E4E1-71621BC9CB2F}"/>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29</a:t>
              </a:fld>
              <a:endParaRPr lang="zh-CN" altLang="en-US" sz="3200" dirty="0">
                <a:solidFill>
                  <a:schemeClr val="bg1"/>
                </a:solidFill>
                <a:latin typeface="Candara"/>
                <a:ea typeface="微软雅黑"/>
              </a:endParaRPr>
            </a:p>
          </p:txBody>
        </p:sp>
      </p:grpSp>
      <p:grpSp>
        <p:nvGrpSpPr>
          <p:cNvPr id="4" name="组合 3">
            <a:extLst>
              <a:ext uri="{FF2B5EF4-FFF2-40B4-BE49-F238E27FC236}">
                <a16:creationId xmlns:a16="http://schemas.microsoft.com/office/drawing/2014/main" id="{A78C50EF-FA22-D16C-FC89-EAAF497AC3F0}"/>
              </a:ext>
            </a:extLst>
          </p:cNvPr>
          <p:cNvGrpSpPr/>
          <p:nvPr/>
        </p:nvGrpSpPr>
        <p:grpSpPr>
          <a:xfrm>
            <a:off x="1080000" y="3240000"/>
            <a:ext cx="3652174" cy="2036995"/>
            <a:chOff x="1873875" y="3135394"/>
            <a:chExt cx="3652174" cy="2036995"/>
          </a:xfrm>
        </p:grpSpPr>
        <p:sp>
          <p:nvSpPr>
            <p:cNvPr id="5" name="Line 27">
              <a:extLst>
                <a:ext uri="{FF2B5EF4-FFF2-40B4-BE49-F238E27FC236}">
                  <a16:creationId xmlns:a16="http://schemas.microsoft.com/office/drawing/2014/main" id="{0836D19B-31E1-19E7-7030-90FA1E652103}"/>
                </a:ext>
              </a:extLst>
            </p:cNvPr>
            <p:cNvSpPr>
              <a:spLocks noChangeShapeType="1"/>
            </p:cNvSpPr>
            <p:nvPr/>
          </p:nvSpPr>
          <p:spPr bwMode="auto">
            <a:xfrm>
              <a:off x="3700188" y="3491031"/>
              <a:ext cx="5350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 name="Line 27">
              <a:extLst>
                <a:ext uri="{FF2B5EF4-FFF2-40B4-BE49-F238E27FC236}">
                  <a16:creationId xmlns:a16="http://schemas.microsoft.com/office/drawing/2014/main" id="{3E307B7E-7D84-8CF0-2C8C-EEC9FB332820}"/>
                </a:ext>
              </a:extLst>
            </p:cNvPr>
            <p:cNvSpPr>
              <a:spLocks noChangeShapeType="1"/>
            </p:cNvSpPr>
            <p:nvPr/>
          </p:nvSpPr>
          <p:spPr bwMode="auto">
            <a:xfrm>
              <a:off x="3948272" y="3781836"/>
              <a:ext cx="2869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27">
              <a:extLst>
                <a:ext uri="{FF2B5EF4-FFF2-40B4-BE49-F238E27FC236}">
                  <a16:creationId xmlns:a16="http://schemas.microsoft.com/office/drawing/2014/main" id="{83DE7D28-5540-B7C6-2AB7-35D29A770A01}"/>
                </a:ext>
              </a:extLst>
            </p:cNvPr>
            <p:cNvSpPr>
              <a:spLocks noChangeShapeType="1"/>
            </p:cNvSpPr>
            <p:nvPr/>
          </p:nvSpPr>
          <p:spPr bwMode="auto">
            <a:xfrm>
              <a:off x="4713358" y="3636668"/>
              <a:ext cx="426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4AEB8A3-D7F0-D4EB-8E05-1C877DA45BD8}"/>
                    </a:ext>
                  </a:extLst>
                </p:cNvPr>
                <p:cNvSpPr txBox="1"/>
                <p:nvPr/>
              </p:nvSpPr>
              <p:spPr>
                <a:xfrm>
                  <a:off x="1873875" y="3135394"/>
                  <a:ext cx="393403"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D</m:t>
                        </m:r>
                      </m:oMath>
                    </m:oMathPara>
                  </a14:m>
                  <a:endParaRPr lang="zh-CN" altLang="en-US" sz="2400" dirty="0">
                    <a:solidFill>
                      <a:schemeClr val="accent5">
                        <a:lumMod val="75000"/>
                      </a:schemeClr>
                    </a:solidFill>
                  </a:endParaRPr>
                </a:p>
              </p:txBody>
            </p:sp>
          </mc:Choice>
          <mc:Fallback xmlns="">
            <p:sp>
              <p:nvSpPr>
                <p:cNvPr id="13" name="文本框 12">
                  <a:extLst>
                    <a:ext uri="{FF2B5EF4-FFF2-40B4-BE49-F238E27FC236}">
                      <a16:creationId xmlns:a16="http://schemas.microsoft.com/office/drawing/2014/main" id="{E4E960C8-94EF-C0EA-B854-50B4BAE4B9B5}"/>
                    </a:ext>
                  </a:extLst>
                </p:cNvPr>
                <p:cNvSpPr txBox="1">
                  <a:spLocks noRot="1" noChangeAspect="1" noMove="1" noResize="1" noEditPoints="1" noAdjustHandles="1" noChangeArrowheads="1" noChangeShapeType="1" noTextEdit="1"/>
                </p:cNvSpPr>
                <p:nvPr/>
              </p:nvSpPr>
              <p:spPr>
                <a:xfrm>
                  <a:off x="1873875" y="3135394"/>
                  <a:ext cx="393403" cy="461665"/>
                </a:xfrm>
                <a:prstGeom prst="rect">
                  <a:avLst/>
                </a:prstGeom>
                <a:blipFill>
                  <a:blip r:embed="rId3"/>
                  <a:stretch>
                    <a:fillRect l="-12308"/>
                  </a:stretch>
                </a:blipFill>
              </p:spPr>
              <p:txBody>
                <a:bodyPr/>
                <a:lstStyle/>
                <a:p>
                  <a:r>
                    <a:rPr lang="zh-CN" altLang="en-US">
                      <a:noFill/>
                    </a:rPr>
                    <a:t> </a:t>
                  </a:r>
                </a:p>
              </p:txBody>
            </p:sp>
          </mc:Fallback>
        </mc:AlternateContent>
        <p:sp>
          <p:nvSpPr>
            <p:cNvPr id="9" name="椭圆 8">
              <a:extLst>
                <a:ext uri="{FF2B5EF4-FFF2-40B4-BE49-F238E27FC236}">
                  <a16:creationId xmlns:a16="http://schemas.microsoft.com/office/drawing/2014/main" id="{A0CAB78F-EAEF-936E-1B32-B6973066E742}"/>
                </a:ext>
              </a:extLst>
            </p:cNvPr>
            <p:cNvSpPr/>
            <p:nvPr/>
          </p:nvSpPr>
          <p:spPr>
            <a:xfrm flipV="1">
              <a:off x="4723393" y="3576814"/>
              <a:ext cx="112716" cy="117767"/>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 name="Line 27">
              <a:extLst>
                <a:ext uri="{FF2B5EF4-FFF2-40B4-BE49-F238E27FC236}">
                  <a16:creationId xmlns:a16="http://schemas.microsoft.com/office/drawing/2014/main" id="{421BF6CC-8C8A-F4BC-22C4-6936CBF7ABDD}"/>
                </a:ext>
              </a:extLst>
            </p:cNvPr>
            <p:cNvSpPr>
              <a:spLocks noChangeShapeType="1"/>
            </p:cNvSpPr>
            <p:nvPr/>
          </p:nvSpPr>
          <p:spPr bwMode="auto">
            <a:xfrm>
              <a:off x="3948272" y="4540111"/>
              <a:ext cx="2828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 name="Line 27">
              <a:extLst>
                <a:ext uri="{FF2B5EF4-FFF2-40B4-BE49-F238E27FC236}">
                  <a16:creationId xmlns:a16="http://schemas.microsoft.com/office/drawing/2014/main" id="{C7A6CE12-906A-A6A7-D7F0-218370FA7F93}"/>
                </a:ext>
              </a:extLst>
            </p:cNvPr>
            <p:cNvSpPr>
              <a:spLocks noChangeShapeType="1"/>
            </p:cNvSpPr>
            <p:nvPr/>
          </p:nvSpPr>
          <p:spPr bwMode="auto">
            <a:xfrm>
              <a:off x="3700189" y="4830917"/>
              <a:ext cx="5309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27">
              <a:extLst>
                <a:ext uri="{FF2B5EF4-FFF2-40B4-BE49-F238E27FC236}">
                  <a16:creationId xmlns:a16="http://schemas.microsoft.com/office/drawing/2014/main" id="{0A7E2827-3872-92C9-D7AC-92A0816BEA62}"/>
                </a:ext>
              </a:extLst>
            </p:cNvPr>
            <p:cNvSpPr>
              <a:spLocks noChangeShapeType="1"/>
            </p:cNvSpPr>
            <p:nvPr/>
          </p:nvSpPr>
          <p:spPr bwMode="auto">
            <a:xfrm>
              <a:off x="4713358" y="4685748"/>
              <a:ext cx="426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椭圆 12">
              <a:extLst>
                <a:ext uri="{FF2B5EF4-FFF2-40B4-BE49-F238E27FC236}">
                  <a16:creationId xmlns:a16="http://schemas.microsoft.com/office/drawing/2014/main" id="{243CD5F4-13DF-F6F7-244B-D06777D420CF}"/>
                </a:ext>
              </a:extLst>
            </p:cNvPr>
            <p:cNvSpPr/>
            <p:nvPr/>
          </p:nvSpPr>
          <p:spPr>
            <a:xfrm flipV="1">
              <a:off x="4723393" y="4625894"/>
              <a:ext cx="112716" cy="117767"/>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4" name="Line 27">
              <a:extLst>
                <a:ext uri="{FF2B5EF4-FFF2-40B4-BE49-F238E27FC236}">
                  <a16:creationId xmlns:a16="http://schemas.microsoft.com/office/drawing/2014/main" id="{EE331FD0-7F13-B3DA-74B8-FC9810AB458C}"/>
                </a:ext>
              </a:extLst>
            </p:cNvPr>
            <p:cNvSpPr>
              <a:spLocks noChangeShapeType="1"/>
            </p:cNvSpPr>
            <p:nvPr/>
          </p:nvSpPr>
          <p:spPr bwMode="auto">
            <a:xfrm rot="5400000">
              <a:off x="3836783" y="3893696"/>
              <a:ext cx="2465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27">
              <a:extLst>
                <a:ext uri="{FF2B5EF4-FFF2-40B4-BE49-F238E27FC236}">
                  <a16:creationId xmlns:a16="http://schemas.microsoft.com/office/drawing/2014/main" id="{1D8F1A46-10AF-86D6-B569-7B2C35358554}"/>
                </a:ext>
              </a:extLst>
            </p:cNvPr>
            <p:cNvSpPr>
              <a:spLocks noChangeShapeType="1"/>
            </p:cNvSpPr>
            <p:nvPr/>
          </p:nvSpPr>
          <p:spPr bwMode="auto">
            <a:xfrm rot="5400000">
              <a:off x="3836783" y="4427815"/>
              <a:ext cx="2465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27">
              <a:extLst>
                <a:ext uri="{FF2B5EF4-FFF2-40B4-BE49-F238E27FC236}">
                  <a16:creationId xmlns:a16="http://schemas.microsoft.com/office/drawing/2014/main" id="{82F68A10-3D32-7A8B-F846-12737F08FFF6}"/>
                </a:ext>
              </a:extLst>
            </p:cNvPr>
            <p:cNvSpPr>
              <a:spLocks noChangeShapeType="1"/>
            </p:cNvSpPr>
            <p:nvPr/>
          </p:nvSpPr>
          <p:spPr bwMode="auto">
            <a:xfrm rot="5400000">
              <a:off x="4862886" y="3771749"/>
              <a:ext cx="2465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7">
              <a:extLst>
                <a:ext uri="{FF2B5EF4-FFF2-40B4-BE49-F238E27FC236}">
                  <a16:creationId xmlns:a16="http://schemas.microsoft.com/office/drawing/2014/main" id="{D1B896AE-3986-27E2-C535-775A25B07D17}"/>
                </a:ext>
              </a:extLst>
            </p:cNvPr>
            <p:cNvSpPr>
              <a:spLocks noChangeShapeType="1"/>
            </p:cNvSpPr>
            <p:nvPr/>
          </p:nvSpPr>
          <p:spPr bwMode="auto">
            <a:xfrm rot="5400000">
              <a:off x="4862886" y="4551095"/>
              <a:ext cx="2465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7">
              <a:extLst>
                <a:ext uri="{FF2B5EF4-FFF2-40B4-BE49-F238E27FC236}">
                  <a16:creationId xmlns:a16="http://schemas.microsoft.com/office/drawing/2014/main" id="{57134E9C-B8FD-780B-6CB8-6705EAC1FCF2}"/>
                </a:ext>
              </a:extLst>
            </p:cNvPr>
            <p:cNvSpPr>
              <a:spLocks noChangeShapeType="1"/>
            </p:cNvSpPr>
            <p:nvPr/>
          </p:nvSpPr>
          <p:spPr bwMode="auto">
            <a:xfrm rot="5400000" flipV="1">
              <a:off x="4258567" y="3703411"/>
              <a:ext cx="432249" cy="104250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27">
              <a:extLst>
                <a:ext uri="{FF2B5EF4-FFF2-40B4-BE49-F238E27FC236}">
                  <a16:creationId xmlns:a16="http://schemas.microsoft.com/office/drawing/2014/main" id="{C7F15693-E2ED-6559-9D89-D31F3B63D5BF}"/>
                </a:ext>
              </a:extLst>
            </p:cNvPr>
            <p:cNvSpPr>
              <a:spLocks noChangeShapeType="1"/>
            </p:cNvSpPr>
            <p:nvPr/>
          </p:nvSpPr>
          <p:spPr bwMode="auto">
            <a:xfrm rot="16200000" flipH="1" flipV="1">
              <a:off x="4257410" y="3577880"/>
              <a:ext cx="432249" cy="104250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椭圆 24">
              <a:extLst>
                <a:ext uri="{FF2B5EF4-FFF2-40B4-BE49-F238E27FC236}">
                  <a16:creationId xmlns:a16="http://schemas.microsoft.com/office/drawing/2014/main" id="{5F0A35AB-1593-F6C5-AB10-40A140642300}"/>
                </a:ext>
              </a:extLst>
            </p:cNvPr>
            <p:cNvSpPr/>
            <p:nvPr/>
          </p:nvSpPr>
          <p:spPr>
            <a:xfrm flipV="1">
              <a:off x="4940482" y="3590146"/>
              <a:ext cx="91367" cy="95462"/>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6" name="椭圆 25">
              <a:extLst>
                <a:ext uri="{FF2B5EF4-FFF2-40B4-BE49-F238E27FC236}">
                  <a16:creationId xmlns:a16="http://schemas.microsoft.com/office/drawing/2014/main" id="{2BEA4DD4-B0BD-95F7-BBFC-3D587C04CF6E}"/>
                </a:ext>
              </a:extLst>
            </p:cNvPr>
            <p:cNvSpPr/>
            <p:nvPr/>
          </p:nvSpPr>
          <p:spPr>
            <a:xfrm flipV="1">
              <a:off x="4940482" y="4638337"/>
              <a:ext cx="91367" cy="95462"/>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B0C8DE23-BBD2-ED0A-733B-A1FF2F02139F}"/>
                    </a:ext>
                  </a:extLst>
                </p:cNvPr>
                <p:cNvSpPr txBox="1"/>
                <p:nvPr/>
              </p:nvSpPr>
              <p:spPr>
                <a:xfrm>
                  <a:off x="5157739" y="4456909"/>
                  <a:ext cx="368310"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smtClean="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27" name="文本框 26">
                  <a:extLst>
                    <a:ext uri="{FF2B5EF4-FFF2-40B4-BE49-F238E27FC236}">
                      <a16:creationId xmlns:a16="http://schemas.microsoft.com/office/drawing/2014/main" id="{E5875B09-E5F8-7797-9016-78DA5EF54558}"/>
                    </a:ext>
                  </a:extLst>
                </p:cNvPr>
                <p:cNvSpPr txBox="1">
                  <a:spLocks noRot="1" noChangeAspect="1" noMove="1" noResize="1" noEditPoints="1" noAdjustHandles="1" noChangeArrowheads="1" noChangeShapeType="1" noTextEdit="1"/>
                </p:cNvSpPr>
                <p:nvPr/>
              </p:nvSpPr>
              <p:spPr>
                <a:xfrm>
                  <a:off x="5157739" y="4456909"/>
                  <a:ext cx="368310" cy="462434"/>
                </a:xfrm>
                <a:prstGeom prst="rect">
                  <a:avLst/>
                </a:prstGeom>
                <a:blipFill>
                  <a:blip r:embed="rId4"/>
                  <a:stretch>
                    <a:fillRect l="-24590" r="-1639"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EDCC6AC7-AB34-0B4C-C756-5B535D7452A9}"/>
                    </a:ext>
                  </a:extLst>
                </p:cNvPr>
                <p:cNvSpPr txBox="1"/>
                <p:nvPr/>
              </p:nvSpPr>
              <p:spPr>
                <a:xfrm>
                  <a:off x="5136223" y="3363287"/>
                  <a:ext cx="36831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28" name="文本框 27">
                  <a:extLst>
                    <a:ext uri="{FF2B5EF4-FFF2-40B4-BE49-F238E27FC236}">
                      <a16:creationId xmlns:a16="http://schemas.microsoft.com/office/drawing/2014/main" id="{BBC6C50A-13A0-FE48-2C07-5FD9F4B6AC25}"/>
                    </a:ext>
                  </a:extLst>
                </p:cNvPr>
                <p:cNvSpPr txBox="1">
                  <a:spLocks noRot="1" noChangeAspect="1" noMove="1" noResize="1" noEditPoints="1" noAdjustHandles="1" noChangeArrowheads="1" noChangeShapeType="1" noTextEdit="1"/>
                </p:cNvSpPr>
                <p:nvPr/>
              </p:nvSpPr>
              <p:spPr>
                <a:xfrm>
                  <a:off x="5136223" y="3363287"/>
                  <a:ext cx="368310" cy="461665"/>
                </a:xfrm>
                <a:prstGeom prst="rect">
                  <a:avLst/>
                </a:prstGeom>
                <a:blipFill>
                  <a:blip r:embed="rId5"/>
                  <a:stretch>
                    <a:fillRect l="-25000" r="-3333" b="-13158"/>
                  </a:stretch>
                </a:blipFill>
              </p:spPr>
              <p:txBody>
                <a:bodyPr/>
                <a:lstStyle/>
                <a:p>
                  <a:r>
                    <a:rPr lang="zh-CN" altLang="en-US">
                      <a:noFill/>
                    </a:rPr>
                    <a:t> </a:t>
                  </a:r>
                </a:p>
              </p:txBody>
            </p:sp>
          </mc:Fallback>
        </mc:AlternateContent>
        <p:sp>
          <p:nvSpPr>
            <p:cNvPr id="29" name="流程图: 延期 28">
              <a:extLst>
                <a:ext uri="{FF2B5EF4-FFF2-40B4-BE49-F238E27FC236}">
                  <a16:creationId xmlns:a16="http://schemas.microsoft.com/office/drawing/2014/main" id="{C388D009-0D53-8445-C020-CBAE9CC05FF2}"/>
                </a:ext>
              </a:extLst>
            </p:cNvPr>
            <p:cNvSpPr/>
            <p:nvPr/>
          </p:nvSpPr>
          <p:spPr>
            <a:xfrm>
              <a:off x="3212520" y="3249903"/>
              <a:ext cx="484277" cy="482255"/>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0" name="流程图: 延期 29">
              <a:extLst>
                <a:ext uri="{FF2B5EF4-FFF2-40B4-BE49-F238E27FC236}">
                  <a16:creationId xmlns:a16="http://schemas.microsoft.com/office/drawing/2014/main" id="{30FC1914-8B04-EFC6-DEDE-0F84865EAFE6}"/>
                </a:ext>
              </a:extLst>
            </p:cNvPr>
            <p:cNvSpPr/>
            <p:nvPr/>
          </p:nvSpPr>
          <p:spPr>
            <a:xfrm>
              <a:off x="3212520" y="4589789"/>
              <a:ext cx="484277" cy="482255"/>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1" name="Line 27">
              <a:extLst>
                <a:ext uri="{FF2B5EF4-FFF2-40B4-BE49-F238E27FC236}">
                  <a16:creationId xmlns:a16="http://schemas.microsoft.com/office/drawing/2014/main" id="{17521AFE-5999-621A-AD12-6FAB7ABD6A27}"/>
                </a:ext>
              </a:extLst>
            </p:cNvPr>
            <p:cNvSpPr>
              <a:spLocks noChangeShapeType="1"/>
            </p:cNvSpPr>
            <p:nvPr/>
          </p:nvSpPr>
          <p:spPr bwMode="auto">
            <a:xfrm>
              <a:off x="2171862" y="3366331"/>
              <a:ext cx="104065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2" name="Line 27">
              <a:extLst>
                <a:ext uri="{FF2B5EF4-FFF2-40B4-BE49-F238E27FC236}">
                  <a16:creationId xmlns:a16="http://schemas.microsoft.com/office/drawing/2014/main" id="{45CEA03F-1B0E-A9FB-8092-6FDB537863AB}"/>
                </a:ext>
              </a:extLst>
            </p:cNvPr>
            <p:cNvSpPr>
              <a:spLocks noChangeShapeType="1"/>
            </p:cNvSpPr>
            <p:nvPr/>
          </p:nvSpPr>
          <p:spPr bwMode="auto">
            <a:xfrm>
              <a:off x="2980339" y="3615731"/>
              <a:ext cx="2321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3" name="Line 27">
              <a:extLst>
                <a:ext uri="{FF2B5EF4-FFF2-40B4-BE49-F238E27FC236}">
                  <a16:creationId xmlns:a16="http://schemas.microsoft.com/office/drawing/2014/main" id="{57ED312E-F432-D236-21C1-14E939C9441E}"/>
                </a:ext>
              </a:extLst>
            </p:cNvPr>
            <p:cNvSpPr>
              <a:spLocks noChangeShapeType="1"/>
            </p:cNvSpPr>
            <p:nvPr/>
          </p:nvSpPr>
          <p:spPr bwMode="auto">
            <a:xfrm>
              <a:off x="2980339" y="4707825"/>
              <a:ext cx="232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4" name="Line 27">
              <a:extLst>
                <a:ext uri="{FF2B5EF4-FFF2-40B4-BE49-F238E27FC236}">
                  <a16:creationId xmlns:a16="http://schemas.microsoft.com/office/drawing/2014/main" id="{4EF2F0AB-D9F1-E3B1-AB00-D64174A4F1F4}"/>
                </a:ext>
              </a:extLst>
            </p:cNvPr>
            <p:cNvSpPr>
              <a:spLocks noChangeShapeType="1"/>
            </p:cNvSpPr>
            <p:nvPr/>
          </p:nvSpPr>
          <p:spPr bwMode="auto">
            <a:xfrm>
              <a:off x="2980338" y="4957224"/>
              <a:ext cx="232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5" name="Line 27">
              <a:extLst>
                <a:ext uri="{FF2B5EF4-FFF2-40B4-BE49-F238E27FC236}">
                  <a16:creationId xmlns:a16="http://schemas.microsoft.com/office/drawing/2014/main" id="{ADEB11BC-343C-6907-D05B-B3C8D432339C}"/>
                </a:ext>
              </a:extLst>
            </p:cNvPr>
            <p:cNvSpPr>
              <a:spLocks noChangeShapeType="1"/>
            </p:cNvSpPr>
            <p:nvPr/>
          </p:nvSpPr>
          <p:spPr bwMode="auto">
            <a:xfrm rot="5400000">
              <a:off x="2439452" y="4157201"/>
              <a:ext cx="11012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27">
              <a:extLst>
                <a:ext uri="{FF2B5EF4-FFF2-40B4-BE49-F238E27FC236}">
                  <a16:creationId xmlns:a16="http://schemas.microsoft.com/office/drawing/2014/main" id="{9AA3C4B2-735E-0109-D542-4079A5305051}"/>
                </a:ext>
              </a:extLst>
            </p:cNvPr>
            <p:cNvSpPr>
              <a:spLocks noChangeShapeType="1"/>
            </p:cNvSpPr>
            <p:nvPr/>
          </p:nvSpPr>
          <p:spPr bwMode="auto">
            <a:xfrm>
              <a:off x="2171862" y="4162346"/>
              <a:ext cx="8182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7" name="椭圆 36">
              <a:extLst>
                <a:ext uri="{FF2B5EF4-FFF2-40B4-BE49-F238E27FC236}">
                  <a16:creationId xmlns:a16="http://schemas.microsoft.com/office/drawing/2014/main" id="{DE2A61DA-67F6-27ED-574D-2794D868EDAF}"/>
                </a:ext>
              </a:extLst>
            </p:cNvPr>
            <p:cNvSpPr/>
            <p:nvPr/>
          </p:nvSpPr>
          <p:spPr>
            <a:xfrm flipV="1">
              <a:off x="2945527" y="4113997"/>
              <a:ext cx="91367" cy="95462"/>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5C77706A-03EC-666D-D22F-20084C393D42}"/>
                    </a:ext>
                  </a:extLst>
                </p:cNvPr>
                <p:cNvSpPr txBox="1"/>
                <p:nvPr/>
              </p:nvSpPr>
              <p:spPr>
                <a:xfrm>
                  <a:off x="1874992" y="3930841"/>
                  <a:ext cx="393403"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E</m:t>
                        </m:r>
                      </m:oMath>
                    </m:oMathPara>
                  </a14:m>
                  <a:endParaRPr lang="zh-CN" altLang="en-US" sz="2400" dirty="0">
                    <a:solidFill>
                      <a:schemeClr val="accent5">
                        <a:lumMod val="75000"/>
                      </a:schemeClr>
                    </a:solidFill>
                  </a:endParaRPr>
                </a:p>
              </p:txBody>
            </p:sp>
          </mc:Choice>
          <mc:Fallback xmlns="">
            <p:sp>
              <p:nvSpPr>
                <p:cNvPr id="39" name="文本框 38">
                  <a:extLst>
                    <a:ext uri="{FF2B5EF4-FFF2-40B4-BE49-F238E27FC236}">
                      <a16:creationId xmlns:a16="http://schemas.microsoft.com/office/drawing/2014/main" id="{82FEBB67-4C20-47A6-4FA0-91B5FF0FE727}"/>
                    </a:ext>
                  </a:extLst>
                </p:cNvPr>
                <p:cNvSpPr txBox="1">
                  <a:spLocks noRot="1" noChangeAspect="1" noMove="1" noResize="1" noEditPoints="1" noAdjustHandles="1" noChangeArrowheads="1" noChangeShapeType="1" noTextEdit="1"/>
                </p:cNvSpPr>
                <p:nvPr/>
              </p:nvSpPr>
              <p:spPr>
                <a:xfrm>
                  <a:off x="1874992" y="3930841"/>
                  <a:ext cx="393403" cy="461665"/>
                </a:xfrm>
                <a:prstGeom prst="rect">
                  <a:avLst/>
                </a:prstGeom>
                <a:blipFill>
                  <a:blip r:embed="rId6"/>
                  <a:stretch>
                    <a:fillRect l="-10938"/>
                  </a:stretch>
                </a:blipFill>
              </p:spPr>
              <p:txBody>
                <a:bodyPr/>
                <a:lstStyle/>
                <a:p>
                  <a:r>
                    <a:rPr lang="zh-CN" altLang="en-US">
                      <a:noFill/>
                    </a:rPr>
                    <a:t> </a:t>
                  </a:r>
                </a:p>
              </p:txBody>
            </p:sp>
          </mc:Fallback>
        </mc:AlternateContent>
        <p:sp>
          <p:nvSpPr>
            <p:cNvPr id="39" name="流程图: 延期 38">
              <a:extLst>
                <a:ext uri="{FF2B5EF4-FFF2-40B4-BE49-F238E27FC236}">
                  <a16:creationId xmlns:a16="http://schemas.microsoft.com/office/drawing/2014/main" id="{B3E846EE-A1ED-9742-CC24-E8272E0DD939}"/>
                </a:ext>
              </a:extLst>
            </p:cNvPr>
            <p:cNvSpPr/>
            <p:nvPr/>
          </p:nvSpPr>
          <p:spPr>
            <a:xfrm>
              <a:off x="4235225" y="3394569"/>
              <a:ext cx="484277" cy="482255"/>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40" name="流程图: 延期 39">
              <a:extLst>
                <a:ext uri="{FF2B5EF4-FFF2-40B4-BE49-F238E27FC236}">
                  <a16:creationId xmlns:a16="http://schemas.microsoft.com/office/drawing/2014/main" id="{FCD57172-45E7-6DB9-B518-DF0B69FCB799}"/>
                </a:ext>
              </a:extLst>
            </p:cNvPr>
            <p:cNvSpPr/>
            <p:nvPr/>
          </p:nvSpPr>
          <p:spPr>
            <a:xfrm>
              <a:off x="4231144" y="4439887"/>
              <a:ext cx="484277" cy="482255"/>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41" name="椭圆 40">
              <a:extLst>
                <a:ext uri="{FF2B5EF4-FFF2-40B4-BE49-F238E27FC236}">
                  <a16:creationId xmlns:a16="http://schemas.microsoft.com/office/drawing/2014/main" id="{5923018C-8402-44A5-CA9E-EDA9BDABB7DB}"/>
                </a:ext>
              </a:extLst>
            </p:cNvPr>
            <p:cNvSpPr/>
            <p:nvPr/>
          </p:nvSpPr>
          <p:spPr>
            <a:xfrm flipV="1">
              <a:off x="3698439" y="3430561"/>
              <a:ext cx="112716" cy="117767"/>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2" name="椭圆 41">
              <a:extLst>
                <a:ext uri="{FF2B5EF4-FFF2-40B4-BE49-F238E27FC236}">
                  <a16:creationId xmlns:a16="http://schemas.microsoft.com/office/drawing/2014/main" id="{E2705492-D109-688B-320F-04A5402DA0AD}"/>
                </a:ext>
              </a:extLst>
            </p:cNvPr>
            <p:cNvSpPr/>
            <p:nvPr/>
          </p:nvSpPr>
          <p:spPr>
            <a:xfrm flipV="1">
              <a:off x="3698439" y="4771538"/>
              <a:ext cx="112716" cy="117767"/>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3" name="等腰三角形 42">
              <a:extLst>
                <a:ext uri="{FF2B5EF4-FFF2-40B4-BE49-F238E27FC236}">
                  <a16:creationId xmlns:a16="http://schemas.microsoft.com/office/drawing/2014/main" id="{83C52F8E-33FC-38EC-8C73-D1B4F6154C2E}"/>
                </a:ext>
              </a:extLst>
            </p:cNvPr>
            <p:cNvSpPr/>
            <p:nvPr/>
          </p:nvSpPr>
          <p:spPr>
            <a:xfrm rot="5400000">
              <a:off x="2548520" y="4774995"/>
              <a:ext cx="426831" cy="367958"/>
            </a:xfrm>
            <a:prstGeom prst="triangl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Line 27">
              <a:extLst>
                <a:ext uri="{FF2B5EF4-FFF2-40B4-BE49-F238E27FC236}">
                  <a16:creationId xmlns:a16="http://schemas.microsoft.com/office/drawing/2014/main" id="{F919AB15-AC2D-1121-74D8-B8B3C8A701CE}"/>
                </a:ext>
              </a:extLst>
            </p:cNvPr>
            <p:cNvSpPr>
              <a:spLocks noChangeShapeType="1"/>
            </p:cNvSpPr>
            <p:nvPr/>
          </p:nvSpPr>
          <p:spPr bwMode="auto">
            <a:xfrm rot="5400000">
              <a:off x="1587062" y="4169311"/>
              <a:ext cx="16007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椭圆 44">
              <a:extLst>
                <a:ext uri="{FF2B5EF4-FFF2-40B4-BE49-F238E27FC236}">
                  <a16:creationId xmlns:a16="http://schemas.microsoft.com/office/drawing/2014/main" id="{C6C66804-5D79-F1D2-1E14-BB20D70E3BD8}"/>
                </a:ext>
              </a:extLst>
            </p:cNvPr>
            <p:cNvSpPr/>
            <p:nvPr/>
          </p:nvSpPr>
          <p:spPr>
            <a:xfrm flipV="1">
              <a:off x="2945915" y="4900090"/>
              <a:ext cx="112716" cy="117767"/>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6" name="椭圆 45">
              <a:extLst>
                <a:ext uri="{FF2B5EF4-FFF2-40B4-BE49-F238E27FC236}">
                  <a16:creationId xmlns:a16="http://schemas.microsoft.com/office/drawing/2014/main" id="{1857CF49-8ECC-FFF4-C3E1-F3A461E9F93F}"/>
                </a:ext>
              </a:extLst>
            </p:cNvPr>
            <p:cNvSpPr/>
            <p:nvPr/>
          </p:nvSpPr>
          <p:spPr>
            <a:xfrm flipV="1">
              <a:off x="2342340" y="3317648"/>
              <a:ext cx="91367" cy="95462"/>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7" name="Line 27">
              <a:extLst>
                <a:ext uri="{FF2B5EF4-FFF2-40B4-BE49-F238E27FC236}">
                  <a16:creationId xmlns:a16="http://schemas.microsoft.com/office/drawing/2014/main" id="{C4E35EAD-E666-6EAF-BB01-D52D1C5DAFDC}"/>
                </a:ext>
              </a:extLst>
            </p:cNvPr>
            <p:cNvSpPr>
              <a:spLocks noChangeShapeType="1"/>
            </p:cNvSpPr>
            <p:nvPr/>
          </p:nvSpPr>
          <p:spPr bwMode="auto">
            <a:xfrm>
              <a:off x="2385641" y="4957224"/>
              <a:ext cx="18649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grpSp>
      <p:grpSp>
        <p:nvGrpSpPr>
          <p:cNvPr id="48" name="组合 47">
            <a:extLst>
              <a:ext uri="{FF2B5EF4-FFF2-40B4-BE49-F238E27FC236}">
                <a16:creationId xmlns:a16="http://schemas.microsoft.com/office/drawing/2014/main" id="{46D3FB72-3583-3709-B65C-6B9BFC9AC2C4}"/>
              </a:ext>
            </a:extLst>
          </p:cNvPr>
          <p:cNvGrpSpPr/>
          <p:nvPr/>
        </p:nvGrpSpPr>
        <p:grpSpPr>
          <a:xfrm>
            <a:off x="7200000" y="5256000"/>
            <a:ext cx="2768756" cy="1072658"/>
            <a:chOff x="1091909" y="4932159"/>
            <a:chExt cx="2768756" cy="1072658"/>
          </a:xfrm>
        </p:grpSpPr>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8124C992-680D-E1AE-DB96-F3EB1763EF86}"/>
                    </a:ext>
                  </a:extLst>
                </p:cNvPr>
                <p:cNvSpPr txBox="1"/>
                <p:nvPr/>
              </p:nvSpPr>
              <p:spPr>
                <a:xfrm>
                  <a:off x="1091909" y="5542383"/>
                  <a:ext cx="53935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E</m:t>
                        </m:r>
                      </m:oMath>
                    </m:oMathPara>
                  </a14:m>
                  <a:endParaRPr lang="zh-CN" altLang="en-US" sz="2400" dirty="0">
                    <a:solidFill>
                      <a:schemeClr val="accent5">
                        <a:lumMod val="75000"/>
                      </a:schemeClr>
                    </a:solidFill>
                  </a:endParaRPr>
                </a:p>
              </p:txBody>
            </p:sp>
          </mc:Choice>
          <mc:Fallback xmlns="">
            <p:sp>
              <p:nvSpPr>
                <p:cNvPr id="105" name="文本框 104">
                  <a:extLst>
                    <a:ext uri="{FF2B5EF4-FFF2-40B4-BE49-F238E27FC236}">
                      <a16:creationId xmlns:a16="http://schemas.microsoft.com/office/drawing/2014/main" id="{055DD433-E183-C847-923B-0F2BAA4C6F66}"/>
                    </a:ext>
                  </a:extLst>
                </p:cNvPr>
                <p:cNvSpPr txBox="1">
                  <a:spLocks noRot="1" noChangeAspect="1" noMove="1" noResize="1" noEditPoints="1" noAdjustHandles="1" noChangeArrowheads="1" noChangeShapeType="1" noTextEdit="1"/>
                </p:cNvSpPr>
                <p:nvPr/>
              </p:nvSpPr>
              <p:spPr>
                <a:xfrm>
                  <a:off x="1091909" y="5542383"/>
                  <a:ext cx="539355" cy="462434"/>
                </a:xfrm>
                <a:prstGeom prst="rect">
                  <a:avLst/>
                </a:prstGeom>
                <a:blipFill>
                  <a:blip r:embed="rId7"/>
                  <a:stretch>
                    <a:fillRect/>
                  </a:stretch>
                </a:blipFill>
              </p:spPr>
              <p:txBody>
                <a:bodyPr/>
                <a:lstStyle/>
                <a:p>
                  <a:r>
                    <a:rPr lang="zh-CN" altLang="en-US">
                      <a:noFill/>
                    </a:rPr>
                    <a:t> </a:t>
                  </a:r>
                </a:p>
              </p:txBody>
            </p:sp>
          </mc:Fallback>
        </mc:AlternateContent>
        <p:sp>
          <p:nvSpPr>
            <p:cNvPr id="50" name="Line 27">
              <a:extLst>
                <a:ext uri="{FF2B5EF4-FFF2-40B4-BE49-F238E27FC236}">
                  <a16:creationId xmlns:a16="http://schemas.microsoft.com/office/drawing/2014/main" id="{D255B1D8-CDFD-D814-A33B-25EF5F7C865F}"/>
                </a:ext>
              </a:extLst>
            </p:cNvPr>
            <p:cNvSpPr>
              <a:spLocks noChangeShapeType="1"/>
            </p:cNvSpPr>
            <p:nvPr/>
          </p:nvSpPr>
          <p:spPr bwMode="auto">
            <a:xfrm>
              <a:off x="1534409" y="5791401"/>
              <a:ext cx="3895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1" name="等腰三角形 50">
              <a:extLst>
                <a:ext uri="{FF2B5EF4-FFF2-40B4-BE49-F238E27FC236}">
                  <a16:creationId xmlns:a16="http://schemas.microsoft.com/office/drawing/2014/main" id="{E89AB913-76D7-8D41-2BB9-14C6C3772C47}"/>
                </a:ext>
              </a:extLst>
            </p:cNvPr>
            <p:cNvSpPr/>
            <p:nvPr/>
          </p:nvSpPr>
          <p:spPr>
            <a:xfrm rot="5400000">
              <a:off x="1894516" y="5607422"/>
              <a:ext cx="426831" cy="367958"/>
            </a:xfrm>
            <a:prstGeom prst="triangl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a:extLst>
                <a:ext uri="{FF2B5EF4-FFF2-40B4-BE49-F238E27FC236}">
                  <a16:creationId xmlns:a16="http://schemas.microsoft.com/office/drawing/2014/main" id="{B58F4C01-CFAB-6947-758A-8047A0FE6C0A}"/>
                </a:ext>
              </a:extLst>
            </p:cNvPr>
            <p:cNvSpPr/>
            <p:nvPr/>
          </p:nvSpPr>
          <p:spPr>
            <a:xfrm flipV="1">
              <a:off x="2291911" y="5732517"/>
              <a:ext cx="112716" cy="117767"/>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3" name="Line 27">
              <a:extLst>
                <a:ext uri="{FF2B5EF4-FFF2-40B4-BE49-F238E27FC236}">
                  <a16:creationId xmlns:a16="http://schemas.microsoft.com/office/drawing/2014/main" id="{F649C93B-52C1-03D7-7CB3-381CB9190E24}"/>
                </a:ext>
              </a:extLst>
            </p:cNvPr>
            <p:cNvSpPr>
              <a:spLocks noChangeShapeType="1"/>
            </p:cNvSpPr>
            <p:nvPr/>
          </p:nvSpPr>
          <p:spPr bwMode="auto">
            <a:xfrm>
              <a:off x="2406081" y="5791401"/>
              <a:ext cx="3895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4" name="等腰三角形 53">
              <a:extLst>
                <a:ext uri="{FF2B5EF4-FFF2-40B4-BE49-F238E27FC236}">
                  <a16:creationId xmlns:a16="http://schemas.microsoft.com/office/drawing/2014/main" id="{9B615BD3-8EF0-3DC9-AF2E-0E9AECDB516B}"/>
                </a:ext>
              </a:extLst>
            </p:cNvPr>
            <p:cNvSpPr/>
            <p:nvPr/>
          </p:nvSpPr>
          <p:spPr>
            <a:xfrm rot="5400000">
              <a:off x="2766188" y="5607423"/>
              <a:ext cx="426831" cy="367958"/>
            </a:xfrm>
            <a:prstGeom prst="triangl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a:extLst>
                <a:ext uri="{FF2B5EF4-FFF2-40B4-BE49-F238E27FC236}">
                  <a16:creationId xmlns:a16="http://schemas.microsoft.com/office/drawing/2014/main" id="{7E7DB639-FE80-AD6A-7136-906400B068B5}"/>
                </a:ext>
              </a:extLst>
            </p:cNvPr>
            <p:cNvSpPr/>
            <p:nvPr/>
          </p:nvSpPr>
          <p:spPr>
            <a:xfrm flipV="1">
              <a:off x="3163583" y="5732518"/>
              <a:ext cx="112716" cy="117767"/>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6" name="Line 27">
              <a:extLst>
                <a:ext uri="{FF2B5EF4-FFF2-40B4-BE49-F238E27FC236}">
                  <a16:creationId xmlns:a16="http://schemas.microsoft.com/office/drawing/2014/main" id="{A3AC18AD-1D5C-A022-2F25-23DA2A823610}"/>
                </a:ext>
              </a:extLst>
            </p:cNvPr>
            <p:cNvSpPr>
              <a:spLocks noChangeShapeType="1"/>
            </p:cNvSpPr>
            <p:nvPr/>
          </p:nvSpPr>
          <p:spPr bwMode="auto">
            <a:xfrm>
              <a:off x="3276299" y="5791401"/>
              <a:ext cx="295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7" name="Line 27">
              <a:extLst>
                <a:ext uri="{FF2B5EF4-FFF2-40B4-BE49-F238E27FC236}">
                  <a16:creationId xmlns:a16="http://schemas.microsoft.com/office/drawing/2014/main" id="{B517918F-58FB-5602-655E-DF5427D39AF9}"/>
                </a:ext>
              </a:extLst>
            </p:cNvPr>
            <p:cNvSpPr>
              <a:spLocks noChangeShapeType="1"/>
            </p:cNvSpPr>
            <p:nvPr/>
          </p:nvSpPr>
          <p:spPr bwMode="auto">
            <a:xfrm rot="5400000">
              <a:off x="2370793" y="5572270"/>
              <a:ext cx="4356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椭圆 57">
              <a:extLst>
                <a:ext uri="{FF2B5EF4-FFF2-40B4-BE49-F238E27FC236}">
                  <a16:creationId xmlns:a16="http://schemas.microsoft.com/office/drawing/2014/main" id="{C48CC6FA-193B-C9A1-17E5-279041AB2514}"/>
                </a:ext>
              </a:extLst>
            </p:cNvPr>
            <p:cNvSpPr/>
            <p:nvPr/>
          </p:nvSpPr>
          <p:spPr>
            <a:xfrm flipV="1">
              <a:off x="2542922" y="5742351"/>
              <a:ext cx="91367" cy="95462"/>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9" name="Line 27">
              <a:extLst>
                <a:ext uri="{FF2B5EF4-FFF2-40B4-BE49-F238E27FC236}">
                  <a16:creationId xmlns:a16="http://schemas.microsoft.com/office/drawing/2014/main" id="{9314FDE3-4C38-B0BC-F66A-3108ACF00541}"/>
                </a:ext>
              </a:extLst>
            </p:cNvPr>
            <p:cNvSpPr>
              <a:spLocks noChangeShapeType="1"/>
            </p:cNvSpPr>
            <p:nvPr/>
          </p:nvSpPr>
          <p:spPr bwMode="auto">
            <a:xfrm rot="5400000">
              <a:off x="3343551" y="5581163"/>
              <a:ext cx="4323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34D6B7CB-E89F-FAB4-AB4F-F55200C25539}"/>
                    </a:ext>
                  </a:extLst>
                </p:cNvPr>
                <p:cNvSpPr txBox="1"/>
                <p:nvPr/>
              </p:nvSpPr>
              <p:spPr>
                <a:xfrm>
                  <a:off x="2348269" y="4932159"/>
                  <a:ext cx="53935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C</m:t>
                            </m:r>
                          </m:e>
                        </m:acc>
                      </m:oMath>
                    </m:oMathPara>
                  </a14:m>
                  <a:endParaRPr lang="zh-CN" altLang="en-US" sz="2400" dirty="0">
                    <a:solidFill>
                      <a:schemeClr val="accent5">
                        <a:lumMod val="75000"/>
                      </a:schemeClr>
                    </a:solidFill>
                  </a:endParaRPr>
                </a:p>
              </p:txBody>
            </p:sp>
          </mc:Choice>
          <mc:Fallback xmlns="">
            <p:sp>
              <p:nvSpPr>
                <p:cNvPr id="117" name="文本框 116">
                  <a:extLst>
                    <a:ext uri="{FF2B5EF4-FFF2-40B4-BE49-F238E27FC236}">
                      <a16:creationId xmlns:a16="http://schemas.microsoft.com/office/drawing/2014/main" id="{6C4DDCF9-9B77-F15B-EE76-659CFFEDADEA}"/>
                    </a:ext>
                  </a:extLst>
                </p:cNvPr>
                <p:cNvSpPr txBox="1">
                  <a:spLocks noRot="1" noChangeAspect="1" noMove="1" noResize="1" noEditPoints="1" noAdjustHandles="1" noChangeArrowheads="1" noChangeShapeType="1" noTextEdit="1"/>
                </p:cNvSpPr>
                <p:nvPr/>
              </p:nvSpPr>
              <p:spPr>
                <a:xfrm>
                  <a:off x="2348269" y="4932159"/>
                  <a:ext cx="539355" cy="462434"/>
                </a:xfrm>
                <a:prstGeom prst="rect">
                  <a:avLst/>
                </a:prstGeom>
                <a:blipFill>
                  <a:blip r:embed="rId8"/>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D72395BB-43F9-55FB-6BA3-4678FD7E6849}"/>
                    </a:ext>
                  </a:extLst>
                </p:cNvPr>
                <p:cNvSpPr txBox="1"/>
                <p:nvPr/>
              </p:nvSpPr>
              <p:spPr>
                <a:xfrm>
                  <a:off x="3321310" y="4932159"/>
                  <a:ext cx="53935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m:t>
                        </m:r>
                      </m:oMath>
                    </m:oMathPara>
                  </a14:m>
                  <a:endParaRPr lang="zh-CN" altLang="en-US" sz="2400" dirty="0">
                    <a:solidFill>
                      <a:schemeClr val="accent5">
                        <a:lumMod val="75000"/>
                      </a:schemeClr>
                    </a:solidFill>
                  </a:endParaRPr>
                </a:p>
              </p:txBody>
            </p:sp>
          </mc:Choice>
          <mc:Fallback xmlns="">
            <p:sp>
              <p:nvSpPr>
                <p:cNvPr id="118" name="文本框 117">
                  <a:extLst>
                    <a:ext uri="{FF2B5EF4-FFF2-40B4-BE49-F238E27FC236}">
                      <a16:creationId xmlns:a16="http://schemas.microsoft.com/office/drawing/2014/main" id="{2A27A834-CF1B-C5E1-2D42-D6B2D8A2D0A6}"/>
                    </a:ext>
                  </a:extLst>
                </p:cNvPr>
                <p:cNvSpPr txBox="1">
                  <a:spLocks noRot="1" noChangeAspect="1" noMove="1" noResize="1" noEditPoints="1" noAdjustHandles="1" noChangeArrowheads="1" noChangeShapeType="1" noTextEdit="1"/>
                </p:cNvSpPr>
                <p:nvPr/>
              </p:nvSpPr>
              <p:spPr>
                <a:xfrm>
                  <a:off x="3321310" y="4932159"/>
                  <a:ext cx="539355" cy="461665"/>
                </a:xfrm>
                <a:prstGeom prst="rect">
                  <a:avLst/>
                </a:prstGeom>
                <a:blipFill>
                  <a:blip r:embed="rId9"/>
                  <a:stretch>
                    <a:fillRect/>
                  </a:stretch>
                </a:blipFill>
              </p:spPr>
              <p:txBody>
                <a:bodyPr/>
                <a:lstStyle/>
                <a:p>
                  <a:r>
                    <a:rPr lang="zh-CN" altLang="en-US">
                      <a:noFill/>
                    </a:rPr>
                    <a:t> </a:t>
                  </a:r>
                </a:p>
              </p:txBody>
            </p:sp>
          </mc:Fallback>
        </mc:AlternateContent>
      </p:grpSp>
      <p:grpSp>
        <p:nvGrpSpPr>
          <p:cNvPr id="62" name="组合 61">
            <a:extLst>
              <a:ext uri="{FF2B5EF4-FFF2-40B4-BE49-F238E27FC236}">
                <a16:creationId xmlns:a16="http://schemas.microsoft.com/office/drawing/2014/main" id="{AC710541-4B70-6F69-9A4B-8CA2B95BDF55}"/>
              </a:ext>
            </a:extLst>
          </p:cNvPr>
          <p:cNvGrpSpPr/>
          <p:nvPr/>
        </p:nvGrpSpPr>
        <p:grpSpPr>
          <a:xfrm>
            <a:off x="7200000" y="1800000"/>
            <a:ext cx="4446086" cy="3360674"/>
            <a:chOff x="2823326" y="1634316"/>
            <a:chExt cx="4446086" cy="3360674"/>
          </a:xfrm>
        </p:grpSpPr>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E87478D9-56F4-A25E-159D-0DEC65991F0A}"/>
                    </a:ext>
                  </a:extLst>
                </p:cNvPr>
                <p:cNvSpPr txBox="1"/>
                <p:nvPr/>
              </p:nvSpPr>
              <p:spPr>
                <a:xfrm>
                  <a:off x="6730057" y="2338609"/>
                  <a:ext cx="53935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smtClean="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9" name="文本框 8">
                  <a:extLst>
                    <a:ext uri="{FF2B5EF4-FFF2-40B4-BE49-F238E27FC236}">
                      <a16:creationId xmlns:a16="http://schemas.microsoft.com/office/drawing/2014/main" id="{959921F8-16F2-14F7-7F9B-A9B12F7BA472}"/>
                    </a:ext>
                  </a:extLst>
                </p:cNvPr>
                <p:cNvSpPr txBox="1">
                  <a:spLocks noRot="1" noChangeAspect="1" noMove="1" noResize="1" noEditPoints="1" noAdjustHandles="1" noChangeArrowheads="1" noChangeShapeType="1" noTextEdit="1"/>
                </p:cNvSpPr>
                <p:nvPr/>
              </p:nvSpPr>
              <p:spPr>
                <a:xfrm>
                  <a:off x="6730057" y="2338609"/>
                  <a:ext cx="539355" cy="462434"/>
                </a:xfrm>
                <a:prstGeom prst="rect">
                  <a:avLst/>
                </a:prstGeom>
                <a:blipFill>
                  <a:blip r:embed="rId18"/>
                  <a:stretch>
                    <a:fillRect b="-11842"/>
                  </a:stretch>
                </a:blipFill>
              </p:spPr>
              <p:txBody>
                <a:bodyPr/>
                <a:lstStyle/>
                <a:p>
                  <a:r>
                    <a:rPr lang="zh-CN" altLang="en-US">
                      <a:noFill/>
                    </a:rPr>
                    <a:t> </a:t>
                  </a:r>
                </a:p>
              </p:txBody>
            </p:sp>
          </mc:Fallback>
        </mc:AlternateContent>
        <p:sp>
          <p:nvSpPr>
            <p:cNvPr id="64" name="矩形 63">
              <a:extLst>
                <a:ext uri="{FF2B5EF4-FFF2-40B4-BE49-F238E27FC236}">
                  <a16:creationId xmlns:a16="http://schemas.microsoft.com/office/drawing/2014/main" id="{5079B83C-F2A0-7BF2-CFEB-10264AD6E13E}"/>
                </a:ext>
              </a:extLst>
            </p:cNvPr>
            <p:cNvSpPr/>
            <p:nvPr/>
          </p:nvSpPr>
          <p:spPr>
            <a:xfrm>
              <a:off x="3452577" y="2286043"/>
              <a:ext cx="716034" cy="575079"/>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200" dirty="0">
                  <a:solidFill>
                    <a:schemeClr val="tx1"/>
                  </a:solidFill>
                  <a:latin typeface="微软雅黑" panose="020B0503020204020204" pitchFamily="34" charset="-122"/>
                  <a:ea typeface="微软雅黑" panose="020B0503020204020204" pitchFamily="34" charset="-122"/>
                </a:rPr>
                <a:t>TG</a:t>
              </a:r>
              <a:endParaRPr lang="zh-CN" altLang="en-US" sz="2200" dirty="0">
                <a:solidFill>
                  <a:schemeClr val="tx1"/>
                </a:solidFill>
                <a:latin typeface="微软雅黑" panose="020B0503020204020204" pitchFamily="34" charset="-122"/>
                <a:ea typeface="微软雅黑" panose="020B0503020204020204" pitchFamily="34" charset="-122"/>
              </a:endParaRPr>
            </a:p>
          </p:txBody>
        </p:sp>
        <p:sp>
          <p:nvSpPr>
            <p:cNvPr id="65" name="椭圆 64">
              <a:extLst>
                <a:ext uri="{FF2B5EF4-FFF2-40B4-BE49-F238E27FC236}">
                  <a16:creationId xmlns:a16="http://schemas.microsoft.com/office/drawing/2014/main" id="{8695D509-DFB9-AE57-4E68-B38FA1A2FB36}"/>
                </a:ext>
              </a:extLst>
            </p:cNvPr>
            <p:cNvSpPr/>
            <p:nvPr/>
          </p:nvSpPr>
          <p:spPr>
            <a:xfrm flipV="1">
              <a:off x="3740978" y="2132505"/>
              <a:ext cx="139231" cy="14547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6" name="Line 27">
              <a:extLst>
                <a:ext uri="{FF2B5EF4-FFF2-40B4-BE49-F238E27FC236}">
                  <a16:creationId xmlns:a16="http://schemas.microsoft.com/office/drawing/2014/main" id="{C29F7030-E240-77B3-8C87-97B7C113D273}"/>
                </a:ext>
              </a:extLst>
            </p:cNvPr>
            <p:cNvSpPr>
              <a:spLocks noChangeShapeType="1"/>
            </p:cNvSpPr>
            <p:nvPr/>
          </p:nvSpPr>
          <p:spPr bwMode="auto">
            <a:xfrm>
              <a:off x="3182899" y="2573582"/>
              <a:ext cx="2696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7" name="Line 27">
              <a:extLst>
                <a:ext uri="{FF2B5EF4-FFF2-40B4-BE49-F238E27FC236}">
                  <a16:creationId xmlns:a16="http://schemas.microsoft.com/office/drawing/2014/main" id="{EAAA9A27-FAEF-F08B-F96D-9FD4DF0A30BC}"/>
                </a:ext>
              </a:extLst>
            </p:cNvPr>
            <p:cNvSpPr>
              <a:spLocks noChangeShapeType="1"/>
            </p:cNvSpPr>
            <p:nvPr/>
          </p:nvSpPr>
          <p:spPr bwMode="auto">
            <a:xfrm>
              <a:off x="4168611" y="2573582"/>
              <a:ext cx="12609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8" name="Line 27">
              <a:extLst>
                <a:ext uri="{FF2B5EF4-FFF2-40B4-BE49-F238E27FC236}">
                  <a16:creationId xmlns:a16="http://schemas.microsoft.com/office/drawing/2014/main" id="{A41F33BF-8CFA-AF40-4D73-4B39A3466699}"/>
                </a:ext>
              </a:extLst>
            </p:cNvPr>
            <p:cNvSpPr>
              <a:spLocks noChangeShapeType="1"/>
            </p:cNvSpPr>
            <p:nvPr/>
          </p:nvSpPr>
          <p:spPr bwMode="auto">
            <a:xfrm rot="5400000">
              <a:off x="3748815" y="2077937"/>
              <a:ext cx="1235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27">
              <a:extLst>
                <a:ext uri="{FF2B5EF4-FFF2-40B4-BE49-F238E27FC236}">
                  <a16:creationId xmlns:a16="http://schemas.microsoft.com/office/drawing/2014/main" id="{E982BEE1-08FF-6594-FFA8-3B25ADCED350}"/>
                </a:ext>
              </a:extLst>
            </p:cNvPr>
            <p:cNvSpPr>
              <a:spLocks noChangeShapeType="1"/>
            </p:cNvSpPr>
            <p:nvPr/>
          </p:nvSpPr>
          <p:spPr bwMode="auto">
            <a:xfrm rot="5400000">
              <a:off x="3724245" y="2938968"/>
              <a:ext cx="1726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等腰三角形 69">
              <a:extLst>
                <a:ext uri="{FF2B5EF4-FFF2-40B4-BE49-F238E27FC236}">
                  <a16:creationId xmlns:a16="http://schemas.microsoft.com/office/drawing/2014/main" id="{3A1EC434-E9F7-7CB0-F6E0-6FFEAE921BE9}"/>
                </a:ext>
              </a:extLst>
            </p:cNvPr>
            <p:cNvSpPr/>
            <p:nvPr/>
          </p:nvSpPr>
          <p:spPr>
            <a:xfrm rot="5400000">
              <a:off x="5400132" y="2389603"/>
              <a:ext cx="426831" cy="367958"/>
            </a:xfrm>
            <a:prstGeom prst="triangl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a:extLst>
                <a:ext uri="{FF2B5EF4-FFF2-40B4-BE49-F238E27FC236}">
                  <a16:creationId xmlns:a16="http://schemas.microsoft.com/office/drawing/2014/main" id="{E95889AB-B459-6EE4-F23A-73205FA5556F}"/>
                </a:ext>
              </a:extLst>
            </p:cNvPr>
            <p:cNvSpPr/>
            <p:nvPr/>
          </p:nvSpPr>
          <p:spPr>
            <a:xfrm flipV="1">
              <a:off x="5797527" y="2514698"/>
              <a:ext cx="112716" cy="117767"/>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2" name="矩形 71">
              <a:extLst>
                <a:ext uri="{FF2B5EF4-FFF2-40B4-BE49-F238E27FC236}">
                  <a16:creationId xmlns:a16="http://schemas.microsoft.com/office/drawing/2014/main" id="{E471738B-ABDF-F134-79B8-DE73DBC6D249}"/>
                </a:ext>
              </a:extLst>
            </p:cNvPr>
            <p:cNvSpPr/>
            <p:nvPr/>
          </p:nvSpPr>
          <p:spPr>
            <a:xfrm>
              <a:off x="4517030" y="3196605"/>
              <a:ext cx="716034" cy="575079"/>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200" dirty="0">
                  <a:solidFill>
                    <a:schemeClr val="tx1"/>
                  </a:solidFill>
                  <a:latin typeface="微软雅黑" panose="020B0503020204020204" pitchFamily="34" charset="-122"/>
                  <a:ea typeface="微软雅黑" panose="020B0503020204020204" pitchFamily="34" charset="-122"/>
                </a:rPr>
                <a:t>TG</a:t>
              </a:r>
              <a:endParaRPr lang="zh-CN" altLang="en-US" sz="2200" dirty="0">
                <a:solidFill>
                  <a:schemeClr val="tx1"/>
                </a:solidFill>
                <a:latin typeface="微软雅黑" panose="020B0503020204020204" pitchFamily="34" charset="-122"/>
                <a:ea typeface="微软雅黑" panose="020B0503020204020204" pitchFamily="34" charset="-122"/>
              </a:endParaRPr>
            </a:p>
          </p:txBody>
        </p:sp>
        <p:sp>
          <p:nvSpPr>
            <p:cNvPr id="73" name="椭圆 72">
              <a:extLst>
                <a:ext uri="{FF2B5EF4-FFF2-40B4-BE49-F238E27FC236}">
                  <a16:creationId xmlns:a16="http://schemas.microsoft.com/office/drawing/2014/main" id="{7924C57F-6852-C5AE-40C3-505DCA0EABCF}"/>
                </a:ext>
              </a:extLst>
            </p:cNvPr>
            <p:cNvSpPr/>
            <p:nvPr/>
          </p:nvSpPr>
          <p:spPr>
            <a:xfrm flipV="1">
              <a:off x="4366973" y="3411409"/>
              <a:ext cx="139231" cy="14547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74" name="Line 27">
              <a:extLst>
                <a:ext uri="{FF2B5EF4-FFF2-40B4-BE49-F238E27FC236}">
                  <a16:creationId xmlns:a16="http://schemas.microsoft.com/office/drawing/2014/main" id="{5291ED52-7EBB-2576-AB6C-E5B4CD8C9A38}"/>
                </a:ext>
              </a:extLst>
            </p:cNvPr>
            <p:cNvSpPr>
              <a:spLocks noChangeShapeType="1"/>
            </p:cNvSpPr>
            <p:nvPr/>
          </p:nvSpPr>
          <p:spPr bwMode="auto">
            <a:xfrm>
              <a:off x="4255835" y="3484144"/>
              <a:ext cx="1026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5" name="Line 27">
              <a:extLst>
                <a:ext uri="{FF2B5EF4-FFF2-40B4-BE49-F238E27FC236}">
                  <a16:creationId xmlns:a16="http://schemas.microsoft.com/office/drawing/2014/main" id="{DC25A144-3986-BC23-852D-F54CF4082ABC}"/>
                </a:ext>
              </a:extLst>
            </p:cNvPr>
            <p:cNvSpPr>
              <a:spLocks noChangeShapeType="1"/>
            </p:cNvSpPr>
            <p:nvPr/>
          </p:nvSpPr>
          <p:spPr bwMode="auto">
            <a:xfrm>
              <a:off x="5233064" y="3484144"/>
              <a:ext cx="1465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6" name="Line 27">
              <a:extLst>
                <a:ext uri="{FF2B5EF4-FFF2-40B4-BE49-F238E27FC236}">
                  <a16:creationId xmlns:a16="http://schemas.microsoft.com/office/drawing/2014/main" id="{BC474A84-889F-CEEB-8954-51E475481427}"/>
                </a:ext>
              </a:extLst>
            </p:cNvPr>
            <p:cNvSpPr>
              <a:spLocks noChangeShapeType="1"/>
            </p:cNvSpPr>
            <p:nvPr/>
          </p:nvSpPr>
          <p:spPr bwMode="auto">
            <a:xfrm rot="5400000">
              <a:off x="4554516" y="2876030"/>
              <a:ext cx="64115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椭圆 76">
              <a:extLst>
                <a:ext uri="{FF2B5EF4-FFF2-40B4-BE49-F238E27FC236}">
                  <a16:creationId xmlns:a16="http://schemas.microsoft.com/office/drawing/2014/main" id="{08D8356E-5585-0D42-EE71-A80D8E63E338}"/>
                </a:ext>
              </a:extLst>
            </p:cNvPr>
            <p:cNvSpPr/>
            <p:nvPr/>
          </p:nvSpPr>
          <p:spPr>
            <a:xfrm flipV="1">
              <a:off x="4829408" y="2524663"/>
              <a:ext cx="91367" cy="95462"/>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67" name="Line 27">
              <a:extLst>
                <a:ext uri="{FF2B5EF4-FFF2-40B4-BE49-F238E27FC236}">
                  <a16:creationId xmlns:a16="http://schemas.microsoft.com/office/drawing/2014/main" id="{2D8983D6-FD20-485B-95B6-F4CFFD7E66B9}"/>
                </a:ext>
              </a:extLst>
            </p:cNvPr>
            <p:cNvSpPr>
              <a:spLocks noChangeShapeType="1"/>
            </p:cNvSpPr>
            <p:nvPr/>
          </p:nvSpPr>
          <p:spPr bwMode="auto">
            <a:xfrm>
              <a:off x="5910243" y="2572394"/>
              <a:ext cx="7893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8" name="Line 27">
              <a:extLst>
                <a:ext uri="{FF2B5EF4-FFF2-40B4-BE49-F238E27FC236}">
                  <a16:creationId xmlns:a16="http://schemas.microsoft.com/office/drawing/2014/main" id="{383F41F1-CD0D-952E-C434-09F346282263}"/>
                </a:ext>
              </a:extLst>
            </p:cNvPr>
            <p:cNvSpPr>
              <a:spLocks noChangeShapeType="1"/>
            </p:cNvSpPr>
            <p:nvPr/>
          </p:nvSpPr>
          <p:spPr bwMode="auto">
            <a:xfrm rot="5400000">
              <a:off x="4771055" y="3879842"/>
              <a:ext cx="2163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 name="Line 27">
              <a:extLst>
                <a:ext uri="{FF2B5EF4-FFF2-40B4-BE49-F238E27FC236}">
                  <a16:creationId xmlns:a16="http://schemas.microsoft.com/office/drawing/2014/main" id="{02EFC437-0589-4E9C-09BF-55F0DD666D7C}"/>
                </a:ext>
              </a:extLst>
            </p:cNvPr>
            <p:cNvSpPr>
              <a:spLocks noChangeShapeType="1"/>
            </p:cNvSpPr>
            <p:nvPr/>
          </p:nvSpPr>
          <p:spPr bwMode="auto">
            <a:xfrm rot="5400000">
              <a:off x="5637577" y="3279469"/>
              <a:ext cx="14170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0" name="Line 27">
              <a:extLst>
                <a:ext uri="{FF2B5EF4-FFF2-40B4-BE49-F238E27FC236}">
                  <a16:creationId xmlns:a16="http://schemas.microsoft.com/office/drawing/2014/main" id="{B9BA4918-A306-8D07-1FF6-7B813D3E8AB0}"/>
                </a:ext>
              </a:extLst>
            </p:cNvPr>
            <p:cNvSpPr>
              <a:spLocks noChangeShapeType="1"/>
            </p:cNvSpPr>
            <p:nvPr/>
          </p:nvSpPr>
          <p:spPr bwMode="auto">
            <a:xfrm rot="16200000" flipH="1" flipV="1">
              <a:off x="5348083" y="3501339"/>
              <a:ext cx="528966" cy="14787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1" name="Line 27">
              <a:extLst>
                <a:ext uri="{FF2B5EF4-FFF2-40B4-BE49-F238E27FC236}">
                  <a16:creationId xmlns:a16="http://schemas.microsoft.com/office/drawing/2014/main" id="{15AFFF4B-90B7-FC0F-1B16-4A155B39437B}"/>
                </a:ext>
              </a:extLst>
            </p:cNvPr>
            <p:cNvSpPr>
              <a:spLocks noChangeShapeType="1"/>
            </p:cNvSpPr>
            <p:nvPr/>
          </p:nvSpPr>
          <p:spPr bwMode="auto">
            <a:xfrm rot="5400000">
              <a:off x="4730810" y="4643801"/>
              <a:ext cx="29932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2" name="Line 27">
              <a:extLst>
                <a:ext uri="{FF2B5EF4-FFF2-40B4-BE49-F238E27FC236}">
                  <a16:creationId xmlns:a16="http://schemas.microsoft.com/office/drawing/2014/main" id="{D4AC5F33-2A9B-C9FA-DC5E-6CE3877F3820}"/>
                </a:ext>
              </a:extLst>
            </p:cNvPr>
            <p:cNvSpPr>
              <a:spLocks noChangeShapeType="1"/>
            </p:cNvSpPr>
            <p:nvPr/>
          </p:nvSpPr>
          <p:spPr bwMode="auto">
            <a:xfrm rot="5400000">
              <a:off x="6201040" y="4637265"/>
              <a:ext cx="2862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 name="Line 27">
              <a:extLst>
                <a:ext uri="{FF2B5EF4-FFF2-40B4-BE49-F238E27FC236}">
                  <a16:creationId xmlns:a16="http://schemas.microsoft.com/office/drawing/2014/main" id="{B1245FDF-1DF3-26AA-5FA4-D4648E9A7980}"/>
                </a:ext>
              </a:extLst>
            </p:cNvPr>
            <p:cNvSpPr>
              <a:spLocks noChangeShapeType="1"/>
            </p:cNvSpPr>
            <p:nvPr/>
          </p:nvSpPr>
          <p:spPr bwMode="auto">
            <a:xfrm rot="5400000" flipH="1">
              <a:off x="5348083" y="3502526"/>
              <a:ext cx="528966" cy="14787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 name="Line 27">
              <a:extLst>
                <a:ext uri="{FF2B5EF4-FFF2-40B4-BE49-F238E27FC236}">
                  <a16:creationId xmlns:a16="http://schemas.microsoft.com/office/drawing/2014/main" id="{66B2E7C4-02C0-6B15-6694-237F2AA6D196}"/>
                </a:ext>
              </a:extLst>
            </p:cNvPr>
            <p:cNvSpPr>
              <a:spLocks noChangeShapeType="1"/>
            </p:cNvSpPr>
            <p:nvPr/>
          </p:nvSpPr>
          <p:spPr bwMode="auto">
            <a:xfrm>
              <a:off x="4873206" y="4781574"/>
              <a:ext cx="7478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5" name="等腰三角形 174">
              <a:extLst>
                <a:ext uri="{FF2B5EF4-FFF2-40B4-BE49-F238E27FC236}">
                  <a16:creationId xmlns:a16="http://schemas.microsoft.com/office/drawing/2014/main" id="{BE9012B5-20C1-69B2-E618-9313F84D184C}"/>
                </a:ext>
              </a:extLst>
            </p:cNvPr>
            <p:cNvSpPr/>
            <p:nvPr/>
          </p:nvSpPr>
          <p:spPr>
            <a:xfrm rot="5400000">
              <a:off x="5591581" y="4597595"/>
              <a:ext cx="426831" cy="367958"/>
            </a:xfrm>
            <a:prstGeom prst="triangl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a:extLst>
                <a:ext uri="{FF2B5EF4-FFF2-40B4-BE49-F238E27FC236}">
                  <a16:creationId xmlns:a16="http://schemas.microsoft.com/office/drawing/2014/main" id="{830F3CE3-558D-67F0-F4EF-1B887CB1FBA1}"/>
                </a:ext>
              </a:extLst>
            </p:cNvPr>
            <p:cNvSpPr/>
            <p:nvPr/>
          </p:nvSpPr>
          <p:spPr>
            <a:xfrm flipV="1">
              <a:off x="5988976" y="4722690"/>
              <a:ext cx="112716" cy="117767"/>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77" name="Line 27">
              <a:extLst>
                <a:ext uri="{FF2B5EF4-FFF2-40B4-BE49-F238E27FC236}">
                  <a16:creationId xmlns:a16="http://schemas.microsoft.com/office/drawing/2014/main" id="{E1FEBB8E-1FA9-1783-44BA-FB81505355D3}"/>
                </a:ext>
              </a:extLst>
            </p:cNvPr>
            <p:cNvSpPr>
              <a:spLocks noChangeShapeType="1"/>
            </p:cNvSpPr>
            <p:nvPr/>
          </p:nvSpPr>
          <p:spPr bwMode="auto">
            <a:xfrm>
              <a:off x="6101692" y="4780386"/>
              <a:ext cx="59908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8" name="椭圆 177">
              <a:extLst>
                <a:ext uri="{FF2B5EF4-FFF2-40B4-BE49-F238E27FC236}">
                  <a16:creationId xmlns:a16="http://schemas.microsoft.com/office/drawing/2014/main" id="{4A89722D-E022-7403-6B8D-54A6BE20F406}"/>
                </a:ext>
              </a:extLst>
            </p:cNvPr>
            <p:cNvSpPr/>
            <p:nvPr/>
          </p:nvSpPr>
          <p:spPr>
            <a:xfrm flipV="1">
              <a:off x="6298477" y="4732655"/>
              <a:ext cx="91367" cy="95462"/>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79" name="文本框 178">
                  <a:extLst>
                    <a:ext uri="{FF2B5EF4-FFF2-40B4-BE49-F238E27FC236}">
                      <a16:creationId xmlns:a16="http://schemas.microsoft.com/office/drawing/2014/main" id="{C3BB181A-8318-CA69-58C3-3DE12CD0747C}"/>
                    </a:ext>
                  </a:extLst>
                </p:cNvPr>
                <p:cNvSpPr txBox="1"/>
                <p:nvPr/>
              </p:nvSpPr>
              <p:spPr>
                <a:xfrm>
                  <a:off x="6699347" y="4532556"/>
                  <a:ext cx="53935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37" name="文本框 36">
                  <a:extLst>
                    <a:ext uri="{FF2B5EF4-FFF2-40B4-BE49-F238E27FC236}">
                      <a16:creationId xmlns:a16="http://schemas.microsoft.com/office/drawing/2014/main" id="{8ABA0107-E160-F240-120A-D824B10338D9}"/>
                    </a:ext>
                  </a:extLst>
                </p:cNvPr>
                <p:cNvSpPr txBox="1">
                  <a:spLocks noRot="1" noChangeAspect="1" noMove="1" noResize="1" noEditPoints="1" noAdjustHandles="1" noChangeArrowheads="1" noChangeShapeType="1" noTextEdit="1"/>
                </p:cNvSpPr>
                <p:nvPr/>
              </p:nvSpPr>
              <p:spPr>
                <a:xfrm>
                  <a:off x="6699347" y="4532556"/>
                  <a:ext cx="539355" cy="462434"/>
                </a:xfrm>
                <a:prstGeom prst="rect">
                  <a:avLst/>
                </a:prstGeom>
                <a:blipFill>
                  <a:blip r:embed="rId19"/>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0" name="文本框 179">
                  <a:extLst>
                    <a:ext uri="{FF2B5EF4-FFF2-40B4-BE49-F238E27FC236}">
                      <a16:creationId xmlns:a16="http://schemas.microsoft.com/office/drawing/2014/main" id="{E3FE51EC-DF64-2C2D-023D-C7C3A329DB58}"/>
                    </a:ext>
                  </a:extLst>
                </p:cNvPr>
                <p:cNvSpPr txBox="1"/>
                <p:nvPr/>
              </p:nvSpPr>
              <p:spPr>
                <a:xfrm>
                  <a:off x="3581493" y="1634316"/>
                  <a:ext cx="53935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C</m:t>
                            </m:r>
                          </m:e>
                        </m:acc>
                      </m:oMath>
                    </m:oMathPara>
                  </a14:m>
                  <a:endParaRPr lang="zh-CN" altLang="en-US" sz="2400" dirty="0">
                    <a:solidFill>
                      <a:schemeClr val="accent5">
                        <a:lumMod val="75000"/>
                      </a:schemeClr>
                    </a:solidFill>
                  </a:endParaRPr>
                </a:p>
              </p:txBody>
            </p:sp>
          </mc:Choice>
          <mc:Fallback xmlns="">
            <p:sp>
              <p:nvSpPr>
                <p:cNvPr id="38" name="文本框 37">
                  <a:extLst>
                    <a:ext uri="{FF2B5EF4-FFF2-40B4-BE49-F238E27FC236}">
                      <a16:creationId xmlns:a16="http://schemas.microsoft.com/office/drawing/2014/main" id="{8100E54D-9989-AA61-9565-0CC27DD6FEEE}"/>
                    </a:ext>
                  </a:extLst>
                </p:cNvPr>
                <p:cNvSpPr txBox="1">
                  <a:spLocks noRot="1" noChangeAspect="1" noMove="1" noResize="1" noEditPoints="1" noAdjustHandles="1" noChangeArrowheads="1" noChangeShapeType="1" noTextEdit="1"/>
                </p:cNvSpPr>
                <p:nvPr/>
              </p:nvSpPr>
              <p:spPr>
                <a:xfrm>
                  <a:off x="3581493" y="1634316"/>
                  <a:ext cx="539355" cy="462434"/>
                </a:xfrm>
                <a:prstGeom prst="rect">
                  <a:avLst/>
                </a:prstGeom>
                <a:blipFill>
                  <a:blip r:embed="rId20"/>
                  <a:stretch>
                    <a:fillRect r="-34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1" name="文本框 180">
                  <a:extLst>
                    <a:ext uri="{FF2B5EF4-FFF2-40B4-BE49-F238E27FC236}">
                      <a16:creationId xmlns:a16="http://schemas.microsoft.com/office/drawing/2014/main" id="{F2F385DE-6CFD-D612-AD52-6A6942F22130}"/>
                    </a:ext>
                  </a:extLst>
                </p:cNvPr>
                <p:cNvSpPr txBox="1"/>
                <p:nvPr/>
              </p:nvSpPr>
              <p:spPr>
                <a:xfrm>
                  <a:off x="3581492" y="2929222"/>
                  <a:ext cx="53935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m:t>
                        </m:r>
                      </m:oMath>
                    </m:oMathPara>
                  </a14:m>
                  <a:endParaRPr lang="zh-CN" altLang="en-US" sz="2400" dirty="0">
                    <a:solidFill>
                      <a:schemeClr val="accent5">
                        <a:lumMod val="75000"/>
                      </a:schemeClr>
                    </a:solidFill>
                  </a:endParaRPr>
                </a:p>
              </p:txBody>
            </p:sp>
          </mc:Choice>
          <mc:Fallback xmlns="">
            <p:sp>
              <p:nvSpPr>
                <p:cNvPr id="39" name="文本框 38">
                  <a:extLst>
                    <a:ext uri="{FF2B5EF4-FFF2-40B4-BE49-F238E27FC236}">
                      <a16:creationId xmlns:a16="http://schemas.microsoft.com/office/drawing/2014/main" id="{76D30DA6-28B9-988A-37BD-1761AA013D2A}"/>
                    </a:ext>
                  </a:extLst>
                </p:cNvPr>
                <p:cNvSpPr txBox="1">
                  <a:spLocks noRot="1" noChangeAspect="1" noMove="1" noResize="1" noEditPoints="1" noAdjustHandles="1" noChangeArrowheads="1" noChangeShapeType="1" noTextEdit="1"/>
                </p:cNvSpPr>
                <p:nvPr/>
              </p:nvSpPr>
              <p:spPr>
                <a:xfrm>
                  <a:off x="3581492" y="2929222"/>
                  <a:ext cx="539355" cy="461665"/>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2" name="文本框 181">
                  <a:extLst>
                    <a:ext uri="{FF2B5EF4-FFF2-40B4-BE49-F238E27FC236}">
                      <a16:creationId xmlns:a16="http://schemas.microsoft.com/office/drawing/2014/main" id="{B8246E6C-2EC1-6389-D1DE-53A661679C7A}"/>
                    </a:ext>
                  </a:extLst>
                </p:cNvPr>
                <p:cNvSpPr txBox="1"/>
                <p:nvPr/>
              </p:nvSpPr>
              <p:spPr>
                <a:xfrm>
                  <a:off x="3919653" y="3256027"/>
                  <a:ext cx="53935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m:t>
                        </m:r>
                      </m:oMath>
                    </m:oMathPara>
                  </a14:m>
                  <a:endParaRPr lang="zh-CN" altLang="en-US" sz="2400" dirty="0">
                    <a:solidFill>
                      <a:schemeClr val="accent5">
                        <a:lumMod val="75000"/>
                      </a:schemeClr>
                    </a:solidFill>
                  </a:endParaRPr>
                </a:p>
              </p:txBody>
            </p:sp>
          </mc:Choice>
          <mc:Fallback xmlns="">
            <p:sp>
              <p:nvSpPr>
                <p:cNvPr id="40" name="文本框 39">
                  <a:extLst>
                    <a:ext uri="{FF2B5EF4-FFF2-40B4-BE49-F238E27FC236}">
                      <a16:creationId xmlns:a16="http://schemas.microsoft.com/office/drawing/2014/main" id="{7DF623B3-4B94-13B0-D6E5-A267015A300B}"/>
                    </a:ext>
                  </a:extLst>
                </p:cNvPr>
                <p:cNvSpPr txBox="1">
                  <a:spLocks noRot="1" noChangeAspect="1" noMove="1" noResize="1" noEditPoints="1" noAdjustHandles="1" noChangeArrowheads="1" noChangeShapeType="1" noTextEdit="1"/>
                </p:cNvSpPr>
                <p:nvPr/>
              </p:nvSpPr>
              <p:spPr>
                <a:xfrm>
                  <a:off x="3919653" y="3256027"/>
                  <a:ext cx="539355" cy="462434"/>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3" name="文本框 182">
                  <a:extLst>
                    <a:ext uri="{FF2B5EF4-FFF2-40B4-BE49-F238E27FC236}">
                      <a16:creationId xmlns:a16="http://schemas.microsoft.com/office/drawing/2014/main" id="{62EBCC66-A1B1-8F5B-A919-276F65AF897C}"/>
                    </a:ext>
                  </a:extLst>
                </p:cNvPr>
                <p:cNvSpPr txBox="1"/>
                <p:nvPr/>
              </p:nvSpPr>
              <p:spPr>
                <a:xfrm>
                  <a:off x="5261871" y="3251639"/>
                  <a:ext cx="53935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C</m:t>
                            </m:r>
                          </m:e>
                        </m:acc>
                      </m:oMath>
                    </m:oMathPara>
                  </a14:m>
                  <a:endParaRPr lang="zh-CN" altLang="en-US" sz="2400" dirty="0">
                    <a:solidFill>
                      <a:schemeClr val="accent5">
                        <a:lumMod val="75000"/>
                      </a:schemeClr>
                    </a:solidFill>
                  </a:endParaRPr>
                </a:p>
              </p:txBody>
            </p:sp>
          </mc:Choice>
          <mc:Fallback xmlns="">
            <p:sp>
              <p:nvSpPr>
                <p:cNvPr id="41" name="文本框 40">
                  <a:extLst>
                    <a:ext uri="{FF2B5EF4-FFF2-40B4-BE49-F238E27FC236}">
                      <a16:creationId xmlns:a16="http://schemas.microsoft.com/office/drawing/2014/main" id="{0253A0E3-384A-7B20-00B8-7F2D077A3C7E}"/>
                    </a:ext>
                  </a:extLst>
                </p:cNvPr>
                <p:cNvSpPr txBox="1">
                  <a:spLocks noRot="1" noChangeAspect="1" noMove="1" noResize="1" noEditPoints="1" noAdjustHandles="1" noChangeArrowheads="1" noChangeShapeType="1" noTextEdit="1"/>
                </p:cNvSpPr>
                <p:nvPr/>
              </p:nvSpPr>
              <p:spPr>
                <a:xfrm>
                  <a:off x="5261871" y="3251639"/>
                  <a:ext cx="539355" cy="461665"/>
                </a:xfrm>
                <a:prstGeom prst="rect">
                  <a:avLst/>
                </a:prstGeom>
                <a:blipFill>
                  <a:blip r:embed="rId23"/>
                  <a:stretch>
                    <a:fillRect r="-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 name="文本框 183">
                  <a:extLst>
                    <a:ext uri="{FF2B5EF4-FFF2-40B4-BE49-F238E27FC236}">
                      <a16:creationId xmlns:a16="http://schemas.microsoft.com/office/drawing/2014/main" id="{9448D3C3-9CDB-6AEC-BFF6-0E82C5D2AF16}"/>
                    </a:ext>
                  </a:extLst>
                </p:cNvPr>
                <p:cNvSpPr txBox="1"/>
                <p:nvPr/>
              </p:nvSpPr>
              <p:spPr>
                <a:xfrm>
                  <a:off x="2823326" y="2342364"/>
                  <a:ext cx="53935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D</m:t>
                        </m:r>
                      </m:oMath>
                    </m:oMathPara>
                  </a14:m>
                  <a:endParaRPr lang="zh-CN" altLang="en-US" sz="2400" dirty="0">
                    <a:solidFill>
                      <a:schemeClr val="accent5">
                        <a:lumMod val="75000"/>
                      </a:schemeClr>
                    </a:solidFill>
                  </a:endParaRPr>
                </a:p>
              </p:txBody>
            </p:sp>
          </mc:Choice>
          <mc:Fallback xmlns="">
            <p:sp>
              <p:nvSpPr>
                <p:cNvPr id="42" name="文本框 41">
                  <a:extLst>
                    <a:ext uri="{FF2B5EF4-FFF2-40B4-BE49-F238E27FC236}">
                      <a16:creationId xmlns:a16="http://schemas.microsoft.com/office/drawing/2014/main" id="{B6689747-576D-0324-9FBA-20DA4C81EDE4}"/>
                    </a:ext>
                  </a:extLst>
                </p:cNvPr>
                <p:cNvSpPr txBox="1">
                  <a:spLocks noRot="1" noChangeAspect="1" noMove="1" noResize="1" noEditPoints="1" noAdjustHandles="1" noChangeArrowheads="1" noChangeShapeType="1" noTextEdit="1"/>
                </p:cNvSpPr>
                <p:nvPr/>
              </p:nvSpPr>
              <p:spPr>
                <a:xfrm>
                  <a:off x="2823326" y="2342364"/>
                  <a:ext cx="539355" cy="462434"/>
                </a:xfrm>
                <a:prstGeom prst="rect">
                  <a:avLst/>
                </a:prstGeom>
                <a:blipFill>
                  <a:blip r:embed="rId24"/>
                  <a:stretch>
                    <a:fillRect/>
                  </a:stretch>
                </a:blipFill>
              </p:spPr>
              <p:txBody>
                <a:bodyPr/>
                <a:lstStyle/>
                <a:p>
                  <a:r>
                    <a:rPr lang="zh-CN" altLang="en-US">
                      <a:noFill/>
                    </a:rPr>
                    <a:t> </a:t>
                  </a:r>
                </a:p>
              </p:txBody>
            </p:sp>
          </mc:Fallback>
        </mc:AlternateContent>
        <p:sp>
          <p:nvSpPr>
            <p:cNvPr id="185" name="椭圆 184">
              <a:extLst>
                <a:ext uri="{FF2B5EF4-FFF2-40B4-BE49-F238E27FC236}">
                  <a16:creationId xmlns:a16="http://schemas.microsoft.com/office/drawing/2014/main" id="{67CA78A3-F7C0-59B2-21E7-27CE0D27AEAB}"/>
                </a:ext>
              </a:extLst>
            </p:cNvPr>
            <p:cNvSpPr/>
            <p:nvPr/>
          </p:nvSpPr>
          <p:spPr>
            <a:xfrm flipV="1">
              <a:off x="6301675" y="2523704"/>
              <a:ext cx="91367" cy="95462"/>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
        <p:nvSpPr>
          <p:cNvPr id="186" name="矩形 185">
            <a:extLst>
              <a:ext uri="{FF2B5EF4-FFF2-40B4-BE49-F238E27FC236}">
                <a16:creationId xmlns:a16="http://schemas.microsoft.com/office/drawing/2014/main" id="{87F4719F-525B-3D9F-C01E-16F2C76ABBC6}"/>
              </a:ext>
            </a:extLst>
          </p:cNvPr>
          <p:cNvSpPr/>
          <p:nvPr/>
        </p:nvSpPr>
        <p:spPr>
          <a:xfrm>
            <a:off x="2160000" y="6120000"/>
            <a:ext cx="468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rgbClr val="002060"/>
                </a:solidFill>
                <a:latin typeface="微软雅黑" panose="020B0503020204020204" pitchFamily="34" charset="-122"/>
                <a:ea typeface="微软雅黑" panose="020B0503020204020204" pitchFamily="34" charset="-122"/>
              </a:rPr>
              <a:t>不要求结构背下来，但要会分析</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71062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F5657-14DA-7B40-0502-D6CFADC59A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CB40BDC-1412-5CB2-BC1C-F9E80488B5BF}"/>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数字部分（锁存器与触发器）</a:t>
            </a:r>
          </a:p>
        </p:txBody>
      </p:sp>
      <p:sp>
        <p:nvSpPr>
          <p:cNvPr id="3" name="文本框 2">
            <a:extLst>
              <a:ext uri="{FF2B5EF4-FFF2-40B4-BE49-F238E27FC236}">
                <a16:creationId xmlns:a16="http://schemas.microsoft.com/office/drawing/2014/main" id="{712F0C4D-B729-2643-4828-1269032F6A93}"/>
              </a:ext>
            </a:extLst>
          </p:cNvPr>
          <p:cNvSpPr txBox="1"/>
          <p:nvPr/>
        </p:nvSpPr>
        <p:spPr>
          <a:xfrm>
            <a:off x="360000" y="827997"/>
            <a:ext cx="8280000" cy="1620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D </a:t>
            </a:r>
            <a:r>
              <a:rPr kumimoji="1" lang="zh-CN" altLang="en-US" sz="2800" dirty="0">
                <a:solidFill>
                  <a:srgbClr val="002060"/>
                </a:solidFill>
                <a:latin typeface="微软雅黑" panose="020B0503020204020204" pitchFamily="34" charset="-122"/>
                <a:ea typeface="微软雅黑" panose="020B0503020204020204" pitchFamily="34" charset="-122"/>
              </a:rPr>
              <a:t>触发器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主从结构</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维持阻塞结构</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id="{1BE7214D-E7BC-9C2F-F4E4-CAB8015652B3}"/>
              </a:ext>
            </a:extLst>
          </p:cNvPr>
          <p:cNvGrpSpPr/>
          <p:nvPr/>
        </p:nvGrpSpPr>
        <p:grpSpPr>
          <a:xfrm>
            <a:off x="11449269" y="6198682"/>
            <a:ext cx="786273" cy="548639"/>
            <a:chOff x="11454918" y="5839511"/>
            <a:chExt cx="786273" cy="548639"/>
          </a:xfrm>
        </p:grpSpPr>
        <p:grpSp>
          <p:nvGrpSpPr>
            <p:cNvPr id="21" name="组合 20">
              <a:extLst>
                <a:ext uri="{FF2B5EF4-FFF2-40B4-BE49-F238E27FC236}">
                  <a16:creationId xmlns:a16="http://schemas.microsoft.com/office/drawing/2014/main" id="{1B7FFF4A-FE87-F37B-A862-E3AE14F44E08}"/>
                </a:ext>
              </a:extLst>
            </p:cNvPr>
            <p:cNvGrpSpPr/>
            <p:nvPr/>
          </p:nvGrpSpPr>
          <p:grpSpPr>
            <a:xfrm>
              <a:off x="11454918" y="5867450"/>
              <a:ext cx="737081" cy="520700"/>
              <a:chOff x="11454918" y="5867450"/>
              <a:chExt cx="737081" cy="520700"/>
            </a:xfrm>
          </p:grpSpPr>
          <p:sp>
            <p:nvSpPr>
              <p:cNvPr id="23" name="箭头: 五边形 22">
                <a:extLst>
                  <a:ext uri="{FF2B5EF4-FFF2-40B4-BE49-F238E27FC236}">
                    <a16:creationId xmlns:a16="http://schemas.microsoft.com/office/drawing/2014/main" id="{5A8483A7-277C-2B03-41ED-97B20303B15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箭头: V 形 23">
                <a:extLst>
                  <a:ext uri="{FF2B5EF4-FFF2-40B4-BE49-F238E27FC236}">
                    <a16:creationId xmlns:a16="http://schemas.microsoft.com/office/drawing/2014/main" id="{FDC8ABEE-720A-D7D3-DEE8-712E96CBA4D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2" name="灯片编号占位符 3">
              <a:extLst>
                <a:ext uri="{FF2B5EF4-FFF2-40B4-BE49-F238E27FC236}">
                  <a16:creationId xmlns:a16="http://schemas.microsoft.com/office/drawing/2014/main" id="{BDE215B1-3957-50B3-C334-9618266176E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30</a:t>
              </a:fld>
              <a:endParaRPr lang="zh-CN" altLang="en-US" sz="3200" dirty="0">
                <a:solidFill>
                  <a:schemeClr val="bg1"/>
                </a:solidFill>
                <a:latin typeface="Candara"/>
                <a:ea typeface="微软雅黑"/>
              </a:endParaRPr>
            </a:p>
          </p:txBody>
        </p:sp>
      </p:grpSp>
      <p:grpSp>
        <p:nvGrpSpPr>
          <p:cNvPr id="78" name="组合 77">
            <a:extLst>
              <a:ext uri="{FF2B5EF4-FFF2-40B4-BE49-F238E27FC236}">
                <a16:creationId xmlns:a16="http://schemas.microsoft.com/office/drawing/2014/main" id="{12270765-89C2-4334-013D-4AA60A766472}"/>
              </a:ext>
            </a:extLst>
          </p:cNvPr>
          <p:cNvGrpSpPr/>
          <p:nvPr/>
        </p:nvGrpSpPr>
        <p:grpSpPr>
          <a:xfrm>
            <a:off x="720000" y="3168000"/>
            <a:ext cx="5155575" cy="2868649"/>
            <a:chOff x="6746591" y="966939"/>
            <a:chExt cx="5155575" cy="2868649"/>
          </a:xfrm>
        </p:grpSpPr>
        <p:sp>
          <p:nvSpPr>
            <p:cNvPr id="79" name="文本框 78">
              <a:extLst>
                <a:ext uri="{FF2B5EF4-FFF2-40B4-BE49-F238E27FC236}">
                  <a16:creationId xmlns:a16="http://schemas.microsoft.com/office/drawing/2014/main" id="{DF6B547B-1581-91F6-C124-5BEE653F7E85}"/>
                </a:ext>
              </a:extLst>
            </p:cNvPr>
            <p:cNvSpPr txBox="1"/>
            <p:nvPr/>
          </p:nvSpPr>
          <p:spPr>
            <a:xfrm>
              <a:off x="6994800" y="970541"/>
              <a:ext cx="2019654" cy="461665"/>
            </a:xfrm>
            <a:prstGeom prst="rect">
              <a:avLst/>
            </a:prstGeom>
            <a:noFill/>
          </p:spPr>
          <p:txBody>
            <a:bodyPr wrap="square">
              <a:spAutoFit/>
            </a:bodyPr>
            <a:lstStyle/>
            <a:p>
              <a:pPr algn="ctr"/>
              <a:r>
                <a:rPr kumimoji="1" lang="zh-CN" altLang="en-US" sz="2400" dirty="0">
                  <a:latin typeface="微软雅黑" panose="020B0503020204020204" pitchFamily="34" charset="-122"/>
                  <a:ea typeface="微软雅黑" panose="020B0503020204020204" pitchFamily="34" charset="-122"/>
                </a:rPr>
                <a:t>主锁存器</a:t>
              </a:r>
              <a:endParaRPr lang="zh-CN" altLang="en-US" sz="2400" dirty="0"/>
            </a:p>
          </p:txBody>
        </p:sp>
        <p:sp>
          <p:nvSpPr>
            <p:cNvPr id="80" name="文本框 79">
              <a:extLst>
                <a:ext uri="{FF2B5EF4-FFF2-40B4-BE49-F238E27FC236}">
                  <a16:creationId xmlns:a16="http://schemas.microsoft.com/office/drawing/2014/main" id="{464D7CF3-41D7-0AEF-7C8F-F0A3803DC5CF}"/>
                </a:ext>
              </a:extLst>
            </p:cNvPr>
            <p:cNvSpPr txBox="1"/>
            <p:nvPr/>
          </p:nvSpPr>
          <p:spPr>
            <a:xfrm>
              <a:off x="9640800" y="966939"/>
              <a:ext cx="2019654" cy="461665"/>
            </a:xfrm>
            <a:prstGeom prst="rect">
              <a:avLst/>
            </a:prstGeom>
            <a:noFill/>
          </p:spPr>
          <p:txBody>
            <a:bodyPr wrap="square">
              <a:spAutoFit/>
            </a:bodyPr>
            <a:lstStyle/>
            <a:p>
              <a:pPr algn="ctr"/>
              <a:r>
                <a:rPr kumimoji="1" lang="zh-CN" altLang="en-US" sz="2400" dirty="0">
                  <a:latin typeface="微软雅黑" panose="020B0503020204020204" pitchFamily="34" charset="-122"/>
                  <a:ea typeface="微软雅黑" panose="020B0503020204020204" pitchFamily="34" charset="-122"/>
                </a:rPr>
                <a:t>从锁存器</a:t>
              </a:r>
              <a:endParaRPr lang="zh-CN" altLang="en-US" sz="2400" dirty="0"/>
            </a:p>
          </p:txBody>
        </p:sp>
        <p:sp>
          <p:nvSpPr>
            <p:cNvPr id="81" name="Line 27">
              <a:extLst>
                <a:ext uri="{FF2B5EF4-FFF2-40B4-BE49-F238E27FC236}">
                  <a16:creationId xmlns:a16="http://schemas.microsoft.com/office/drawing/2014/main" id="{89C0C7B7-1B3E-C820-6826-3078F1C16BC3}"/>
                </a:ext>
              </a:extLst>
            </p:cNvPr>
            <p:cNvSpPr>
              <a:spLocks noChangeShapeType="1"/>
            </p:cNvSpPr>
            <p:nvPr/>
          </p:nvSpPr>
          <p:spPr bwMode="auto">
            <a:xfrm rot="5400000">
              <a:off x="7224377" y="3123397"/>
              <a:ext cx="96194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ED5FC7D1-758B-FE2E-0CCE-B45C5EAB5E32}"/>
                    </a:ext>
                  </a:extLst>
                </p:cNvPr>
                <p:cNvSpPr txBox="1"/>
                <p:nvPr/>
              </p:nvSpPr>
              <p:spPr>
                <a:xfrm>
                  <a:off x="6746591" y="3373154"/>
                  <a:ext cx="597720"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CP</m:t>
                        </m:r>
                      </m:oMath>
                    </m:oMathPara>
                  </a14:m>
                  <a:endParaRPr lang="zh-CN" altLang="en-US" sz="2400" dirty="0">
                    <a:solidFill>
                      <a:schemeClr val="accent5">
                        <a:lumMod val="75000"/>
                      </a:schemeClr>
                    </a:solidFill>
                  </a:endParaRPr>
                </a:p>
              </p:txBody>
            </p:sp>
          </mc:Choice>
          <mc:Fallback xmlns="">
            <p:sp>
              <p:nvSpPr>
                <p:cNvPr id="15" name="文本框 14">
                  <a:extLst>
                    <a:ext uri="{FF2B5EF4-FFF2-40B4-BE49-F238E27FC236}">
                      <a16:creationId xmlns:a16="http://schemas.microsoft.com/office/drawing/2014/main" id="{25F12787-8EA4-1F51-9500-1998A0650CEC}"/>
                    </a:ext>
                  </a:extLst>
                </p:cNvPr>
                <p:cNvSpPr txBox="1">
                  <a:spLocks noRot="1" noChangeAspect="1" noMove="1" noResize="1" noEditPoints="1" noAdjustHandles="1" noChangeArrowheads="1" noChangeShapeType="1" noTextEdit="1"/>
                </p:cNvSpPr>
                <p:nvPr/>
              </p:nvSpPr>
              <p:spPr>
                <a:xfrm>
                  <a:off x="6746591" y="3373154"/>
                  <a:ext cx="597720" cy="462434"/>
                </a:xfrm>
                <a:prstGeom prst="rect">
                  <a:avLst/>
                </a:prstGeom>
                <a:blipFill>
                  <a:blip r:embed="rId4"/>
                  <a:stretch>
                    <a:fillRect l="-4082"/>
                  </a:stretch>
                </a:blipFill>
              </p:spPr>
              <p:txBody>
                <a:bodyPr/>
                <a:lstStyle/>
                <a:p>
                  <a:r>
                    <a:rPr lang="zh-CN" altLang="en-US">
                      <a:noFill/>
                    </a:rPr>
                    <a:t> </a:t>
                  </a:r>
                </a:p>
              </p:txBody>
            </p:sp>
          </mc:Fallback>
        </mc:AlternateContent>
        <p:sp>
          <p:nvSpPr>
            <p:cNvPr id="83" name="Line 27">
              <a:extLst>
                <a:ext uri="{FF2B5EF4-FFF2-40B4-BE49-F238E27FC236}">
                  <a16:creationId xmlns:a16="http://schemas.microsoft.com/office/drawing/2014/main" id="{C76AA331-114F-D645-CC02-55B3DFE4BE66}"/>
                </a:ext>
              </a:extLst>
            </p:cNvPr>
            <p:cNvSpPr>
              <a:spLocks noChangeShapeType="1"/>
            </p:cNvSpPr>
            <p:nvPr/>
          </p:nvSpPr>
          <p:spPr bwMode="auto">
            <a:xfrm rot="16200000" flipV="1">
              <a:off x="9062516" y="3136734"/>
              <a:ext cx="9823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4" name="等腰三角形 83">
              <a:extLst>
                <a:ext uri="{FF2B5EF4-FFF2-40B4-BE49-F238E27FC236}">
                  <a16:creationId xmlns:a16="http://schemas.microsoft.com/office/drawing/2014/main" id="{D5D7669A-7645-F865-B262-781FC247FAC7}"/>
                </a:ext>
              </a:extLst>
            </p:cNvPr>
            <p:cNvSpPr/>
            <p:nvPr/>
          </p:nvSpPr>
          <p:spPr>
            <a:xfrm rot="10800000" flipV="1">
              <a:off x="7467597" y="2930961"/>
              <a:ext cx="473019" cy="367958"/>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BFEF4577-5D16-A1E3-D54F-DA32595610D9}"/>
                </a:ext>
              </a:extLst>
            </p:cNvPr>
            <p:cNvSpPr/>
            <p:nvPr/>
          </p:nvSpPr>
          <p:spPr>
            <a:xfrm rot="16200000">
              <a:off x="7648001" y="2818802"/>
              <a:ext cx="112716" cy="1116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6" name="矩形 85">
              <a:extLst>
                <a:ext uri="{FF2B5EF4-FFF2-40B4-BE49-F238E27FC236}">
                  <a16:creationId xmlns:a16="http://schemas.microsoft.com/office/drawing/2014/main" id="{BEC1DBA1-DDB0-892E-C879-3035C0D1C4B4}"/>
                </a:ext>
              </a:extLst>
            </p:cNvPr>
            <p:cNvSpPr/>
            <p:nvPr/>
          </p:nvSpPr>
          <p:spPr>
            <a:xfrm>
              <a:off x="8045335" y="1574878"/>
              <a:ext cx="1039280" cy="1378151"/>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7" name="Line 27">
              <a:extLst>
                <a:ext uri="{FF2B5EF4-FFF2-40B4-BE49-F238E27FC236}">
                  <a16:creationId xmlns:a16="http://schemas.microsoft.com/office/drawing/2014/main" id="{D73C5B2F-462F-D3B6-8F1C-76004E2FAE2C}"/>
                </a:ext>
              </a:extLst>
            </p:cNvPr>
            <p:cNvSpPr>
              <a:spLocks noChangeShapeType="1"/>
            </p:cNvSpPr>
            <p:nvPr/>
          </p:nvSpPr>
          <p:spPr bwMode="auto">
            <a:xfrm>
              <a:off x="7233680" y="1883439"/>
              <a:ext cx="8116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8" name="Line 27">
              <a:extLst>
                <a:ext uri="{FF2B5EF4-FFF2-40B4-BE49-F238E27FC236}">
                  <a16:creationId xmlns:a16="http://schemas.microsoft.com/office/drawing/2014/main" id="{C36ADAE4-532E-897D-AAC9-67F7FD99BDBA}"/>
                </a:ext>
              </a:extLst>
            </p:cNvPr>
            <p:cNvSpPr>
              <a:spLocks noChangeShapeType="1"/>
            </p:cNvSpPr>
            <p:nvPr/>
          </p:nvSpPr>
          <p:spPr bwMode="auto">
            <a:xfrm>
              <a:off x="7695098" y="2653527"/>
              <a:ext cx="350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E6F72A82-5456-B5FC-240A-AA43D421173E}"/>
                    </a:ext>
                  </a:extLst>
                </p:cNvPr>
                <p:cNvSpPr txBox="1"/>
                <p:nvPr/>
              </p:nvSpPr>
              <p:spPr>
                <a:xfrm>
                  <a:off x="8101989" y="1629978"/>
                  <a:ext cx="496868"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1</m:t>
                        </m:r>
                        <m:r>
                          <m:rPr>
                            <m:sty m:val="p"/>
                          </m:rPr>
                          <a:rPr lang="en-US" altLang="zh-CN" sz="2400" b="0" i="0" smtClean="0">
                            <a:latin typeface="Cambria Math" panose="02040503050406030204" pitchFamily="18" charset="0"/>
                          </a:rPr>
                          <m:t>D</m:t>
                        </m:r>
                      </m:oMath>
                    </m:oMathPara>
                  </a14:m>
                  <a:endParaRPr lang="zh-CN" altLang="en-US" sz="2400" dirty="0"/>
                </a:p>
              </p:txBody>
            </p:sp>
          </mc:Choice>
          <mc:Fallback xmlns="">
            <p:sp>
              <p:nvSpPr>
                <p:cNvPr id="448" name="文本框 447">
                  <a:extLst>
                    <a:ext uri="{FF2B5EF4-FFF2-40B4-BE49-F238E27FC236}">
                      <a16:creationId xmlns:a16="http://schemas.microsoft.com/office/drawing/2014/main" id="{31D9067D-A066-0E67-F1E5-AEF7A0AB2D17}"/>
                    </a:ext>
                  </a:extLst>
                </p:cNvPr>
                <p:cNvSpPr txBox="1">
                  <a:spLocks noRot="1" noChangeAspect="1" noMove="1" noResize="1" noEditPoints="1" noAdjustHandles="1" noChangeArrowheads="1" noChangeShapeType="1" noTextEdit="1"/>
                </p:cNvSpPr>
                <p:nvPr/>
              </p:nvSpPr>
              <p:spPr>
                <a:xfrm>
                  <a:off x="8101989" y="1629978"/>
                  <a:ext cx="496868" cy="461665"/>
                </a:xfrm>
                <a:prstGeom prst="rect">
                  <a:avLst/>
                </a:prstGeom>
                <a:blipFill>
                  <a:blip r:embed="rId5"/>
                  <a:stretch>
                    <a:fillRect l="-170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8DCFA5AC-AF03-DF1B-3A3A-849B4F0DA853}"/>
                    </a:ext>
                  </a:extLst>
                </p:cNvPr>
                <p:cNvSpPr txBox="1"/>
                <p:nvPr/>
              </p:nvSpPr>
              <p:spPr>
                <a:xfrm>
                  <a:off x="8095495" y="2422694"/>
                  <a:ext cx="496868"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C</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449" name="文本框 448">
                  <a:extLst>
                    <a:ext uri="{FF2B5EF4-FFF2-40B4-BE49-F238E27FC236}">
                      <a16:creationId xmlns:a16="http://schemas.microsoft.com/office/drawing/2014/main" id="{910CAA71-3D33-A9FF-09F3-771872539924}"/>
                    </a:ext>
                  </a:extLst>
                </p:cNvPr>
                <p:cNvSpPr txBox="1">
                  <a:spLocks noRot="1" noChangeAspect="1" noMove="1" noResize="1" noEditPoints="1" noAdjustHandles="1" noChangeArrowheads="1" noChangeShapeType="1" noTextEdit="1"/>
                </p:cNvSpPr>
                <p:nvPr/>
              </p:nvSpPr>
              <p:spPr>
                <a:xfrm>
                  <a:off x="8095495" y="2422694"/>
                  <a:ext cx="496868" cy="461665"/>
                </a:xfrm>
                <a:prstGeom prst="rect">
                  <a:avLst/>
                </a:prstGeom>
                <a:blipFill>
                  <a:blip r:embed="rId6"/>
                  <a:stretch>
                    <a:fillRect l="-14634"/>
                  </a:stretch>
                </a:blipFill>
              </p:spPr>
              <p:txBody>
                <a:bodyPr/>
                <a:lstStyle/>
                <a:p>
                  <a:r>
                    <a:rPr lang="zh-CN" altLang="en-US">
                      <a:noFill/>
                    </a:rPr>
                    <a:t> </a:t>
                  </a:r>
                </a:p>
              </p:txBody>
            </p:sp>
          </mc:Fallback>
        </mc:AlternateContent>
        <p:sp>
          <p:nvSpPr>
            <p:cNvPr id="91" name="Line 27">
              <a:extLst>
                <a:ext uri="{FF2B5EF4-FFF2-40B4-BE49-F238E27FC236}">
                  <a16:creationId xmlns:a16="http://schemas.microsoft.com/office/drawing/2014/main" id="{CE39E5D0-3AF0-3B03-A609-765C3D0F6EA2}"/>
                </a:ext>
              </a:extLst>
            </p:cNvPr>
            <p:cNvSpPr>
              <a:spLocks noChangeShapeType="1"/>
            </p:cNvSpPr>
            <p:nvPr/>
          </p:nvSpPr>
          <p:spPr bwMode="auto">
            <a:xfrm>
              <a:off x="9091191" y="1883439"/>
              <a:ext cx="10272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2" name="Line 27">
              <a:extLst>
                <a:ext uri="{FF2B5EF4-FFF2-40B4-BE49-F238E27FC236}">
                  <a16:creationId xmlns:a16="http://schemas.microsoft.com/office/drawing/2014/main" id="{FA0C51E1-70C9-30F5-C967-1825AAE5F3F6}"/>
                </a:ext>
              </a:extLst>
            </p:cNvPr>
            <p:cNvSpPr>
              <a:spLocks noChangeShapeType="1"/>
            </p:cNvSpPr>
            <p:nvPr/>
          </p:nvSpPr>
          <p:spPr bwMode="auto">
            <a:xfrm>
              <a:off x="9541669" y="2653526"/>
              <a:ext cx="5767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3" name="椭圆 92">
              <a:extLst>
                <a:ext uri="{FF2B5EF4-FFF2-40B4-BE49-F238E27FC236}">
                  <a16:creationId xmlns:a16="http://schemas.microsoft.com/office/drawing/2014/main" id="{D4695348-E9F7-E5BF-5B07-EDD88CEA619D}"/>
                </a:ext>
              </a:extLst>
            </p:cNvPr>
            <p:cNvSpPr/>
            <p:nvPr/>
          </p:nvSpPr>
          <p:spPr>
            <a:xfrm flipV="1">
              <a:off x="9091192" y="2592881"/>
              <a:ext cx="111600" cy="1116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71D4C2DE-3B1F-E0D3-1781-86C5FBC719C2}"/>
                    </a:ext>
                  </a:extLst>
                </p:cNvPr>
                <p:cNvSpPr txBox="1"/>
                <p:nvPr/>
              </p:nvSpPr>
              <p:spPr>
                <a:xfrm>
                  <a:off x="6844169" y="1649570"/>
                  <a:ext cx="496868"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D</m:t>
                        </m:r>
                      </m:oMath>
                    </m:oMathPara>
                  </a14:m>
                  <a:endParaRPr lang="zh-CN" altLang="en-US" sz="2400" dirty="0">
                    <a:solidFill>
                      <a:schemeClr val="accent5">
                        <a:lumMod val="75000"/>
                      </a:schemeClr>
                    </a:solidFill>
                  </a:endParaRPr>
                </a:p>
              </p:txBody>
            </p:sp>
          </mc:Choice>
          <mc:Fallback xmlns="">
            <p:sp>
              <p:nvSpPr>
                <p:cNvPr id="453" name="文本框 452">
                  <a:extLst>
                    <a:ext uri="{FF2B5EF4-FFF2-40B4-BE49-F238E27FC236}">
                      <a16:creationId xmlns:a16="http://schemas.microsoft.com/office/drawing/2014/main" id="{7A8182F9-F48C-2DD3-873A-345F70C0BECB}"/>
                    </a:ext>
                  </a:extLst>
                </p:cNvPr>
                <p:cNvSpPr txBox="1">
                  <a:spLocks noRot="1" noChangeAspect="1" noMove="1" noResize="1" noEditPoints="1" noAdjustHandles="1" noChangeArrowheads="1" noChangeShapeType="1" noTextEdit="1"/>
                </p:cNvSpPr>
                <p:nvPr/>
              </p:nvSpPr>
              <p:spPr>
                <a:xfrm>
                  <a:off x="6844169" y="1649570"/>
                  <a:ext cx="496868" cy="461665"/>
                </a:xfrm>
                <a:prstGeom prst="rect">
                  <a:avLst/>
                </a:prstGeom>
                <a:blipFill>
                  <a:blip r:embed="rId7"/>
                  <a:stretch>
                    <a:fillRect l="-1235"/>
                  </a:stretch>
                </a:blipFill>
              </p:spPr>
              <p:txBody>
                <a:bodyPr/>
                <a:lstStyle/>
                <a:p>
                  <a:r>
                    <a:rPr lang="zh-CN" altLang="en-US">
                      <a:noFill/>
                    </a:rPr>
                    <a:t> </a:t>
                  </a:r>
                </a:p>
              </p:txBody>
            </p:sp>
          </mc:Fallback>
        </mc:AlternateContent>
        <p:sp>
          <p:nvSpPr>
            <p:cNvPr id="95" name="矩形 94">
              <a:extLst>
                <a:ext uri="{FF2B5EF4-FFF2-40B4-BE49-F238E27FC236}">
                  <a16:creationId xmlns:a16="http://schemas.microsoft.com/office/drawing/2014/main" id="{BDDB3F6A-2AC4-F09A-87DD-A5FF63477E80}"/>
                </a:ext>
              </a:extLst>
            </p:cNvPr>
            <p:cNvSpPr/>
            <p:nvPr/>
          </p:nvSpPr>
          <p:spPr>
            <a:xfrm>
              <a:off x="10118415" y="1574878"/>
              <a:ext cx="1039280" cy="1378151"/>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6" name="文本框 95">
                  <a:extLst>
                    <a:ext uri="{FF2B5EF4-FFF2-40B4-BE49-F238E27FC236}">
                      <a16:creationId xmlns:a16="http://schemas.microsoft.com/office/drawing/2014/main" id="{FC26F214-0A06-F1DF-9D16-7BC71E3D4F90}"/>
                    </a:ext>
                  </a:extLst>
                </p:cNvPr>
                <p:cNvSpPr txBox="1"/>
                <p:nvPr/>
              </p:nvSpPr>
              <p:spPr>
                <a:xfrm>
                  <a:off x="10175069" y="1629978"/>
                  <a:ext cx="496868"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400" b="0" i="0" smtClean="0">
                            <a:latin typeface="Cambria Math" panose="02040503050406030204" pitchFamily="18" charset="0"/>
                          </a:rPr>
                          <m:t>1</m:t>
                        </m:r>
                        <m:r>
                          <m:rPr>
                            <m:sty m:val="p"/>
                          </m:rPr>
                          <a:rPr lang="en-US" altLang="zh-CN" sz="2400" b="0" i="0" smtClean="0">
                            <a:latin typeface="Cambria Math" panose="02040503050406030204" pitchFamily="18" charset="0"/>
                          </a:rPr>
                          <m:t>D</m:t>
                        </m:r>
                      </m:oMath>
                    </m:oMathPara>
                  </a14:m>
                  <a:endParaRPr lang="zh-CN" altLang="en-US" sz="2400" dirty="0"/>
                </a:p>
              </p:txBody>
            </p:sp>
          </mc:Choice>
          <mc:Fallback xmlns="">
            <p:sp>
              <p:nvSpPr>
                <p:cNvPr id="455" name="文本框 454">
                  <a:extLst>
                    <a:ext uri="{FF2B5EF4-FFF2-40B4-BE49-F238E27FC236}">
                      <a16:creationId xmlns:a16="http://schemas.microsoft.com/office/drawing/2014/main" id="{AC4E4779-8318-FD4C-F8AD-0E8E3EC76DD7}"/>
                    </a:ext>
                  </a:extLst>
                </p:cNvPr>
                <p:cNvSpPr txBox="1">
                  <a:spLocks noRot="1" noChangeAspect="1" noMove="1" noResize="1" noEditPoints="1" noAdjustHandles="1" noChangeArrowheads="1" noChangeShapeType="1" noTextEdit="1"/>
                </p:cNvSpPr>
                <p:nvPr/>
              </p:nvSpPr>
              <p:spPr>
                <a:xfrm>
                  <a:off x="10175069" y="1629978"/>
                  <a:ext cx="496868" cy="461665"/>
                </a:xfrm>
                <a:prstGeom prst="rect">
                  <a:avLst/>
                </a:prstGeom>
                <a:blipFill>
                  <a:blip r:embed="rId8"/>
                  <a:stretch>
                    <a:fillRect l="-170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7C275E58-D74E-661F-A32A-8058AEA341D5}"/>
                    </a:ext>
                  </a:extLst>
                </p:cNvPr>
                <p:cNvSpPr txBox="1"/>
                <p:nvPr/>
              </p:nvSpPr>
              <p:spPr>
                <a:xfrm>
                  <a:off x="10168575" y="2422694"/>
                  <a:ext cx="496868"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C</m:t>
                        </m:r>
                        <m:r>
                          <a:rPr lang="en-US" altLang="zh-CN" sz="2400" b="0" i="0" smtClean="0">
                            <a:latin typeface="Cambria Math" panose="02040503050406030204" pitchFamily="18" charset="0"/>
                          </a:rPr>
                          <m:t>1</m:t>
                        </m:r>
                      </m:oMath>
                    </m:oMathPara>
                  </a14:m>
                  <a:endParaRPr lang="zh-CN" altLang="en-US" sz="2400" dirty="0"/>
                </a:p>
              </p:txBody>
            </p:sp>
          </mc:Choice>
          <mc:Fallback xmlns="">
            <p:sp>
              <p:nvSpPr>
                <p:cNvPr id="456" name="文本框 455">
                  <a:extLst>
                    <a:ext uri="{FF2B5EF4-FFF2-40B4-BE49-F238E27FC236}">
                      <a16:creationId xmlns:a16="http://schemas.microsoft.com/office/drawing/2014/main" id="{13DD780C-6F42-5A92-858F-5456862851D2}"/>
                    </a:ext>
                  </a:extLst>
                </p:cNvPr>
                <p:cNvSpPr txBox="1">
                  <a:spLocks noRot="1" noChangeAspect="1" noMove="1" noResize="1" noEditPoints="1" noAdjustHandles="1" noChangeArrowheads="1" noChangeShapeType="1" noTextEdit="1"/>
                </p:cNvSpPr>
                <p:nvPr/>
              </p:nvSpPr>
              <p:spPr>
                <a:xfrm>
                  <a:off x="10168575" y="2422694"/>
                  <a:ext cx="496868" cy="461665"/>
                </a:xfrm>
                <a:prstGeom prst="rect">
                  <a:avLst/>
                </a:prstGeom>
                <a:blipFill>
                  <a:blip r:embed="rId9"/>
                  <a:stretch>
                    <a:fillRect l="-13415"/>
                  </a:stretch>
                </a:blipFill>
              </p:spPr>
              <p:txBody>
                <a:bodyPr/>
                <a:lstStyle/>
                <a:p>
                  <a:r>
                    <a:rPr lang="zh-CN" altLang="en-US">
                      <a:noFill/>
                    </a:rPr>
                    <a:t> </a:t>
                  </a:r>
                </a:p>
              </p:txBody>
            </p:sp>
          </mc:Fallback>
        </mc:AlternateContent>
        <p:sp>
          <p:nvSpPr>
            <p:cNvPr id="98" name="Line 27">
              <a:extLst>
                <a:ext uri="{FF2B5EF4-FFF2-40B4-BE49-F238E27FC236}">
                  <a16:creationId xmlns:a16="http://schemas.microsoft.com/office/drawing/2014/main" id="{10E070BE-3E9E-9C0F-A33C-E01B05209C26}"/>
                </a:ext>
              </a:extLst>
            </p:cNvPr>
            <p:cNvSpPr>
              <a:spLocks noChangeShapeType="1"/>
            </p:cNvSpPr>
            <p:nvPr/>
          </p:nvSpPr>
          <p:spPr bwMode="auto">
            <a:xfrm>
              <a:off x="11157695" y="1883439"/>
              <a:ext cx="2896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99" name="Line 27">
              <a:extLst>
                <a:ext uri="{FF2B5EF4-FFF2-40B4-BE49-F238E27FC236}">
                  <a16:creationId xmlns:a16="http://schemas.microsoft.com/office/drawing/2014/main" id="{1CFA6DB8-9BA4-7F64-56AA-A18034C85CFE}"/>
                </a:ext>
              </a:extLst>
            </p:cNvPr>
            <p:cNvSpPr>
              <a:spLocks noChangeShapeType="1"/>
            </p:cNvSpPr>
            <p:nvPr/>
          </p:nvSpPr>
          <p:spPr bwMode="auto">
            <a:xfrm>
              <a:off x="11157695" y="2653526"/>
              <a:ext cx="2896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0" name="椭圆 99">
              <a:extLst>
                <a:ext uri="{FF2B5EF4-FFF2-40B4-BE49-F238E27FC236}">
                  <a16:creationId xmlns:a16="http://schemas.microsoft.com/office/drawing/2014/main" id="{108CDED9-20B8-E1D9-0549-8E87A7908E89}"/>
                </a:ext>
              </a:extLst>
            </p:cNvPr>
            <p:cNvSpPr/>
            <p:nvPr/>
          </p:nvSpPr>
          <p:spPr>
            <a:xfrm flipV="1">
              <a:off x="11164272" y="2592881"/>
              <a:ext cx="128649"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A4B0EC80-42A6-6C7E-1996-218957EF0874}"/>
                    </a:ext>
                  </a:extLst>
                </p:cNvPr>
                <p:cNvSpPr txBox="1"/>
                <p:nvPr/>
              </p:nvSpPr>
              <p:spPr>
                <a:xfrm>
                  <a:off x="11394522" y="1624461"/>
                  <a:ext cx="507644"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464" name="文本框 463">
                  <a:extLst>
                    <a:ext uri="{FF2B5EF4-FFF2-40B4-BE49-F238E27FC236}">
                      <a16:creationId xmlns:a16="http://schemas.microsoft.com/office/drawing/2014/main" id="{6E78ED61-94B6-07FB-DF0D-7C39C587F942}"/>
                    </a:ext>
                  </a:extLst>
                </p:cNvPr>
                <p:cNvSpPr txBox="1">
                  <a:spLocks noRot="1" noChangeAspect="1" noMove="1" noResize="1" noEditPoints="1" noAdjustHandles="1" noChangeArrowheads="1" noChangeShapeType="1" noTextEdit="1"/>
                </p:cNvSpPr>
                <p:nvPr/>
              </p:nvSpPr>
              <p:spPr>
                <a:xfrm>
                  <a:off x="11394522" y="1624461"/>
                  <a:ext cx="507644" cy="462434"/>
                </a:xfrm>
                <a:prstGeom prst="rect">
                  <a:avLst/>
                </a:prstGeom>
                <a:blipFill>
                  <a:blip r:embed="rId10"/>
                  <a:stretch>
                    <a:fillRect l="-4819"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 name="文本框 101">
                  <a:extLst>
                    <a:ext uri="{FF2B5EF4-FFF2-40B4-BE49-F238E27FC236}">
                      <a16:creationId xmlns:a16="http://schemas.microsoft.com/office/drawing/2014/main" id="{5AF80513-A494-BE61-AE42-7E6A5BBADFD8}"/>
                    </a:ext>
                  </a:extLst>
                </p:cNvPr>
                <p:cNvSpPr txBox="1"/>
                <p:nvPr/>
              </p:nvSpPr>
              <p:spPr>
                <a:xfrm>
                  <a:off x="11393528" y="2422308"/>
                  <a:ext cx="507644"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465" name="文本框 464">
                  <a:extLst>
                    <a:ext uri="{FF2B5EF4-FFF2-40B4-BE49-F238E27FC236}">
                      <a16:creationId xmlns:a16="http://schemas.microsoft.com/office/drawing/2014/main" id="{DBE627B0-A8BE-4A7F-CB9A-8815BF97E47E}"/>
                    </a:ext>
                  </a:extLst>
                </p:cNvPr>
                <p:cNvSpPr txBox="1">
                  <a:spLocks noRot="1" noChangeAspect="1" noMove="1" noResize="1" noEditPoints="1" noAdjustHandles="1" noChangeArrowheads="1" noChangeShapeType="1" noTextEdit="1"/>
                </p:cNvSpPr>
                <p:nvPr/>
              </p:nvSpPr>
              <p:spPr>
                <a:xfrm>
                  <a:off x="11393528" y="2422308"/>
                  <a:ext cx="507644" cy="462434"/>
                </a:xfrm>
                <a:prstGeom prst="rect">
                  <a:avLst/>
                </a:prstGeom>
                <a:blipFill>
                  <a:blip r:embed="rId11"/>
                  <a:stretch>
                    <a:fillRect l="-4819" b="-13158"/>
                  </a:stretch>
                </a:blipFill>
              </p:spPr>
              <p:txBody>
                <a:bodyPr/>
                <a:lstStyle/>
                <a:p>
                  <a:r>
                    <a:rPr lang="zh-CN" altLang="en-US">
                      <a:noFill/>
                    </a:rPr>
                    <a:t> </a:t>
                  </a:r>
                </a:p>
              </p:txBody>
            </p:sp>
          </mc:Fallback>
        </mc:AlternateContent>
        <p:sp>
          <p:nvSpPr>
            <p:cNvPr id="103" name="Line 27">
              <a:extLst>
                <a:ext uri="{FF2B5EF4-FFF2-40B4-BE49-F238E27FC236}">
                  <a16:creationId xmlns:a16="http://schemas.microsoft.com/office/drawing/2014/main" id="{8F053A48-EC68-0D1B-FE87-423F94B8E863}"/>
                </a:ext>
              </a:extLst>
            </p:cNvPr>
            <p:cNvSpPr>
              <a:spLocks noChangeShapeType="1"/>
            </p:cNvSpPr>
            <p:nvPr/>
          </p:nvSpPr>
          <p:spPr bwMode="auto">
            <a:xfrm>
              <a:off x="7233680" y="3616134"/>
              <a:ext cx="232238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04" name="椭圆 103">
              <a:extLst>
                <a:ext uri="{FF2B5EF4-FFF2-40B4-BE49-F238E27FC236}">
                  <a16:creationId xmlns:a16="http://schemas.microsoft.com/office/drawing/2014/main" id="{F0023276-34B7-CD0C-0704-C0EE92EF3235}"/>
                </a:ext>
              </a:extLst>
            </p:cNvPr>
            <p:cNvSpPr/>
            <p:nvPr/>
          </p:nvSpPr>
          <p:spPr>
            <a:xfrm flipV="1">
              <a:off x="7654723" y="3567744"/>
              <a:ext cx="101254" cy="95462"/>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05" name="文本框 104">
                  <a:extLst>
                    <a:ext uri="{FF2B5EF4-FFF2-40B4-BE49-F238E27FC236}">
                      <a16:creationId xmlns:a16="http://schemas.microsoft.com/office/drawing/2014/main" id="{18830A50-21F9-751E-5464-C4BEFB2FD050}"/>
                    </a:ext>
                  </a:extLst>
                </p:cNvPr>
                <p:cNvSpPr txBox="1"/>
                <p:nvPr/>
              </p:nvSpPr>
              <p:spPr>
                <a:xfrm>
                  <a:off x="9230750" y="1463067"/>
                  <a:ext cx="507644"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r>
                          <a:rPr lang="en-US" altLang="zh-CN" sz="2400" b="0" i="0"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470" name="文本框 469">
                  <a:extLst>
                    <a:ext uri="{FF2B5EF4-FFF2-40B4-BE49-F238E27FC236}">
                      <a16:creationId xmlns:a16="http://schemas.microsoft.com/office/drawing/2014/main" id="{F4D63520-28BC-6279-4C94-B818D4486F5E}"/>
                    </a:ext>
                  </a:extLst>
                </p:cNvPr>
                <p:cNvSpPr txBox="1">
                  <a:spLocks noRot="1" noChangeAspect="1" noMove="1" noResize="1" noEditPoints="1" noAdjustHandles="1" noChangeArrowheads="1" noChangeShapeType="1" noTextEdit="1"/>
                </p:cNvSpPr>
                <p:nvPr/>
              </p:nvSpPr>
              <p:spPr>
                <a:xfrm>
                  <a:off x="9230750" y="1463067"/>
                  <a:ext cx="507644" cy="462434"/>
                </a:xfrm>
                <a:prstGeom prst="rect">
                  <a:avLst/>
                </a:prstGeom>
                <a:blipFill>
                  <a:blip r:embed="rId12"/>
                  <a:stretch>
                    <a:fillRect l="-14286" b="-15789"/>
                  </a:stretch>
                </a:blipFill>
              </p:spPr>
              <p:txBody>
                <a:bodyPr/>
                <a:lstStyle/>
                <a:p>
                  <a:r>
                    <a:rPr lang="zh-CN" altLang="en-US">
                      <a:noFill/>
                    </a:rPr>
                    <a:t> </a:t>
                  </a:r>
                </a:p>
              </p:txBody>
            </p:sp>
          </mc:Fallback>
        </mc:AlternateContent>
      </p:grpSp>
      <p:grpSp>
        <p:nvGrpSpPr>
          <p:cNvPr id="106" name="组合 105">
            <a:extLst>
              <a:ext uri="{FF2B5EF4-FFF2-40B4-BE49-F238E27FC236}">
                <a16:creationId xmlns:a16="http://schemas.microsoft.com/office/drawing/2014/main" id="{ADC45AB7-C53E-37F7-2A13-B2D7F568E9A2}"/>
              </a:ext>
            </a:extLst>
          </p:cNvPr>
          <p:cNvGrpSpPr/>
          <p:nvPr/>
        </p:nvGrpSpPr>
        <p:grpSpPr>
          <a:xfrm>
            <a:off x="7370333" y="1810982"/>
            <a:ext cx="4758409" cy="4333316"/>
            <a:chOff x="6675618" y="1542087"/>
            <a:chExt cx="4758409" cy="4333316"/>
          </a:xfrm>
        </p:grpSpPr>
        <p:sp>
          <p:nvSpPr>
            <p:cNvPr id="107" name="Line 27">
              <a:extLst>
                <a:ext uri="{FF2B5EF4-FFF2-40B4-BE49-F238E27FC236}">
                  <a16:creationId xmlns:a16="http://schemas.microsoft.com/office/drawing/2014/main" id="{17C5350A-CB69-D6F5-7949-3DCA98FB0447}"/>
                </a:ext>
              </a:extLst>
            </p:cNvPr>
            <p:cNvSpPr>
              <a:spLocks noChangeShapeType="1"/>
            </p:cNvSpPr>
            <p:nvPr/>
          </p:nvSpPr>
          <p:spPr bwMode="auto">
            <a:xfrm>
              <a:off x="9638609" y="3334158"/>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Line 27">
              <a:extLst>
                <a:ext uri="{FF2B5EF4-FFF2-40B4-BE49-F238E27FC236}">
                  <a16:creationId xmlns:a16="http://schemas.microsoft.com/office/drawing/2014/main" id="{E5409E43-5CA2-7071-44C9-60DCDF244571}"/>
                </a:ext>
              </a:extLst>
            </p:cNvPr>
            <p:cNvSpPr>
              <a:spLocks noChangeShapeType="1"/>
            </p:cNvSpPr>
            <p:nvPr/>
          </p:nvSpPr>
          <p:spPr bwMode="auto">
            <a:xfrm>
              <a:off x="10426580" y="3184648"/>
              <a:ext cx="5493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109" name="文本框 108">
                  <a:extLst>
                    <a:ext uri="{FF2B5EF4-FFF2-40B4-BE49-F238E27FC236}">
                      <a16:creationId xmlns:a16="http://schemas.microsoft.com/office/drawing/2014/main" id="{B60E5655-1F2D-A9D9-BDFF-A88A8C3D3173}"/>
                    </a:ext>
                  </a:extLst>
                </p:cNvPr>
                <p:cNvSpPr txBox="1"/>
                <p:nvPr/>
              </p:nvSpPr>
              <p:spPr>
                <a:xfrm>
                  <a:off x="6701222" y="3566446"/>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i="0" smtClean="0">
                            <a:solidFill>
                              <a:schemeClr val="accent5">
                                <a:lumMod val="75000"/>
                              </a:schemeClr>
                            </a:solidFill>
                            <a:latin typeface="Cambria Math" panose="02040503050406030204" pitchFamily="18" charset="0"/>
                          </a:rPr>
                          <m:t>C</m:t>
                        </m:r>
                        <m:r>
                          <m:rPr>
                            <m:sty m:val="p"/>
                          </m:rPr>
                          <a:rPr lang="en-US" altLang="zh-CN" sz="2400" b="0" i="0" smtClean="0">
                            <a:solidFill>
                              <a:schemeClr val="accent5">
                                <a:lumMod val="75000"/>
                              </a:schemeClr>
                            </a:solidFill>
                            <a:latin typeface="Cambria Math" panose="02040503050406030204" pitchFamily="18" charset="0"/>
                          </a:rPr>
                          <m:t>P</m:t>
                        </m:r>
                      </m:oMath>
                    </m:oMathPara>
                  </a14:m>
                  <a:endParaRPr lang="zh-CN" altLang="en-US" sz="2400" dirty="0">
                    <a:solidFill>
                      <a:schemeClr val="accent5">
                        <a:lumMod val="75000"/>
                      </a:schemeClr>
                    </a:solidFill>
                  </a:endParaRPr>
                </a:p>
              </p:txBody>
            </p:sp>
          </mc:Choice>
          <mc:Fallback xmlns="">
            <p:sp>
              <p:nvSpPr>
                <p:cNvPr id="482" name="文本框 481">
                  <a:extLst>
                    <a:ext uri="{FF2B5EF4-FFF2-40B4-BE49-F238E27FC236}">
                      <a16:creationId xmlns:a16="http://schemas.microsoft.com/office/drawing/2014/main" id="{C968A8C9-2205-D2DF-E760-3BCF96EB6E90}"/>
                    </a:ext>
                  </a:extLst>
                </p:cNvPr>
                <p:cNvSpPr txBox="1">
                  <a:spLocks noRot="1" noChangeAspect="1" noMove="1" noResize="1" noEditPoints="1" noAdjustHandles="1" noChangeArrowheads="1" noChangeShapeType="1" noTextEdit="1"/>
                </p:cNvSpPr>
                <p:nvPr/>
              </p:nvSpPr>
              <p:spPr>
                <a:xfrm>
                  <a:off x="6701222" y="3566446"/>
                  <a:ext cx="458075" cy="461665"/>
                </a:xfrm>
                <a:prstGeom prst="rect">
                  <a:avLst/>
                </a:prstGeom>
                <a:blipFill>
                  <a:blip r:embed="rId3"/>
                  <a:stretch>
                    <a:fillRect l="-20000" r="-1333"/>
                  </a:stretch>
                </a:blipFill>
              </p:spPr>
              <p:txBody>
                <a:bodyPr/>
                <a:lstStyle/>
                <a:p>
                  <a:r>
                    <a:rPr lang="zh-CN" altLang="en-US">
                      <a:noFill/>
                    </a:rPr>
                    <a:t> </a:t>
                  </a:r>
                </a:p>
              </p:txBody>
            </p:sp>
          </mc:Fallback>
        </mc:AlternateContent>
        <p:sp>
          <p:nvSpPr>
            <p:cNvPr id="110" name="椭圆 109">
              <a:extLst>
                <a:ext uri="{FF2B5EF4-FFF2-40B4-BE49-F238E27FC236}">
                  <a16:creationId xmlns:a16="http://schemas.microsoft.com/office/drawing/2014/main" id="{02B4972C-08CB-0C18-DB8E-730D6F5626B2}"/>
                </a:ext>
              </a:extLst>
            </p:cNvPr>
            <p:cNvSpPr/>
            <p:nvPr/>
          </p:nvSpPr>
          <p:spPr>
            <a:xfrm flipV="1">
              <a:off x="10436914" y="3123003"/>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11" name="Line 27">
              <a:extLst>
                <a:ext uri="{FF2B5EF4-FFF2-40B4-BE49-F238E27FC236}">
                  <a16:creationId xmlns:a16="http://schemas.microsoft.com/office/drawing/2014/main" id="{7725BC67-DC3B-1CED-7DB8-D305720436F2}"/>
                </a:ext>
              </a:extLst>
            </p:cNvPr>
            <p:cNvSpPr>
              <a:spLocks noChangeShapeType="1"/>
            </p:cNvSpPr>
            <p:nvPr/>
          </p:nvSpPr>
          <p:spPr bwMode="auto">
            <a:xfrm>
              <a:off x="9638609" y="4115113"/>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12" name="Line 27">
              <a:extLst>
                <a:ext uri="{FF2B5EF4-FFF2-40B4-BE49-F238E27FC236}">
                  <a16:creationId xmlns:a16="http://schemas.microsoft.com/office/drawing/2014/main" id="{8CA6FF50-557E-2F91-728D-1B76A641504D}"/>
                </a:ext>
              </a:extLst>
            </p:cNvPr>
            <p:cNvSpPr>
              <a:spLocks noChangeShapeType="1"/>
            </p:cNvSpPr>
            <p:nvPr/>
          </p:nvSpPr>
          <p:spPr bwMode="auto">
            <a:xfrm>
              <a:off x="10426580" y="4265106"/>
              <a:ext cx="5493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 name="椭圆 112">
              <a:extLst>
                <a:ext uri="{FF2B5EF4-FFF2-40B4-BE49-F238E27FC236}">
                  <a16:creationId xmlns:a16="http://schemas.microsoft.com/office/drawing/2014/main" id="{D7C64C69-8120-FEC5-910A-38C5A21D1D1B}"/>
                </a:ext>
              </a:extLst>
            </p:cNvPr>
            <p:cNvSpPr/>
            <p:nvPr/>
          </p:nvSpPr>
          <p:spPr>
            <a:xfrm flipV="1">
              <a:off x="10436914" y="4203461"/>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14" name="Line 27">
              <a:extLst>
                <a:ext uri="{FF2B5EF4-FFF2-40B4-BE49-F238E27FC236}">
                  <a16:creationId xmlns:a16="http://schemas.microsoft.com/office/drawing/2014/main" id="{B6DBA150-49F7-3BA3-54DB-F4E22C177358}"/>
                </a:ext>
              </a:extLst>
            </p:cNvPr>
            <p:cNvSpPr>
              <a:spLocks noChangeShapeType="1"/>
            </p:cNvSpPr>
            <p:nvPr/>
          </p:nvSpPr>
          <p:spPr bwMode="auto">
            <a:xfrm rot="5400000">
              <a:off x="9523786" y="3449364"/>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Line 27">
              <a:extLst>
                <a:ext uri="{FF2B5EF4-FFF2-40B4-BE49-F238E27FC236}">
                  <a16:creationId xmlns:a16="http://schemas.microsoft.com/office/drawing/2014/main" id="{23BA0027-A1B8-595C-12B1-465728194039}"/>
                </a:ext>
              </a:extLst>
            </p:cNvPr>
            <p:cNvSpPr>
              <a:spLocks noChangeShapeType="1"/>
            </p:cNvSpPr>
            <p:nvPr/>
          </p:nvSpPr>
          <p:spPr bwMode="auto">
            <a:xfrm rot="5400000">
              <a:off x="9523786" y="3999458"/>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 name="Line 27">
              <a:extLst>
                <a:ext uri="{FF2B5EF4-FFF2-40B4-BE49-F238E27FC236}">
                  <a16:creationId xmlns:a16="http://schemas.microsoft.com/office/drawing/2014/main" id="{45CD8414-4580-82EF-D739-024CAAA6439B}"/>
                </a:ext>
              </a:extLst>
            </p:cNvPr>
            <p:cNvSpPr>
              <a:spLocks noChangeShapeType="1"/>
            </p:cNvSpPr>
            <p:nvPr/>
          </p:nvSpPr>
          <p:spPr bwMode="auto">
            <a:xfrm rot="5400000">
              <a:off x="10580579" y="3323769"/>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 name="Line 27">
              <a:extLst>
                <a:ext uri="{FF2B5EF4-FFF2-40B4-BE49-F238E27FC236}">
                  <a16:creationId xmlns:a16="http://schemas.microsoft.com/office/drawing/2014/main" id="{B6FE8496-C55A-D8F8-4356-081CF1AF595B}"/>
                </a:ext>
              </a:extLst>
            </p:cNvPr>
            <p:cNvSpPr>
              <a:spLocks noChangeShapeType="1"/>
            </p:cNvSpPr>
            <p:nvPr/>
          </p:nvSpPr>
          <p:spPr bwMode="auto">
            <a:xfrm rot="5400000">
              <a:off x="10580579" y="4126425"/>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27">
              <a:extLst>
                <a:ext uri="{FF2B5EF4-FFF2-40B4-BE49-F238E27FC236}">
                  <a16:creationId xmlns:a16="http://schemas.microsoft.com/office/drawing/2014/main" id="{0835698C-B6E7-91F1-AFD8-D663BB00D89A}"/>
                </a:ext>
              </a:extLst>
            </p:cNvPr>
            <p:cNvSpPr>
              <a:spLocks noChangeShapeType="1"/>
            </p:cNvSpPr>
            <p:nvPr/>
          </p:nvSpPr>
          <p:spPr bwMode="auto">
            <a:xfrm rot="5400000" flipV="1">
              <a:off x="9958185" y="3253387"/>
              <a:ext cx="445177" cy="10736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Line 27">
              <a:extLst>
                <a:ext uri="{FF2B5EF4-FFF2-40B4-BE49-F238E27FC236}">
                  <a16:creationId xmlns:a16="http://schemas.microsoft.com/office/drawing/2014/main" id="{285DCE6C-5553-0E80-4CE6-66D89B7A8E2C}"/>
                </a:ext>
              </a:extLst>
            </p:cNvPr>
            <p:cNvSpPr>
              <a:spLocks noChangeShapeType="1"/>
            </p:cNvSpPr>
            <p:nvPr/>
          </p:nvSpPr>
          <p:spPr bwMode="auto">
            <a:xfrm rot="16200000" flipH="1" flipV="1">
              <a:off x="9956994" y="3124102"/>
              <a:ext cx="445177" cy="10736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 name="椭圆 119">
              <a:extLst>
                <a:ext uri="{FF2B5EF4-FFF2-40B4-BE49-F238E27FC236}">
                  <a16:creationId xmlns:a16="http://schemas.microsoft.com/office/drawing/2014/main" id="{163E8708-3E62-C930-2B0D-5B2EED51760F}"/>
                </a:ext>
              </a:extLst>
            </p:cNvPr>
            <p:cNvSpPr/>
            <p:nvPr/>
          </p:nvSpPr>
          <p:spPr>
            <a:xfrm flipV="1">
              <a:off x="10660496" y="3136735"/>
              <a:ext cx="94100" cy="98317"/>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21" name="椭圆 120">
              <a:extLst>
                <a:ext uri="{FF2B5EF4-FFF2-40B4-BE49-F238E27FC236}">
                  <a16:creationId xmlns:a16="http://schemas.microsoft.com/office/drawing/2014/main" id="{A5C2D3AE-C390-F1F7-ADFE-133870ED80B3}"/>
                </a:ext>
              </a:extLst>
            </p:cNvPr>
            <p:cNvSpPr/>
            <p:nvPr/>
          </p:nvSpPr>
          <p:spPr>
            <a:xfrm flipV="1">
              <a:off x="10660496" y="4216277"/>
              <a:ext cx="94100" cy="98317"/>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22" name="文本框 121">
                  <a:extLst>
                    <a:ext uri="{FF2B5EF4-FFF2-40B4-BE49-F238E27FC236}">
                      <a16:creationId xmlns:a16="http://schemas.microsoft.com/office/drawing/2014/main" id="{0C0721DE-592C-A52B-1AE7-1AD42ECFF918}"/>
                    </a:ext>
                  </a:extLst>
                </p:cNvPr>
                <p:cNvSpPr txBox="1"/>
                <p:nvPr/>
              </p:nvSpPr>
              <p:spPr>
                <a:xfrm>
                  <a:off x="6675618" y="5413738"/>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D</m:t>
                        </m:r>
                      </m:oMath>
                    </m:oMathPara>
                  </a14:m>
                  <a:endParaRPr lang="zh-CN" altLang="en-US" sz="2400" dirty="0">
                    <a:solidFill>
                      <a:schemeClr val="accent5">
                        <a:lumMod val="75000"/>
                      </a:schemeClr>
                    </a:solidFill>
                  </a:endParaRPr>
                </a:p>
              </p:txBody>
            </p:sp>
          </mc:Choice>
          <mc:Fallback xmlns="">
            <p:sp>
              <p:nvSpPr>
                <p:cNvPr id="496" name="文本框 495">
                  <a:extLst>
                    <a:ext uri="{FF2B5EF4-FFF2-40B4-BE49-F238E27FC236}">
                      <a16:creationId xmlns:a16="http://schemas.microsoft.com/office/drawing/2014/main" id="{D3D7225D-1A8A-4A96-D23C-84C9FC1C77DB}"/>
                    </a:ext>
                  </a:extLst>
                </p:cNvPr>
                <p:cNvSpPr txBox="1">
                  <a:spLocks noRot="1" noChangeAspect="1" noMove="1" noResize="1" noEditPoints="1" noAdjustHandles="1" noChangeArrowheads="1" noChangeShapeType="1" noTextEdit="1"/>
                </p:cNvSpPr>
                <p:nvPr/>
              </p:nvSpPr>
              <p:spPr>
                <a:xfrm>
                  <a:off x="6675618" y="5413738"/>
                  <a:ext cx="458075" cy="461665"/>
                </a:xfrm>
                <a:prstGeom prst="rect">
                  <a:avLst/>
                </a:prstGeom>
                <a:blipFill>
                  <a:blip r:embed="rId13"/>
                  <a:stretch>
                    <a:fillRect l="-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 name="文本框 122">
                  <a:extLst>
                    <a:ext uri="{FF2B5EF4-FFF2-40B4-BE49-F238E27FC236}">
                      <a16:creationId xmlns:a16="http://schemas.microsoft.com/office/drawing/2014/main" id="{BA9F8A76-8A9C-BE7C-34EF-794A2F0799FB}"/>
                    </a:ext>
                  </a:extLst>
                </p:cNvPr>
                <p:cNvSpPr txBox="1"/>
                <p:nvPr/>
              </p:nvSpPr>
              <p:spPr>
                <a:xfrm>
                  <a:off x="10975952" y="4032888"/>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497" name="文本框 496">
                  <a:extLst>
                    <a:ext uri="{FF2B5EF4-FFF2-40B4-BE49-F238E27FC236}">
                      <a16:creationId xmlns:a16="http://schemas.microsoft.com/office/drawing/2014/main" id="{27BF8EC1-05FE-B4F1-48EE-FCCD45DF4B27}"/>
                    </a:ext>
                  </a:extLst>
                </p:cNvPr>
                <p:cNvSpPr txBox="1">
                  <a:spLocks noRot="1" noChangeAspect="1" noMove="1" noResize="1" noEditPoints="1" noAdjustHandles="1" noChangeArrowheads="1" noChangeShapeType="1" noTextEdit="1"/>
                </p:cNvSpPr>
                <p:nvPr/>
              </p:nvSpPr>
              <p:spPr>
                <a:xfrm>
                  <a:off x="10975952" y="4032888"/>
                  <a:ext cx="458075" cy="462434"/>
                </a:xfrm>
                <a:prstGeom prst="rect">
                  <a:avLst/>
                </a:prstGeom>
                <a:blipFill>
                  <a:blip r:embed="rId14"/>
                  <a:stretch>
                    <a:fillRect l="-9211" b="-118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4" name="文本框 123">
                  <a:extLst>
                    <a:ext uri="{FF2B5EF4-FFF2-40B4-BE49-F238E27FC236}">
                      <a16:creationId xmlns:a16="http://schemas.microsoft.com/office/drawing/2014/main" id="{CD60FACD-6736-0A95-BBCF-92309569B34E}"/>
                    </a:ext>
                  </a:extLst>
                </p:cNvPr>
                <p:cNvSpPr txBox="1"/>
                <p:nvPr/>
              </p:nvSpPr>
              <p:spPr>
                <a:xfrm>
                  <a:off x="10975952" y="2952430"/>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498" name="文本框 497">
                  <a:extLst>
                    <a:ext uri="{FF2B5EF4-FFF2-40B4-BE49-F238E27FC236}">
                      <a16:creationId xmlns:a16="http://schemas.microsoft.com/office/drawing/2014/main" id="{9B1F0A89-B499-C778-55AC-BB77DD6C27BF}"/>
                    </a:ext>
                  </a:extLst>
                </p:cNvPr>
                <p:cNvSpPr txBox="1">
                  <a:spLocks noRot="1" noChangeAspect="1" noMove="1" noResize="1" noEditPoints="1" noAdjustHandles="1" noChangeArrowheads="1" noChangeShapeType="1" noTextEdit="1"/>
                </p:cNvSpPr>
                <p:nvPr/>
              </p:nvSpPr>
              <p:spPr>
                <a:xfrm>
                  <a:off x="10975952" y="2952430"/>
                  <a:ext cx="458075" cy="462434"/>
                </a:xfrm>
                <a:prstGeom prst="rect">
                  <a:avLst/>
                </a:prstGeom>
                <a:blipFill>
                  <a:blip r:embed="rId15"/>
                  <a:stretch>
                    <a:fillRect l="-9211" b="-13158"/>
                  </a:stretch>
                </a:blipFill>
              </p:spPr>
              <p:txBody>
                <a:bodyPr/>
                <a:lstStyle/>
                <a:p>
                  <a:r>
                    <a:rPr lang="zh-CN" altLang="en-US">
                      <a:noFill/>
                    </a:rPr>
                    <a:t> </a:t>
                  </a:r>
                </a:p>
              </p:txBody>
            </p:sp>
          </mc:Fallback>
        </mc:AlternateContent>
        <p:sp>
          <p:nvSpPr>
            <p:cNvPr id="125" name="流程图: 延期 124">
              <a:extLst>
                <a:ext uri="{FF2B5EF4-FFF2-40B4-BE49-F238E27FC236}">
                  <a16:creationId xmlns:a16="http://schemas.microsoft.com/office/drawing/2014/main" id="{392EDF86-BC22-DD8B-B4FE-42930E240683}"/>
                </a:ext>
              </a:extLst>
            </p:cNvPr>
            <p:cNvSpPr/>
            <p:nvPr/>
          </p:nvSpPr>
          <p:spPr>
            <a:xfrm>
              <a:off x="9892543" y="2910155"/>
              <a:ext cx="534241" cy="548639"/>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26" name="流程图: 延期 125">
              <a:extLst>
                <a:ext uri="{FF2B5EF4-FFF2-40B4-BE49-F238E27FC236}">
                  <a16:creationId xmlns:a16="http://schemas.microsoft.com/office/drawing/2014/main" id="{61BFF47F-BC2E-8ABC-880C-68486804A771}"/>
                </a:ext>
              </a:extLst>
            </p:cNvPr>
            <p:cNvSpPr/>
            <p:nvPr/>
          </p:nvSpPr>
          <p:spPr>
            <a:xfrm>
              <a:off x="9892543" y="3994146"/>
              <a:ext cx="534241" cy="548639"/>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27" name="Line 27">
              <a:extLst>
                <a:ext uri="{FF2B5EF4-FFF2-40B4-BE49-F238E27FC236}">
                  <a16:creationId xmlns:a16="http://schemas.microsoft.com/office/drawing/2014/main" id="{500EAE79-585F-A3E8-4E2D-B0CACDAF7F49}"/>
                </a:ext>
              </a:extLst>
            </p:cNvPr>
            <p:cNvSpPr>
              <a:spLocks noChangeShapeType="1"/>
            </p:cNvSpPr>
            <p:nvPr/>
          </p:nvSpPr>
          <p:spPr bwMode="auto">
            <a:xfrm>
              <a:off x="7518166" y="1804204"/>
              <a:ext cx="5094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28" name="Line 27">
              <a:extLst>
                <a:ext uri="{FF2B5EF4-FFF2-40B4-BE49-F238E27FC236}">
                  <a16:creationId xmlns:a16="http://schemas.microsoft.com/office/drawing/2014/main" id="{8656EF6A-1311-F9CF-F99D-D92551EFC1C6}"/>
                </a:ext>
              </a:extLst>
            </p:cNvPr>
            <p:cNvSpPr>
              <a:spLocks noChangeShapeType="1"/>
            </p:cNvSpPr>
            <p:nvPr/>
          </p:nvSpPr>
          <p:spPr bwMode="auto">
            <a:xfrm>
              <a:off x="7773668" y="2103707"/>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 name="Line 27">
              <a:extLst>
                <a:ext uri="{FF2B5EF4-FFF2-40B4-BE49-F238E27FC236}">
                  <a16:creationId xmlns:a16="http://schemas.microsoft.com/office/drawing/2014/main" id="{0F0AFD9D-DFEB-700B-C0E7-60C925FA028A}"/>
                </a:ext>
              </a:extLst>
            </p:cNvPr>
            <p:cNvSpPr>
              <a:spLocks noChangeShapeType="1"/>
            </p:cNvSpPr>
            <p:nvPr/>
          </p:nvSpPr>
          <p:spPr bwMode="auto">
            <a:xfrm>
              <a:off x="8564021" y="1954197"/>
              <a:ext cx="2898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 name="椭圆 129">
              <a:extLst>
                <a:ext uri="{FF2B5EF4-FFF2-40B4-BE49-F238E27FC236}">
                  <a16:creationId xmlns:a16="http://schemas.microsoft.com/office/drawing/2014/main" id="{E9B7FC77-252B-2A56-FE3D-ED3141FDA140}"/>
                </a:ext>
              </a:extLst>
            </p:cNvPr>
            <p:cNvSpPr/>
            <p:nvPr/>
          </p:nvSpPr>
          <p:spPr>
            <a:xfrm flipV="1">
              <a:off x="8571973" y="1892552"/>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31" name="Line 27">
              <a:extLst>
                <a:ext uri="{FF2B5EF4-FFF2-40B4-BE49-F238E27FC236}">
                  <a16:creationId xmlns:a16="http://schemas.microsoft.com/office/drawing/2014/main" id="{503D586B-9FF1-7BB4-5F62-E676FE52B89B}"/>
                </a:ext>
              </a:extLst>
            </p:cNvPr>
            <p:cNvSpPr>
              <a:spLocks noChangeShapeType="1"/>
            </p:cNvSpPr>
            <p:nvPr/>
          </p:nvSpPr>
          <p:spPr bwMode="auto">
            <a:xfrm>
              <a:off x="7773668" y="2884662"/>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2" name="Line 27">
              <a:extLst>
                <a:ext uri="{FF2B5EF4-FFF2-40B4-BE49-F238E27FC236}">
                  <a16:creationId xmlns:a16="http://schemas.microsoft.com/office/drawing/2014/main" id="{905B948B-0BB6-7002-7FD9-B40E32208509}"/>
                </a:ext>
              </a:extLst>
            </p:cNvPr>
            <p:cNvSpPr>
              <a:spLocks noChangeShapeType="1"/>
            </p:cNvSpPr>
            <p:nvPr/>
          </p:nvSpPr>
          <p:spPr bwMode="auto">
            <a:xfrm>
              <a:off x="7332752" y="3184165"/>
              <a:ext cx="694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 name="Line 27">
              <a:extLst>
                <a:ext uri="{FF2B5EF4-FFF2-40B4-BE49-F238E27FC236}">
                  <a16:creationId xmlns:a16="http://schemas.microsoft.com/office/drawing/2014/main" id="{D154BFBF-559F-BFB7-8AC9-34D19121F3E5}"/>
                </a:ext>
              </a:extLst>
            </p:cNvPr>
            <p:cNvSpPr>
              <a:spLocks noChangeShapeType="1"/>
            </p:cNvSpPr>
            <p:nvPr/>
          </p:nvSpPr>
          <p:spPr bwMode="auto">
            <a:xfrm>
              <a:off x="8561639" y="3034655"/>
              <a:ext cx="13309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 name="椭圆 133">
              <a:extLst>
                <a:ext uri="{FF2B5EF4-FFF2-40B4-BE49-F238E27FC236}">
                  <a16:creationId xmlns:a16="http://schemas.microsoft.com/office/drawing/2014/main" id="{A260EDC3-F546-F7CD-E927-27FD782333B1}"/>
                </a:ext>
              </a:extLst>
            </p:cNvPr>
            <p:cNvSpPr/>
            <p:nvPr/>
          </p:nvSpPr>
          <p:spPr>
            <a:xfrm flipV="1">
              <a:off x="8571973" y="2973010"/>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35" name="Line 27">
              <a:extLst>
                <a:ext uri="{FF2B5EF4-FFF2-40B4-BE49-F238E27FC236}">
                  <a16:creationId xmlns:a16="http://schemas.microsoft.com/office/drawing/2014/main" id="{FA08B901-647C-0B4A-B5C7-773908835CD7}"/>
                </a:ext>
              </a:extLst>
            </p:cNvPr>
            <p:cNvSpPr>
              <a:spLocks noChangeShapeType="1"/>
            </p:cNvSpPr>
            <p:nvPr/>
          </p:nvSpPr>
          <p:spPr bwMode="auto">
            <a:xfrm rot="5400000">
              <a:off x="7658845" y="2218913"/>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 name="Line 27">
              <a:extLst>
                <a:ext uri="{FF2B5EF4-FFF2-40B4-BE49-F238E27FC236}">
                  <a16:creationId xmlns:a16="http://schemas.microsoft.com/office/drawing/2014/main" id="{68A2E1A2-6DFA-0C99-8829-04ADFC636118}"/>
                </a:ext>
              </a:extLst>
            </p:cNvPr>
            <p:cNvSpPr>
              <a:spLocks noChangeShapeType="1"/>
            </p:cNvSpPr>
            <p:nvPr/>
          </p:nvSpPr>
          <p:spPr bwMode="auto">
            <a:xfrm rot="5400000">
              <a:off x="7658845" y="2769007"/>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 name="Line 27">
              <a:extLst>
                <a:ext uri="{FF2B5EF4-FFF2-40B4-BE49-F238E27FC236}">
                  <a16:creationId xmlns:a16="http://schemas.microsoft.com/office/drawing/2014/main" id="{2D6A62E3-D419-A9FE-99CA-94D7B48D4F96}"/>
                </a:ext>
              </a:extLst>
            </p:cNvPr>
            <p:cNvSpPr>
              <a:spLocks noChangeShapeType="1"/>
            </p:cNvSpPr>
            <p:nvPr/>
          </p:nvSpPr>
          <p:spPr bwMode="auto">
            <a:xfrm rot="5400000">
              <a:off x="8703362" y="2081043"/>
              <a:ext cx="27848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 name="Line 27">
              <a:extLst>
                <a:ext uri="{FF2B5EF4-FFF2-40B4-BE49-F238E27FC236}">
                  <a16:creationId xmlns:a16="http://schemas.microsoft.com/office/drawing/2014/main" id="{397D9660-1117-BFA6-31DF-1FBDB76E3AD0}"/>
                </a:ext>
              </a:extLst>
            </p:cNvPr>
            <p:cNvSpPr>
              <a:spLocks noChangeShapeType="1"/>
            </p:cNvSpPr>
            <p:nvPr/>
          </p:nvSpPr>
          <p:spPr bwMode="auto">
            <a:xfrm rot="5400000">
              <a:off x="8710281" y="2901331"/>
              <a:ext cx="26464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 name="Line 27">
              <a:extLst>
                <a:ext uri="{FF2B5EF4-FFF2-40B4-BE49-F238E27FC236}">
                  <a16:creationId xmlns:a16="http://schemas.microsoft.com/office/drawing/2014/main" id="{1508C3B0-EBDA-B5A9-1F82-34B99352249D}"/>
                </a:ext>
              </a:extLst>
            </p:cNvPr>
            <p:cNvSpPr>
              <a:spLocks noChangeShapeType="1"/>
            </p:cNvSpPr>
            <p:nvPr/>
          </p:nvSpPr>
          <p:spPr bwMode="auto">
            <a:xfrm rot="5400000" flipV="1">
              <a:off x="8093244" y="2022936"/>
              <a:ext cx="445177" cy="10736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Line 27">
              <a:extLst>
                <a:ext uri="{FF2B5EF4-FFF2-40B4-BE49-F238E27FC236}">
                  <a16:creationId xmlns:a16="http://schemas.microsoft.com/office/drawing/2014/main" id="{5F1F01ED-61AF-E4F5-315F-5878EF89955B}"/>
                </a:ext>
              </a:extLst>
            </p:cNvPr>
            <p:cNvSpPr>
              <a:spLocks noChangeShapeType="1"/>
            </p:cNvSpPr>
            <p:nvPr/>
          </p:nvSpPr>
          <p:spPr bwMode="auto">
            <a:xfrm rot="16200000" flipH="1" flipV="1">
              <a:off x="8092053" y="1893651"/>
              <a:ext cx="445177" cy="10736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 name="椭圆 140">
              <a:extLst>
                <a:ext uri="{FF2B5EF4-FFF2-40B4-BE49-F238E27FC236}">
                  <a16:creationId xmlns:a16="http://schemas.microsoft.com/office/drawing/2014/main" id="{A9C51B35-20F3-37DF-1BA8-5CDBC4C863BA}"/>
                </a:ext>
              </a:extLst>
            </p:cNvPr>
            <p:cNvSpPr/>
            <p:nvPr/>
          </p:nvSpPr>
          <p:spPr>
            <a:xfrm flipV="1">
              <a:off x="8795555" y="2985826"/>
              <a:ext cx="94100" cy="98317"/>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42" name="流程图: 延期 141">
              <a:extLst>
                <a:ext uri="{FF2B5EF4-FFF2-40B4-BE49-F238E27FC236}">
                  <a16:creationId xmlns:a16="http://schemas.microsoft.com/office/drawing/2014/main" id="{80382D75-9F9F-4553-D186-BB243881768A}"/>
                </a:ext>
              </a:extLst>
            </p:cNvPr>
            <p:cNvSpPr/>
            <p:nvPr/>
          </p:nvSpPr>
          <p:spPr>
            <a:xfrm>
              <a:off x="8027602" y="1679704"/>
              <a:ext cx="534241" cy="548639"/>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43" name="流程图: 延期 142">
              <a:extLst>
                <a:ext uri="{FF2B5EF4-FFF2-40B4-BE49-F238E27FC236}">
                  <a16:creationId xmlns:a16="http://schemas.microsoft.com/office/drawing/2014/main" id="{C5C67B6E-3D1C-3B3E-148B-E38F39B0ACEF}"/>
                </a:ext>
              </a:extLst>
            </p:cNvPr>
            <p:cNvSpPr/>
            <p:nvPr/>
          </p:nvSpPr>
          <p:spPr>
            <a:xfrm>
              <a:off x="8027602" y="2763695"/>
              <a:ext cx="534241" cy="548639"/>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44" name="Line 27">
              <a:extLst>
                <a:ext uri="{FF2B5EF4-FFF2-40B4-BE49-F238E27FC236}">
                  <a16:creationId xmlns:a16="http://schemas.microsoft.com/office/drawing/2014/main" id="{52D22D00-D52A-004D-F570-C152E71E4662}"/>
                </a:ext>
              </a:extLst>
            </p:cNvPr>
            <p:cNvSpPr>
              <a:spLocks noChangeShapeType="1"/>
            </p:cNvSpPr>
            <p:nvPr/>
          </p:nvSpPr>
          <p:spPr bwMode="auto">
            <a:xfrm>
              <a:off x="7798740" y="4264610"/>
              <a:ext cx="24179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5" name="Line 27">
              <a:extLst>
                <a:ext uri="{FF2B5EF4-FFF2-40B4-BE49-F238E27FC236}">
                  <a16:creationId xmlns:a16="http://schemas.microsoft.com/office/drawing/2014/main" id="{AF8748C7-87CB-DC02-D6FB-35BC6FE8DBFB}"/>
                </a:ext>
              </a:extLst>
            </p:cNvPr>
            <p:cNvSpPr>
              <a:spLocks noChangeShapeType="1"/>
            </p:cNvSpPr>
            <p:nvPr/>
          </p:nvSpPr>
          <p:spPr bwMode="auto">
            <a:xfrm>
              <a:off x="7518166" y="4564113"/>
              <a:ext cx="52236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 name="Line 27">
              <a:extLst>
                <a:ext uri="{FF2B5EF4-FFF2-40B4-BE49-F238E27FC236}">
                  <a16:creationId xmlns:a16="http://schemas.microsoft.com/office/drawing/2014/main" id="{13C17959-EBE4-7DCE-0441-FD3CBB23C7CA}"/>
                </a:ext>
              </a:extLst>
            </p:cNvPr>
            <p:cNvSpPr>
              <a:spLocks noChangeShapeType="1"/>
            </p:cNvSpPr>
            <p:nvPr/>
          </p:nvSpPr>
          <p:spPr bwMode="auto">
            <a:xfrm>
              <a:off x="8574567" y="4414603"/>
              <a:ext cx="13179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 name="椭圆 146">
              <a:extLst>
                <a:ext uri="{FF2B5EF4-FFF2-40B4-BE49-F238E27FC236}">
                  <a16:creationId xmlns:a16="http://schemas.microsoft.com/office/drawing/2014/main" id="{2C1F0690-D241-7526-FA38-756B502E4AB4}"/>
                </a:ext>
              </a:extLst>
            </p:cNvPr>
            <p:cNvSpPr/>
            <p:nvPr/>
          </p:nvSpPr>
          <p:spPr>
            <a:xfrm flipV="1">
              <a:off x="8584901" y="4352958"/>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48" name="Line 27">
              <a:extLst>
                <a:ext uri="{FF2B5EF4-FFF2-40B4-BE49-F238E27FC236}">
                  <a16:creationId xmlns:a16="http://schemas.microsoft.com/office/drawing/2014/main" id="{6F7A197A-68CE-B725-9DCB-EA84DB81A989}"/>
                </a:ext>
              </a:extLst>
            </p:cNvPr>
            <p:cNvSpPr>
              <a:spLocks noChangeShapeType="1"/>
            </p:cNvSpPr>
            <p:nvPr/>
          </p:nvSpPr>
          <p:spPr bwMode="auto">
            <a:xfrm>
              <a:off x="7786596" y="5345068"/>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9" name="Line 27">
              <a:extLst>
                <a:ext uri="{FF2B5EF4-FFF2-40B4-BE49-F238E27FC236}">
                  <a16:creationId xmlns:a16="http://schemas.microsoft.com/office/drawing/2014/main" id="{6EC39037-D59D-0804-39D0-7CA3B807B51F}"/>
                </a:ext>
              </a:extLst>
            </p:cNvPr>
            <p:cNvSpPr>
              <a:spLocks noChangeShapeType="1"/>
            </p:cNvSpPr>
            <p:nvPr/>
          </p:nvSpPr>
          <p:spPr bwMode="auto">
            <a:xfrm>
              <a:off x="7059201" y="5644571"/>
              <a:ext cx="9813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 name="Line 27">
              <a:extLst>
                <a:ext uri="{FF2B5EF4-FFF2-40B4-BE49-F238E27FC236}">
                  <a16:creationId xmlns:a16="http://schemas.microsoft.com/office/drawing/2014/main" id="{5C902358-8594-378D-04F9-7E1CCDBF2517}"/>
                </a:ext>
              </a:extLst>
            </p:cNvPr>
            <p:cNvSpPr>
              <a:spLocks noChangeShapeType="1"/>
            </p:cNvSpPr>
            <p:nvPr/>
          </p:nvSpPr>
          <p:spPr bwMode="auto">
            <a:xfrm>
              <a:off x="8576949" y="5495061"/>
              <a:ext cx="2898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1" name="椭圆 150">
              <a:extLst>
                <a:ext uri="{FF2B5EF4-FFF2-40B4-BE49-F238E27FC236}">
                  <a16:creationId xmlns:a16="http://schemas.microsoft.com/office/drawing/2014/main" id="{F7AEFCBD-4836-B5CE-E9F7-CF1E843BC4F1}"/>
                </a:ext>
              </a:extLst>
            </p:cNvPr>
            <p:cNvSpPr/>
            <p:nvPr/>
          </p:nvSpPr>
          <p:spPr>
            <a:xfrm flipV="1">
              <a:off x="8584901" y="5433416"/>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52" name="Line 27">
              <a:extLst>
                <a:ext uri="{FF2B5EF4-FFF2-40B4-BE49-F238E27FC236}">
                  <a16:creationId xmlns:a16="http://schemas.microsoft.com/office/drawing/2014/main" id="{B03E23D9-2406-8F54-E704-602173FE3FEF}"/>
                </a:ext>
              </a:extLst>
            </p:cNvPr>
            <p:cNvSpPr>
              <a:spLocks noChangeShapeType="1"/>
            </p:cNvSpPr>
            <p:nvPr/>
          </p:nvSpPr>
          <p:spPr bwMode="auto">
            <a:xfrm rot="5400000">
              <a:off x="7671773" y="4679319"/>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 name="Line 27">
              <a:extLst>
                <a:ext uri="{FF2B5EF4-FFF2-40B4-BE49-F238E27FC236}">
                  <a16:creationId xmlns:a16="http://schemas.microsoft.com/office/drawing/2014/main" id="{72148AEA-DFB3-D8C9-AC58-C61716ABCA66}"/>
                </a:ext>
              </a:extLst>
            </p:cNvPr>
            <p:cNvSpPr>
              <a:spLocks noChangeShapeType="1"/>
            </p:cNvSpPr>
            <p:nvPr/>
          </p:nvSpPr>
          <p:spPr bwMode="auto">
            <a:xfrm rot="5400000">
              <a:off x="7671773" y="5229413"/>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27">
              <a:extLst>
                <a:ext uri="{FF2B5EF4-FFF2-40B4-BE49-F238E27FC236}">
                  <a16:creationId xmlns:a16="http://schemas.microsoft.com/office/drawing/2014/main" id="{63E2773E-183E-CF7A-2033-0C5E8E0CA9BD}"/>
                </a:ext>
              </a:extLst>
            </p:cNvPr>
            <p:cNvSpPr>
              <a:spLocks noChangeShapeType="1"/>
            </p:cNvSpPr>
            <p:nvPr/>
          </p:nvSpPr>
          <p:spPr bwMode="auto">
            <a:xfrm rot="5400000">
              <a:off x="8728566" y="4553724"/>
              <a:ext cx="2539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Line 27">
              <a:extLst>
                <a:ext uri="{FF2B5EF4-FFF2-40B4-BE49-F238E27FC236}">
                  <a16:creationId xmlns:a16="http://schemas.microsoft.com/office/drawing/2014/main" id="{9EBBCDE3-5B45-3906-37CC-AD011C7F0A9F}"/>
                </a:ext>
              </a:extLst>
            </p:cNvPr>
            <p:cNvSpPr>
              <a:spLocks noChangeShapeType="1"/>
            </p:cNvSpPr>
            <p:nvPr/>
          </p:nvSpPr>
          <p:spPr bwMode="auto">
            <a:xfrm rot="5400000">
              <a:off x="8716919" y="5368027"/>
              <a:ext cx="2772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 name="Line 27">
              <a:extLst>
                <a:ext uri="{FF2B5EF4-FFF2-40B4-BE49-F238E27FC236}">
                  <a16:creationId xmlns:a16="http://schemas.microsoft.com/office/drawing/2014/main" id="{D01123B3-1BE2-0F3F-D20D-3C17C4BB1073}"/>
                </a:ext>
              </a:extLst>
            </p:cNvPr>
            <p:cNvSpPr>
              <a:spLocks noChangeShapeType="1"/>
            </p:cNvSpPr>
            <p:nvPr/>
          </p:nvSpPr>
          <p:spPr bwMode="auto">
            <a:xfrm rot="5400000" flipV="1">
              <a:off x="8106172" y="4483342"/>
              <a:ext cx="445177" cy="10736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 name="Line 27">
              <a:extLst>
                <a:ext uri="{FF2B5EF4-FFF2-40B4-BE49-F238E27FC236}">
                  <a16:creationId xmlns:a16="http://schemas.microsoft.com/office/drawing/2014/main" id="{D70E14E8-E5F5-F425-417E-EAE78DDD2CF1}"/>
                </a:ext>
              </a:extLst>
            </p:cNvPr>
            <p:cNvSpPr>
              <a:spLocks noChangeShapeType="1"/>
            </p:cNvSpPr>
            <p:nvPr/>
          </p:nvSpPr>
          <p:spPr bwMode="auto">
            <a:xfrm rot="16200000" flipH="1" flipV="1">
              <a:off x="8104981" y="4354057"/>
              <a:ext cx="445177" cy="10736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8" name="椭圆 157">
              <a:extLst>
                <a:ext uri="{FF2B5EF4-FFF2-40B4-BE49-F238E27FC236}">
                  <a16:creationId xmlns:a16="http://schemas.microsoft.com/office/drawing/2014/main" id="{9A7B758D-F09C-2D78-6787-9CFA7E9A61D3}"/>
                </a:ext>
              </a:extLst>
            </p:cNvPr>
            <p:cNvSpPr/>
            <p:nvPr/>
          </p:nvSpPr>
          <p:spPr>
            <a:xfrm flipV="1">
              <a:off x="8808483" y="4366690"/>
              <a:ext cx="94100" cy="98317"/>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59" name="流程图: 延期 158">
              <a:extLst>
                <a:ext uri="{FF2B5EF4-FFF2-40B4-BE49-F238E27FC236}">
                  <a16:creationId xmlns:a16="http://schemas.microsoft.com/office/drawing/2014/main" id="{70B9A685-763A-ABDE-9031-CAA4FC0E3E26}"/>
                </a:ext>
              </a:extLst>
            </p:cNvPr>
            <p:cNvSpPr/>
            <p:nvPr/>
          </p:nvSpPr>
          <p:spPr>
            <a:xfrm>
              <a:off x="8040530" y="4140110"/>
              <a:ext cx="534241" cy="548639"/>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60" name="流程图: 延期 159">
              <a:extLst>
                <a:ext uri="{FF2B5EF4-FFF2-40B4-BE49-F238E27FC236}">
                  <a16:creationId xmlns:a16="http://schemas.microsoft.com/office/drawing/2014/main" id="{D69C2E1B-BF2F-758C-4556-ED5234EDCE07}"/>
                </a:ext>
              </a:extLst>
            </p:cNvPr>
            <p:cNvSpPr/>
            <p:nvPr/>
          </p:nvSpPr>
          <p:spPr>
            <a:xfrm>
              <a:off x="8040530" y="5224101"/>
              <a:ext cx="534241" cy="548639"/>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61" name="Line 27">
              <a:extLst>
                <a:ext uri="{FF2B5EF4-FFF2-40B4-BE49-F238E27FC236}">
                  <a16:creationId xmlns:a16="http://schemas.microsoft.com/office/drawing/2014/main" id="{4FE57D1B-F321-D424-BE5D-1CBE23807AE6}"/>
                </a:ext>
              </a:extLst>
            </p:cNvPr>
            <p:cNvSpPr>
              <a:spLocks noChangeShapeType="1"/>
            </p:cNvSpPr>
            <p:nvPr/>
          </p:nvSpPr>
          <p:spPr bwMode="auto">
            <a:xfrm rot="5400000">
              <a:off x="6149948" y="3184158"/>
              <a:ext cx="27599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 name="椭圆 161">
              <a:extLst>
                <a:ext uri="{FF2B5EF4-FFF2-40B4-BE49-F238E27FC236}">
                  <a16:creationId xmlns:a16="http://schemas.microsoft.com/office/drawing/2014/main" id="{4FB2C55D-C596-8201-4C15-6C378DFEAC0E}"/>
                </a:ext>
              </a:extLst>
            </p:cNvPr>
            <p:cNvSpPr/>
            <p:nvPr/>
          </p:nvSpPr>
          <p:spPr>
            <a:xfrm flipV="1">
              <a:off x="7751690" y="4514954"/>
              <a:ext cx="94100" cy="98317"/>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63" name="Line 27">
              <a:extLst>
                <a:ext uri="{FF2B5EF4-FFF2-40B4-BE49-F238E27FC236}">
                  <a16:creationId xmlns:a16="http://schemas.microsoft.com/office/drawing/2014/main" id="{6C815861-5381-914D-F4F6-4256B0E8AEB4}"/>
                </a:ext>
              </a:extLst>
            </p:cNvPr>
            <p:cNvSpPr>
              <a:spLocks noChangeShapeType="1"/>
            </p:cNvSpPr>
            <p:nvPr/>
          </p:nvSpPr>
          <p:spPr bwMode="auto">
            <a:xfrm>
              <a:off x="7332752" y="4413602"/>
              <a:ext cx="7077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grpSp>
          <p:nvGrpSpPr>
            <p:cNvPr id="164" name="组合 163">
              <a:extLst>
                <a:ext uri="{FF2B5EF4-FFF2-40B4-BE49-F238E27FC236}">
                  <a16:creationId xmlns:a16="http://schemas.microsoft.com/office/drawing/2014/main" id="{5B99C223-A55B-AA3B-264B-A79579C59EFE}"/>
                </a:ext>
              </a:extLst>
            </p:cNvPr>
            <p:cNvGrpSpPr/>
            <p:nvPr/>
          </p:nvGrpSpPr>
          <p:grpSpPr>
            <a:xfrm>
              <a:off x="7792408" y="3033653"/>
              <a:ext cx="1053994" cy="1243050"/>
              <a:chOff x="7322851" y="2737091"/>
              <a:chExt cx="1053994" cy="1243050"/>
            </a:xfrm>
          </p:grpSpPr>
          <p:sp>
            <p:nvSpPr>
              <p:cNvPr id="197" name="Line 27">
                <a:extLst>
                  <a:ext uri="{FF2B5EF4-FFF2-40B4-BE49-F238E27FC236}">
                    <a16:creationId xmlns:a16="http://schemas.microsoft.com/office/drawing/2014/main" id="{0896E097-A1D7-54AC-D0A7-B2348CF82384}"/>
                  </a:ext>
                </a:extLst>
              </p:cNvPr>
              <p:cNvSpPr>
                <a:spLocks noChangeShapeType="1"/>
              </p:cNvSpPr>
              <p:nvPr/>
            </p:nvSpPr>
            <p:spPr bwMode="auto">
              <a:xfrm rot="5400000">
                <a:off x="7127021" y="3778036"/>
                <a:ext cx="4042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 name="Line 27">
                <a:extLst>
                  <a:ext uri="{FF2B5EF4-FFF2-40B4-BE49-F238E27FC236}">
                    <a16:creationId xmlns:a16="http://schemas.microsoft.com/office/drawing/2014/main" id="{520636C2-B6D0-A6C9-83EF-9D9512EB2675}"/>
                  </a:ext>
                </a:extLst>
              </p:cNvPr>
              <p:cNvSpPr>
                <a:spLocks noChangeShapeType="1"/>
              </p:cNvSpPr>
              <p:nvPr/>
            </p:nvSpPr>
            <p:spPr bwMode="auto">
              <a:xfrm rot="5400000" flipH="1" flipV="1">
                <a:off x="7623209" y="2831112"/>
                <a:ext cx="453278" cy="105399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9" name="Line 27">
                <a:extLst>
                  <a:ext uri="{FF2B5EF4-FFF2-40B4-BE49-F238E27FC236}">
                    <a16:creationId xmlns:a16="http://schemas.microsoft.com/office/drawing/2014/main" id="{A71B0F6A-7D1D-A68D-2E3F-9D5F219DB2BC}"/>
                  </a:ext>
                </a:extLst>
              </p:cNvPr>
              <p:cNvSpPr>
                <a:spLocks noChangeShapeType="1"/>
              </p:cNvSpPr>
              <p:nvPr/>
            </p:nvSpPr>
            <p:spPr bwMode="auto">
              <a:xfrm rot="5400000">
                <a:off x="8170695" y="2939444"/>
                <a:ext cx="4047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65" name="Line 27">
              <a:extLst>
                <a:ext uri="{FF2B5EF4-FFF2-40B4-BE49-F238E27FC236}">
                  <a16:creationId xmlns:a16="http://schemas.microsoft.com/office/drawing/2014/main" id="{E0F3730B-A361-9853-5FA1-9C05E64A4B9F}"/>
                </a:ext>
              </a:extLst>
            </p:cNvPr>
            <p:cNvSpPr>
              <a:spLocks noChangeShapeType="1"/>
            </p:cNvSpPr>
            <p:nvPr/>
          </p:nvSpPr>
          <p:spPr bwMode="auto">
            <a:xfrm rot="5400000">
              <a:off x="6724625" y="3793409"/>
              <a:ext cx="124039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6" name="椭圆 165">
              <a:extLst>
                <a:ext uri="{FF2B5EF4-FFF2-40B4-BE49-F238E27FC236}">
                  <a16:creationId xmlns:a16="http://schemas.microsoft.com/office/drawing/2014/main" id="{980A6DB3-B453-E37F-427F-1DADED9B06CF}"/>
                </a:ext>
              </a:extLst>
            </p:cNvPr>
            <p:cNvSpPr/>
            <p:nvPr/>
          </p:nvSpPr>
          <p:spPr>
            <a:xfrm flipV="1">
              <a:off x="7297771" y="3749725"/>
              <a:ext cx="94100" cy="98317"/>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86" name="Line 27">
              <a:extLst>
                <a:ext uri="{FF2B5EF4-FFF2-40B4-BE49-F238E27FC236}">
                  <a16:creationId xmlns:a16="http://schemas.microsoft.com/office/drawing/2014/main" id="{46DF8C2B-4644-BC74-3076-DCB3AE6E5796}"/>
                </a:ext>
              </a:extLst>
            </p:cNvPr>
            <p:cNvSpPr>
              <a:spLocks noChangeShapeType="1"/>
            </p:cNvSpPr>
            <p:nvPr/>
          </p:nvSpPr>
          <p:spPr bwMode="auto">
            <a:xfrm>
              <a:off x="7132133" y="3798883"/>
              <a:ext cx="2126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187" name="文本框 186">
                  <a:extLst>
                    <a:ext uri="{FF2B5EF4-FFF2-40B4-BE49-F238E27FC236}">
                      <a16:creationId xmlns:a16="http://schemas.microsoft.com/office/drawing/2014/main" id="{56F225FA-FD81-108C-79FD-E45D2F14D78B}"/>
                    </a:ext>
                  </a:extLst>
                </p:cNvPr>
                <p:cNvSpPr txBox="1"/>
                <p:nvPr/>
              </p:nvSpPr>
              <p:spPr>
                <a:xfrm>
                  <a:off x="8090200" y="1727496"/>
                  <a:ext cx="468756"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G</m:t>
                            </m:r>
                          </m:e>
                          <m:sub>
                            <m:r>
                              <a:rPr lang="en-US" altLang="zh-CN" sz="2400" b="0" i="0" smtClean="0">
                                <a:latin typeface="Cambria Math" panose="02040503050406030204" pitchFamily="18" charset="0"/>
                              </a:rPr>
                              <m:t>1</m:t>
                            </m:r>
                          </m:sub>
                        </m:sSub>
                      </m:oMath>
                    </m:oMathPara>
                  </a14:m>
                  <a:endParaRPr lang="zh-CN" altLang="en-US" sz="2400" dirty="0"/>
                </a:p>
              </p:txBody>
            </p:sp>
          </mc:Choice>
          <mc:Fallback xmlns="">
            <p:sp>
              <p:nvSpPr>
                <p:cNvPr id="391" name="文本框 390">
                  <a:extLst>
                    <a:ext uri="{FF2B5EF4-FFF2-40B4-BE49-F238E27FC236}">
                      <a16:creationId xmlns:a16="http://schemas.microsoft.com/office/drawing/2014/main" id="{E3246659-BC05-6C3C-E72D-BDDB06EC7CA4}"/>
                    </a:ext>
                  </a:extLst>
                </p:cNvPr>
                <p:cNvSpPr txBox="1">
                  <a:spLocks noRot="1" noChangeAspect="1" noMove="1" noResize="1" noEditPoints="1" noAdjustHandles="1" noChangeArrowheads="1" noChangeShapeType="1" noTextEdit="1"/>
                </p:cNvSpPr>
                <p:nvPr/>
              </p:nvSpPr>
              <p:spPr>
                <a:xfrm>
                  <a:off x="8090200" y="1727496"/>
                  <a:ext cx="468756" cy="461665"/>
                </a:xfrm>
                <a:prstGeom prst="rect">
                  <a:avLst/>
                </a:prstGeom>
                <a:blipFill>
                  <a:blip r:embed="rId16"/>
                  <a:stretch>
                    <a:fillRect l="-15584"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8" name="文本框 187">
                  <a:extLst>
                    <a:ext uri="{FF2B5EF4-FFF2-40B4-BE49-F238E27FC236}">
                      <a16:creationId xmlns:a16="http://schemas.microsoft.com/office/drawing/2014/main" id="{DF9DA7A5-3005-8E97-B271-9180B726921F}"/>
                    </a:ext>
                  </a:extLst>
                </p:cNvPr>
                <p:cNvSpPr txBox="1"/>
                <p:nvPr/>
              </p:nvSpPr>
              <p:spPr>
                <a:xfrm>
                  <a:off x="8087241" y="2810335"/>
                  <a:ext cx="468756"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G</m:t>
                            </m:r>
                          </m:e>
                          <m:sub>
                            <m:r>
                              <a:rPr lang="en-US" altLang="zh-CN" sz="2400" b="0" i="0" smtClean="0">
                                <a:latin typeface="Cambria Math" panose="02040503050406030204" pitchFamily="18" charset="0"/>
                              </a:rPr>
                              <m:t>2</m:t>
                            </m:r>
                          </m:sub>
                        </m:sSub>
                      </m:oMath>
                    </m:oMathPara>
                  </a14:m>
                  <a:endParaRPr lang="zh-CN" altLang="en-US" sz="2400" dirty="0"/>
                </a:p>
              </p:txBody>
            </p:sp>
          </mc:Choice>
          <mc:Fallback xmlns="">
            <p:sp>
              <p:nvSpPr>
                <p:cNvPr id="392" name="文本框 391">
                  <a:extLst>
                    <a:ext uri="{FF2B5EF4-FFF2-40B4-BE49-F238E27FC236}">
                      <a16:creationId xmlns:a16="http://schemas.microsoft.com/office/drawing/2014/main" id="{0BB8EE85-972E-DFCE-8D3C-823D82A7D533}"/>
                    </a:ext>
                  </a:extLst>
                </p:cNvPr>
                <p:cNvSpPr txBox="1">
                  <a:spLocks noRot="1" noChangeAspect="1" noMove="1" noResize="1" noEditPoints="1" noAdjustHandles="1" noChangeArrowheads="1" noChangeShapeType="1" noTextEdit="1"/>
                </p:cNvSpPr>
                <p:nvPr/>
              </p:nvSpPr>
              <p:spPr>
                <a:xfrm>
                  <a:off x="8087241" y="2810335"/>
                  <a:ext cx="468756" cy="461665"/>
                </a:xfrm>
                <a:prstGeom prst="rect">
                  <a:avLst/>
                </a:prstGeom>
                <a:blipFill>
                  <a:blip r:embed="rId17"/>
                  <a:stretch>
                    <a:fillRect l="-16883"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9" name="文本框 188">
                  <a:extLst>
                    <a:ext uri="{FF2B5EF4-FFF2-40B4-BE49-F238E27FC236}">
                      <a16:creationId xmlns:a16="http://schemas.microsoft.com/office/drawing/2014/main" id="{2DBE0393-E062-D801-B026-344CFBB38ED8}"/>
                    </a:ext>
                  </a:extLst>
                </p:cNvPr>
                <p:cNvSpPr txBox="1"/>
                <p:nvPr/>
              </p:nvSpPr>
              <p:spPr>
                <a:xfrm>
                  <a:off x="8090200" y="4185191"/>
                  <a:ext cx="468756"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G</m:t>
                            </m:r>
                          </m:e>
                          <m:sub>
                            <m:r>
                              <a:rPr lang="en-US" altLang="zh-CN" sz="2400" b="0" i="0" smtClean="0">
                                <a:latin typeface="Cambria Math" panose="02040503050406030204" pitchFamily="18" charset="0"/>
                              </a:rPr>
                              <m:t>3</m:t>
                            </m:r>
                          </m:sub>
                        </m:sSub>
                      </m:oMath>
                    </m:oMathPara>
                  </a14:m>
                  <a:endParaRPr lang="zh-CN" altLang="en-US" sz="2400" dirty="0"/>
                </a:p>
              </p:txBody>
            </p:sp>
          </mc:Choice>
          <mc:Fallback xmlns="">
            <p:sp>
              <p:nvSpPr>
                <p:cNvPr id="393" name="文本框 392">
                  <a:extLst>
                    <a:ext uri="{FF2B5EF4-FFF2-40B4-BE49-F238E27FC236}">
                      <a16:creationId xmlns:a16="http://schemas.microsoft.com/office/drawing/2014/main" id="{E65EDE1E-1020-9D75-E61F-11EDB89437D1}"/>
                    </a:ext>
                  </a:extLst>
                </p:cNvPr>
                <p:cNvSpPr txBox="1">
                  <a:spLocks noRot="1" noChangeAspect="1" noMove="1" noResize="1" noEditPoints="1" noAdjustHandles="1" noChangeArrowheads="1" noChangeShapeType="1" noTextEdit="1"/>
                </p:cNvSpPr>
                <p:nvPr/>
              </p:nvSpPr>
              <p:spPr>
                <a:xfrm>
                  <a:off x="8090200" y="4185191"/>
                  <a:ext cx="468756" cy="461665"/>
                </a:xfrm>
                <a:prstGeom prst="rect">
                  <a:avLst/>
                </a:prstGeom>
                <a:blipFill>
                  <a:blip r:embed="rId18"/>
                  <a:stretch>
                    <a:fillRect l="-16883" b="-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0" name="文本框 189">
                  <a:extLst>
                    <a:ext uri="{FF2B5EF4-FFF2-40B4-BE49-F238E27FC236}">
                      <a16:creationId xmlns:a16="http://schemas.microsoft.com/office/drawing/2014/main" id="{06DFEBBF-8E25-F8EE-DF39-0ADEBEBD64A8}"/>
                    </a:ext>
                  </a:extLst>
                </p:cNvPr>
                <p:cNvSpPr txBox="1"/>
                <p:nvPr/>
              </p:nvSpPr>
              <p:spPr>
                <a:xfrm>
                  <a:off x="8086914" y="5252441"/>
                  <a:ext cx="468756"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G</m:t>
                            </m:r>
                          </m:e>
                          <m:sub>
                            <m:r>
                              <a:rPr lang="en-US" altLang="zh-CN" sz="2400" b="0" i="0" smtClean="0">
                                <a:latin typeface="Cambria Math" panose="02040503050406030204" pitchFamily="18" charset="0"/>
                              </a:rPr>
                              <m:t>4</m:t>
                            </m:r>
                          </m:sub>
                        </m:sSub>
                      </m:oMath>
                    </m:oMathPara>
                  </a14:m>
                  <a:endParaRPr lang="zh-CN" altLang="en-US" sz="2400" dirty="0"/>
                </a:p>
              </p:txBody>
            </p:sp>
          </mc:Choice>
          <mc:Fallback xmlns="">
            <p:sp>
              <p:nvSpPr>
                <p:cNvPr id="394" name="文本框 393">
                  <a:extLst>
                    <a:ext uri="{FF2B5EF4-FFF2-40B4-BE49-F238E27FC236}">
                      <a16:creationId xmlns:a16="http://schemas.microsoft.com/office/drawing/2014/main" id="{1045C5E0-3B0B-938C-7C59-0EF58ACFB9C6}"/>
                    </a:ext>
                  </a:extLst>
                </p:cNvPr>
                <p:cNvSpPr txBox="1">
                  <a:spLocks noRot="1" noChangeAspect="1" noMove="1" noResize="1" noEditPoints="1" noAdjustHandles="1" noChangeArrowheads="1" noChangeShapeType="1" noTextEdit="1"/>
                </p:cNvSpPr>
                <p:nvPr/>
              </p:nvSpPr>
              <p:spPr>
                <a:xfrm>
                  <a:off x="8086914" y="5252441"/>
                  <a:ext cx="468756" cy="461665"/>
                </a:xfrm>
                <a:prstGeom prst="rect">
                  <a:avLst/>
                </a:prstGeom>
                <a:blipFill>
                  <a:blip r:embed="rId19"/>
                  <a:stretch>
                    <a:fillRect l="-17105" b="-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1" name="文本框 190">
                  <a:extLst>
                    <a:ext uri="{FF2B5EF4-FFF2-40B4-BE49-F238E27FC236}">
                      <a16:creationId xmlns:a16="http://schemas.microsoft.com/office/drawing/2014/main" id="{23348988-3D92-87C6-36A3-4F0413E82B6C}"/>
                    </a:ext>
                  </a:extLst>
                </p:cNvPr>
                <p:cNvSpPr txBox="1"/>
                <p:nvPr/>
              </p:nvSpPr>
              <p:spPr>
                <a:xfrm>
                  <a:off x="9970070" y="2943424"/>
                  <a:ext cx="468756"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G</m:t>
                            </m:r>
                          </m:e>
                          <m:sub>
                            <m:r>
                              <a:rPr lang="en-US" altLang="zh-CN" sz="2400" b="0" i="0" smtClean="0">
                                <a:latin typeface="Cambria Math" panose="02040503050406030204" pitchFamily="18" charset="0"/>
                              </a:rPr>
                              <m:t>5</m:t>
                            </m:r>
                          </m:sub>
                        </m:sSub>
                      </m:oMath>
                    </m:oMathPara>
                  </a14:m>
                  <a:endParaRPr lang="zh-CN" altLang="en-US" sz="2400" dirty="0"/>
                </a:p>
              </p:txBody>
            </p:sp>
          </mc:Choice>
          <mc:Fallback xmlns="">
            <p:sp>
              <p:nvSpPr>
                <p:cNvPr id="395" name="文本框 394">
                  <a:extLst>
                    <a:ext uri="{FF2B5EF4-FFF2-40B4-BE49-F238E27FC236}">
                      <a16:creationId xmlns:a16="http://schemas.microsoft.com/office/drawing/2014/main" id="{B5104B58-6E03-3942-1D11-EBE4B1E36CA9}"/>
                    </a:ext>
                  </a:extLst>
                </p:cNvPr>
                <p:cNvSpPr txBox="1">
                  <a:spLocks noRot="1" noChangeAspect="1" noMove="1" noResize="1" noEditPoints="1" noAdjustHandles="1" noChangeArrowheads="1" noChangeShapeType="1" noTextEdit="1"/>
                </p:cNvSpPr>
                <p:nvPr/>
              </p:nvSpPr>
              <p:spPr>
                <a:xfrm>
                  <a:off x="9970070" y="2943424"/>
                  <a:ext cx="468756" cy="461665"/>
                </a:xfrm>
                <a:prstGeom prst="rect">
                  <a:avLst/>
                </a:prstGeom>
                <a:blipFill>
                  <a:blip r:embed="rId20"/>
                  <a:stretch>
                    <a:fillRect l="-15584"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2" name="文本框 191">
                  <a:extLst>
                    <a:ext uri="{FF2B5EF4-FFF2-40B4-BE49-F238E27FC236}">
                      <a16:creationId xmlns:a16="http://schemas.microsoft.com/office/drawing/2014/main" id="{CDA43DB5-AE00-6BEA-5B13-5EF3CA11096F}"/>
                    </a:ext>
                  </a:extLst>
                </p:cNvPr>
                <p:cNvSpPr txBox="1"/>
                <p:nvPr/>
              </p:nvSpPr>
              <p:spPr>
                <a:xfrm>
                  <a:off x="9971772" y="4045870"/>
                  <a:ext cx="468756"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G</m:t>
                            </m:r>
                          </m:e>
                          <m:sub>
                            <m:r>
                              <a:rPr lang="en-US" altLang="zh-CN" sz="2400" b="0" i="0" smtClean="0">
                                <a:latin typeface="Cambria Math" panose="02040503050406030204" pitchFamily="18" charset="0"/>
                              </a:rPr>
                              <m:t>6</m:t>
                            </m:r>
                          </m:sub>
                        </m:sSub>
                      </m:oMath>
                    </m:oMathPara>
                  </a14:m>
                  <a:endParaRPr lang="zh-CN" altLang="en-US" sz="2400" dirty="0"/>
                </a:p>
              </p:txBody>
            </p:sp>
          </mc:Choice>
          <mc:Fallback xmlns="">
            <p:sp>
              <p:nvSpPr>
                <p:cNvPr id="396" name="文本框 395">
                  <a:extLst>
                    <a:ext uri="{FF2B5EF4-FFF2-40B4-BE49-F238E27FC236}">
                      <a16:creationId xmlns:a16="http://schemas.microsoft.com/office/drawing/2014/main" id="{8234A473-239A-8085-D782-9BEFED636C6C}"/>
                    </a:ext>
                  </a:extLst>
                </p:cNvPr>
                <p:cNvSpPr txBox="1">
                  <a:spLocks noRot="1" noChangeAspect="1" noMove="1" noResize="1" noEditPoints="1" noAdjustHandles="1" noChangeArrowheads="1" noChangeShapeType="1" noTextEdit="1"/>
                </p:cNvSpPr>
                <p:nvPr/>
              </p:nvSpPr>
              <p:spPr>
                <a:xfrm>
                  <a:off x="9971772" y="4045870"/>
                  <a:ext cx="468756" cy="461665"/>
                </a:xfrm>
                <a:prstGeom prst="rect">
                  <a:avLst/>
                </a:prstGeom>
                <a:blipFill>
                  <a:blip r:embed="rId21"/>
                  <a:stretch>
                    <a:fillRect l="-168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3" name="文本框 192">
                  <a:extLst>
                    <a:ext uri="{FF2B5EF4-FFF2-40B4-BE49-F238E27FC236}">
                      <a16:creationId xmlns:a16="http://schemas.microsoft.com/office/drawing/2014/main" id="{DA1EE8BC-5E88-4326-5E66-8043EAE8DB65}"/>
                    </a:ext>
                  </a:extLst>
                </p:cNvPr>
                <p:cNvSpPr txBox="1"/>
                <p:nvPr/>
              </p:nvSpPr>
              <p:spPr>
                <a:xfrm>
                  <a:off x="9163191" y="3014984"/>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S</m:t>
                            </m:r>
                          </m:e>
                        </m:acc>
                      </m:oMath>
                    </m:oMathPara>
                  </a14:m>
                  <a:endParaRPr lang="zh-CN" altLang="en-US" sz="2400" dirty="0">
                    <a:solidFill>
                      <a:schemeClr val="accent5">
                        <a:lumMod val="75000"/>
                      </a:schemeClr>
                    </a:solidFill>
                  </a:endParaRPr>
                </a:p>
              </p:txBody>
            </p:sp>
          </mc:Choice>
          <mc:Fallback xmlns="">
            <p:sp>
              <p:nvSpPr>
                <p:cNvPr id="397" name="文本框 396">
                  <a:extLst>
                    <a:ext uri="{FF2B5EF4-FFF2-40B4-BE49-F238E27FC236}">
                      <a16:creationId xmlns:a16="http://schemas.microsoft.com/office/drawing/2014/main" id="{500C7071-EB80-4C09-B0D1-348E9188F371}"/>
                    </a:ext>
                  </a:extLst>
                </p:cNvPr>
                <p:cNvSpPr txBox="1">
                  <a:spLocks noRot="1" noChangeAspect="1" noMove="1" noResize="1" noEditPoints="1" noAdjustHandles="1" noChangeArrowheads="1" noChangeShapeType="1" noTextEdit="1"/>
                </p:cNvSpPr>
                <p:nvPr/>
              </p:nvSpPr>
              <p:spPr>
                <a:xfrm>
                  <a:off x="9163191" y="3014984"/>
                  <a:ext cx="458075" cy="462434"/>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4" name="文本框 193">
                  <a:extLst>
                    <a:ext uri="{FF2B5EF4-FFF2-40B4-BE49-F238E27FC236}">
                      <a16:creationId xmlns:a16="http://schemas.microsoft.com/office/drawing/2014/main" id="{379C7D43-5833-8616-4F7A-F230640FFF63}"/>
                    </a:ext>
                  </a:extLst>
                </p:cNvPr>
                <p:cNvSpPr txBox="1"/>
                <p:nvPr/>
              </p:nvSpPr>
              <p:spPr>
                <a:xfrm>
                  <a:off x="9168454" y="4006111"/>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R</m:t>
                            </m:r>
                          </m:e>
                        </m:acc>
                      </m:oMath>
                    </m:oMathPara>
                  </a14:m>
                  <a:endParaRPr lang="zh-CN" altLang="en-US" sz="2400" dirty="0">
                    <a:solidFill>
                      <a:schemeClr val="accent5">
                        <a:lumMod val="75000"/>
                      </a:schemeClr>
                    </a:solidFill>
                  </a:endParaRPr>
                </a:p>
              </p:txBody>
            </p:sp>
          </mc:Choice>
          <mc:Fallback xmlns="">
            <p:sp>
              <p:nvSpPr>
                <p:cNvPr id="398" name="文本框 397">
                  <a:extLst>
                    <a:ext uri="{FF2B5EF4-FFF2-40B4-BE49-F238E27FC236}">
                      <a16:creationId xmlns:a16="http://schemas.microsoft.com/office/drawing/2014/main" id="{B30BA280-974B-4F43-22C7-4AE32B49D986}"/>
                    </a:ext>
                  </a:extLst>
                </p:cNvPr>
                <p:cNvSpPr txBox="1">
                  <a:spLocks noRot="1" noChangeAspect="1" noMove="1" noResize="1" noEditPoints="1" noAdjustHandles="1" noChangeArrowheads="1" noChangeShapeType="1" noTextEdit="1"/>
                </p:cNvSpPr>
                <p:nvPr/>
              </p:nvSpPr>
              <p:spPr>
                <a:xfrm>
                  <a:off x="9168454" y="4006111"/>
                  <a:ext cx="458075" cy="462434"/>
                </a:xfrm>
                <a:prstGeom prst="rect">
                  <a:avLst/>
                </a:prstGeom>
                <a:blipFill>
                  <a:blip r:embed="rId23"/>
                  <a:stretch>
                    <a:fillRect l="-2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5" name="文本框 194">
                  <a:extLst>
                    <a:ext uri="{FF2B5EF4-FFF2-40B4-BE49-F238E27FC236}">
                      <a16:creationId xmlns:a16="http://schemas.microsoft.com/office/drawing/2014/main" id="{E662EE04-60AA-AFB7-24AD-0AFE5209D882}"/>
                    </a:ext>
                  </a:extLst>
                </p:cNvPr>
                <p:cNvSpPr txBox="1"/>
                <p:nvPr/>
              </p:nvSpPr>
              <p:spPr>
                <a:xfrm>
                  <a:off x="8902583" y="1542087"/>
                  <a:ext cx="468756"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b="0" i="0"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399" name="文本框 398">
                  <a:extLst>
                    <a:ext uri="{FF2B5EF4-FFF2-40B4-BE49-F238E27FC236}">
                      <a16:creationId xmlns:a16="http://schemas.microsoft.com/office/drawing/2014/main" id="{55AC2052-6256-662B-72D4-7C0A2C05FDF5}"/>
                    </a:ext>
                  </a:extLst>
                </p:cNvPr>
                <p:cNvSpPr txBox="1">
                  <a:spLocks noRot="1" noChangeAspect="1" noMove="1" noResize="1" noEditPoints="1" noAdjustHandles="1" noChangeArrowheads="1" noChangeShapeType="1" noTextEdit="1"/>
                </p:cNvSpPr>
                <p:nvPr/>
              </p:nvSpPr>
              <p:spPr>
                <a:xfrm>
                  <a:off x="8902583" y="1542087"/>
                  <a:ext cx="468756" cy="461665"/>
                </a:xfrm>
                <a:prstGeom prst="rect">
                  <a:avLst/>
                </a:prstGeom>
                <a:blipFill>
                  <a:blip r:embed="rId24"/>
                  <a:stretch>
                    <a:fillRect l="-23377"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6" name="文本框 195">
                  <a:extLst>
                    <a:ext uri="{FF2B5EF4-FFF2-40B4-BE49-F238E27FC236}">
                      <a16:creationId xmlns:a16="http://schemas.microsoft.com/office/drawing/2014/main" id="{3D809204-8FB6-CFAD-374D-37B8D7C0F06E}"/>
                    </a:ext>
                  </a:extLst>
                </p:cNvPr>
                <p:cNvSpPr txBox="1"/>
                <p:nvPr/>
              </p:nvSpPr>
              <p:spPr>
                <a:xfrm>
                  <a:off x="8902583" y="5339785"/>
                  <a:ext cx="468756"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Q</m:t>
                            </m:r>
                          </m:e>
                          <m:sub>
                            <m:r>
                              <a:rPr lang="en-US" altLang="zh-CN" sz="2400" i="1">
                                <a:solidFill>
                                  <a:schemeClr val="accent5">
                                    <a:lumMod val="75000"/>
                                  </a:schemeClr>
                                </a:solidFill>
                                <a:latin typeface="Cambria Math" panose="02040503050406030204" pitchFamily="18" charset="0"/>
                              </a:rPr>
                              <m:t>4</m:t>
                            </m:r>
                          </m:sub>
                        </m:sSub>
                      </m:oMath>
                    </m:oMathPara>
                  </a14:m>
                  <a:endParaRPr lang="zh-CN" altLang="en-US" sz="2400" dirty="0">
                    <a:solidFill>
                      <a:schemeClr val="accent5">
                        <a:lumMod val="75000"/>
                      </a:schemeClr>
                    </a:solidFill>
                  </a:endParaRPr>
                </a:p>
              </p:txBody>
            </p:sp>
          </mc:Choice>
          <mc:Fallback xmlns="">
            <p:sp>
              <p:nvSpPr>
                <p:cNvPr id="401" name="文本框 400">
                  <a:extLst>
                    <a:ext uri="{FF2B5EF4-FFF2-40B4-BE49-F238E27FC236}">
                      <a16:creationId xmlns:a16="http://schemas.microsoft.com/office/drawing/2014/main" id="{D9E07695-A678-3376-4074-AC16A3E09DA8}"/>
                    </a:ext>
                  </a:extLst>
                </p:cNvPr>
                <p:cNvSpPr txBox="1">
                  <a:spLocks noRot="1" noChangeAspect="1" noMove="1" noResize="1" noEditPoints="1" noAdjustHandles="1" noChangeArrowheads="1" noChangeShapeType="1" noTextEdit="1"/>
                </p:cNvSpPr>
                <p:nvPr/>
              </p:nvSpPr>
              <p:spPr>
                <a:xfrm>
                  <a:off x="8902583" y="5339785"/>
                  <a:ext cx="468756" cy="461665"/>
                </a:xfrm>
                <a:prstGeom prst="rect">
                  <a:avLst/>
                </a:prstGeom>
                <a:blipFill>
                  <a:blip r:embed="rId25"/>
                  <a:stretch>
                    <a:fillRect l="-24675" b="-13158"/>
                  </a:stretch>
                </a:blipFill>
              </p:spPr>
              <p:txBody>
                <a:bodyPr/>
                <a:lstStyle/>
                <a:p>
                  <a:r>
                    <a:rPr lang="zh-CN" altLang="en-US">
                      <a:noFill/>
                    </a:rPr>
                    <a:t> </a:t>
                  </a:r>
                </a:p>
              </p:txBody>
            </p:sp>
          </mc:Fallback>
        </mc:AlternateContent>
      </p:grpSp>
      <p:sp>
        <p:nvSpPr>
          <p:cNvPr id="200" name="矩形 199">
            <a:extLst>
              <a:ext uri="{FF2B5EF4-FFF2-40B4-BE49-F238E27FC236}">
                <a16:creationId xmlns:a16="http://schemas.microsoft.com/office/drawing/2014/main" id="{0AC3FA43-210D-C634-6BA7-23BFFEFF71D5}"/>
              </a:ext>
            </a:extLst>
          </p:cNvPr>
          <p:cNvSpPr/>
          <p:nvPr/>
        </p:nvSpPr>
        <p:spPr>
          <a:xfrm>
            <a:off x="2160000" y="6120000"/>
            <a:ext cx="468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rgbClr val="002060"/>
                </a:solidFill>
                <a:latin typeface="微软雅黑" panose="020B0503020204020204" pitchFamily="34" charset="-122"/>
                <a:ea typeface="微软雅黑" panose="020B0503020204020204" pitchFamily="34" charset="-122"/>
              </a:rPr>
              <a:t>不要求结构背下来，但要会分析</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26681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72878-D7A0-3E05-4C95-BC29E76F21E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E852CAE-CE1D-255F-789B-1E52339CE41C}"/>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数字部分（锁存器与触发器）</a:t>
            </a:r>
          </a:p>
        </p:txBody>
      </p:sp>
      <p:sp>
        <p:nvSpPr>
          <p:cNvPr id="3" name="文本框 2">
            <a:extLst>
              <a:ext uri="{FF2B5EF4-FFF2-40B4-BE49-F238E27FC236}">
                <a16:creationId xmlns:a16="http://schemas.microsoft.com/office/drawing/2014/main" id="{E630CF1F-8382-78F3-5EE3-14A2A3853E01}"/>
              </a:ext>
            </a:extLst>
          </p:cNvPr>
          <p:cNvSpPr txBox="1"/>
          <p:nvPr/>
        </p:nvSpPr>
        <p:spPr>
          <a:xfrm>
            <a:off x="360000" y="827997"/>
            <a:ext cx="8280000"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D </a:t>
            </a:r>
            <a:r>
              <a:rPr kumimoji="1" lang="zh-CN" altLang="en-US" sz="2800" dirty="0">
                <a:solidFill>
                  <a:srgbClr val="002060"/>
                </a:solidFill>
                <a:latin typeface="微软雅黑" panose="020B0503020204020204" pitchFamily="34" charset="-122"/>
                <a:ea typeface="微软雅黑" panose="020B0503020204020204" pitchFamily="34" charset="-122"/>
              </a:rPr>
              <a:t>触发器</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B0A74E10-B646-66C0-518C-555942C5DBD9}"/>
                  </a:ext>
                </a:extLst>
              </p:cNvPr>
              <p:cNvGraphicFramePr>
                <a:graphicFrameLocks noGrp="1"/>
              </p:cNvGraphicFramePr>
              <p:nvPr/>
            </p:nvGraphicFramePr>
            <p:xfrm>
              <a:off x="7200000" y="1296000"/>
              <a:ext cx="3755383" cy="2164080"/>
            </p:xfrm>
            <a:graphic>
              <a:graphicData uri="http://schemas.openxmlformats.org/drawingml/2006/table">
                <a:tbl>
                  <a:tblPr firstRow="1" bandRow="1">
                    <a:tableStyleId>{5940675A-B579-460E-94D1-54222C63F5DA}</a:tableStyleId>
                  </a:tblPr>
                  <a:tblGrid>
                    <a:gridCol w="1542448">
                      <a:extLst>
                        <a:ext uri="{9D8B030D-6E8A-4147-A177-3AD203B41FA5}">
                          <a16:colId xmlns:a16="http://schemas.microsoft.com/office/drawing/2014/main" val="4184728288"/>
                        </a:ext>
                      </a:extLst>
                    </a:gridCol>
                    <a:gridCol w="899886">
                      <a:extLst>
                        <a:ext uri="{9D8B030D-6E8A-4147-A177-3AD203B41FA5}">
                          <a16:colId xmlns:a16="http://schemas.microsoft.com/office/drawing/2014/main" val="8742420"/>
                        </a:ext>
                      </a:extLst>
                    </a:gridCol>
                    <a:gridCol w="1313049">
                      <a:extLst>
                        <a:ext uri="{9D8B030D-6E8A-4147-A177-3AD203B41FA5}">
                          <a16:colId xmlns:a16="http://schemas.microsoft.com/office/drawing/2014/main" val="3247256825"/>
                        </a:ext>
                      </a:extLst>
                    </a:gridCol>
                  </a:tblGrid>
                  <a:tr h="3323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b="0" baseline="0" dirty="0">
                              <a:solidFill>
                                <a:srgbClr val="002060"/>
                              </a:solidFill>
                            </a:rPr>
                            <a:t> </a:t>
                          </a:r>
                          <a:r>
                            <a:rPr lang="en-US" altLang="zh-CN" sz="2400" b="0" dirty="0">
                              <a:solidFill>
                                <a:srgbClr val="002060"/>
                              </a:solidFill>
                            </a:rPr>
                            <a:t>  </a:t>
                          </a:r>
                          <a14:m>
                            <m:oMath xmlns:m="http://schemas.openxmlformats.org/officeDocument/2006/math">
                              <m:r>
                                <m:rPr>
                                  <m:sty m:val="p"/>
                                </m:rPr>
                                <a:rPr lang="en-US" altLang="zh-CN" sz="2400" b="0" i="0" smtClean="0">
                                  <a:solidFill>
                                    <a:srgbClr val="002060"/>
                                  </a:solidFill>
                                  <a:latin typeface="Cambria Math" panose="02040503050406030204" pitchFamily="18" charset="0"/>
                                </a:rPr>
                                <m:t>D</m:t>
                              </m:r>
                            </m:oMath>
                          </a14:m>
                          <a:r>
                            <a:rPr lang="zh-CN" altLang="en-US" sz="24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sSup>
                                <m:sSupPr>
                                  <m:ctrlPr>
                                    <a:rPr lang="en-US" altLang="zh-CN" sz="2400" b="0" i="1" smtClean="0">
                                      <a:solidFill>
                                        <a:srgbClr val="002060"/>
                                      </a:solidFill>
                                      <a:latin typeface="Cambria Math" panose="02040503050406030204" pitchFamily="18" charset="0"/>
                                    </a:rPr>
                                  </m:ctrlPr>
                                </m:sSupPr>
                                <m:e>
                                  <m:r>
                                    <m:rPr>
                                      <m:sty m:val="p"/>
                                    </m:rPr>
                                    <a:rPr lang="en-US" altLang="zh-CN" sz="2400" b="0" i="0" smtClean="0">
                                      <a:solidFill>
                                        <a:srgbClr val="002060"/>
                                      </a:solidFill>
                                      <a:latin typeface="Cambria Math" panose="02040503050406030204" pitchFamily="18" charset="0"/>
                                    </a:rPr>
                                    <m:t>Q</m:t>
                                  </m:r>
                                </m:e>
                                <m:sup>
                                  <m:r>
                                    <a:rPr lang="en-US" altLang="zh-CN" sz="2400" b="0" i="1" smtClean="0">
                                      <a:solidFill>
                                        <a:srgbClr val="002060"/>
                                      </a:solidFill>
                                      <a:latin typeface="Cambria Math" panose="02040503050406030204" pitchFamily="18" charset="0"/>
                                    </a:rPr>
                                    <m:t>𝑛</m:t>
                                  </m:r>
                                </m:sup>
                              </m:sSup>
                            </m:oMath>
                          </a14:m>
                          <a:endParaRPr lang="zh-CN" altLang="en-US" sz="2400" i="0" dirty="0">
                            <a:solidFill>
                              <a:srgbClr val="002060"/>
                            </a:solidFill>
                            <a:latin typeface="微软雅黑" panose="020B0503020204020204" pitchFamily="34" charset="-122"/>
                            <a:ea typeface="微软雅黑" panose="020B0503020204020204" pitchFamily="34" charset="-122"/>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altLang="zh-CN" sz="2400" b="0" i="1" smtClean="0">
                                        <a:solidFill>
                                          <a:srgbClr val="002060"/>
                                        </a:solidFill>
                                        <a:latin typeface="Cambria Math" panose="02040503050406030204" pitchFamily="18" charset="0"/>
                                      </a:rPr>
                                    </m:ctrlPr>
                                  </m:sSupPr>
                                  <m:e>
                                    <m:r>
                                      <m:rPr>
                                        <m:sty m:val="p"/>
                                      </m:rPr>
                                      <a:rPr lang="en-US" altLang="zh-CN" sz="2400" b="0" i="0" smtClean="0">
                                        <a:solidFill>
                                          <a:srgbClr val="002060"/>
                                        </a:solidFill>
                                        <a:latin typeface="Cambria Math" panose="02040503050406030204" pitchFamily="18" charset="0"/>
                                      </a:rPr>
                                      <m:t>Q</m:t>
                                    </m:r>
                                  </m:e>
                                  <m:sup>
                                    <m:r>
                                      <a:rPr lang="en-US" altLang="zh-CN" sz="2400" b="0" i="1" smtClean="0">
                                        <a:solidFill>
                                          <a:srgbClr val="002060"/>
                                        </a:solidFill>
                                        <a:latin typeface="Cambria Math" panose="02040503050406030204" pitchFamily="18" charset="0"/>
                                      </a:rPr>
                                      <m:t>𝑛</m:t>
                                    </m:r>
                                    <m:r>
                                      <a:rPr lang="en-US" altLang="zh-CN" sz="2400" b="0" i="1" smtClean="0">
                                        <a:solidFill>
                                          <a:srgbClr val="002060"/>
                                        </a:solidFill>
                                        <a:latin typeface="Cambria Math" panose="02040503050406030204" pitchFamily="18" charset="0"/>
                                      </a:rPr>
                                      <m:t>+1</m:t>
                                    </m:r>
                                  </m:sup>
                                </m:sSup>
                              </m:oMath>
                            </m:oMathPara>
                          </a14:m>
                          <a:endParaRPr lang="zh-CN" altLang="en-US" sz="24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zh-CN" altLang="en-US" sz="2400" dirty="0">
                              <a:solidFill>
                                <a:srgbClr val="002060"/>
                              </a:solidFill>
                              <a:latin typeface="微软雅黑" panose="020B0503020204020204" pitchFamily="34" charset="-122"/>
                              <a:ea typeface="微软雅黑" panose="020B0503020204020204" pitchFamily="34" charset="-122"/>
                            </a:rPr>
                            <a:t>功能</a:t>
                          </a:r>
                        </a:p>
                      </a:txBody>
                      <a:tcPr/>
                    </a:tc>
                    <a:extLst>
                      <a:ext uri="{0D108BD9-81ED-4DB2-BD59-A6C34878D82A}">
                        <a16:rowId xmlns:a16="http://schemas.microsoft.com/office/drawing/2014/main" val="169386801"/>
                      </a:ext>
                    </a:extLst>
                  </a:tr>
                  <a:tr h="310186">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0       0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rowSpan="4">
                      <a:txBody>
                        <a:bodyPr/>
                        <a:lstStyle/>
                        <a:p>
                          <a:r>
                            <a:rPr lang="zh-CN" altLang="en-US" sz="2200" dirty="0">
                              <a:solidFill>
                                <a:srgbClr val="002060"/>
                              </a:solidFill>
                              <a:latin typeface="微软雅黑" panose="020B0503020204020204" pitchFamily="34" charset="-122"/>
                              <a:ea typeface="微软雅黑" panose="020B0503020204020204" pitchFamily="34" charset="-122"/>
                            </a:rPr>
                            <a:t>次态与 </a:t>
                          </a:r>
                          <a14:m>
                            <m:oMath xmlns:m="http://schemas.openxmlformats.org/officeDocument/2006/math">
                              <m:r>
                                <m:rPr>
                                  <m:sty m:val="p"/>
                                </m:rPr>
                                <a:rPr lang="en-US" altLang="zh-CN" sz="2200" b="0" i="0" smtClean="0">
                                  <a:solidFill>
                                    <a:srgbClr val="002060"/>
                                  </a:solidFill>
                                  <a:latin typeface="Cambria Math" panose="02040503050406030204" pitchFamily="18" charset="0"/>
                                </a:rPr>
                                <m:t>D</m:t>
                              </m:r>
                            </m:oMath>
                          </a14:m>
                          <a:r>
                            <a:rPr lang="zh-CN" altLang="en-US" sz="2200" dirty="0">
                              <a:solidFill>
                                <a:srgbClr val="002060"/>
                              </a:solidFill>
                              <a:latin typeface="微软雅黑" panose="020B0503020204020204" pitchFamily="34" charset="-122"/>
                              <a:ea typeface="微软雅黑" panose="020B0503020204020204" pitchFamily="34" charset="-122"/>
                            </a:rPr>
                            <a:t> 相同，可用于清 </a:t>
                          </a:r>
                          <a:r>
                            <a:rPr lang="en-US" altLang="zh-CN" sz="2200" dirty="0">
                              <a:solidFill>
                                <a:srgbClr val="002060"/>
                              </a:solidFill>
                              <a:latin typeface="微软雅黑" panose="020B0503020204020204" pitchFamily="34" charset="-122"/>
                              <a:ea typeface="微软雅黑" panose="020B0503020204020204" pitchFamily="34" charset="-122"/>
                            </a:rPr>
                            <a:t>0 </a:t>
                          </a:r>
                          <a:r>
                            <a:rPr lang="zh-CN" altLang="en-US" sz="2200" dirty="0">
                              <a:solidFill>
                                <a:srgbClr val="002060"/>
                              </a:solidFill>
                              <a:latin typeface="微软雅黑" panose="020B0503020204020204" pitchFamily="34" charset="-122"/>
                              <a:ea typeface="微软雅黑" panose="020B0503020204020204" pitchFamily="34" charset="-122"/>
                            </a:rPr>
                            <a:t>或置 </a:t>
                          </a:r>
                          <a:r>
                            <a:rPr lang="en-US" altLang="zh-CN" sz="2200" dirty="0">
                              <a:solidFill>
                                <a:srgbClr val="002060"/>
                              </a:solidFill>
                              <a:latin typeface="微软雅黑" panose="020B0503020204020204" pitchFamily="34" charset="-122"/>
                              <a:ea typeface="微软雅黑" panose="020B0503020204020204" pitchFamily="34" charset="-122"/>
                            </a:rPr>
                            <a:t>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567566436"/>
                      </a:ext>
                    </a:extLst>
                  </a:tr>
                  <a:tr h="310186">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0       1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vMerge="1">
                      <a:txBody>
                        <a:bodyPr/>
                        <a:lstStyle/>
                        <a:p>
                          <a:endParaRPr lang="zh-CN" altLang="en-US" sz="2400" dirty="0">
                            <a:solidFill>
                              <a:schemeClr val="tx1"/>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959570740"/>
                      </a:ext>
                    </a:extLst>
                  </a:tr>
                  <a:tr h="310186">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1       0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vMerge="1">
                      <a:txBody>
                        <a:bodyPr/>
                        <a:lstStyle/>
                        <a:p>
                          <a:endParaRPr lang="zh-CN" altLang="en-US" sz="2400" dirty="0">
                            <a:solidFill>
                              <a:schemeClr val="tx1"/>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212271955"/>
                      </a:ext>
                    </a:extLst>
                  </a:tr>
                  <a:tr h="310186">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1       1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vMerge="1">
                      <a:txBody>
                        <a:bodyPr/>
                        <a:lstStyle/>
                        <a:p>
                          <a:endParaRPr lang="zh-CN" altLang="en-US" sz="2400" dirty="0">
                            <a:solidFill>
                              <a:schemeClr val="tx1"/>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487921870"/>
                      </a:ext>
                    </a:extLst>
                  </a:tr>
                </a:tbl>
              </a:graphicData>
            </a:graphic>
          </p:graphicFrame>
        </mc:Choice>
        <mc:Fallback xmlns="">
          <p:graphicFrame>
            <p:nvGraphicFramePr>
              <p:cNvPr id="5" name="表格 4">
                <a:extLst>
                  <a:ext uri="{FF2B5EF4-FFF2-40B4-BE49-F238E27FC236}">
                    <a16:creationId xmlns:a16="http://schemas.microsoft.com/office/drawing/2014/main" id="{B0A74E10-B646-66C0-518C-555942C5DBD9}"/>
                  </a:ext>
                </a:extLst>
              </p:cNvPr>
              <p:cNvGraphicFramePr>
                <a:graphicFrameLocks noGrp="1"/>
              </p:cNvGraphicFramePr>
              <p:nvPr/>
            </p:nvGraphicFramePr>
            <p:xfrm>
              <a:off x="7200000" y="1296000"/>
              <a:ext cx="3755383" cy="2164080"/>
            </p:xfrm>
            <a:graphic>
              <a:graphicData uri="http://schemas.openxmlformats.org/drawingml/2006/table">
                <a:tbl>
                  <a:tblPr firstRow="1" bandRow="1">
                    <a:tableStyleId>{5940675A-B579-460E-94D1-54222C63F5DA}</a:tableStyleId>
                  </a:tblPr>
                  <a:tblGrid>
                    <a:gridCol w="1542448">
                      <a:extLst>
                        <a:ext uri="{9D8B030D-6E8A-4147-A177-3AD203B41FA5}">
                          <a16:colId xmlns:a16="http://schemas.microsoft.com/office/drawing/2014/main" val="4184728288"/>
                        </a:ext>
                      </a:extLst>
                    </a:gridCol>
                    <a:gridCol w="899886">
                      <a:extLst>
                        <a:ext uri="{9D8B030D-6E8A-4147-A177-3AD203B41FA5}">
                          <a16:colId xmlns:a16="http://schemas.microsoft.com/office/drawing/2014/main" val="8742420"/>
                        </a:ext>
                      </a:extLst>
                    </a:gridCol>
                    <a:gridCol w="1313049">
                      <a:extLst>
                        <a:ext uri="{9D8B030D-6E8A-4147-A177-3AD203B41FA5}">
                          <a16:colId xmlns:a16="http://schemas.microsoft.com/office/drawing/2014/main" val="3247256825"/>
                        </a:ext>
                      </a:extLst>
                    </a:gridCol>
                  </a:tblGrid>
                  <a:tr h="457200">
                    <a:tc>
                      <a:txBody>
                        <a:bodyPr/>
                        <a:lstStyle/>
                        <a:p>
                          <a:endParaRPr lang="zh-CN"/>
                        </a:p>
                      </a:txBody>
                      <a:tcPr>
                        <a:blipFill>
                          <a:blip r:embed="rId2"/>
                          <a:stretch>
                            <a:fillRect l="-395" t="-9333" r="-144664" b="-401333"/>
                          </a:stretch>
                        </a:blipFill>
                      </a:tcPr>
                    </a:tc>
                    <a:tc>
                      <a:txBody>
                        <a:bodyPr/>
                        <a:lstStyle/>
                        <a:p>
                          <a:endParaRPr lang="zh-CN"/>
                        </a:p>
                      </a:txBody>
                      <a:tcPr>
                        <a:blipFill>
                          <a:blip r:embed="rId2"/>
                          <a:stretch>
                            <a:fillRect l="-171622" t="-9333" r="-147297" b="-401333"/>
                          </a:stretch>
                        </a:blipFill>
                      </a:tcPr>
                    </a:tc>
                    <a:tc>
                      <a:txBody>
                        <a:bodyPr/>
                        <a:lstStyle/>
                        <a:p>
                          <a:pPr algn="ctr"/>
                          <a:r>
                            <a:rPr lang="zh-CN" altLang="en-US" sz="2400" dirty="0">
                              <a:solidFill>
                                <a:srgbClr val="002060"/>
                              </a:solidFill>
                              <a:latin typeface="微软雅黑" panose="020B0503020204020204" pitchFamily="34" charset="-122"/>
                              <a:ea typeface="微软雅黑" panose="020B0503020204020204" pitchFamily="34" charset="-122"/>
                            </a:rPr>
                            <a:t>功能</a:t>
                          </a:r>
                        </a:p>
                      </a:txBody>
                      <a:tcPr/>
                    </a:tc>
                    <a:extLst>
                      <a:ext uri="{0D108BD9-81ED-4DB2-BD59-A6C34878D82A}">
                        <a16:rowId xmlns:a16="http://schemas.microsoft.com/office/drawing/2014/main" val="169386801"/>
                      </a:ext>
                    </a:extLst>
                  </a:tr>
                  <a:tr h="426720">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0       0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rowSpan="4">
                      <a:txBody>
                        <a:bodyPr/>
                        <a:lstStyle/>
                        <a:p>
                          <a:endParaRPr lang="zh-CN"/>
                        </a:p>
                      </a:txBody>
                      <a:tcPr>
                        <a:blipFill>
                          <a:blip r:embed="rId2"/>
                          <a:stretch>
                            <a:fillRect l="-186111" t="-29181" r="-926" b="-7117"/>
                          </a:stretch>
                        </a:blipFill>
                      </a:tcPr>
                    </a:tc>
                    <a:extLst>
                      <a:ext uri="{0D108BD9-81ED-4DB2-BD59-A6C34878D82A}">
                        <a16:rowId xmlns:a16="http://schemas.microsoft.com/office/drawing/2014/main" val="567566436"/>
                      </a:ext>
                    </a:extLst>
                  </a:tr>
                  <a:tr h="426720">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0       1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vMerge="1">
                      <a:txBody>
                        <a:bodyPr/>
                        <a:lstStyle/>
                        <a:p>
                          <a:endParaRPr lang="zh-CN" altLang="en-US" sz="2400" dirty="0">
                            <a:solidFill>
                              <a:schemeClr val="tx1"/>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959570740"/>
                      </a:ext>
                    </a:extLst>
                  </a:tr>
                  <a:tr h="426720">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1       0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vMerge="1">
                      <a:txBody>
                        <a:bodyPr/>
                        <a:lstStyle/>
                        <a:p>
                          <a:endParaRPr lang="zh-CN" altLang="en-US" sz="2400" dirty="0">
                            <a:solidFill>
                              <a:schemeClr val="tx1"/>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212271955"/>
                      </a:ext>
                    </a:extLst>
                  </a:tr>
                  <a:tr h="426720">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1       1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tc>
                    <a:tc vMerge="1">
                      <a:txBody>
                        <a:bodyPr/>
                        <a:lstStyle/>
                        <a:p>
                          <a:endParaRPr lang="zh-CN" altLang="en-US" sz="2400" dirty="0">
                            <a:solidFill>
                              <a:schemeClr val="tx1"/>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487921870"/>
                      </a:ext>
                    </a:extLst>
                  </a:tr>
                </a:tbl>
              </a:graphicData>
            </a:graphic>
          </p:graphicFrame>
        </mc:Fallback>
      </mc:AlternateContent>
      <p:sp>
        <p:nvSpPr>
          <p:cNvPr id="6" name="文本框 5">
            <a:extLst>
              <a:ext uri="{FF2B5EF4-FFF2-40B4-BE49-F238E27FC236}">
                <a16:creationId xmlns:a16="http://schemas.microsoft.com/office/drawing/2014/main" id="{C4C4E9F5-A869-87D7-BB0D-95F5C2978F02}"/>
              </a:ext>
            </a:extLst>
          </p:cNvPr>
          <p:cNvSpPr txBox="1"/>
          <p:nvPr/>
        </p:nvSpPr>
        <p:spPr>
          <a:xfrm>
            <a:off x="7200000" y="792000"/>
            <a:ext cx="3690561" cy="497957"/>
          </a:xfrm>
          <a:prstGeom prst="rect">
            <a:avLst/>
          </a:prstGeom>
          <a:noFill/>
        </p:spPr>
        <p:txBody>
          <a:bodyPr wrap="square">
            <a:spAutoFit/>
          </a:bodyPr>
          <a:lstStyle/>
          <a:p>
            <a:pPr algn="ctr">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特性表</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9602ACF3-721C-39E1-C608-FED4063EEE94}"/>
              </a:ext>
            </a:extLst>
          </p:cNvPr>
          <p:cNvSpPr txBox="1"/>
          <p:nvPr/>
        </p:nvSpPr>
        <p:spPr>
          <a:xfrm>
            <a:off x="2220990" y="3925217"/>
            <a:ext cx="2039930" cy="461665"/>
          </a:xfrm>
          <a:prstGeom prst="rect">
            <a:avLst/>
          </a:prstGeom>
          <a:noFill/>
        </p:spPr>
        <p:txBody>
          <a:bodyPr wrap="square">
            <a:spAutoFit/>
          </a:bodyPr>
          <a:lstStyle/>
          <a:p>
            <a:pPr algn="ctr"/>
            <a:r>
              <a:rPr kumimoji="1" lang="zh-CN" altLang="en-US" sz="2400" dirty="0">
                <a:solidFill>
                  <a:srgbClr val="002060"/>
                </a:solidFill>
                <a:latin typeface="微软雅黑" panose="020B0503020204020204" pitchFamily="34" charset="-122"/>
                <a:ea typeface="微软雅黑" panose="020B0503020204020204" pitchFamily="34" charset="-122"/>
              </a:rPr>
              <a:t>状态图</a:t>
            </a:r>
            <a:endParaRPr lang="zh-CN" altLang="en-US" sz="2400" dirty="0">
              <a:solidFill>
                <a:srgbClr val="002060"/>
              </a:solidFill>
            </a:endParaRPr>
          </a:p>
        </p:txBody>
      </p:sp>
      <p:grpSp>
        <p:nvGrpSpPr>
          <p:cNvPr id="8" name="组合 7">
            <a:extLst>
              <a:ext uri="{FF2B5EF4-FFF2-40B4-BE49-F238E27FC236}">
                <a16:creationId xmlns:a16="http://schemas.microsoft.com/office/drawing/2014/main" id="{DB9A1FBA-5D85-2A46-39C7-FC1083F9F0D6}"/>
              </a:ext>
            </a:extLst>
          </p:cNvPr>
          <p:cNvGrpSpPr/>
          <p:nvPr/>
        </p:nvGrpSpPr>
        <p:grpSpPr>
          <a:xfrm>
            <a:off x="11449269" y="6198682"/>
            <a:ext cx="786273" cy="548639"/>
            <a:chOff x="11454918" y="5839511"/>
            <a:chExt cx="786273" cy="548639"/>
          </a:xfrm>
        </p:grpSpPr>
        <p:grpSp>
          <p:nvGrpSpPr>
            <p:cNvPr id="9" name="组合 8">
              <a:extLst>
                <a:ext uri="{FF2B5EF4-FFF2-40B4-BE49-F238E27FC236}">
                  <a16:creationId xmlns:a16="http://schemas.microsoft.com/office/drawing/2014/main" id="{EB70E007-92CE-39F6-C4E2-360C8560006A}"/>
                </a:ext>
              </a:extLst>
            </p:cNvPr>
            <p:cNvGrpSpPr/>
            <p:nvPr/>
          </p:nvGrpSpPr>
          <p:grpSpPr>
            <a:xfrm>
              <a:off x="11454918" y="5867450"/>
              <a:ext cx="737081" cy="520700"/>
              <a:chOff x="11454918" y="5867450"/>
              <a:chExt cx="737081" cy="520700"/>
            </a:xfrm>
          </p:grpSpPr>
          <p:sp>
            <p:nvSpPr>
              <p:cNvPr id="11" name="箭头: 五边形 10">
                <a:extLst>
                  <a:ext uri="{FF2B5EF4-FFF2-40B4-BE49-F238E27FC236}">
                    <a16:creationId xmlns:a16="http://schemas.microsoft.com/office/drawing/2014/main" id="{0F3DE7F9-0F9A-ACF2-FDCD-50794969AB6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箭头: V 形 11">
                <a:extLst>
                  <a:ext uri="{FF2B5EF4-FFF2-40B4-BE49-F238E27FC236}">
                    <a16:creationId xmlns:a16="http://schemas.microsoft.com/office/drawing/2014/main" id="{1888DA59-6AA6-D8B5-94D3-FE0D086C4AC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0" name="灯片编号占位符 3">
              <a:extLst>
                <a:ext uri="{FF2B5EF4-FFF2-40B4-BE49-F238E27FC236}">
                  <a16:creationId xmlns:a16="http://schemas.microsoft.com/office/drawing/2014/main" id="{9E9AEEA9-C00D-353F-4AF8-623B9AB9508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31</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0D5C3D0-EDB6-2E66-0D3F-E21B116E1FE8}"/>
                  </a:ext>
                </a:extLst>
              </p:cNvPr>
              <p:cNvSpPr txBox="1"/>
              <p:nvPr/>
            </p:nvSpPr>
            <p:spPr>
              <a:xfrm>
                <a:off x="720000" y="4752000"/>
                <a:ext cx="5795914" cy="1800493"/>
              </a:xfrm>
              <a:prstGeom prst="rect">
                <a:avLst/>
              </a:prstGeom>
              <a:noFill/>
            </p:spPr>
            <p:txBody>
              <a:bodyPr wrap="square">
                <a:spAutoFit/>
              </a:bodyPr>
              <a:lstStyle/>
              <a:p>
                <a:pPr>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圆圈：</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Q</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的一个状态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箭头：状态转换方向</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箭头线起点为现态 </a:t>
                </a:r>
                <a14:m>
                  <m:oMath xmlns:m="http://schemas.openxmlformats.org/officeDocument/2006/math">
                    <m:sSup>
                      <m:sSupPr>
                        <m:ctrlPr>
                          <a:rPr lang="en-US" altLang="zh-CN" sz="2400" i="1">
                            <a:solidFill>
                              <a:schemeClr val="accent5">
                                <a:lumMod val="75000"/>
                              </a:schemeClr>
                            </a:solidFill>
                            <a:latin typeface="Cambria Math" panose="02040503050406030204" pitchFamily="18" charset="0"/>
                          </a:rPr>
                        </m:ctrlPr>
                      </m:sSupPr>
                      <m:e>
                        <m:r>
                          <m:rPr>
                            <m:sty m:val="p"/>
                          </m:rPr>
                          <a:rPr lang="en-US" altLang="zh-CN" sz="2400">
                            <a:solidFill>
                              <a:schemeClr val="accent5">
                                <a:lumMod val="75000"/>
                              </a:schemeClr>
                            </a:solidFill>
                            <a:latin typeface="Cambria Math" panose="02040503050406030204" pitchFamily="18" charset="0"/>
                          </a:rPr>
                          <m:t>Q</m:t>
                        </m:r>
                      </m:e>
                      <m:sup>
                        <m:r>
                          <a:rPr lang="en-US" altLang="zh-CN" sz="2400" i="1">
                            <a:solidFill>
                              <a:schemeClr val="accent5">
                                <a:lumMod val="75000"/>
                              </a:schemeClr>
                            </a:solidFill>
                            <a:latin typeface="Cambria Math" panose="02040503050406030204" pitchFamily="18" charset="0"/>
                          </a:rPr>
                          <m:t>𝑛</m:t>
                        </m:r>
                      </m:sup>
                    </m:sSup>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，终点为次态 </a:t>
                </a:r>
                <a14:m>
                  <m:oMath xmlns:m="http://schemas.openxmlformats.org/officeDocument/2006/math">
                    <m:sSup>
                      <m:sSupPr>
                        <m:ctrlPr>
                          <a:rPr lang="en-US" altLang="zh-CN" sz="2400" i="1">
                            <a:solidFill>
                              <a:schemeClr val="accent5">
                                <a:lumMod val="75000"/>
                              </a:schemeClr>
                            </a:solidFill>
                            <a:latin typeface="Cambria Math" panose="02040503050406030204" pitchFamily="18" charset="0"/>
                          </a:rPr>
                        </m:ctrlPr>
                      </m:sSupPr>
                      <m:e>
                        <m:r>
                          <m:rPr>
                            <m:sty m:val="p"/>
                          </m:rPr>
                          <a:rPr lang="en-US" altLang="zh-CN" sz="2400">
                            <a:solidFill>
                              <a:schemeClr val="accent5">
                                <a:lumMod val="75000"/>
                              </a:schemeClr>
                            </a:solidFill>
                            <a:latin typeface="Cambria Math" panose="02040503050406030204" pitchFamily="18" charset="0"/>
                          </a:rPr>
                          <m:t>Q</m:t>
                        </m:r>
                      </m:e>
                      <m:sup>
                        <m:r>
                          <a:rPr lang="en-US" altLang="zh-CN" sz="2400" i="1">
                            <a:solidFill>
                              <a:schemeClr val="accent5">
                                <a:lumMod val="75000"/>
                              </a:schemeClr>
                            </a:solidFill>
                            <a:latin typeface="Cambria Math" panose="02040503050406030204" pitchFamily="18" charset="0"/>
                          </a:rPr>
                          <m:t>𝑛</m:t>
                        </m:r>
                        <m:r>
                          <a:rPr lang="en-US" altLang="zh-CN" sz="2400" i="1">
                            <a:solidFill>
                              <a:schemeClr val="accent5">
                                <a:lumMod val="75000"/>
                              </a:schemeClr>
                            </a:solidFill>
                            <a:latin typeface="Cambria Math" panose="02040503050406030204" pitchFamily="18" charset="0"/>
                          </a:rPr>
                          <m:t>+1</m:t>
                        </m:r>
                      </m:sup>
                    </m:sSup>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箭头线旁表明转换的激励输入 </a:t>
                </a:r>
                <a14:m>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D</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的取值 </a:t>
                </a:r>
                <a:endParaRPr lang="zh-CN" altLang="en-US" sz="2400" dirty="0">
                  <a:solidFill>
                    <a:schemeClr val="accent5">
                      <a:lumMod val="75000"/>
                    </a:schemeClr>
                  </a:solidFill>
                </a:endParaRPr>
              </a:p>
            </p:txBody>
          </p:sp>
        </mc:Choice>
        <mc:Fallback xmlns="">
          <p:sp>
            <p:nvSpPr>
              <p:cNvPr id="13" name="文本框 12">
                <a:extLst>
                  <a:ext uri="{FF2B5EF4-FFF2-40B4-BE49-F238E27FC236}">
                    <a16:creationId xmlns:a16="http://schemas.microsoft.com/office/drawing/2014/main" id="{20D5C3D0-EDB6-2E66-0D3F-E21B116E1FE8}"/>
                  </a:ext>
                </a:extLst>
              </p:cNvPr>
              <p:cNvSpPr txBox="1">
                <a:spLocks noRot="1" noChangeAspect="1" noMove="1" noResize="1" noEditPoints="1" noAdjustHandles="1" noChangeArrowheads="1" noChangeShapeType="1" noTextEdit="1"/>
              </p:cNvSpPr>
              <p:nvPr/>
            </p:nvSpPr>
            <p:spPr>
              <a:xfrm>
                <a:off x="720000" y="4752000"/>
                <a:ext cx="5795914" cy="1800493"/>
              </a:xfrm>
              <a:prstGeom prst="rect">
                <a:avLst/>
              </a:prstGeom>
              <a:blipFill>
                <a:blip r:embed="rId3"/>
                <a:stretch>
                  <a:fillRect l="-1577" t="-2712" b="-64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41F5123-4AC0-592F-B29C-F3BBCA2C6A2D}"/>
                  </a:ext>
                </a:extLst>
              </p:cNvPr>
              <p:cNvSpPr txBox="1"/>
              <p:nvPr/>
            </p:nvSpPr>
            <p:spPr>
              <a:xfrm>
                <a:off x="6660000" y="3708000"/>
                <a:ext cx="3690561" cy="504369"/>
              </a:xfrm>
              <a:prstGeom prst="rect">
                <a:avLst/>
              </a:prstGeom>
              <a:noFill/>
            </p:spPr>
            <p:txBody>
              <a:bodyPr wrap="square">
                <a:spAutoFit/>
              </a:bodyPr>
              <a:lstStyle/>
              <a:p>
                <a:pPr>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特性方程：</a:t>
                </a:r>
                <a14:m>
                  <m:oMath xmlns:m="http://schemas.openxmlformats.org/officeDocument/2006/math">
                    <m:sSup>
                      <m:sSupPr>
                        <m:ctrlPr>
                          <a:rPr lang="en-US" altLang="zh-CN" sz="2400" i="1" smtClean="0">
                            <a:solidFill>
                              <a:srgbClr val="C00000"/>
                            </a:solidFill>
                            <a:latin typeface="Cambria Math" panose="02040503050406030204" pitchFamily="18" charset="0"/>
                          </a:rPr>
                        </m:ctrlPr>
                      </m:sSupPr>
                      <m:e>
                        <m:r>
                          <m:rPr>
                            <m:sty m:val="p"/>
                          </m:rPr>
                          <a:rPr lang="en-US" altLang="zh-CN" sz="2400">
                            <a:solidFill>
                              <a:srgbClr val="C00000"/>
                            </a:solidFill>
                            <a:latin typeface="Cambria Math" panose="02040503050406030204" pitchFamily="18" charset="0"/>
                          </a:rPr>
                          <m:t>Q</m:t>
                        </m:r>
                      </m:e>
                      <m:sup>
                        <m:r>
                          <a:rPr lang="en-US" altLang="zh-CN" sz="2400" i="1">
                            <a:solidFill>
                              <a:srgbClr val="C00000"/>
                            </a:solidFill>
                            <a:latin typeface="Cambria Math" panose="02040503050406030204" pitchFamily="18" charset="0"/>
                          </a:rPr>
                          <m:t>𝑛</m:t>
                        </m:r>
                        <m:r>
                          <a:rPr lang="en-US" altLang="zh-CN" sz="2400" i="1">
                            <a:solidFill>
                              <a:srgbClr val="C00000"/>
                            </a:solidFill>
                            <a:latin typeface="Cambria Math" panose="02040503050406030204" pitchFamily="18" charset="0"/>
                          </a:rPr>
                          <m:t>+1</m:t>
                        </m:r>
                      </m:sup>
                    </m:sSup>
                    <m:r>
                      <a:rPr lang="en-US" altLang="zh-CN" sz="2400">
                        <a:solidFill>
                          <a:srgbClr val="C00000"/>
                        </a:solidFill>
                        <a:latin typeface="Cambria Math" panose="02040503050406030204" pitchFamily="18" charset="0"/>
                      </a:rPr>
                      <m:t>=</m:t>
                    </m:r>
                    <m:r>
                      <m:rPr>
                        <m:sty m:val="p"/>
                      </m:rPr>
                      <a:rPr lang="en-US" altLang="zh-CN" sz="2400">
                        <a:solidFill>
                          <a:srgbClr val="C00000"/>
                        </a:solidFill>
                        <a:latin typeface="Cambria Math" panose="02040503050406030204" pitchFamily="18" charset="0"/>
                      </a:rPr>
                      <m:t>D</m:t>
                    </m:r>
                  </m:oMath>
                </a14:m>
                <a:endParaRPr lang="zh-CN" altLang="en-US" sz="2400" dirty="0">
                  <a:solidFill>
                    <a:srgbClr val="002060"/>
                  </a:solidFill>
                </a:endParaRPr>
              </a:p>
            </p:txBody>
          </p:sp>
        </mc:Choice>
        <mc:Fallback xmlns="">
          <p:sp>
            <p:nvSpPr>
              <p:cNvPr id="14" name="文本框 13">
                <a:extLst>
                  <a:ext uri="{FF2B5EF4-FFF2-40B4-BE49-F238E27FC236}">
                    <a16:creationId xmlns:a16="http://schemas.microsoft.com/office/drawing/2014/main" id="{241F5123-4AC0-592F-B29C-F3BBCA2C6A2D}"/>
                  </a:ext>
                </a:extLst>
              </p:cNvPr>
              <p:cNvSpPr txBox="1">
                <a:spLocks noRot="1" noChangeAspect="1" noMove="1" noResize="1" noEditPoints="1" noAdjustHandles="1" noChangeArrowheads="1" noChangeShapeType="1" noTextEdit="1"/>
              </p:cNvSpPr>
              <p:nvPr/>
            </p:nvSpPr>
            <p:spPr>
              <a:xfrm>
                <a:off x="6660000" y="3708000"/>
                <a:ext cx="3690561" cy="504369"/>
              </a:xfrm>
              <a:prstGeom prst="rect">
                <a:avLst/>
              </a:prstGeom>
              <a:blipFill>
                <a:blip r:embed="rId4"/>
                <a:stretch>
                  <a:fillRect l="-2645" t="-2410" b="-25301"/>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69C01FF5-1781-4B7A-804E-8C1EEE158191}"/>
              </a:ext>
            </a:extLst>
          </p:cNvPr>
          <p:cNvSpPr txBox="1"/>
          <p:nvPr/>
        </p:nvSpPr>
        <p:spPr>
          <a:xfrm>
            <a:off x="6660000" y="4320000"/>
            <a:ext cx="1608678" cy="504369"/>
          </a:xfrm>
          <a:prstGeom prst="rect">
            <a:avLst/>
          </a:prstGeom>
          <a:noFill/>
        </p:spPr>
        <p:txBody>
          <a:bodyPr wrap="square">
            <a:spAutoFit/>
          </a:bodyPr>
          <a:lstStyle/>
          <a:p>
            <a:pPr>
              <a:lnSpc>
                <a:spcPct val="120000"/>
              </a:lnSpc>
              <a:spcAft>
                <a:spcPts val="600"/>
              </a:spcAft>
            </a:pPr>
            <a:r>
              <a:rPr lang="zh-CN" altLang="en-US" sz="2400" dirty="0">
                <a:solidFill>
                  <a:srgbClr val="002060"/>
                </a:solidFill>
                <a:latin typeface="微软雅黑" panose="020B0503020204020204" pitchFamily="34" charset="-122"/>
                <a:ea typeface="微软雅黑" panose="020B0503020204020204" pitchFamily="34" charset="-122"/>
              </a:rPr>
              <a:t>逻辑符号：</a:t>
            </a:r>
          </a:p>
        </p:txBody>
      </p:sp>
      <p:sp>
        <p:nvSpPr>
          <p:cNvPr id="16" name="文本框 15">
            <a:extLst>
              <a:ext uri="{FF2B5EF4-FFF2-40B4-BE49-F238E27FC236}">
                <a16:creationId xmlns:a16="http://schemas.microsoft.com/office/drawing/2014/main" id="{28E7A938-D495-C2C3-707F-6FB44C484659}"/>
              </a:ext>
            </a:extLst>
          </p:cNvPr>
          <p:cNvSpPr txBox="1"/>
          <p:nvPr/>
        </p:nvSpPr>
        <p:spPr>
          <a:xfrm>
            <a:off x="7138800" y="6120000"/>
            <a:ext cx="1569699" cy="430374"/>
          </a:xfrm>
          <a:prstGeom prst="rect">
            <a:avLst/>
          </a:prstGeom>
          <a:noFill/>
        </p:spPr>
        <p:txBody>
          <a:bodyPr wrap="square">
            <a:spAutoFit/>
          </a:bodyPr>
          <a:lstStyle/>
          <a:p>
            <a:pPr algn="ctr">
              <a:lnSpc>
                <a:spcPct val="120000"/>
              </a:lnSpc>
              <a:spcAft>
                <a:spcPts val="600"/>
              </a:spcAft>
            </a:pPr>
            <a:r>
              <a:rPr lang="zh-CN" altLang="en-US" sz="2000" dirty="0">
                <a:solidFill>
                  <a:srgbClr val="002060"/>
                </a:solidFill>
                <a:latin typeface="微软雅黑" panose="020B0503020204020204" pitchFamily="34" charset="-122"/>
                <a:ea typeface="微软雅黑" panose="020B0503020204020204" pitchFamily="34" charset="-122"/>
              </a:rPr>
              <a:t>上升沿有效</a:t>
            </a:r>
          </a:p>
        </p:txBody>
      </p:sp>
      <p:sp>
        <p:nvSpPr>
          <p:cNvPr id="17" name="文本框 16">
            <a:extLst>
              <a:ext uri="{FF2B5EF4-FFF2-40B4-BE49-F238E27FC236}">
                <a16:creationId xmlns:a16="http://schemas.microsoft.com/office/drawing/2014/main" id="{97B10912-E3A4-2F13-A830-6B43F777D67F}"/>
              </a:ext>
            </a:extLst>
          </p:cNvPr>
          <p:cNvSpPr txBox="1"/>
          <p:nvPr/>
        </p:nvSpPr>
        <p:spPr>
          <a:xfrm>
            <a:off x="9775777" y="6120000"/>
            <a:ext cx="1569699" cy="430374"/>
          </a:xfrm>
          <a:prstGeom prst="rect">
            <a:avLst/>
          </a:prstGeom>
          <a:noFill/>
        </p:spPr>
        <p:txBody>
          <a:bodyPr wrap="square">
            <a:spAutoFit/>
          </a:bodyPr>
          <a:lstStyle/>
          <a:p>
            <a:pPr algn="ctr">
              <a:lnSpc>
                <a:spcPct val="120000"/>
              </a:lnSpc>
              <a:spcAft>
                <a:spcPts val="600"/>
              </a:spcAft>
            </a:pPr>
            <a:r>
              <a:rPr lang="zh-CN" altLang="en-US" sz="2000" dirty="0">
                <a:solidFill>
                  <a:srgbClr val="002060"/>
                </a:solidFill>
                <a:latin typeface="微软雅黑" panose="020B0503020204020204" pitchFamily="34" charset="-122"/>
                <a:ea typeface="微软雅黑" panose="020B0503020204020204" pitchFamily="34" charset="-122"/>
              </a:rPr>
              <a:t>下降沿有效</a:t>
            </a:r>
          </a:p>
        </p:txBody>
      </p:sp>
      <p:grpSp>
        <p:nvGrpSpPr>
          <p:cNvPr id="18" name="组合 17">
            <a:extLst>
              <a:ext uri="{FF2B5EF4-FFF2-40B4-BE49-F238E27FC236}">
                <a16:creationId xmlns:a16="http://schemas.microsoft.com/office/drawing/2014/main" id="{509D732D-107A-37C1-D16B-06F28D7A3F47}"/>
              </a:ext>
            </a:extLst>
          </p:cNvPr>
          <p:cNvGrpSpPr/>
          <p:nvPr/>
        </p:nvGrpSpPr>
        <p:grpSpPr>
          <a:xfrm>
            <a:off x="895175" y="1449623"/>
            <a:ext cx="4600225" cy="2575534"/>
            <a:chOff x="804551" y="1504963"/>
            <a:chExt cx="4181126" cy="2340893"/>
          </a:xfrm>
        </p:grpSpPr>
        <p:sp>
          <p:nvSpPr>
            <p:cNvPr id="19" name="椭圆 18">
              <a:extLst>
                <a:ext uri="{FF2B5EF4-FFF2-40B4-BE49-F238E27FC236}">
                  <a16:creationId xmlns:a16="http://schemas.microsoft.com/office/drawing/2014/main" id="{34B30CF8-D89D-2FB9-258A-06EB8BEDF480}"/>
                </a:ext>
              </a:extLst>
            </p:cNvPr>
            <p:cNvSpPr/>
            <p:nvPr/>
          </p:nvSpPr>
          <p:spPr>
            <a:xfrm>
              <a:off x="1706267" y="2680890"/>
              <a:ext cx="616527" cy="61652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0</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25" name="椭圆 24">
              <a:extLst>
                <a:ext uri="{FF2B5EF4-FFF2-40B4-BE49-F238E27FC236}">
                  <a16:creationId xmlns:a16="http://schemas.microsoft.com/office/drawing/2014/main" id="{DC0C62E6-30EF-DA47-E398-818EA8B942E7}"/>
                </a:ext>
              </a:extLst>
            </p:cNvPr>
            <p:cNvSpPr/>
            <p:nvPr/>
          </p:nvSpPr>
          <p:spPr>
            <a:xfrm>
              <a:off x="3556102" y="2680722"/>
              <a:ext cx="616527" cy="61652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latin typeface="微软雅黑" panose="020B0503020204020204" pitchFamily="34" charset="-122"/>
                  <a:ea typeface="微软雅黑" panose="020B0503020204020204" pitchFamily="34" charset="-122"/>
                </a:rPr>
                <a:t>1</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26" name="弧形 25">
              <a:extLst>
                <a:ext uri="{FF2B5EF4-FFF2-40B4-BE49-F238E27FC236}">
                  <a16:creationId xmlns:a16="http://schemas.microsoft.com/office/drawing/2014/main" id="{89ED339F-B998-8C90-B3B3-87C6AB33CF71}"/>
                </a:ext>
              </a:extLst>
            </p:cNvPr>
            <p:cNvSpPr/>
            <p:nvPr/>
          </p:nvSpPr>
          <p:spPr>
            <a:xfrm>
              <a:off x="2009579" y="2596637"/>
              <a:ext cx="1854084" cy="1249219"/>
            </a:xfrm>
            <a:prstGeom prst="arc">
              <a:avLst>
                <a:gd name="adj1" fmla="val 12768120"/>
                <a:gd name="adj2" fmla="val 19658720"/>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弧形 26">
              <a:extLst>
                <a:ext uri="{FF2B5EF4-FFF2-40B4-BE49-F238E27FC236}">
                  <a16:creationId xmlns:a16="http://schemas.microsoft.com/office/drawing/2014/main" id="{D527C885-EBC8-949D-87EB-762493595425}"/>
                </a:ext>
              </a:extLst>
            </p:cNvPr>
            <p:cNvSpPr/>
            <p:nvPr/>
          </p:nvSpPr>
          <p:spPr>
            <a:xfrm>
              <a:off x="4033796" y="2667057"/>
              <a:ext cx="550501" cy="616527"/>
            </a:xfrm>
            <a:prstGeom prst="arc">
              <a:avLst>
                <a:gd name="adj1" fmla="val 13362094"/>
                <a:gd name="adj2" fmla="val 8120812"/>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弧形 27">
              <a:extLst>
                <a:ext uri="{FF2B5EF4-FFF2-40B4-BE49-F238E27FC236}">
                  <a16:creationId xmlns:a16="http://schemas.microsoft.com/office/drawing/2014/main" id="{F27FB678-AF29-9A6C-5C20-CB98BD2ADE43}"/>
                </a:ext>
              </a:extLst>
            </p:cNvPr>
            <p:cNvSpPr/>
            <p:nvPr/>
          </p:nvSpPr>
          <p:spPr>
            <a:xfrm flipH="1" flipV="1">
              <a:off x="1287560" y="2680889"/>
              <a:ext cx="550501" cy="616527"/>
            </a:xfrm>
            <a:prstGeom prst="arc">
              <a:avLst>
                <a:gd name="adj1" fmla="val 13362094"/>
                <a:gd name="adj2" fmla="val 8120812"/>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Text Box 49">
              <a:extLst>
                <a:ext uri="{FF2B5EF4-FFF2-40B4-BE49-F238E27FC236}">
                  <a16:creationId xmlns:a16="http://schemas.microsoft.com/office/drawing/2014/main" id="{A35806BE-A081-C94A-9426-B403C0268D5E}"/>
                </a:ext>
              </a:extLst>
            </p:cNvPr>
            <p:cNvSpPr txBox="1">
              <a:spLocks noChangeArrowheads="1"/>
            </p:cNvSpPr>
            <p:nvPr/>
          </p:nvSpPr>
          <p:spPr bwMode="auto">
            <a:xfrm>
              <a:off x="2690430" y="3360326"/>
              <a:ext cx="4923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None/>
              </a:pPr>
              <a:r>
                <a:rPr lang="en-US" altLang="zh-CN" sz="2400" b="0" dirty="0">
                  <a:solidFill>
                    <a:schemeClr val="tx1"/>
                  </a:solidFill>
                  <a:latin typeface="微软雅黑" panose="020B0503020204020204" pitchFamily="34" charset="-122"/>
                  <a:ea typeface="微软雅黑" panose="020B0503020204020204" pitchFamily="34" charset="-122"/>
                </a:rPr>
                <a:t>0</a:t>
              </a:r>
              <a:endParaRPr lang="zh-CN" altLang="en-US" sz="2400" b="0" dirty="0">
                <a:solidFill>
                  <a:schemeClr val="tx1"/>
                </a:solidFill>
                <a:latin typeface="微软雅黑" panose="020B0503020204020204" pitchFamily="34" charset="-122"/>
                <a:ea typeface="微软雅黑" panose="020B0503020204020204" pitchFamily="34" charset="-122"/>
              </a:endParaRPr>
            </a:p>
          </p:txBody>
        </p:sp>
        <p:sp>
          <p:nvSpPr>
            <p:cNvPr id="30" name="椭圆 29">
              <a:extLst>
                <a:ext uri="{FF2B5EF4-FFF2-40B4-BE49-F238E27FC236}">
                  <a16:creationId xmlns:a16="http://schemas.microsoft.com/office/drawing/2014/main" id="{B06ED3FC-2F88-B5F6-AFCC-B1BDBA2390EE}"/>
                </a:ext>
              </a:extLst>
            </p:cNvPr>
            <p:cNvSpPr/>
            <p:nvPr/>
          </p:nvSpPr>
          <p:spPr>
            <a:xfrm>
              <a:off x="804551" y="1609809"/>
              <a:ext cx="616527" cy="61652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C0F2D1A4-F8E2-D849-E0E6-AC3B0EB62E44}"/>
                    </a:ext>
                  </a:extLst>
                </p:cNvPr>
                <p:cNvSpPr txBox="1"/>
                <p:nvPr/>
              </p:nvSpPr>
              <p:spPr>
                <a:xfrm>
                  <a:off x="826524" y="1659923"/>
                  <a:ext cx="594552" cy="475553"/>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800" b="0" i="0" smtClean="0">
                            <a:solidFill>
                              <a:schemeClr val="tx1"/>
                            </a:solidFill>
                            <a:latin typeface="Cambria Math" panose="02040503050406030204" pitchFamily="18" charset="0"/>
                          </a:rPr>
                          <m:t> </m:t>
                        </m:r>
                        <m:r>
                          <m:rPr>
                            <m:sty m:val="p"/>
                          </m:rPr>
                          <a:rPr lang="en-US" altLang="zh-CN" sz="2800" b="0" i="0" smtClean="0">
                            <a:solidFill>
                              <a:schemeClr val="tx1"/>
                            </a:solidFill>
                            <a:latin typeface="Cambria Math" panose="02040503050406030204" pitchFamily="18" charset="0"/>
                          </a:rPr>
                          <m:t>Q</m:t>
                        </m:r>
                      </m:oMath>
                    </m:oMathPara>
                  </a14:m>
                  <a:endParaRPr lang="zh-CN" altLang="en-US" sz="28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4" name="文本框 23">
                  <a:extLst>
                    <a:ext uri="{FF2B5EF4-FFF2-40B4-BE49-F238E27FC236}">
                      <a16:creationId xmlns:a16="http://schemas.microsoft.com/office/drawing/2014/main" id="{636D0BA9-139E-7E31-9433-4A8FDA3B61C8}"/>
                    </a:ext>
                  </a:extLst>
                </p:cNvPr>
                <p:cNvSpPr txBox="1">
                  <a:spLocks noRot="1" noChangeAspect="1" noMove="1" noResize="1" noEditPoints="1" noAdjustHandles="1" noChangeArrowheads="1" noChangeShapeType="1" noTextEdit="1"/>
                </p:cNvSpPr>
                <p:nvPr/>
              </p:nvSpPr>
              <p:spPr>
                <a:xfrm>
                  <a:off x="826524" y="1659923"/>
                  <a:ext cx="594552" cy="475553"/>
                </a:xfrm>
                <a:prstGeom prst="rect">
                  <a:avLst/>
                </a:prstGeom>
                <a:blipFill>
                  <a:blip r:embed="rId8"/>
                  <a:stretch>
                    <a:fillRect/>
                  </a:stretch>
                </a:blipFill>
              </p:spPr>
              <p:txBody>
                <a:bodyPr/>
                <a:lstStyle/>
                <a:p>
                  <a:r>
                    <a:rPr lang="zh-CN" altLang="en-US">
                      <a:noFill/>
                    </a:rPr>
                    <a:t> </a:t>
                  </a:r>
                </a:p>
              </p:txBody>
            </p:sp>
          </mc:Fallback>
        </mc:AlternateContent>
        <p:cxnSp>
          <p:nvCxnSpPr>
            <p:cNvPr id="32" name="直接箭头连接符 31">
              <a:extLst>
                <a:ext uri="{FF2B5EF4-FFF2-40B4-BE49-F238E27FC236}">
                  <a16:creationId xmlns:a16="http://schemas.microsoft.com/office/drawing/2014/main" id="{51EC593B-8C36-558A-4298-2D6196B1E465}"/>
                </a:ext>
              </a:extLst>
            </p:cNvPr>
            <p:cNvCxnSpPr>
              <a:cxnSpLocks/>
              <a:stCxn id="30" idx="6"/>
            </p:cNvCxnSpPr>
            <p:nvPr/>
          </p:nvCxnSpPr>
          <p:spPr>
            <a:xfrm>
              <a:off x="1421078" y="1918073"/>
              <a:ext cx="797390"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 Box 49">
                  <a:extLst>
                    <a:ext uri="{FF2B5EF4-FFF2-40B4-BE49-F238E27FC236}">
                      <a16:creationId xmlns:a16="http://schemas.microsoft.com/office/drawing/2014/main" id="{F38E4C43-2CF5-898F-D9C1-DD0C3036C8ED}"/>
                    </a:ext>
                  </a:extLst>
                </p:cNvPr>
                <p:cNvSpPr txBox="1">
                  <a:spLocks noChangeArrowheads="1"/>
                </p:cNvSpPr>
                <p:nvPr/>
              </p:nvSpPr>
              <p:spPr bwMode="auto">
                <a:xfrm>
                  <a:off x="1538631" y="1504963"/>
                  <a:ext cx="470948" cy="53553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None/>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D</m:t>
                        </m:r>
                      </m:oMath>
                    </m:oMathPara>
                  </a14:m>
                  <a:endParaRPr lang="zh-CN" altLang="en-US" sz="2400" b="0" dirty="0">
                    <a:solidFill>
                      <a:schemeClr val="tx1"/>
                    </a:solidFill>
                  </a:endParaRPr>
                </a:p>
              </p:txBody>
            </p:sp>
          </mc:Choice>
          <mc:Fallback xmlns="">
            <p:sp>
              <p:nvSpPr>
                <p:cNvPr id="29" name="Text Box 49">
                  <a:extLst>
                    <a:ext uri="{FF2B5EF4-FFF2-40B4-BE49-F238E27FC236}">
                      <a16:creationId xmlns:a16="http://schemas.microsoft.com/office/drawing/2014/main" id="{2DF5C3C5-D365-F323-C90C-838DFFBDC2B1}"/>
                    </a:ext>
                  </a:extLst>
                </p:cNvPr>
                <p:cNvSpPr txBox="1">
                  <a:spLocks noRot="1" noChangeAspect="1" noMove="1" noResize="1" noEditPoints="1" noAdjustHandles="1" noChangeArrowheads="1" noChangeShapeType="1" noTextEdit="1"/>
                </p:cNvSpPr>
                <p:nvPr/>
              </p:nvSpPr>
              <p:spPr bwMode="auto">
                <a:xfrm>
                  <a:off x="1538631" y="1504963"/>
                  <a:ext cx="470948" cy="535531"/>
                </a:xfrm>
                <a:prstGeom prst="rect">
                  <a:avLst/>
                </a:prstGeom>
                <a:blipFill>
                  <a:blip r:embed="rId1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4" name="弧形 33">
              <a:extLst>
                <a:ext uri="{FF2B5EF4-FFF2-40B4-BE49-F238E27FC236}">
                  <a16:creationId xmlns:a16="http://schemas.microsoft.com/office/drawing/2014/main" id="{6A083DD3-D303-4D92-CAD4-052071F1C77C}"/>
                </a:ext>
              </a:extLst>
            </p:cNvPr>
            <p:cNvSpPr/>
            <p:nvPr/>
          </p:nvSpPr>
          <p:spPr>
            <a:xfrm flipH="1" flipV="1">
              <a:off x="2009579" y="2133879"/>
              <a:ext cx="1854084" cy="1249219"/>
            </a:xfrm>
            <a:prstGeom prst="arc">
              <a:avLst>
                <a:gd name="adj1" fmla="val 12728091"/>
                <a:gd name="adj2" fmla="val 19623839"/>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Text Box 49">
              <a:extLst>
                <a:ext uri="{FF2B5EF4-FFF2-40B4-BE49-F238E27FC236}">
                  <a16:creationId xmlns:a16="http://schemas.microsoft.com/office/drawing/2014/main" id="{583AF22B-9581-AE25-03C2-5602DAEE6D8F}"/>
                </a:ext>
              </a:extLst>
            </p:cNvPr>
            <p:cNvSpPr txBox="1">
              <a:spLocks noChangeArrowheads="1"/>
            </p:cNvSpPr>
            <p:nvPr/>
          </p:nvSpPr>
          <p:spPr bwMode="auto">
            <a:xfrm>
              <a:off x="2688790" y="2173065"/>
              <a:ext cx="4923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None/>
              </a:pPr>
              <a:r>
                <a:rPr lang="en-US" altLang="zh-CN" sz="2400" b="0" dirty="0">
                  <a:solidFill>
                    <a:schemeClr val="tx1"/>
                  </a:solidFill>
                  <a:latin typeface="微软雅黑" panose="020B0503020204020204" pitchFamily="34" charset="-122"/>
                  <a:ea typeface="微软雅黑" panose="020B0503020204020204" pitchFamily="34" charset="-122"/>
                </a:rPr>
                <a:t>1</a:t>
              </a:r>
              <a:endParaRPr lang="zh-CN" altLang="en-US" sz="2400" b="0" dirty="0">
                <a:solidFill>
                  <a:schemeClr val="tx1"/>
                </a:solidFill>
                <a:latin typeface="微软雅黑" panose="020B0503020204020204" pitchFamily="34" charset="-122"/>
                <a:ea typeface="微软雅黑" panose="020B0503020204020204" pitchFamily="34" charset="-122"/>
              </a:endParaRPr>
            </a:p>
          </p:txBody>
        </p:sp>
        <p:sp>
          <p:nvSpPr>
            <p:cNvPr id="36" name="Text Box 49">
              <a:extLst>
                <a:ext uri="{FF2B5EF4-FFF2-40B4-BE49-F238E27FC236}">
                  <a16:creationId xmlns:a16="http://schemas.microsoft.com/office/drawing/2014/main" id="{73432F08-CEF2-75C7-F8D7-B3AE59228242}"/>
                </a:ext>
              </a:extLst>
            </p:cNvPr>
            <p:cNvSpPr txBox="1">
              <a:spLocks noChangeArrowheads="1"/>
            </p:cNvSpPr>
            <p:nvPr/>
          </p:nvSpPr>
          <p:spPr bwMode="auto">
            <a:xfrm>
              <a:off x="884049" y="2759581"/>
              <a:ext cx="4923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None/>
              </a:pPr>
              <a:r>
                <a:rPr lang="en-US" altLang="zh-CN" sz="2400" b="0" dirty="0">
                  <a:solidFill>
                    <a:schemeClr val="tx1"/>
                  </a:solidFill>
                  <a:latin typeface="微软雅黑" panose="020B0503020204020204" pitchFamily="34" charset="-122"/>
                  <a:ea typeface="微软雅黑" panose="020B0503020204020204" pitchFamily="34" charset="-122"/>
                </a:rPr>
                <a:t>0</a:t>
              </a:r>
              <a:endParaRPr lang="zh-CN" altLang="en-US" sz="2400" b="0" dirty="0">
                <a:solidFill>
                  <a:schemeClr val="tx1"/>
                </a:solidFill>
                <a:latin typeface="微软雅黑" panose="020B0503020204020204" pitchFamily="34" charset="-122"/>
                <a:ea typeface="微软雅黑" panose="020B0503020204020204" pitchFamily="34" charset="-122"/>
              </a:endParaRPr>
            </a:p>
          </p:txBody>
        </p:sp>
        <p:sp>
          <p:nvSpPr>
            <p:cNvPr id="37" name="Text Box 49">
              <a:extLst>
                <a:ext uri="{FF2B5EF4-FFF2-40B4-BE49-F238E27FC236}">
                  <a16:creationId xmlns:a16="http://schemas.microsoft.com/office/drawing/2014/main" id="{0F3FA764-3EC5-14EA-BEBD-6A4FD56D4994}"/>
                </a:ext>
              </a:extLst>
            </p:cNvPr>
            <p:cNvSpPr txBox="1">
              <a:spLocks noChangeArrowheads="1"/>
            </p:cNvSpPr>
            <p:nvPr/>
          </p:nvSpPr>
          <p:spPr bwMode="auto">
            <a:xfrm>
              <a:off x="4493296" y="2758152"/>
              <a:ext cx="4923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None/>
              </a:pPr>
              <a:r>
                <a:rPr lang="en-US" altLang="zh-CN" sz="2400" b="0" dirty="0">
                  <a:solidFill>
                    <a:schemeClr val="tx1"/>
                  </a:solidFill>
                  <a:latin typeface="微软雅黑" panose="020B0503020204020204" pitchFamily="34" charset="-122"/>
                  <a:ea typeface="微软雅黑" panose="020B0503020204020204" pitchFamily="34" charset="-122"/>
                </a:rPr>
                <a:t>1</a:t>
              </a:r>
              <a:endParaRPr lang="zh-CN" altLang="en-US" sz="2400" b="0" dirty="0">
                <a:solidFill>
                  <a:schemeClr val="tx1"/>
                </a:solidFill>
                <a:latin typeface="微软雅黑" panose="020B0503020204020204" pitchFamily="34" charset="-122"/>
                <a:ea typeface="微软雅黑" panose="020B0503020204020204" pitchFamily="34" charset="-122"/>
              </a:endParaRPr>
            </a:p>
          </p:txBody>
        </p:sp>
      </p:grpSp>
      <p:grpSp>
        <p:nvGrpSpPr>
          <p:cNvPr id="38" name="组合 37">
            <a:extLst>
              <a:ext uri="{FF2B5EF4-FFF2-40B4-BE49-F238E27FC236}">
                <a16:creationId xmlns:a16="http://schemas.microsoft.com/office/drawing/2014/main" id="{0AB3072D-AB2A-C8F1-90C8-2AA34A2CE2FE}"/>
              </a:ext>
            </a:extLst>
          </p:cNvPr>
          <p:cNvGrpSpPr/>
          <p:nvPr/>
        </p:nvGrpSpPr>
        <p:grpSpPr>
          <a:xfrm>
            <a:off x="6788655" y="4906028"/>
            <a:ext cx="2303076" cy="1163907"/>
            <a:chOff x="6788655" y="4906038"/>
            <a:chExt cx="2303076" cy="1163907"/>
          </a:xfrm>
        </p:grpSpPr>
        <p:sp>
          <p:nvSpPr>
            <p:cNvPr id="39" name="矩形 38">
              <a:extLst>
                <a:ext uri="{FF2B5EF4-FFF2-40B4-BE49-F238E27FC236}">
                  <a16:creationId xmlns:a16="http://schemas.microsoft.com/office/drawing/2014/main" id="{EF465EE8-FCC0-8F95-968C-A4F21C6AB955}"/>
                </a:ext>
              </a:extLst>
            </p:cNvPr>
            <p:cNvSpPr/>
            <p:nvPr/>
          </p:nvSpPr>
          <p:spPr>
            <a:xfrm>
              <a:off x="7458342" y="4906038"/>
              <a:ext cx="937799" cy="1163907"/>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Line 27">
              <a:extLst>
                <a:ext uri="{FF2B5EF4-FFF2-40B4-BE49-F238E27FC236}">
                  <a16:creationId xmlns:a16="http://schemas.microsoft.com/office/drawing/2014/main" id="{996A0DCD-F494-9BD9-0DA2-EA27B6384EEF}"/>
                </a:ext>
              </a:extLst>
            </p:cNvPr>
            <p:cNvSpPr>
              <a:spLocks noChangeShapeType="1"/>
            </p:cNvSpPr>
            <p:nvPr/>
          </p:nvSpPr>
          <p:spPr bwMode="auto">
            <a:xfrm>
              <a:off x="7197014" y="5166631"/>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1" name="Line 27">
              <a:extLst>
                <a:ext uri="{FF2B5EF4-FFF2-40B4-BE49-F238E27FC236}">
                  <a16:creationId xmlns:a16="http://schemas.microsoft.com/office/drawing/2014/main" id="{AB733690-192F-68F7-3A42-962D13A9E646}"/>
                </a:ext>
              </a:extLst>
            </p:cNvPr>
            <p:cNvSpPr>
              <a:spLocks noChangeShapeType="1"/>
            </p:cNvSpPr>
            <p:nvPr/>
          </p:nvSpPr>
          <p:spPr bwMode="auto">
            <a:xfrm>
              <a:off x="7197014" y="5817003"/>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A6B3CFF2-2A32-345F-B27C-32B4A7120180}"/>
                    </a:ext>
                  </a:extLst>
                </p:cNvPr>
                <p:cNvSpPr txBox="1"/>
                <p:nvPr/>
              </p:nvSpPr>
              <p:spPr>
                <a:xfrm>
                  <a:off x="7455256" y="4948762"/>
                  <a:ext cx="448351" cy="430887"/>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r>
                          <a:rPr lang="en-US" altLang="zh-CN" sz="2200" i="1" smtClean="0">
                            <a:latin typeface="Cambria Math" panose="02040503050406030204" pitchFamily="18" charset="0"/>
                          </a:rPr>
                          <m:t>1</m:t>
                        </m:r>
                        <m:r>
                          <m:rPr>
                            <m:sty m:val="p"/>
                          </m:rPr>
                          <a:rPr lang="en-US" altLang="zh-CN" sz="2200" b="0" i="0" smtClean="0">
                            <a:latin typeface="Cambria Math" panose="02040503050406030204" pitchFamily="18" charset="0"/>
                          </a:rPr>
                          <m:t>D</m:t>
                        </m:r>
                      </m:oMath>
                    </m:oMathPara>
                  </a14:m>
                  <a:endParaRPr lang="zh-CN" altLang="en-US" sz="2200" dirty="0"/>
                </a:p>
              </p:txBody>
            </p:sp>
          </mc:Choice>
          <mc:Fallback xmlns="">
            <p:sp>
              <p:nvSpPr>
                <p:cNvPr id="19" name="文本框 18">
                  <a:extLst>
                    <a:ext uri="{FF2B5EF4-FFF2-40B4-BE49-F238E27FC236}">
                      <a16:creationId xmlns:a16="http://schemas.microsoft.com/office/drawing/2014/main" id="{E5B71FAA-4628-76DB-C8DB-CE5A234B0A9A}"/>
                    </a:ext>
                  </a:extLst>
                </p:cNvPr>
                <p:cNvSpPr txBox="1">
                  <a:spLocks noRot="1" noChangeAspect="1" noMove="1" noResize="1" noEditPoints="1" noAdjustHandles="1" noChangeArrowheads="1" noChangeShapeType="1" noTextEdit="1"/>
                </p:cNvSpPr>
                <p:nvPr/>
              </p:nvSpPr>
              <p:spPr>
                <a:xfrm>
                  <a:off x="7455256" y="4948762"/>
                  <a:ext cx="448351" cy="430887"/>
                </a:xfrm>
                <a:prstGeom prst="rect">
                  <a:avLst/>
                </a:prstGeom>
                <a:blipFill>
                  <a:blip r:embed="rId13"/>
                  <a:stretch>
                    <a:fillRect l="-1351" r="-16216"/>
                  </a:stretch>
                </a:blipFill>
              </p:spPr>
              <p:txBody>
                <a:bodyPr/>
                <a:lstStyle/>
                <a:p>
                  <a:r>
                    <a:rPr lang="zh-CN" altLang="en-US">
                      <a:noFill/>
                    </a:rPr>
                    <a:t> </a:t>
                  </a:r>
                </a:p>
              </p:txBody>
            </p:sp>
          </mc:Fallback>
        </mc:AlternateContent>
        <p:sp>
          <p:nvSpPr>
            <p:cNvPr id="43" name="Line 27">
              <a:extLst>
                <a:ext uri="{FF2B5EF4-FFF2-40B4-BE49-F238E27FC236}">
                  <a16:creationId xmlns:a16="http://schemas.microsoft.com/office/drawing/2014/main" id="{B225F64B-856E-D3A9-EEF7-4C2D78C04A35}"/>
                </a:ext>
              </a:extLst>
            </p:cNvPr>
            <p:cNvSpPr>
              <a:spLocks noChangeShapeType="1"/>
            </p:cNvSpPr>
            <p:nvPr/>
          </p:nvSpPr>
          <p:spPr bwMode="auto">
            <a:xfrm>
              <a:off x="8396141" y="5166631"/>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4" name="Line 27">
              <a:extLst>
                <a:ext uri="{FF2B5EF4-FFF2-40B4-BE49-F238E27FC236}">
                  <a16:creationId xmlns:a16="http://schemas.microsoft.com/office/drawing/2014/main" id="{32C7ED6C-24D7-8647-B6E6-63AD735068BA}"/>
                </a:ext>
              </a:extLst>
            </p:cNvPr>
            <p:cNvSpPr>
              <a:spLocks noChangeShapeType="1"/>
            </p:cNvSpPr>
            <p:nvPr/>
          </p:nvSpPr>
          <p:spPr bwMode="auto">
            <a:xfrm>
              <a:off x="8396141" y="5817002"/>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BEB657C6-666F-399B-B9BF-724C027028FA}"/>
                    </a:ext>
                  </a:extLst>
                </p:cNvPr>
                <p:cNvSpPr txBox="1"/>
                <p:nvPr/>
              </p:nvSpPr>
              <p:spPr>
                <a:xfrm>
                  <a:off x="8633656" y="4936761"/>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44" name="文本框 43">
                  <a:extLst>
                    <a:ext uri="{FF2B5EF4-FFF2-40B4-BE49-F238E27FC236}">
                      <a16:creationId xmlns:a16="http://schemas.microsoft.com/office/drawing/2014/main" id="{6E84F2D8-66FE-9E97-E39E-FAB629797CD1}"/>
                    </a:ext>
                  </a:extLst>
                </p:cNvPr>
                <p:cNvSpPr txBox="1">
                  <a:spLocks noRot="1" noChangeAspect="1" noMove="1" noResize="1" noEditPoints="1" noAdjustHandles="1" noChangeArrowheads="1" noChangeShapeType="1" noTextEdit="1"/>
                </p:cNvSpPr>
                <p:nvPr/>
              </p:nvSpPr>
              <p:spPr>
                <a:xfrm>
                  <a:off x="8633656" y="4936761"/>
                  <a:ext cx="458075" cy="461665"/>
                </a:xfrm>
                <a:prstGeom prst="rect">
                  <a:avLst/>
                </a:prstGeom>
                <a:blipFill>
                  <a:blip r:embed="rId33"/>
                  <a:stretch>
                    <a:fillRect l="-10667" b="-118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D9853D65-8B8B-9E4C-D92B-F270B03222B4}"/>
                    </a:ext>
                  </a:extLst>
                </p:cNvPr>
                <p:cNvSpPr txBox="1"/>
                <p:nvPr/>
              </p:nvSpPr>
              <p:spPr>
                <a:xfrm>
                  <a:off x="8627820" y="5591759"/>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45" name="文本框 44">
                  <a:extLst>
                    <a:ext uri="{FF2B5EF4-FFF2-40B4-BE49-F238E27FC236}">
                      <a16:creationId xmlns:a16="http://schemas.microsoft.com/office/drawing/2014/main" id="{C90242F3-0630-22DF-ED83-03EED6B89F3D}"/>
                    </a:ext>
                  </a:extLst>
                </p:cNvPr>
                <p:cNvSpPr txBox="1">
                  <a:spLocks noRot="1" noChangeAspect="1" noMove="1" noResize="1" noEditPoints="1" noAdjustHandles="1" noChangeArrowheads="1" noChangeShapeType="1" noTextEdit="1"/>
                </p:cNvSpPr>
                <p:nvPr/>
              </p:nvSpPr>
              <p:spPr>
                <a:xfrm>
                  <a:off x="8627820" y="5591759"/>
                  <a:ext cx="458075" cy="462434"/>
                </a:xfrm>
                <a:prstGeom prst="rect">
                  <a:avLst/>
                </a:prstGeom>
                <a:blipFill>
                  <a:blip r:embed="rId34"/>
                  <a:stretch>
                    <a:fillRect l="-10667" b="-13158"/>
                  </a:stretch>
                </a:blipFill>
              </p:spPr>
              <p:txBody>
                <a:bodyPr/>
                <a:lstStyle/>
                <a:p>
                  <a:r>
                    <a:rPr lang="zh-CN" altLang="en-US">
                      <a:noFill/>
                    </a:rPr>
                    <a:t> </a:t>
                  </a:r>
                </a:p>
              </p:txBody>
            </p:sp>
          </mc:Fallback>
        </mc:AlternateContent>
        <p:sp>
          <p:nvSpPr>
            <p:cNvPr id="47" name="等腰三角形 46">
              <a:extLst>
                <a:ext uri="{FF2B5EF4-FFF2-40B4-BE49-F238E27FC236}">
                  <a16:creationId xmlns:a16="http://schemas.microsoft.com/office/drawing/2014/main" id="{C548AC51-B6A5-1C50-3282-24B8297C57C0}"/>
                </a:ext>
              </a:extLst>
            </p:cNvPr>
            <p:cNvSpPr/>
            <p:nvPr/>
          </p:nvSpPr>
          <p:spPr>
            <a:xfrm rot="5400000">
              <a:off x="7435899" y="5767357"/>
              <a:ext cx="147129"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576177FD-514A-4C17-6EBC-2DEE8D414449}"/>
                </a:ext>
              </a:extLst>
            </p:cNvPr>
            <p:cNvSpPr/>
            <p:nvPr/>
          </p:nvSpPr>
          <p:spPr>
            <a:xfrm flipV="1">
              <a:off x="8400690" y="5762847"/>
              <a:ext cx="104821" cy="102434"/>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20C6543D-42BE-5065-FC0F-DA24F1A4FC73}"/>
                    </a:ext>
                  </a:extLst>
                </p:cNvPr>
                <p:cNvSpPr txBox="1"/>
                <p:nvPr/>
              </p:nvSpPr>
              <p:spPr>
                <a:xfrm>
                  <a:off x="6809810" y="4933586"/>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D</m:t>
                        </m:r>
                      </m:oMath>
                    </m:oMathPara>
                  </a14:m>
                  <a:endParaRPr lang="zh-CN" altLang="en-US" sz="2400" dirty="0">
                    <a:solidFill>
                      <a:schemeClr val="accent5">
                        <a:lumMod val="75000"/>
                      </a:schemeClr>
                    </a:solidFill>
                  </a:endParaRPr>
                </a:p>
              </p:txBody>
            </p:sp>
          </mc:Choice>
          <mc:Fallback xmlns="">
            <p:sp>
              <p:nvSpPr>
                <p:cNvPr id="31" name="文本框 30">
                  <a:extLst>
                    <a:ext uri="{FF2B5EF4-FFF2-40B4-BE49-F238E27FC236}">
                      <a16:creationId xmlns:a16="http://schemas.microsoft.com/office/drawing/2014/main" id="{0FF97F67-E57C-F168-465D-BE66E55DF52F}"/>
                    </a:ext>
                  </a:extLst>
                </p:cNvPr>
                <p:cNvSpPr txBox="1">
                  <a:spLocks noRot="1" noChangeAspect="1" noMove="1" noResize="1" noEditPoints="1" noAdjustHandles="1" noChangeArrowheads="1" noChangeShapeType="1" noTextEdit="1"/>
                </p:cNvSpPr>
                <p:nvPr/>
              </p:nvSpPr>
              <p:spPr>
                <a:xfrm>
                  <a:off x="6809810" y="4933586"/>
                  <a:ext cx="458075" cy="461665"/>
                </a:xfrm>
                <a:prstGeom prst="rect">
                  <a:avLst/>
                </a:prstGeom>
                <a:blipFill>
                  <a:blip r:embed="rId35"/>
                  <a:stretch>
                    <a:fillRect l="-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CFFFB069-8CF3-0DD8-4046-9BFC8E4058CD}"/>
                    </a:ext>
                  </a:extLst>
                </p:cNvPr>
                <p:cNvSpPr txBox="1"/>
                <p:nvPr/>
              </p:nvSpPr>
              <p:spPr>
                <a:xfrm>
                  <a:off x="7498800" y="5597085"/>
                  <a:ext cx="448351" cy="430887"/>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m:t>
                        </m:r>
                        <m:r>
                          <a:rPr lang="en-US" altLang="zh-CN" sz="2200" i="1" smtClean="0">
                            <a:latin typeface="Cambria Math" panose="02040503050406030204" pitchFamily="18" charset="0"/>
                          </a:rPr>
                          <m:t>1</m:t>
                        </m:r>
                      </m:oMath>
                    </m:oMathPara>
                  </a14:m>
                  <a:endParaRPr lang="zh-CN" altLang="en-US" sz="2200" dirty="0"/>
                </a:p>
              </p:txBody>
            </p:sp>
          </mc:Choice>
          <mc:Fallback xmlns="">
            <p:sp>
              <p:nvSpPr>
                <p:cNvPr id="37" name="文本框 36">
                  <a:extLst>
                    <a:ext uri="{FF2B5EF4-FFF2-40B4-BE49-F238E27FC236}">
                      <a16:creationId xmlns:a16="http://schemas.microsoft.com/office/drawing/2014/main" id="{7BC7146D-1963-BD19-9769-111B65A86635}"/>
                    </a:ext>
                  </a:extLst>
                </p:cNvPr>
                <p:cNvSpPr txBox="1">
                  <a:spLocks noRot="1" noChangeAspect="1" noMove="1" noResize="1" noEditPoints="1" noAdjustHandles="1" noChangeArrowheads="1" noChangeShapeType="1" noTextEdit="1"/>
                </p:cNvSpPr>
                <p:nvPr/>
              </p:nvSpPr>
              <p:spPr>
                <a:xfrm>
                  <a:off x="7498800" y="5597085"/>
                  <a:ext cx="448351" cy="430887"/>
                </a:xfrm>
                <a:prstGeom prst="rect">
                  <a:avLst/>
                </a:prstGeom>
                <a:blipFill>
                  <a:blip r:embed="rId36"/>
                  <a:stretch>
                    <a:fillRect l="-1351" r="-108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15C5C54F-BF05-4D6E-04E0-A3F57FA432BC}"/>
                    </a:ext>
                  </a:extLst>
                </p:cNvPr>
                <p:cNvSpPr txBox="1"/>
                <p:nvPr/>
              </p:nvSpPr>
              <p:spPr>
                <a:xfrm>
                  <a:off x="6788655" y="5583231"/>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CP</m:t>
                        </m:r>
                      </m:oMath>
                    </m:oMathPara>
                  </a14:m>
                  <a:endParaRPr lang="zh-CN" altLang="en-US" sz="2400" dirty="0">
                    <a:solidFill>
                      <a:schemeClr val="accent5">
                        <a:lumMod val="75000"/>
                      </a:schemeClr>
                    </a:solidFill>
                  </a:endParaRPr>
                </a:p>
              </p:txBody>
            </p:sp>
          </mc:Choice>
          <mc:Fallback xmlns="">
            <p:sp>
              <p:nvSpPr>
                <p:cNvPr id="46" name="文本框 45">
                  <a:extLst>
                    <a:ext uri="{FF2B5EF4-FFF2-40B4-BE49-F238E27FC236}">
                      <a16:creationId xmlns:a16="http://schemas.microsoft.com/office/drawing/2014/main" id="{6495995A-CE8C-A852-B70C-02D6DCF8A729}"/>
                    </a:ext>
                  </a:extLst>
                </p:cNvPr>
                <p:cNvSpPr txBox="1">
                  <a:spLocks noRot="1" noChangeAspect="1" noMove="1" noResize="1" noEditPoints="1" noAdjustHandles="1" noChangeArrowheads="1" noChangeShapeType="1" noTextEdit="1"/>
                </p:cNvSpPr>
                <p:nvPr/>
              </p:nvSpPr>
              <p:spPr>
                <a:xfrm>
                  <a:off x="6788655" y="5583231"/>
                  <a:ext cx="458075" cy="461665"/>
                </a:xfrm>
                <a:prstGeom prst="rect">
                  <a:avLst/>
                </a:prstGeom>
                <a:blipFill>
                  <a:blip r:embed="rId37"/>
                  <a:stretch>
                    <a:fillRect l="-20000" r="-1333"/>
                  </a:stretch>
                </a:blipFill>
              </p:spPr>
              <p:txBody>
                <a:bodyPr/>
                <a:lstStyle/>
                <a:p>
                  <a:r>
                    <a:rPr lang="zh-CN" altLang="en-US">
                      <a:noFill/>
                    </a:rPr>
                    <a:t> </a:t>
                  </a:r>
                </a:p>
              </p:txBody>
            </p:sp>
          </mc:Fallback>
        </mc:AlternateContent>
      </p:grpSp>
      <p:grpSp>
        <p:nvGrpSpPr>
          <p:cNvPr id="52" name="组合 51">
            <a:extLst>
              <a:ext uri="{FF2B5EF4-FFF2-40B4-BE49-F238E27FC236}">
                <a16:creationId xmlns:a16="http://schemas.microsoft.com/office/drawing/2014/main" id="{19F08300-4AC1-CEC7-1122-571109521949}"/>
              </a:ext>
            </a:extLst>
          </p:cNvPr>
          <p:cNvGrpSpPr/>
          <p:nvPr/>
        </p:nvGrpSpPr>
        <p:grpSpPr>
          <a:xfrm>
            <a:off x="9475200" y="4904973"/>
            <a:ext cx="2303076" cy="1163907"/>
            <a:chOff x="4684482" y="1079396"/>
            <a:chExt cx="2303076" cy="1163907"/>
          </a:xfrm>
        </p:grpSpPr>
        <p:sp>
          <p:nvSpPr>
            <p:cNvPr id="53" name="矩形 52">
              <a:extLst>
                <a:ext uri="{FF2B5EF4-FFF2-40B4-BE49-F238E27FC236}">
                  <a16:creationId xmlns:a16="http://schemas.microsoft.com/office/drawing/2014/main" id="{DAE45589-A7CA-FC54-530B-2721A2980AD7}"/>
                </a:ext>
              </a:extLst>
            </p:cNvPr>
            <p:cNvSpPr/>
            <p:nvPr/>
          </p:nvSpPr>
          <p:spPr>
            <a:xfrm>
              <a:off x="5354169" y="1079396"/>
              <a:ext cx="937799" cy="1163907"/>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Line 27">
              <a:extLst>
                <a:ext uri="{FF2B5EF4-FFF2-40B4-BE49-F238E27FC236}">
                  <a16:creationId xmlns:a16="http://schemas.microsoft.com/office/drawing/2014/main" id="{A571F469-4CB3-233D-67ED-C6B5139C69E5}"/>
                </a:ext>
              </a:extLst>
            </p:cNvPr>
            <p:cNvSpPr>
              <a:spLocks noChangeShapeType="1"/>
            </p:cNvSpPr>
            <p:nvPr/>
          </p:nvSpPr>
          <p:spPr bwMode="auto">
            <a:xfrm>
              <a:off x="5092841" y="1339989"/>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5" name="Line 27">
              <a:extLst>
                <a:ext uri="{FF2B5EF4-FFF2-40B4-BE49-F238E27FC236}">
                  <a16:creationId xmlns:a16="http://schemas.microsoft.com/office/drawing/2014/main" id="{A8FECFB9-586A-F772-E572-0935DB9D1B32}"/>
                </a:ext>
              </a:extLst>
            </p:cNvPr>
            <p:cNvSpPr>
              <a:spLocks noChangeShapeType="1"/>
            </p:cNvSpPr>
            <p:nvPr/>
          </p:nvSpPr>
          <p:spPr bwMode="auto">
            <a:xfrm>
              <a:off x="5092841" y="1990361"/>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8F8D0354-DEA3-73B4-B68B-4E2926E04823}"/>
                    </a:ext>
                  </a:extLst>
                </p:cNvPr>
                <p:cNvSpPr txBox="1"/>
                <p:nvPr/>
              </p:nvSpPr>
              <p:spPr>
                <a:xfrm>
                  <a:off x="5351083" y="1122120"/>
                  <a:ext cx="448351" cy="430887"/>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r>
                          <a:rPr lang="en-US" altLang="zh-CN" sz="2200" i="1" smtClean="0">
                            <a:latin typeface="Cambria Math" panose="02040503050406030204" pitchFamily="18" charset="0"/>
                          </a:rPr>
                          <m:t>1</m:t>
                        </m:r>
                        <m:r>
                          <m:rPr>
                            <m:sty m:val="p"/>
                          </m:rPr>
                          <a:rPr lang="en-US" altLang="zh-CN" sz="2200" b="0" i="0" smtClean="0">
                            <a:latin typeface="Cambria Math" panose="02040503050406030204" pitchFamily="18" charset="0"/>
                          </a:rPr>
                          <m:t>D</m:t>
                        </m:r>
                      </m:oMath>
                    </m:oMathPara>
                  </a14:m>
                  <a:endParaRPr lang="zh-CN" altLang="en-US" sz="2200" dirty="0"/>
                </a:p>
              </p:txBody>
            </p:sp>
          </mc:Choice>
          <mc:Fallback xmlns="">
            <p:sp>
              <p:nvSpPr>
                <p:cNvPr id="116" name="文本框 115">
                  <a:extLst>
                    <a:ext uri="{FF2B5EF4-FFF2-40B4-BE49-F238E27FC236}">
                      <a16:creationId xmlns:a16="http://schemas.microsoft.com/office/drawing/2014/main" id="{DBFB7CC3-A663-C738-F432-0A4846FE7ADC}"/>
                    </a:ext>
                  </a:extLst>
                </p:cNvPr>
                <p:cNvSpPr txBox="1">
                  <a:spLocks noRot="1" noChangeAspect="1" noMove="1" noResize="1" noEditPoints="1" noAdjustHandles="1" noChangeArrowheads="1" noChangeShapeType="1" noTextEdit="1"/>
                </p:cNvSpPr>
                <p:nvPr/>
              </p:nvSpPr>
              <p:spPr>
                <a:xfrm>
                  <a:off x="5351083" y="1122120"/>
                  <a:ext cx="448351" cy="430887"/>
                </a:xfrm>
                <a:prstGeom prst="rect">
                  <a:avLst/>
                </a:prstGeom>
                <a:blipFill>
                  <a:blip r:embed="rId38"/>
                  <a:stretch>
                    <a:fillRect l="-1370" r="-17808"/>
                  </a:stretch>
                </a:blipFill>
              </p:spPr>
              <p:txBody>
                <a:bodyPr/>
                <a:lstStyle/>
                <a:p>
                  <a:r>
                    <a:rPr lang="zh-CN" altLang="en-US">
                      <a:noFill/>
                    </a:rPr>
                    <a:t> </a:t>
                  </a:r>
                </a:p>
              </p:txBody>
            </p:sp>
          </mc:Fallback>
        </mc:AlternateContent>
        <p:sp>
          <p:nvSpPr>
            <p:cNvPr id="57" name="Line 27">
              <a:extLst>
                <a:ext uri="{FF2B5EF4-FFF2-40B4-BE49-F238E27FC236}">
                  <a16:creationId xmlns:a16="http://schemas.microsoft.com/office/drawing/2014/main" id="{6E7D20A5-F1BE-6F04-948E-1FFF8848A9C1}"/>
                </a:ext>
              </a:extLst>
            </p:cNvPr>
            <p:cNvSpPr>
              <a:spLocks noChangeShapeType="1"/>
            </p:cNvSpPr>
            <p:nvPr/>
          </p:nvSpPr>
          <p:spPr bwMode="auto">
            <a:xfrm>
              <a:off x="6291968" y="1339989"/>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8" name="Line 27">
              <a:extLst>
                <a:ext uri="{FF2B5EF4-FFF2-40B4-BE49-F238E27FC236}">
                  <a16:creationId xmlns:a16="http://schemas.microsoft.com/office/drawing/2014/main" id="{0DDD2031-2D79-084D-B391-D95BCFFB31DF}"/>
                </a:ext>
              </a:extLst>
            </p:cNvPr>
            <p:cNvSpPr>
              <a:spLocks noChangeShapeType="1"/>
            </p:cNvSpPr>
            <p:nvPr/>
          </p:nvSpPr>
          <p:spPr bwMode="auto">
            <a:xfrm>
              <a:off x="6291968" y="1990360"/>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078456BE-CB81-41AC-B7E7-4D22D4CDFEB3}"/>
                    </a:ext>
                  </a:extLst>
                </p:cNvPr>
                <p:cNvSpPr txBox="1"/>
                <p:nvPr/>
              </p:nvSpPr>
              <p:spPr>
                <a:xfrm>
                  <a:off x="6529483" y="1110119"/>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119" name="文本框 118">
                  <a:extLst>
                    <a:ext uri="{FF2B5EF4-FFF2-40B4-BE49-F238E27FC236}">
                      <a16:creationId xmlns:a16="http://schemas.microsoft.com/office/drawing/2014/main" id="{14080638-597B-C78A-E01D-AB5AFFB2ED81}"/>
                    </a:ext>
                  </a:extLst>
                </p:cNvPr>
                <p:cNvSpPr txBox="1">
                  <a:spLocks noRot="1" noChangeAspect="1" noMove="1" noResize="1" noEditPoints="1" noAdjustHandles="1" noChangeArrowheads="1" noChangeShapeType="1" noTextEdit="1"/>
                </p:cNvSpPr>
                <p:nvPr/>
              </p:nvSpPr>
              <p:spPr>
                <a:xfrm>
                  <a:off x="6529483" y="1110119"/>
                  <a:ext cx="458075" cy="461665"/>
                </a:xfrm>
                <a:prstGeom prst="rect">
                  <a:avLst/>
                </a:prstGeom>
                <a:blipFill>
                  <a:blip r:embed="rId39"/>
                  <a:stretch>
                    <a:fillRect l="-10667"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B0B26B73-F06B-4E9F-528D-9CE63B8010AA}"/>
                    </a:ext>
                  </a:extLst>
                </p:cNvPr>
                <p:cNvSpPr txBox="1"/>
                <p:nvPr/>
              </p:nvSpPr>
              <p:spPr>
                <a:xfrm>
                  <a:off x="6523647" y="1765117"/>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120" name="文本框 119">
                  <a:extLst>
                    <a:ext uri="{FF2B5EF4-FFF2-40B4-BE49-F238E27FC236}">
                      <a16:creationId xmlns:a16="http://schemas.microsoft.com/office/drawing/2014/main" id="{6A8C66AF-DADE-19F7-F598-8D44B3AABF75}"/>
                    </a:ext>
                  </a:extLst>
                </p:cNvPr>
                <p:cNvSpPr txBox="1">
                  <a:spLocks noRot="1" noChangeAspect="1" noMove="1" noResize="1" noEditPoints="1" noAdjustHandles="1" noChangeArrowheads="1" noChangeShapeType="1" noTextEdit="1"/>
                </p:cNvSpPr>
                <p:nvPr/>
              </p:nvSpPr>
              <p:spPr>
                <a:xfrm>
                  <a:off x="6523647" y="1765117"/>
                  <a:ext cx="458075" cy="462434"/>
                </a:xfrm>
                <a:prstGeom prst="rect">
                  <a:avLst/>
                </a:prstGeom>
                <a:blipFill>
                  <a:blip r:embed="rId40"/>
                  <a:stretch>
                    <a:fillRect l="-10667" b="-13158"/>
                  </a:stretch>
                </a:blipFill>
              </p:spPr>
              <p:txBody>
                <a:bodyPr/>
                <a:lstStyle/>
                <a:p>
                  <a:r>
                    <a:rPr lang="zh-CN" altLang="en-US">
                      <a:noFill/>
                    </a:rPr>
                    <a:t> </a:t>
                  </a:r>
                </a:p>
              </p:txBody>
            </p:sp>
          </mc:Fallback>
        </mc:AlternateContent>
        <p:sp>
          <p:nvSpPr>
            <p:cNvPr id="61" name="等腰三角形 60">
              <a:extLst>
                <a:ext uri="{FF2B5EF4-FFF2-40B4-BE49-F238E27FC236}">
                  <a16:creationId xmlns:a16="http://schemas.microsoft.com/office/drawing/2014/main" id="{161F9B14-0507-0347-4703-7E76056F1D7A}"/>
                </a:ext>
              </a:extLst>
            </p:cNvPr>
            <p:cNvSpPr/>
            <p:nvPr/>
          </p:nvSpPr>
          <p:spPr>
            <a:xfrm rot="5400000">
              <a:off x="5331726" y="1940715"/>
              <a:ext cx="147129"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2" name="椭圆 61">
              <a:extLst>
                <a:ext uri="{FF2B5EF4-FFF2-40B4-BE49-F238E27FC236}">
                  <a16:creationId xmlns:a16="http://schemas.microsoft.com/office/drawing/2014/main" id="{CECB5740-8B8A-61C7-9925-AA77AE60DB5F}"/>
                </a:ext>
              </a:extLst>
            </p:cNvPr>
            <p:cNvSpPr/>
            <p:nvPr/>
          </p:nvSpPr>
          <p:spPr>
            <a:xfrm flipV="1">
              <a:off x="6296517" y="1936205"/>
              <a:ext cx="104821" cy="102434"/>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A40FCAC9-2E81-7264-9339-DC2A24E6E5E7}"/>
                    </a:ext>
                  </a:extLst>
                </p:cNvPr>
                <p:cNvSpPr txBox="1"/>
                <p:nvPr/>
              </p:nvSpPr>
              <p:spPr>
                <a:xfrm>
                  <a:off x="4705637" y="1106944"/>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D</m:t>
                        </m:r>
                      </m:oMath>
                    </m:oMathPara>
                  </a14:m>
                  <a:endParaRPr lang="zh-CN" altLang="en-US" sz="2400" dirty="0">
                    <a:solidFill>
                      <a:schemeClr val="accent5">
                        <a:lumMod val="75000"/>
                      </a:schemeClr>
                    </a:solidFill>
                  </a:endParaRPr>
                </a:p>
              </p:txBody>
            </p:sp>
          </mc:Choice>
          <mc:Fallback xmlns="">
            <p:sp>
              <p:nvSpPr>
                <p:cNvPr id="123" name="文本框 122">
                  <a:extLst>
                    <a:ext uri="{FF2B5EF4-FFF2-40B4-BE49-F238E27FC236}">
                      <a16:creationId xmlns:a16="http://schemas.microsoft.com/office/drawing/2014/main" id="{B4EA4C97-AE17-2293-3D6E-BEC611E767AD}"/>
                    </a:ext>
                  </a:extLst>
                </p:cNvPr>
                <p:cNvSpPr txBox="1">
                  <a:spLocks noRot="1" noChangeAspect="1" noMove="1" noResize="1" noEditPoints="1" noAdjustHandles="1" noChangeArrowheads="1" noChangeShapeType="1" noTextEdit="1"/>
                </p:cNvSpPr>
                <p:nvPr/>
              </p:nvSpPr>
              <p:spPr>
                <a:xfrm>
                  <a:off x="4705637" y="1106944"/>
                  <a:ext cx="458075" cy="461665"/>
                </a:xfrm>
                <a:prstGeom prst="rect">
                  <a:avLst/>
                </a:prstGeom>
                <a:blipFill>
                  <a:blip r:embed="rId41"/>
                  <a:stretch>
                    <a:fillRect l="-5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C80C47F5-C0C0-566C-67DF-0C50CD89EA2E}"/>
                    </a:ext>
                  </a:extLst>
                </p:cNvPr>
                <p:cNvSpPr txBox="1"/>
                <p:nvPr/>
              </p:nvSpPr>
              <p:spPr>
                <a:xfrm>
                  <a:off x="5394627" y="1770443"/>
                  <a:ext cx="448351" cy="430887"/>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m:t>
                        </m:r>
                        <m:r>
                          <a:rPr lang="en-US" altLang="zh-CN" sz="2200" i="1" smtClean="0">
                            <a:latin typeface="Cambria Math" panose="02040503050406030204" pitchFamily="18" charset="0"/>
                          </a:rPr>
                          <m:t>1</m:t>
                        </m:r>
                      </m:oMath>
                    </m:oMathPara>
                  </a14:m>
                  <a:endParaRPr lang="zh-CN" altLang="en-US" sz="2200" dirty="0"/>
                </a:p>
              </p:txBody>
            </p:sp>
          </mc:Choice>
          <mc:Fallback xmlns="">
            <p:sp>
              <p:nvSpPr>
                <p:cNvPr id="124" name="文本框 123">
                  <a:extLst>
                    <a:ext uri="{FF2B5EF4-FFF2-40B4-BE49-F238E27FC236}">
                      <a16:creationId xmlns:a16="http://schemas.microsoft.com/office/drawing/2014/main" id="{F29E1FC5-09F2-1963-C881-5064B0E6BDCD}"/>
                    </a:ext>
                  </a:extLst>
                </p:cNvPr>
                <p:cNvSpPr txBox="1">
                  <a:spLocks noRot="1" noChangeAspect="1" noMove="1" noResize="1" noEditPoints="1" noAdjustHandles="1" noChangeArrowheads="1" noChangeShapeType="1" noTextEdit="1"/>
                </p:cNvSpPr>
                <p:nvPr/>
              </p:nvSpPr>
              <p:spPr>
                <a:xfrm>
                  <a:off x="5394627" y="1770443"/>
                  <a:ext cx="448351" cy="430887"/>
                </a:xfrm>
                <a:prstGeom prst="rect">
                  <a:avLst/>
                </a:prstGeom>
                <a:blipFill>
                  <a:blip r:embed="rId42"/>
                  <a:stretch>
                    <a:fillRect l="-1370" r="-123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1E4BBCF5-741C-36DF-8947-6C2FD4688A42}"/>
                    </a:ext>
                  </a:extLst>
                </p:cNvPr>
                <p:cNvSpPr txBox="1"/>
                <p:nvPr/>
              </p:nvSpPr>
              <p:spPr>
                <a:xfrm>
                  <a:off x="4684482" y="1756589"/>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CP</m:t>
                        </m:r>
                      </m:oMath>
                    </m:oMathPara>
                  </a14:m>
                  <a:endParaRPr lang="zh-CN" altLang="en-US" sz="2400" dirty="0">
                    <a:solidFill>
                      <a:schemeClr val="accent5">
                        <a:lumMod val="75000"/>
                      </a:schemeClr>
                    </a:solidFill>
                  </a:endParaRPr>
                </a:p>
              </p:txBody>
            </p:sp>
          </mc:Choice>
          <mc:Fallback xmlns="">
            <p:sp>
              <p:nvSpPr>
                <p:cNvPr id="125" name="文本框 124">
                  <a:extLst>
                    <a:ext uri="{FF2B5EF4-FFF2-40B4-BE49-F238E27FC236}">
                      <a16:creationId xmlns:a16="http://schemas.microsoft.com/office/drawing/2014/main" id="{7D53C2C1-AD4B-A9A0-692C-9C00E66B5247}"/>
                    </a:ext>
                  </a:extLst>
                </p:cNvPr>
                <p:cNvSpPr txBox="1">
                  <a:spLocks noRot="1" noChangeAspect="1" noMove="1" noResize="1" noEditPoints="1" noAdjustHandles="1" noChangeArrowheads="1" noChangeShapeType="1" noTextEdit="1"/>
                </p:cNvSpPr>
                <p:nvPr/>
              </p:nvSpPr>
              <p:spPr>
                <a:xfrm>
                  <a:off x="4684482" y="1756589"/>
                  <a:ext cx="458075" cy="461665"/>
                </a:xfrm>
                <a:prstGeom prst="rect">
                  <a:avLst/>
                </a:prstGeom>
                <a:blipFill>
                  <a:blip r:embed="rId43"/>
                  <a:stretch>
                    <a:fillRect l="-20000" r="-1333"/>
                  </a:stretch>
                </a:blipFill>
              </p:spPr>
              <p:txBody>
                <a:bodyPr/>
                <a:lstStyle/>
                <a:p>
                  <a:r>
                    <a:rPr lang="zh-CN" altLang="en-US">
                      <a:noFill/>
                    </a:rPr>
                    <a:t> </a:t>
                  </a:r>
                </a:p>
              </p:txBody>
            </p:sp>
          </mc:Fallback>
        </mc:AlternateContent>
        <p:sp>
          <p:nvSpPr>
            <p:cNvPr id="66" name="椭圆 65">
              <a:extLst>
                <a:ext uri="{FF2B5EF4-FFF2-40B4-BE49-F238E27FC236}">
                  <a16:creationId xmlns:a16="http://schemas.microsoft.com/office/drawing/2014/main" id="{F24AE2D3-61D2-DD98-6E0D-E83F08F2D5E6}"/>
                </a:ext>
              </a:extLst>
            </p:cNvPr>
            <p:cNvSpPr/>
            <p:nvPr/>
          </p:nvSpPr>
          <p:spPr>
            <a:xfrm flipV="1">
              <a:off x="5240604" y="1936205"/>
              <a:ext cx="104821" cy="102434"/>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Tree>
    <p:extLst>
      <p:ext uri="{BB962C8B-B14F-4D97-AF65-F5344CB8AC3E}">
        <p14:creationId xmlns:p14="http://schemas.microsoft.com/office/powerpoint/2010/main" val="414145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92DE8-E269-3F58-E5FB-58B48EB81CF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6E5116A-2E9F-8767-56A3-2AF947761FD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数字部分（锁存器与触发器）</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93C9397-B260-8168-FDC8-E2126424C546}"/>
                  </a:ext>
                </a:extLst>
              </p:cNvPr>
              <p:cNvSpPr txBox="1"/>
              <p:nvPr/>
            </p:nvSpPr>
            <p:spPr>
              <a:xfrm>
                <a:off x="360000" y="827997"/>
                <a:ext cx="8280000" cy="573427"/>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JK </a:t>
                </a:r>
                <a:r>
                  <a:rPr kumimoji="1" lang="zh-CN" altLang="en-US" sz="2800" dirty="0">
                    <a:solidFill>
                      <a:srgbClr val="002060"/>
                    </a:solidFill>
                    <a:latin typeface="微软雅黑" panose="020B0503020204020204" pitchFamily="34" charset="-122"/>
                    <a:ea typeface="微软雅黑" panose="020B0503020204020204" pitchFamily="34" charset="-122"/>
                  </a:rPr>
                  <a:t>触发器：</a:t>
                </a:r>
                <a:r>
                  <a:rPr kumimoji="1" lang="en-US" altLang="zh-CN" sz="28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r>
                          <a:rPr lang="en-US" altLang="zh-CN" sz="2800" i="1">
                            <a:solidFill>
                              <a:srgbClr val="002060"/>
                            </a:solidFill>
                            <a:latin typeface="Cambria Math" panose="02040503050406030204" pitchFamily="18" charset="0"/>
                          </a:rPr>
                          <m:t>+1</m:t>
                        </m:r>
                      </m:sup>
                    </m:sSup>
                    <m:r>
                      <a:rPr lang="en-US" altLang="zh-CN" sz="2800">
                        <a:solidFill>
                          <a:srgbClr val="002060"/>
                        </a:solidFill>
                        <a:latin typeface="Cambria Math" panose="02040503050406030204" pitchFamily="18" charset="0"/>
                      </a:rPr>
                      <m:t>=</m:t>
                    </m:r>
                    <m:r>
                      <m:rPr>
                        <m:sty m:val="p"/>
                      </m:rPr>
                      <a:rPr lang="en-US" altLang="zh-CN" sz="2800">
                        <a:solidFill>
                          <a:srgbClr val="002060"/>
                        </a:solidFill>
                        <a:latin typeface="Cambria Math" panose="02040503050406030204" pitchFamily="18" charset="0"/>
                      </a:rPr>
                      <m:t>J</m:t>
                    </m:r>
                    <m:r>
                      <a:rPr lang="en-US" altLang="zh-CN" sz="2800" i="1">
                        <a:solidFill>
                          <a:srgbClr val="002060"/>
                        </a:solidFill>
                        <a:latin typeface="Cambria Math" panose="02040503050406030204" pitchFamily="18" charset="0"/>
                      </a:rPr>
                      <m:t> </m:t>
                    </m:r>
                    <m:acc>
                      <m:accPr>
                        <m:chr m:val="̅"/>
                        <m:ctrlPr>
                          <a:rPr lang="en-US" altLang="zh-CN" sz="2800" i="1">
                            <a:solidFill>
                              <a:srgbClr val="002060"/>
                            </a:solidFill>
                            <a:latin typeface="Cambria Math" panose="02040503050406030204" pitchFamily="18" charset="0"/>
                          </a:rPr>
                        </m:ctrlPr>
                      </m:accPr>
                      <m:e>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sup>
                        </m:sSup>
                      </m:e>
                    </m:acc>
                    <m:r>
                      <a:rPr lang="en-US" altLang="zh-CN" sz="2800" i="1">
                        <a:solidFill>
                          <a:srgbClr val="002060"/>
                        </a:solidFill>
                        <a:latin typeface="Cambria Math" panose="02040503050406030204" pitchFamily="18" charset="0"/>
                      </a:rPr>
                      <m:t>+</m:t>
                    </m:r>
                    <m:acc>
                      <m:accPr>
                        <m:chr m:val="̅"/>
                        <m:ctrlPr>
                          <a:rPr lang="en-US" altLang="zh-CN" sz="2800" i="1">
                            <a:solidFill>
                              <a:srgbClr val="002060"/>
                            </a:solidFill>
                            <a:latin typeface="Cambria Math" panose="02040503050406030204" pitchFamily="18" charset="0"/>
                          </a:rPr>
                        </m:ctrlPr>
                      </m:accPr>
                      <m:e>
                        <m:r>
                          <m:rPr>
                            <m:sty m:val="p"/>
                          </m:rPr>
                          <a:rPr lang="en-US" altLang="zh-CN" sz="2800">
                            <a:solidFill>
                              <a:srgbClr val="002060"/>
                            </a:solidFill>
                            <a:latin typeface="Cambria Math" panose="02040503050406030204" pitchFamily="18" charset="0"/>
                          </a:rPr>
                          <m:t>K</m:t>
                        </m:r>
                      </m:e>
                    </m:acc>
                    <m:r>
                      <a:rPr lang="en-US" altLang="zh-CN" sz="2800" i="1">
                        <a:solidFill>
                          <a:srgbClr val="002060"/>
                        </a:solidFill>
                        <a:latin typeface="Cambria Math" panose="02040503050406030204" pitchFamily="18" charset="0"/>
                      </a:rPr>
                      <m:t> </m:t>
                    </m:r>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sup>
                    </m:sSup>
                  </m:oMath>
                </a14:m>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E93C9397-B260-8168-FDC8-E2126424C546}"/>
                  </a:ext>
                </a:extLst>
              </p:cNvPr>
              <p:cNvSpPr txBox="1">
                <a:spLocks noRot="1" noChangeAspect="1" noMove="1" noResize="1" noEditPoints="1" noAdjustHandles="1" noChangeArrowheads="1" noChangeShapeType="1" noTextEdit="1"/>
              </p:cNvSpPr>
              <p:nvPr/>
            </p:nvSpPr>
            <p:spPr>
              <a:xfrm>
                <a:off x="360000" y="827997"/>
                <a:ext cx="8280000" cy="573427"/>
              </a:xfrm>
              <a:prstGeom prst="rect">
                <a:avLst/>
              </a:prstGeom>
              <a:blipFill>
                <a:blip r:embed="rId2"/>
                <a:stretch>
                  <a:fillRect l="-1325" t="-4255" b="-27660"/>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8AC62DDA-49F8-ED8B-D6C8-9AAE0347AE08}"/>
              </a:ext>
            </a:extLst>
          </p:cNvPr>
          <p:cNvGrpSpPr/>
          <p:nvPr/>
        </p:nvGrpSpPr>
        <p:grpSpPr>
          <a:xfrm>
            <a:off x="11449269" y="6198682"/>
            <a:ext cx="786273" cy="548639"/>
            <a:chOff x="11454918" y="5839511"/>
            <a:chExt cx="786273" cy="548639"/>
          </a:xfrm>
        </p:grpSpPr>
        <p:grpSp>
          <p:nvGrpSpPr>
            <p:cNvPr id="9" name="组合 8">
              <a:extLst>
                <a:ext uri="{FF2B5EF4-FFF2-40B4-BE49-F238E27FC236}">
                  <a16:creationId xmlns:a16="http://schemas.microsoft.com/office/drawing/2014/main" id="{6E56E86A-075E-9365-55C9-62218D28DB09}"/>
                </a:ext>
              </a:extLst>
            </p:cNvPr>
            <p:cNvGrpSpPr/>
            <p:nvPr/>
          </p:nvGrpSpPr>
          <p:grpSpPr>
            <a:xfrm>
              <a:off x="11454918" y="5867450"/>
              <a:ext cx="737081" cy="520700"/>
              <a:chOff x="11454918" y="5867450"/>
              <a:chExt cx="737081" cy="520700"/>
            </a:xfrm>
          </p:grpSpPr>
          <p:sp>
            <p:nvSpPr>
              <p:cNvPr id="11" name="箭头: 五边形 10">
                <a:extLst>
                  <a:ext uri="{FF2B5EF4-FFF2-40B4-BE49-F238E27FC236}">
                    <a16:creationId xmlns:a16="http://schemas.microsoft.com/office/drawing/2014/main" id="{4E5B32FE-3B07-B7A3-C220-1BBDB62257E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箭头: V 形 11">
                <a:extLst>
                  <a:ext uri="{FF2B5EF4-FFF2-40B4-BE49-F238E27FC236}">
                    <a16:creationId xmlns:a16="http://schemas.microsoft.com/office/drawing/2014/main" id="{91E46A68-AE9B-07B0-CC25-C4AC64DBC7E2}"/>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0" name="灯片编号占位符 3">
              <a:extLst>
                <a:ext uri="{FF2B5EF4-FFF2-40B4-BE49-F238E27FC236}">
                  <a16:creationId xmlns:a16="http://schemas.microsoft.com/office/drawing/2014/main" id="{4E35C0E4-666B-3534-F7DB-DEE1EFB9FAD1}"/>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32</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6EDDECF-FFCC-3D2E-2789-2068FD3D5015}"/>
                  </a:ext>
                </a:extLst>
              </p:cNvPr>
              <p:cNvSpPr txBox="1"/>
              <p:nvPr/>
            </p:nvSpPr>
            <p:spPr>
              <a:xfrm>
                <a:off x="360000" y="1800000"/>
                <a:ext cx="8280000" cy="573427"/>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T </a:t>
                </a:r>
                <a:r>
                  <a:rPr kumimoji="1" lang="zh-CN" altLang="en-US" sz="2800" dirty="0">
                    <a:solidFill>
                      <a:srgbClr val="002060"/>
                    </a:solidFill>
                    <a:latin typeface="微软雅黑" panose="020B0503020204020204" pitchFamily="34" charset="-122"/>
                    <a:ea typeface="微软雅黑" panose="020B0503020204020204" pitchFamily="34" charset="-122"/>
                  </a:rPr>
                  <a:t>触发器：</a:t>
                </a:r>
                <a:r>
                  <a:rPr kumimoji="1" lang="en-US" altLang="zh-CN" sz="28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r>
                          <a:rPr lang="en-US" altLang="zh-CN" sz="2800" i="1">
                            <a:solidFill>
                              <a:srgbClr val="002060"/>
                            </a:solidFill>
                            <a:latin typeface="Cambria Math" panose="02040503050406030204" pitchFamily="18" charset="0"/>
                          </a:rPr>
                          <m:t>+</m:t>
                        </m:r>
                        <m:r>
                          <a:rPr lang="en-US" altLang="zh-CN" sz="2800">
                            <a:solidFill>
                              <a:srgbClr val="002060"/>
                            </a:solidFill>
                            <a:latin typeface="Cambria Math" panose="02040503050406030204" pitchFamily="18" charset="0"/>
                          </a:rPr>
                          <m:t>1</m:t>
                        </m:r>
                      </m:sup>
                    </m:sSup>
                    <m:r>
                      <a:rPr lang="en-US" altLang="zh-CN" sz="2800">
                        <a:solidFill>
                          <a:srgbClr val="002060"/>
                        </a:solidFill>
                        <a:latin typeface="Cambria Math" panose="02040503050406030204" pitchFamily="18" charset="0"/>
                      </a:rPr>
                      <m:t>=</m:t>
                    </m:r>
                    <m:r>
                      <m:rPr>
                        <m:sty m:val="p"/>
                      </m:rPr>
                      <a:rPr lang="en-US" altLang="zh-CN" sz="2800">
                        <a:solidFill>
                          <a:srgbClr val="002060"/>
                        </a:solidFill>
                        <a:latin typeface="Cambria Math" panose="02040503050406030204" pitchFamily="18" charset="0"/>
                      </a:rPr>
                      <m:t>T</m:t>
                    </m:r>
                    <m:r>
                      <a:rPr lang="en-US" altLang="zh-CN" sz="2800">
                        <a:solidFill>
                          <a:srgbClr val="002060"/>
                        </a:solidFill>
                        <a:latin typeface="Cambria Math" panose="02040503050406030204" pitchFamily="18" charset="0"/>
                      </a:rPr>
                      <m:t> </m:t>
                    </m:r>
                    <m:acc>
                      <m:accPr>
                        <m:chr m:val="̅"/>
                        <m:ctrlPr>
                          <a:rPr lang="en-US" altLang="zh-CN" sz="2800" i="1">
                            <a:solidFill>
                              <a:srgbClr val="002060"/>
                            </a:solidFill>
                            <a:latin typeface="Cambria Math" panose="02040503050406030204" pitchFamily="18" charset="0"/>
                          </a:rPr>
                        </m:ctrlPr>
                      </m:accPr>
                      <m:e>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sup>
                        </m:sSup>
                      </m:e>
                    </m:acc>
                    <m:r>
                      <a:rPr lang="en-US" altLang="zh-CN" sz="2800" i="1">
                        <a:solidFill>
                          <a:srgbClr val="002060"/>
                        </a:solidFill>
                        <a:latin typeface="Cambria Math" panose="02040503050406030204" pitchFamily="18" charset="0"/>
                      </a:rPr>
                      <m:t>+</m:t>
                    </m:r>
                    <m:acc>
                      <m:accPr>
                        <m:chr m:val="̅"/>
                        <m:ctrlPr>
                          <a:rPr lang="en-US" altLang="zh-CN" sz="2800" i="1">
                            <a:solidFill>
                              <a:srgbClr val="002060"/>
                            </a:solidFill>
                            <a:latin typeface="Cambria Math" panose="02040503050406030204" pitchFamily="18" charset="0"/>
                          </a:rPr>
                        </m:ctrlPr>
                      </m:accPr>
                      <m:e>
                        <m:r>
                          <m:rPr>
                            <m:sty m:val="p"/>
                          </m:rPr>
                          <a:rPr lang="en-US" altLang="zh-CN" sz="2800">
                            <a:solidFill>
                              <a:srgbClr val="002060"/>
                            </a:solidFill>
                            <a:latin typeface="Cambria Math" panose="02040503050406030204" pitchFamily="18" charset="0"/>
                          </a:rPr>
                          <m:t>T</m:t>
                        </m:r>
                      </m:e>
                    </m:acc>
                    <m:r>
                      <a:rPr lang="en-US" altLang="zh-CN" sz="2800" i="1">
                        <a:solidFill>
                          <a:srgbClr val="002060"/>
                        </a:solidFill>
                        <a:latin typeface="Cambria Math" panose="02040503050406030204" pitchFamily="18" charset="0"/>
                      </a:rPr>
                      <m:t> </m:t>
                    </m:r>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sup>
                    </m:sSup>
                    <m:r>
                      <a:rPr lang="en-US" altLang="zh-CN" sz="2800">
                        <a:solidFill>
                          <a:srgbClr val="002060"/>
                        </a:solidFill>
                        <a:latin typeface="Cambria Math" panose="02040503050406030204" pitchFamily="18" charset="0"/>
                      </a:rPr>
                      <m:t>=</m:t>
                    </m:r>
                    <m:r>
                      <m:rPr>
                        <m:sty m:val="p"/>
                      </m:rPr>
                      <a:rPr lang="en-US" altLang="zh-CN" sz="2800">
                        <a:solidFill>
                          <a:srgbClr val="002060"/>
                        </a:solidFill>
                        <a:latin typeface="Cambria Math" panose="02040503050406030204" pitchFamily="18" charset="0"/>
                      </a:rPr>
                      <m:t>T</m:t>
                    </m:r>
                    <m:r>
                      <a:rPr lang="en-US" altLang="zh-CN" sz="2800">
                        <a:solidFill>
                          <a:srgbClr val="002060"/>
                        </a:solidFill>
                        <a:latin typeface="Cambria Math" panose="02040503050406030204" pitchFamily="18" charset="0"/>
                        <a:ea typeface="Cambria Math" panose="02040503050406030204" pitchFamily="18" charset="0"/>
                      </a:rPr>
                      <m:t>⊕</m:t>
                    </m:r>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sup>
                    </m:sSup>
                  </m:oMath>
                </a14:m>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D6EDDECF-FFCC-3D2E-2789-2068FD3D5015}"/>
                  </a:ext>
                </a:extLst>
              </p:cNvPr>
              <p:cNvSpPr txBox="1">
                <a:spLocks noRot="1" noChangeAspect="1" noMove="1" noResize="1" noEditPoints="1" noAdjustHandles="1" noChangeArrowheads="1" noChangeShapeType="1" noTextEdit="1"/>
              </p:cNvSpPr>
              <p:nvPr/>
            </p:nvSpPr>
            <p:spPr>
              <a:xfrm>
                <a:off x="360000" y="1800000"/>
                <a:ext cx="8280000" cy="573427"/>
              </a:xfrm>
              <a:prstGeom prst="rect">
                <a:avLst/>
              </a:prstGeom>
              <a:blipFill>
                <a:blip r:embed="rId3"/>
                <a:stretch>
                  <a:fillRect l="-1325" t="-3191" b="-27660"/>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70A5133C-658E-4EFC-3326-E2D9C6F7A9D8}"/>
              </a:ext>
            </a:extLst>
          </p:cNvPr>
          <p:cNvSpPr txBox="1"/>
          <p:nvPr/>
        </p:nvSpPr>
        <p:spPr>
          <a:xfrm>
            <a:off x="360000" y="2880000"/>
            <a:ext cx="7447541" cy="2575449"/>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触发器的相互转换：凑状态方程或用真值表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D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触发器构成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JK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触发器、</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触发器（凑方程）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JK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触发器构成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触发器（凑方程）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触发器构成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JK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触发器（不直观，可用真值表来获得转换电路）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164" name="组合 163">
            <a:extLst>
              <a:ext uri="{FF2B5EF4-FFF2-40B4-BE49-F238E27FC236}">
                <a16:creationId xmlns:a16="http://schemas.microsoft.com/office/drawing/2014/main" id="{58B858EF-B049-367F-1303-C9725E89F957}"/>
              </a:ext>
            </a:extLst>
          </p:cNvPr>
          <p:cNvGrpSpPr/>
          <p:nvPr/>
        </p:nvGrpSpPr>
        <p:grpSpPr>
          <a:xfrm>
            <a:off x="7956000" y="4320000"/>
            <a:ext cx="4212001" cy="2303999"/>
            <a:chOff x="3527999" y="3708000"/>
            <a:chExt cx="4212001" cy="2303999"/>
          </a:xfrm>
        </p:grpSpPr>
        <p:sp>
          <p:nvSpPr>
            <p:cNvPr id="132" name="Line 27">
              <a:extLst>
                <a:ext uri="{FF2B5EF4-FFF2-40B4-BE49-F238E27FC236}">
                  <a16:creationId xmlns:a16="http://schemas.microsoft.com/office/drawing/2014/main" id="{414D8AA7-593D-D7AE-9BE6-5D3F43E94461}"/>
                </a:ext>
              </a:extLst>
            </p:cNvPr>
            <p:cNvSpPr>
              <a:spLocks noChangeShapeType="1"/>
            </p:cNvSpPr>
            <p:nvPr/>
          </p:nvSpPr>
          <p:spPr bwMode="auto">
            <a:xfrm>
              <a:off x="3852000" y="4212000"/>
              <a:ext cx="342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38" name="文本框 137">
                  <a:extLst>
                    <a:ext uri="{FF2B5EF4-FFF2-40B4-BE49-F238E27FC236}">
                      <a16:creationId xmlns:a16="http://schemas.microsoft.com/office/drawing/2014/main" id="{BCE3B035-D74F-F389-D4B4-C4CC7882EA98}"/>
                    </a:ext>
                  </a:extLst>
                </p:cNvPr>
                <p:cNvSpPr txBox="1"/>
                <p:nvPr/>
              </p:nvSpPr>
              <p:spPr>
                <a:xfrm>
                  <a:off x="7272000" y="3960000"/>
                  <a:ext cx="468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138" name="文本框 137">
                  <a:extLst>
                    <a:ext uri="{FF2B5EF4-FFF2-40B4-BE49-F238E27FC236}">
                      <a16:creationId xmlns:a16="http://schemas.microsoft.com/office/drawing/2014/main" id="{BCE3B035-D74F-F389-D4B4-C4CC7882EA98}"/>
                    </a:ext>
                  </a:extLst>
                </p:cNvPr>
                <p:cNvSpPr txBox="1">
                  <a:spLocks noRot="1" noChangeAspect="1" noMove="1" noResize="1" noEditPoints="1" noAdjustHandles="1" noChangeArrowheads="1" noChangeShapeType="1" noTextEdit="1"/>
                </p:cNvSpPr>
                <p:nvPr/>
              </p:nvSpPr>
              <p:spPr>
                <a:xfrm>
                  <a:off x="7272000" y="3960000"/>
                  <a:ext cx="468000" cy="432000"/>
                </a:xfrm>
                <a:prstGeom prst="rect">
                  <a:avLst/>
                </a:prstGeom>
                <a:blipFill>
                  <a:blip r:embed="rId4"/>
                  <a:stretch>
                    <a:fillRect l="-9211" b="-197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 name="文本框 138">
                  <a:extLst>
                    <a:ext uri="{FF2B5EF4-FFF2-40B4-BE49-F238E27FC236}">
                      <a16:creationId xmlns:a16="http://schemas.microsoft.com/office/drawing/2014/main" id="{6401BD6D-9DA1-B3EB-18D5-1F5D26F66578}"/>
                    </a:ext>
                  </a:extLst>
                </p:cNvPr>
                <p:cNvSpPr txBox="1"/>
                <p:nvPr/>
              </p:nvSpPr>
              <p:spPr>
                <a:xfrm>
                  <a:off x="7272000" y="4644000"/>
                  <a:ext cx="468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139" name="文本框 138">
                  <a:extLst>
                    <a:ext uri="{FF2B5EF4-FFF2-40B4-BE49-F238E27FC236}">
                      <a16:creationId xmlns:a16="http://schemas.microsoft.com/office/drawing/2014/main" id="{6401BD6D-9DA1-B3EB-18D5-1F5D26F66578}"/>
                    </a:ext>
                  </a:extLst>
                </p:cNvPr>
                <p:cNvSpPr txBox="1">
                  <a:spLocks noRot="1" noChangeAspect="1" noMove="1" noResize="1" noEditPoints="1" noAdjustHandles="1" noChangeArrowheads="1" noChangeShapeType="1" noTextEdit="1"/>
                </p:cNvSpPr>
                <p:nvPr/>
              </p:nvSpPr>
              <p:spPr>
                <a:xfrm>
                  <a:off x="7272000" y="4644000"/>
                  <a:ext cx="468000" cy="432000"/>
                </a:xfrm>
                <a:prstGeom prst="rect">
                  <a:avLst/>
                </a:prstGeom>
                <a:blipFill>
                  <a:blip r:embed="rId5"/>
                  <a:stretch>
                    <a:fillRect l="-9211" b="-21127"/>
                  </a:stretch>
                </a:blipFill>
              </p:spPr>
              <p:txBody>
                <a:bodyPr/>
                <a:lstStyle/>
                <a:p>
                  <a:r>
                    <a:rPr lang="zh-CN" altLang="en-US">
                      <a:noFill/>
                    </a:rPr>
                    <a:t> </a:t>
                  </a:r>
                </a:p>
              </p:txBody>
            </p:sp>
          </mc:Fallback>
        </mc:AlternateContent>
        <p:sp>
          <p:nvSpPr>
            <p:cNvPr id="141" name="Line 27">
              <a:extLst>
                <a:ext uri="{FF2B5EF4-FFF2-40B4-BE49-F238E27FC236}">
                  <a16:creationId xmlns:a16="http://schemas.microsoft.com/office/drawing/2014/main" id="{C2362645-57F3-19C5-F19A-884626BBAAE2}"/>
                </a:ext>
              </a:extLst>
            </p:cNvPr>
            <p:cNvSpPr>
              <a:spLocks noChangeShapeType="1"/>
            </p:cNvSpPr>
            <p:nvPr/>
          </p:nvSpPr>
          <p:spPr bwMode="auto">
            <a:xfrm>
              <a:off x="3852000" y="4896000"/>
              <a:ext cx="3420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42" name="矩形 141">
              <a:extLst>
                <a:ext uri="{FF2B5EF4-FFF2-40B4-BE49-F238E27FC236}">
                  <a16:creationId xmlns:a16="http://schemas.microsoft.com/office/drawing/2014/main" id="{CA62A8F0-FF22-76F1-5D5B-1D772603626A}"/>
                </a:ext>
              </a:extLst>
            </p:cNvPr>
            <p:cNvSpPr/>
            <p:nvPr/>
          </p:nvSpPr>
          <p:spPr>
            <a:xfrm>
              <a:off x="5904000" y="3960000"/>
              <a:ext cx="972000" cy="1188000"/>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触</a:t>
              </a:r>
              <a:endParaRPr lang="en-US" altLang="zh-CN" sz="2400" dirty="0">
                <a:solidFill>
                  <a:schemeClr val="tx1"/>
                </a:solidFill>
                <a:latin typeface="微软雅黑" panose="020B0503020204020204" pitchFamily="34" charset="-122"/>
                <a:ea typeface="微软雅黑" panose="020B0503020204020204" pitchFamily="34" charset="-122"/>
              </a:endParaRPr>
            </a:p>
            <a:p>
              <a:pPr algn="ctr"/>
              <a:r>
                <a:rPr lang="zh-CN" altLang="en-US" sz="2400" dirty="0">
                  <a:solidFill>
                    <a:schemeClr val="tx1"/>
                  </a:solidFill>
                  <a:latin typeface="微软雅黑" panose="020B0503020204020204" pitchFamily="34" charset="-122"/>
                  <a:ea typeface="微软雅黑" panose="020B0503020204020204" pitchFamily="34" charset="-122"/>
                </a:rPr>
                <a:t>发</a:t>
              </a:r>
              <a:endParaRPr lang="en-US" altLang="zh-CN" sz="2400" dirty="0">
                <a:solidFill>
                  <a:schemeClr val="tx1"/>
                </a:solidFill>
                <a:latin typeface="微软雅黑" panose="020B0503020204020204" pitchFamily="34" charset="-122"/>
                <a:ea typeface="微软雅黑" panose="020B0503020204020204" pitchFamily="34" charset="-122"/>
              </a:endParaRPr>
            </a:p>
            <a:p>
              <a:pPr algn="ctr"/>
              <a:r>
                <a:rPr lang="zh-CN" altLang="en-US" sz="2400" dirty="0">
                  <a:solidFill>
                    <a:schemeClr val="tx1"/>
                  </a:solidFill>
                  <a:latin typeface="微软雅黑" panose="020B0503020204020204" pitchFamily="34" charset="-122"/>
                  <a:ea typeface="微软雅黑" panose="020B0503020204020204" pitchFamily="34" charset="-122"/>
                </a:rPr>
                <a:t>器</a:t>
              </a:r>
            </a:p>
          </p:txBody>
        </p:sp>
        <p:sp>
          <p:nvSpPr>
            <p:cNvPr id="144" name="等腰三角形 143">
              <a:extLst>
                <a:ext uri="{FF2B5EF4-FFF2-40B4-BE49-F238E27FC236}">
                  <a16:creationId xmlns:a16="http://schemas.microsoft.com/office/drawing/2014/main" id="{872B945C-097C-ECAB-5547-3A264B59C4C4}"/>
                </a:ext>
              </a:extLst>
            </p:cNvPr>
            <p:cNvSpPr/>
            <p:nvPr/>
          </p:nvSpPr>
          <p:spPr>
            <a:xfrm rot="5400000">
              <a:off x="5868000" y="4500000"/>
              <a:ext cx="180000" cy="108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47" name="Line 27">
              <a:extLst>
                <a:ext uri="{FF2B5EF4-FFF2-40B4-BE49-F238E27FC236}">
                  <a16:creationId xmlns:a16="http://schemas.microsoft.com/office/drawing/2014/main" id="{2F9D208A-9CA3-B85C-D83B-6EF116942E70}"/>
                </a:ext>
              </a:extLst>
            </p:cNvPr>
            <p:cNvSpPr>
              <a:spLocks noChangeShapeType="1"/>
            </p:cNvSpPr>
            <p:nvPr/>
          </p:nvSpPr>
          <p:spPr bwMode="auto">
            <a:xfrm>
              <a:off x="5652000" y="4554000"/>
              <a:ext cx="252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33" name="矩形 132">
              <a:extLst>
                <a:ext uri="{FF2B5EF4-FFF2-40B4-BE49-F238E27FC236}">
                  <a16:creationId xmlns:a16="http://schemas.microsoft.com/office/drawing/2014/main" id="{1EB27191-D9F3-805C-85CE-6BC28D78B9F0}"/>
                </a:ext>
              </a:extLst>
            </p:cNvPr>
            <p:cNvSpPr/>
            <p:nvPr/>
          </p:nvSpPr>
          <p:spPr>
            <a:xfrm>
              <a:off x="4176000" y="3960000"/>
              <a:ext cx="972000" cy="1188000"/>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转换电路</a:t>
              </a:r>
            </a:p>
          </p:txBody>
        </p:sp>
        <mc:AlternateContent xmlns:mc="http://schemas.openxmlformats.org/markup-compatibility/2006" xmlns:a14="http://schemas.microsoft.com/office/drawing/2010/main">
          <mc:Choice Requires="a14">
            <p:sp>
              <p:nvSpPr>
                <p:cNvPr id="149" name="文本框 148">
                  <a:extLst>
                    <a:ext uri="{FF2B5EF4-FFF2-40B4-BE49-F238E27FC236}">
                      <a16:creationId xmlns:a16="http://schemas.microsoft.com/office/drawing/2014/main" id="{FB8E04F4-9E84-032E-1547-A79CCF06D771}"/>
                    </a:ext>
                  </a:extLst>
                </p:cNvPr>
                <p:cNvSpPr txBox="1"/>
                <p:nvPr/>
              </p:nvSpPr>
              <p:spPr>
                <a:xfrm>
                  <a:off x="3528000" y="3996000"/>
                  <a:ext cx="468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X</m:t>
                        </m:r>
                      </m:oMath>
                    </m:oMathPara>
                  </a14:m>
                  <a:endParaRPr lang="zh-CN" altLang="en-US" sz="2400" dirty="0">
                    <a:solidFill>
                      <a:schemeClr val="accent5">
                        <a:lumMod val="75000"/>
                      </a:schemeClr>
                    </a:solidFill>
                  </a:endParaRPr>
                </a:p>
              </p:txBody>
            </p:sp>
          </mc:Choice>
          <mc:Fallback xmlns="">
            <p:sp>
              <p:nvSpPr>
                <p:cNvPr id="149" name="文本框 148">
                  <a:extLst>
                    <a:ext uri="{FF2B5EF4-FFF2-40B4-BE49-F238E27FC236}">
                      <a16:creationId xmlns:a16="http://schemas.microsoft.com/office/drawing/2014/main" id="{FB8E04F4-9E84-032E-1547-A79CCF06D771}"/>
                    </a:ext>
                  </a:extLst>
                </p:cNvPr>
                <p:cNvSpPr txBox="1">
                  <a:spLocks noRot="1" noChangeAspect="1" noMove="1" noResize="1" noEditPoints="1" noAdjustHandles="1" noChangeArrowheads="1" noChangeShapeType="1" noTextEdit="1"/>
                </p:cNvSpPr>
                <p:nvPr/>
              </p:nvSpPr>
              <p:spPr>
                <a:xfrm>
                  <a:off x="3528000" y="3996000"/>
                  <a:ext cx="468000" cy="432000"/>
                </a:xfrm>
                <a:prstGeom prst="rect">
                  <a:avLst/>
                </a:prstGeom>
                <a:blipFill>
                  <a:blip r:embed="rId6"/>
                  <a:stretch>
                    <a:fillRect l="-1316"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0" name="文本框 149">
                  <a:extLst>
                    <a:ext uri="{FF2B5EF4-FFF2-40B4-BE49-F238E27FC236}">
                      <a16:creationId xmlns:a16="http://schemas.microsoft.com/office/drawing/2014/main" id="{08D773D5-6FC6-6A2E-3765-3E39F3148CCC}"/>
                    </a:ext>
                  </a:extLst>
                </p:cNvPr>
                <p:cNvSpPr txBox="1"/>
                <p:nvPr/>
              </p:nvSpPr>
              <p:spPr>
                <a:xfrm>
                  <a:off x="3527999" y="4644000"/>
                  <a:ext cx="468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Y</m:t>
                        </m:r>
                      </m:oMath>
                    </m:oMathPara>
                  </a14:m>
                  <a:endParaRPr lang="zh-CN" altLang="en-US" sz="2400" dirty="0">
                    <a:solidFill>
                      <a:schemeClr val="accent5">
                        <a:lumMod val="75000"/>
                      </a:schemeClr>
                    </a:solidFill>
                  </a:endParaRPr>
                </a:p>
              </p:txBody>
            </p:sp>
          </mc:Choice>
          <mc:Fallback xmlns="">
            <p:sp>
              <p:nvSpPr>
                <p:cNvPr id="150" name="文本框 149">
                  <a:extLst>
                    <a:ext uri="{FF2B5EF4-FFF2-40B4-BE49-F238E27FC236}">
                      <a16:creationId xmlns:a16="http://schemas.microsoft.com/office/drawing/2014/main" id="{08D773D5-6FC6-6A2E-3765-3E39F3148CCC}"/>
                    </a:ext>
                  </a:extLst>
                </p:cNvPr>
                <p:cNvSpPr txBox="1">
                  <a:spLocks noRot="1" noChangeAspect="1" noMove="1" noResize="1" noEditPoints="1" noAdjustHandles="1" noChangeArrowheads="1" noChangeShapeType="1" noTextEdit="1"/>
                </p:cNvSpPr>
                <p:nvPr/>
              </p:nvSpPr>
              <p:spPr>
                <a:xfrm>
                  <a:off x="3527999" y="4644000"/>
                  <a:ext cx="468000" cy="432000"/>
                </a:xfrm>
                <a:prstGeom prst="rect">
                  <a:avLst/>
                </a:prstGeom>
                <a:blipFill>
                  <a:blip r:embed="rId7"/>
                  <a:stretch>
                    <a:fillRect l="-1316" b="-1408"/>
                  </a:stretch>
                </a:blipFill>
              </p:spPr>
              <p:txBody>
                <a:bodyPr/>
                <a:lstStyle/>
                <a:p>
                  <a:r>
                    <a:rPr lang="zh-CN" altLang="en-US">
                      <a:noFill/>
                    </a:rPr>
                    <a:t> </a:t>
                  </a:r>
                </a:p>
              </p:txBody>
            </p:sp>
          </mc:Fallback>
        </mc:AlternateContent>
        <p:sp>
          <p:nvSpPr>
            <p:cNvPr id="151" name="Line 27">
              <a:extLst>
                <a:ext uri="{FF2B5EF4-FFF2-40B4-BE49-F238E27FC236}">
                  <a16:creationId xmlns:a16="http://schemas.microsoft.com/office/drawing/2014/main" id="{9AC40D2E-F96C-755B-C8DB-75949B1733FC}"/>
                </a:ext>
              </a:extLst>
            </p:cNvPr>
            <p:cNvSpPr>
              <a:spLocks noChangeShapeType="1"/>
            </p:cNvSpPr>
            <p:nvPr/>
          </p:nvSpPr>
          <p:spPr bwMode="auto">
            <a:xfrm flipH="1">
              <a:off x="5652000" y="4554000"/>
              <a:ext cx="0" cy="108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152" name="文本框 151">
                  <a:extLst>
                    <a:ext uri="{FF2B5EF4-FFF2-40B4-BE49-F238E27FC236}">
                      <a16:creationId xmlns:a16="http://schemas.microsoft.com/office/drawing/2014/main" id="{F54A9D3A-B8DD-D91B-0DE9-D27021A8105C}"/>
                    </a:ext>
                  </a:extLst>
                </p:cNvPr>
                <p:cNvSpPr txBox="1"/>
                <p:nvPr/>
              </p:nvSpPr>
              <p:spPr>
                <a:xfrm>
                  <a:off x="5220000" y="3816000"/>
                  <a:ext cx="468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A</m:t>
                        </m:r>
                      </m:oMath>
                    </m:oMathPara>
                  </a14:m>
                  <a:endParaRPr lang="zh-CN" altLang="en-US" sz="2400" dirty="0">
                    <a:solidFill>
                      <a:schemeClr val="accent5">
                        <a:lumMod val="75000"/>
                      </a:schemeClr>
                    </a:solidFill>
                  </a:endParaRPr>
                </a:p>
              </p:txBody>
            </p:sp>
          </mc:Choice>
          <mc:Fallback xmlns="">
            <p:sp>
              <p:nvSpPr>
                <p:cNvPr id="152" name="文本框 151">
                  <a:extLst>
                    <a:ext uri="{FF2B5EF4-FFF2-40B4-BE49-F238E27FC236}">
                      <a16:creationId xmlns:a16="http://schemas.microsoft.com/office/drawing/2014/main" id="{F54A9D3A-B8DD-D91B-0DE9-D27021A8105C}"/>
                    </a:ext>
                  </a:extLst>
                </p:cNvPr>
                <p:cNvSpPr txBox="1">
                  <a:spLocks noRot="1" noChangeAspect="1" noMove="1" noResize="1" noEditPoints="1" noAdjustHandles="1" noChangeArrowheads="1" noChangeShapeType="1" noTextEdit="1"/>
                </p:cNvSpPr>
                <p:nvPr/>
              </p:nvSpPr>
              <p:spPr>
                <a:xfrm>
                  <a:off x="5220000" y="3816000"/>
                  <a:ext cx="468000" cy="432000"/>
                </a:xfrm>
                <a:prstGeom prst="rect">
                  <a:avLst/>
                </a:prstGeom>
                <a:blipFill>
                  <a:blip r:embed="rId8"/>
                  <a:stretch>
                    <a:fillRect l="-1299"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3" name="文本框 152">
                  <a:extLst>
                    <a:ext uri="{FF2B5EF4-FFF2-40B4-BE49-F238E27FC236}">
                      <a16:creationId xmlns:a16="http://schemas.microsoft.com/office/drawing/2014/main" id="{875DA3AE-A31D-7A67-7049-3D30278B731D}"/>
                    </a:ext>
                  </a:extLst>
                </p:cNvPr>
                <p:cNvSpPr txBox="1"/>
                <p:nvPr/>
              </p:nvSpPr>
              <p:spPr>
                <a:xfrm>
                  <a:off x="5220000" y="4500000"/>
                  <a:ext cx="468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B</m:t>
                        </m:r>
                      </m:oMath>
                    </m:oMathPara>
                  </a14:m>
                  <a:endParaRPr lang="zh-CN" altLang="en-US" sz="2400" dirty="0">
                    <a:solidFill>
                      <a:schemeClr val="accent5">
                        <a:lumMod val="75000"/>
                      </a:schemeClr>
                    </a:solidFill>
                  </a:endParaRPr>
                </a:p>
              </p:txBody>
            </p:sp>
          </mc:Choice>
          <mc:Fallback xmlns="">
            <p:sp>
              <p:nvSpPr>
                <p:cNvPr id="153" name="文本框 152">
                  <a:extLst>
                    <a:ext uri="{FF2B5EF4-FFF2-40B4-BE49-F238E27FC236}">
                      <a16:creationId xmlns:a16="http://schemas.microsoft.com/office/drawing/2014/main" id="{875DA3AE-A31D-7A67-7049-3D30278B731D}"/>
                    </a:ext>
                  </a:extLst>
                </p:cNvPr>
                <p:cNvSpPr txBox="1">
                  <a:spLocks noRot="1" noChangeAspect="1" noMove="1" noResize="1" noEditPoints="1" noAdjustHandles="1" noChangeArrowheads="1" noChangeShapeType="1" noTextEdit="1"/>
                </p:cNvSpPr>
                <p:nvPr/>
              </p:nvSpPr>
              <p:spPr>
                <a:xfrm>
                  <a:off x="5220000" y="4500000"/>
                  <a:ext cx="468000" cy="432000"/>
                </a:xfrm>
                <a:prstGeom prst="rect">
                  <a:avLst/>
                </a:prstGeom>
                <a:blipFill>
                  <a:blip r:embed="rId9"/>
                  <a:stretch>
                    <a:fillRect l="-1299" b="-2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4" name="文本框 153">
                  <a:extLst>
                    <a:ext uri="{FF2B5EF4-FFF2-40B4-BE49-F238E27FC236}">
                      <a16:creationId xmlns:a16="http://schemas.microsoft.com/office/drawing/2014/main" id="{AB204B64-0466-D4FC-4D13-8D575AF90DD8}"/>
                    </a:ext>
                  </a:extLst>
                </p:cNvPr>
                <p:cNvSpPr txBox="1"/>
                <p:nvPr/>
              </p:nvSpPr>
              <p:spPr>
                <a:xfrm>
                  <a:off x="5436000" y="5579999"/>
                  <a:ext cx="468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C</m:t>
                        </m:r>
                      </m:oMath>
                    </m:oMathPara>
                  </a14:m>
                  <a:endParaRPr lang="zh-CN" altLang="en-US" sz="2400" dirty="0">
                    <a:solidFill>
                      <a:schemeClr val="accent5">
                        <a:lumMod val="75000"/>
                      </a:schemeClr>
                    </a:solidFill>
                  </a:endParaRPr>
                </a:p>
              </p:txBody>
            </p:sp>
          </mc:Choice>
          <mc:Fallback xmlns="">
            <p:sp>
              <p:nvSpPr>
                <p:cNvPr id="154" name="文本框 153">
                  <a:extLst>
                    <a:ext uri="{FF2B5EF4-FFF2-40B4-BE49-F238E27FC236}">
                      <a16:creationId xmlns:a16="http://schemas.microsoft.com/office/drawing/2014/main" id="{AB204B64-0466-D4FC-4D13-8D575AF90DD8}"/>
                    </a:ext>
                  </a:extLst>
                </p:cNvPr>
                <p:cNvSpPr txBox="1">
                  <a:spLocks noRot="1" noChangeAspect="1" noMove="1" noResize="1" noEditPoints="1" noAdjustHandles="1" noChangeArrowheads="1" noChangeShapeType="1" noTextEdit="1"/>
                </p:cNvSpPr>
                <p:nvPr/>
              </p:nvSpPr>
              <p:spPr>
                <a:xfrm>
                  <a:off x="5436000" y="5579999"/>
                  <a:ext cx="468000" cy="432000"/>
                </a:xfrm>
                <a:prstGeom prst="rect">
                  <a:avLst/>
                </a:prstGeom>
                <a:blipFill>
                  <a:blip r:embed="rId10"/>
                  <a:stretch>
                    <a:fillRect l="-1316" b="-1408"/>
                  </a:stretch>
                </a:blipFill>
              </p:spPr>
              <p:txBody>
                <a:bodyPr/>
                <a:lstStyle/>
                <a:p>
                  <a:r>
                    <a:rPr lang="zh-CN" altLang="en-US">
                      <a:noFill/>
                    </a:rPr>
                    <a:t> </a:t>
                  </a:r>
                </a:p>
              </p:txBody>
            </p:sp>
          </mc:Fallback>
        </mc:AlternateContent>
        <p:sp>
          <p:nvSpPr>
            <p:cNvPr id="140" name="椭圆 139">
              <a:extLst>
                <a:ext uri="{FF2B5EF4-FFF2-40B4-BE49-F238E27FC236}">
                  <a16:creationId xmlns:a16="http://schemas.microsoft.com/office/drawing/2014/main" id="{35D9CD21-869E-C961-AE5B-19EFC433144B}"/>
                </a:ext>
              </a:extLst>
            </p:cNvPr>
            <p:cNvSpPr/>
            <p:nvPr/>
          </p:nvSpPr>
          <p:spPr>
            <a:xfrm>
              <a:off x="6894000" y="484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56" name="Line 27">
              <a:extLst>
                <a:ext uri="{FF2B5EF4-FFF2-40B4-BE49-F238E27FC236}">
                  <a16:creationId xmlns:a16="http://schemas.microsoft.com/office/drawing/2014/main" id="{69AE2916-0272-B2EC-EC9A-B5284A26BD53}"/>
                </a:ext>
              </a:extLst>
            </p:cNvPr>
            <p:cNvSpPr>
              <a:spLocks noChangeShapeType="1"/>
            </p:cNvSpPr>
            <p:nvPr/>
          </p:nvSpPr>
          <p:spPr bwMode="auto">
            <a:xfrm flipH="1">
              <a:off x="7128000" y="4896000"/>
              <a:ext cx="0" cy="50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7" name="Line 27">
              <a:extLst>
                <a:ext uri="{FF2B5EF4-FFF2-40B4-BE49-F238E27FC236}">
                  <a16:creationId xmlns:a16="http://schemas.microsoft.com/office/drawing/2014/main" id="{4E569076-7420-D96F-D625-EDFBED2D0ADA}"/>
                </a:ext>
              </a:extLst>
            </p:cNvPr>
            <p:cNvSpPr>
              <a:spLocks noChangeShapeType="1"/>
            </p:cNvSpPr>
            <p:nvPr/>
          </p:nvSpPr>
          <p:spPr bwMode="auto">
            <a:xfrm flipH="1">
              <a:off x="7128000" y="3708000"/>
              <a:ext cx="0" cy="50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8" name="Line 27">
              <a:extLst>
                <a:ext uri="{FF2B5EF4-FFF2-40B4-BE49-F238E27FC236}">
                  <a16:creationId xmlns:a16="http://schemas.microsoft.com/office/drawing/2014/main" id="{953519FD-EC2B-17CF-EAB3-97735D42B7A3}"/>
                </a:ext>
              </a:extLst>
            </p:cNvPr>
            <p:cNvSpPr>
              <a:spLocks noChangeShapeType="1"/>
            </p:cNvSpPr>
            <p:nvPr/>
          </p:nvSpPr>
          <p:spPr bwMode="auto">
            <a:xfrm flipH="1" flipV="1">
              <a:off x="4680000" y="3708000"/>
              <a:ext cx="2448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59" name="Line 27">
              <a:extLst>
                <a:ext uri="{FF2B5EF4-FFF2-40B4-BE49-F238E27FC236}">
                  <a16:creationId xmlns:a16="http://schemas.microsoft.com/office/drawing/2014/main" id="{DE6A974B-60A5-1E1D-FC99-67633155DEA7}"/>
                </a:ext>
              </a:extLst>
            </p:cNvPr>
            <p:cNvSpPr>
              <a:spLocks noChangeShapeType="1"/>
            </p:cNvSpPr>
            <p:nvPr/>
          </p:nvSpPr>
          <p:spPr bwMode="auto">
            <a:xfrm>
              <a:off x="4680000" y="3708000"/>
              <a:ext cx="0" cy="252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0" name="Line 27">
              <a:extLst>
                <a:ext uri="{FF2B5EF4-FFF2-40B4-BE49-F238E27FC236}">
                  <a16:creationId xmlns:a16="http://schemas.microsoft.com/office/drawing/2014/main" id="{077682EB-07BB-F6B1-0677-B4D43FCE3BA1}"/>
                </a:ext>
              </a:extLst>
            </p:cNvPr>
            <p:cNvSpPr>
              <a:spLocks noChangeShapeType="1"/>
            </p:cNvSpPr>
            <p:nvPr/>
          </p:nvSpPr>
          <p:spPr bwMode="auto">
            <a:xfrm flipH="1" flipV="1">
              <a:off x="4680000" y="5400000"/>
              <a:ext cx="2448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1" name="Line 27">
              <a:extLst>
                <a:ext uri="{FF2B5EF4-FFF2-40B4-BE49-F238E27FC236}">
                  <a16:creationId xmlns:a16="http://schemas.microsoft.com/office/drawing/2014/main" id="{BA64913D-5FF2-508F-86E1-6097A0A9ECC8}"/>
                </a:ext>
              </a:extLst>
            </p:cNvPr>
            <p:cNvSpPr>
              <a:spLocks noChangeShapeType="1"/>
            </p:cNvSpPr>
            <p:nvPr/>
          </p:nvSpPr>
          <p:spPr bwMode="auto">
            <a:xfrm>
              <a:off x="4680000" y="5148000"/>
              <a:ext cx="0" cy="252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2" name="椭圆 161">
              <a:extLst>
                <a:ext uri="{FF2B5EF4-FFF2-40B4-BE49-F238E27FC236}">
                  <a16:creationId xmlns:a16="http://schemas.microsoft.com/office/drawing/2014/main" id="{9762B88E-B1BE-310D-9269-24C860FF8576}"/>
                </a:ext>
              </a:extLst>
            </p:cNvPr>
            <p:cNvSpPr/>
            <p:nvPr/>
          </p:nvSpPr>
          <p:spPr>
            <a:xfrm>
              <a:off x="7092000" y="4860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63" name="椭圆 162">
              <a:extLst>
                <a:ext uri="{FF2B5EF4-FFF2-40B4-BE49-F238E27FC236}">
                  <a16:creationId xmlns:a16="http://schemas.microsoft.com/office/drawing/2014/main" id="{F09458B2-31F3-CCE2-E736-DDC51BC2900A}"/>
                </a:ext>
              </a:extLst>
            </p:cNvPr>
            <p:cNvSpPr/>
            <p:nvPr/>
          </p:nvSpPr>
          <p:spPr>
            <a:xfrm>
              <a:off x="7092000" y="4176000"/>
              <a:ext cx="72000" cy="72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Tree>
    <p:extLst>
      <p:ext uri="{BB962C8B-B14F-4D97-AF65-F5344CB8AC3E}">
        <p14:creationId xmlns:p14="http://schemas.microsoft.com/office/powerpoint/2010/main" val="1580069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63097-E562-AF78-5819-08FD01DB639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899A8EB-FA7D-175F-671A-63E1A0C1463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数字部分（锁存器与触发器）</a:t>
            </a:r>
          </a:p>
        </p:txBody>
      </p:sp>
      <p:sp>
        <p:nvSpPr>
          <p:cNvPr id="3" name="文本框 2">
            <a:extLst>
              <a:ext uri="{FF2B5EF4-FFF2-40B4-BE49-F238E27FC236}">
                <a16:creationId xmlns:a16="http://schemas.microsoft.com/office/drawing/2014/main" id="{D898186A-A6E9-9A4A-9B5C-2C9466EA68B8}"/>
              </a:ext>
            </a:extLst>
          </p:cNvPr>
          <p:cNvSpPr txBox="1"/>
          <p:nvPr/>
        </p:nvSpPr>
        <p:spPr>
          <a:xfrm>
            <a:off x="360000" y="827997"/>
            <a:ext cx="8280000"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T </a:t>
            </a:r>
            <a:r>
              <a:rPr kumimoji="1" lang="zh-CN" altLang="en-US" sz="2800" dirty="0">
                <a:solidFill>
                  <a:srgbClr val="002060"/>
                </a:solidFill>
                <a:latin typeface="微软雅黑" panose="020B0503020204020204" pitchFamily="34" charset="-122"/>
                <a:ea typeface="微软雅黑" panose="020B0503020204020204" pitchFamily="34" charset="-122"/>
              </a:rPr>
              <a:t>触发器 构成 </a:t>
            </a:r>
            <a:r>
              <a:rPr kumimoji="1" lang="en-US" altLang="zh-CN" sz="2800" dirty="0">
                <a:solidFill>
                  <a:srgbClr val="002060"/>
                </a:solidFill>
                <a:latin typeface="微软雅黑" panose="020B0503020204020204" pitchFamily="34" charset="-122"/>
                <a:ea typeface="微软雅黑" panose="020B0503020204020204" pitchFamily="34" charset="-122"/>
              </a:rPr>
              <a:t>JK </a:t>
            </a:r>
            <a:r>
              <a:rPr kumimoji="1" lang="zh-CN" altLang="en-US" sz="2800" dirty="0">
                <a:solidFill>
                  <a:srgbClr val="002060"/>
                </a:solidFill>
                <a:latin typeface="微软雅黑" panose="020B0503020204020204" pitchFamily="34" charset="-122"/>
                <a:ea typeface="微软雅黑" panose="020B0503020204020204" pitchFamily="34" charset="-122"/>
              </a:rPr>
              <a:t>触发器：</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8" name="组合 7">
            <a:extLst>
              <a:ext uri="{FF2B5EF4-FFF2-40B4-BE49-F238E27FC236}">
                <a16:creationId xmlns:a16="http://schemas.microsoft.com/office/drawing/2014/main" id="{FEABAB41-4B59-F0DE-608F-5504A8490F18}"/>
              </a:ext>
            </a:extLst>
          </p:cNvPr>
          <p:cNvGrpSpPr/>
          <p:nvPr/>
        </p:nvGrpSpPr>
        <p:grpSpPr>
          <a:xfrm>
            <a:off x="11449269" y="6198682"/>
            <a:ext cx="786273" cy="548639"/>
            <a:chOff x="11454918" y="5839511"/>
            <a:chExt cx="786273" cy="548639"/>
          </a:xfrm>
        </p:grpSpPr>
        <p:grpSp>
          <p:nvGrpSpPr>
            <p:cNvPr id="9" name="组合 8">
              <a:extLst>
                <a:ext uri="{FF2B5EF4-FFF2-40B4-BE49-F238E27FC236}">
                  <a16:creationId xmlns:a16="http://schemas.microsoft.com/office/drawing/2014/main" id="{33E30DE3-788C-0A0B-8295-AA1242DD762B}"/>
                </a:ext>
              </a:extLst>
            </p:cNvPr>
            <p:cNvGrpSpPr/>
            <p:nvPr/>
          </p:nvGrpSpPr>
          <p:grpSpPr>
            <a:xfrm>
              <a:off x="11454918" y="5867450"/>
              <a:ext cx="737081" cy="520700"/>
              <a:chOff x="11454918" y="5867450"/>
              <a:chExt cx="737081" cy="520700"/>
            </a:xfrm>
          </p:grpSpPr>
          <p:sp>
            <p:nvSpPr>
              <p:cNvPr id="11" name="箭头: 五边形 10">
                <a:extLst>
                  <a:ext uri="{FF2B5EF4-FFF2-40B4-BE49-F238E27FC236}">
                    <a16:creationId xmlns:a16="http://schemas.microsoft.com/office/drawing/2014/main" id="{9E0A2DB7-18B5-372D-61D9-21DB52B51E9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箭头: V 形 11">
                <a:extLst>
                  <a:ext uri="{FF2B5EF4-FFF2-40B4-BE49-F238E27FC236}">
                    <a16:creationId xmlns:a16="http://schemas.microsoft.com/office/drawing/2014/main" id="{E4211219-5A1C-A249-2202-9F91CBB4242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0" name="灯片编号占位符 3">
              <a:extLst>
                <a:ext uri="{FF2B5EF4-FFF2-40B4-BE49-F238E27FC236}">
                  <a16:creationId xmlns:a16="http://schemas.microsoft.com/office/drawing/2014/main" id="{C6CB4BE7-CBD6-634C-5DA7-036D11E2CD1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33</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1D5C0D5-F706-E438-30B3-72B8DF54EAF6}"/>
                  </a:ext>
                </a:extLst>
              </p:cNvPr>
              <p:cNvSpPr txBox="1"/>
              <p:nvPr/>
            </p:nvSpPr>
            <p:spPr>
              <a:xfrm>
                <a:off x="359999" y="4500000"/>
                <a:ext cx="5965037" cy="565348"/>
              </a:xfrm>
              <a:prstGeom prst="rect">
                <a:avLst/>
              </a:prstGeom>
              <a:noFill/>
            </p:spPr>
            <p:txBody>
              <a:bodyPr wrap="square">
                <a:spAutoFit/>
              </a:bodyPr>
              <a:lstStyle/>
              <a:p>
                <a:pPr>
                  <a:lnSpc>
                    <a:spcPct val="120000"/>
                  </a:lnSpc>
                  <a:spcAft>
                    <a:spcPts val="600"/>
                  </a:spcAft>
                </a:pPr>
                <a:r>
                  <a:rPr kumimoji="1" lang="en-US" altLang="zh-CN" sz="2800" dirty="0">
                    <a:solidFill>
                      <a:srgbClr val="002060"/>
                    </a:solidFill>
                    <a:latin typeface="微软雅黑" panose="020B0503020204020204" pitchFamily="34" charset="-122"/>
                    <a:ea typeface="微软雅黑" panose="020B0503020204020204" pitchFamily="34" charset="-122"/>
                  </a:rPr>
                  <a:t>JK </a:t>
                </a:r>
                <a:r>
                  <a:rPr kumimoji="1" lang="zh-CN" altLang="en-US" sz="2800" dirty="0">
                    <a:solidFill>
                      <a:srgbClr val="002060"/>
                    </a:solidFill>
                    <a:latin typeface="微软雅黑" panose="020B0503020204020204" pitchFamily="34" charset="-122"/>
                    <a:ea typeface="微软雅黑" panose="020B0503020204020204" pitchFamily="34" charset="-122"/>
                  </a:rPr>
                  <a:t>触发器：</a:t>
                </a:r>
                <a14:m>
                  <m:oMath xmlns:m="http://schemas.openxmlformats.org/officeDocument/2006/math">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r>
                          <a:rPr lang="en-US" altLang="zh-CN" sz="2800" i="1">
                            <a:solidFill>
                              <a:srgbClr val="002060"/>
                            </a:solidFill>
                            <a:latin typeface="Cambria Math" panose="02040503050406030204" pitchFamily="18" charset="0"/>
                          </a:rPr>
                          <m:t>+1</m:t>
                        </m:r>
                      </m:sup>
                    </m:sSup>
                    <m:r>
                      <a:rPr lang="en-US" altLang="zh-CN" sz="2800">
                        <a:solidFill>
                          <a:srgbClr val="002060"/>
                        </a:solidFill>
                        <a:latin typeface="Cambria Math" panose="02040503050406030204" pitchFamily="18" charset="0"/>
                      </a:rPr>
                      <m:t>=</m:t>
                    </m:r>
                    <m:r>
                      <m:rPr>
                        <m:sty m:val="p"/>
                      </m:rPr>
                      <a:rPr lang="en-US" altLang="zh-CN" sz="2800">
                        <a:solidFill>
                          <a:srgbClr val="002060"/>
                        </a:solidFill>
                        <a:latin typeface="Cambria Math" panose="02040503050406030204" pitchFamily="18" charset="0"/>
                      </a:rPr>
                      <m:t>J</m:t>
                    </m:r>
                    <m:r>
                      <a:rPr lang="en-US" altLang="zh-CN" sz="2800" i="1">
                        <a:solidFill>
                          <a:srgbClr val="002060"/>
                        </a:solidFill>
                        <a:latin typeface="Cambria Math" panose="02040503050406030204" pitchFamily="18" charset="0"/>
                      </a:rPr>
                      <m:t> </m:t>
                    </m:r>
                    <m:acc>
                      <m:accPr>
                        <m:chr m:val="̅"/>
                        <m:ctrlPr>
                          <a:rPr lang="en-US" altLang="zh-CN" sz="2800" i="1">
                            <a:solidFill>
                              <a:srgbClr val="002060"/>
                            </a:solidFill>
                            <a:latin typeface="Cambria Math" panose="02040503050406030204" pitchFamily="18" charset="0"/>
                          </a:rPr>
                        </m:ctrlPr>
                      </m:accPr>
                      <m:e>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sup>
                        </m:sSup>
                      </m:e>
                    </m:acc>
                    <m:r>
                      <a:rPr lang="en-US" altLang="zh-CN" sz="2800" i="1">
                        <a:solidFill>
                          <a:srgbClr val="002060"/>
                        </a:solidFill>
                        <a:latin typeface="Cambria Math" panose="02040503050406030204" pitchFamily="18" charset="0"/>
                      </a:rPr>
                      <m:t>+</m:t>
                    </m:r>
                    <m:acc>
                      <m:accPr>
                        <m:chr m:val="̅"/>
                        <m:ctrlPr>
                          <a:rPr lang="en-US" altLang="zh-CN" sz="2800" i="1">
                            <a:solidFill>
                              <a:srgbClr val="002060"/>
                            </a:solidFill>
                            <a:latin typeface="Cambria Math" panose="02040503050406030204" pitchFamily="18" charset="0"/>
                          </a:rPr>
                        </m:ctrlPr>
                      </m:accPr>
                      <m:e>
                        <m:r>
                          <m:rPr>
                            <m:sty m:val="p"/>
                          </m:rPr>
                          <a:rPr lang="en-US" altLang="zh-CN" sz="2800">
                            <a:solidFill>
                              <a:srgbClr val="002060"/>
                            </a:solidFill>
                            <a:latin typeface="Cambria Math" panose="02040503050406030204" pitchFamily="18" charset="0"/>
                          </a:rPr>
                          <m:t>K</m:t>
                        </m:r>
                      </m:e>
                    </m:acc>
                    <m:r>
                      <a:rPr lang="en-US" altLang="zh-CN" sz="2800" i="1">
                        <a:solidFill>
                          <a:srgbClr val="002060"/>
                        </a:solidFill>
                        <a:latin typeface="Cambria Math" panose="02040503050406030204" pitchFamily="18" charset="0"/>
                      </a:rPr>
                      <m:t> </m:t>
                    </m:r>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sup>
                    </m:sSup>
                  </m:oMath>
                </a14:m>
                <a:endParaRPr lang="en-US" altLang="zh-CN" sz="2800" i="1" dirty="0">
                  <a:solidFill>
                    <a:srgbClr val="002060"/>
                  </a:solidFill>
                  <a:latin typeface="Cambria Math" panose="02040503050406030204" pitchFamily="18" charset="0"/>
                </a:endParaRPr>
              </a:p>
            </p:txBody>
          </p:sp>
        </mc:Choice>
        <mc:Fallback xmlns="">
          <p:sp>
            <p:nvSpPr>
              <p:cNvPr id="6" name="文本框 5">
                <a:extLst>
                  <a:ext uri="{FF2B5EF4-FFF2-40B4-BE49-F238E27FC236}">
                    <a16:creationId xmlns:a16="http://schemas.microsoft.com/office/drawing/2014/main" id="{21D5C0D5-F706-E438-30B3-72B8DF54EAF6}"/>
                  </a:ext>
                </a:extLst>
              </p:cNvPr>
              <p:cNvSpPr txBox="1">
                <a:spLocks noRot="1" noChangeAspect="1" noMove="1" noResize="1" noEditPoints="1" noAdjustHandles="1" noChangeArrowheads="1" noChangeShapeType="1" noTextEdit="1"/>
              </p:cNvSpPr>
              <p:nvPr/>
            </p:nvSpPr>
            <p:spPr>
              <a:xfrm>
                <a:off x="359999" y="4500000"/>
                <a:ext cx="5965037" cy="565348"/>
              </a:xfrm>
              <a:prstGeom prst="rect">
                <a:avLst/>
              </a:prstGeom>
              <a:blipFill>
                <a:blip r:embed="rId2"/>
                <a:stretch>
                  <a:fillRect l="-2043" t="-3226" b="-290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4C2429D-B489-6424-E9AB-D45ACA25FE6F}"/>
                  </a:ext>
                </a:extLst>
              </p:cNvPr>
              <p:cNvSpPr txBox="1"/>
              <p:nvPr/>
            </p:nvSpPr>
            <p:spPr>
              <a:xfrm>
                <a:off x="360000" y="3780000"/>
                <a:ext cx="6215842" cy="565348"/>
              </a:xfrm>
              <a:prstGeom prst="rect">
                <a:avLst/>
              </a:prstGeom>
              <a:noFill/>
            </p:spPr>
            <p:txBody>
              <a:bodyPr wrap="square">
                <a:spAutoFit/>
              </a:bodyPr>
              <a:lstStyle/>
              <a:p>
                <a:pPr>
                  <a:lnSpc>
                    <a:spcPct val="120000"/>
                  </a:lnSpc>
                  <a:spcAft>
                    <a:spcPts val="600"/>
                  </a:spcAft>
                </a:pPr>
                <a:r>
                  <a:rPr kumimoji="1" lang="en-US" altLang="zh-CN" sz="2800" dirty="0">
                    <a:solidFill>
                      <a:srgbClr val="002060"/>
                    </a:solidFill>
                    <a:latin typeface="微软雅黑" panose="020B0503020204020204" pitchFamily="34" charset="-122"/>
                    <a:ea typeface="微软雅黑" panose="020B0503020204020204" pitchFamily="34" charset="-122"/>
                  </a:rPr>
                  <a:t> T </a:t>
                </a:r>
                <a:r>
                  <a:rPr kumimoji="1" lang="en-US" altLang="zh-CN" sz="1600" dirty="0">
                    <a:solidFill>
                      <a:srgbClr val="002060"/>
                    </a:solidFill>
                    <a:latin typeface="微软雅黑" panose="020B0503020204020204" pitchFamily="34" charset="-122"/>
                    <a:ea typeface="微软雅黑" panose="020B0503020204020204" pitchFamily="34" charset="-122"/>
                  </a:rPr>
                  <a:t> </a:t>
                </a:r>
                <a:r>
                  <a:rPr kumimoji="1" lang="zh-CN" altLang="en-US" sz="2800" dirty="0">
                    <a:solidFill>
                      <a:srgbClr val="002060"/>
                    </a:solidFill>
                    <a:latin typeface="微软雅黑" panose="020B0503020204020204" pitchFamily="34" charset="-122"/>
                    <a:ea typeface="微软雅黑" panose="020B0503020204020204" pitchFamily="34" charset="-122"/>
                  </a:rPr>
                  <a:t>触发器：</a:t>
                </a:r>
                <a14:m>
                  <m:oMath xmlns:m="http://schemas.openxmlformats.org/officeDocument/2006/math">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r>
                          <a:rPr lang="en-US" altLang="zh-CN" sz="2800" i="1">
                            <a:solidFill>
                              <a:srgbClr val="002060"/>
                            </a:solidFill>
                            <a:latin typeface="Cambria Math" panose="02040503050406030204" pitchFamily="18" charset="0"/>
                          </a:rPr>
                          <m:t>+1</m:t>
                        </m:r>
                      </m:sup>
                    </m:sSup>
                    <m:r>
                      <a:rPr lang="en-US" altLang="zh-CN" sz="2800">
                        <a:solidFill>
                          <a:srgbClr val="002060"/>
                        </a:solidFill>
                        <a:latin typeface="Cambria Math" panose="02040503050406030204" pitchFamily="18" charset="0"/>
                      </a:rPr>
                      <m:t>=</m:t>
                    </m:r>
                    <m:r>
                      <m:rPr>
                        <m:sty m:val="p"/>
                      </m:rPr>
                      <a:rPr lang="en-US" altLang="zh-CN" sz="2800">
                        <a:solidFill>
                          <a:srgbClr val="002060"/>
                        </a:solidFill>
                        <a:latin typeface="Cambria Math" panose="02040503050406030204" pitchFamily="18" charset="0"/>
                      </a:rPr>
                      <m:t>T</m:t>
                    </m:r>
                    <m:r>
                      <a:rPr lang="en-US" altLang="zh-CN" sz="2800">
                        <a:solidFill>
                          <a:srgbClr val="002060"/>
                        </a:solidFill>
                        <a:latin typeface="Cambria Math" panose="02040503050406030204" pitchFamily="18" charset="0"/>
                      </a:rPr>
                      <m:t> </m:t>
                    </m:r>
                    <m:acc>
                      <m:accPr>
                        <m:chr m:val="̅"/>
                        <m:ctrlPr>
                          <a:rPr lang="en-US" altLang="zh-CN" sz="2800" i="1">
                            <a:solidFill>
                              <a:srgbClr val="002060"/>
                            </a:solidFill>
                            <a:latin typeface="Cambria Math" panose="02040503050406030204" pitchFamily="18" charset="0"/>
                          </a:rPr>
                        </m:ctrlPr>
                      </m:accPr>
                      <m:e>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sup>
                        </m:sSup>
                      </m:e>
                    </m:acc>
                    <m:r>
                      <a:rPr lang="en-US" altLang="zh-CN" sz="2800" i="1">
                        <a:solidFill>
                          <a:srgbClr val="002060"/>
                        </a:solidFill>
                        <a:latin typeface="Cambria Math" panose="02040503050406030204" pitchFamily="18" charset="0"/>
                      </a:rPr>
                      <m:t>+</m:t>
                    </m:r>
                    <m:acc>
                      <m:accPr>
                        <m:chr m:val="̅"/>
                        <m:ctrlPr>
                          <a:rPr lang="en-US" altLang="zh-CN" sz="2800" i="1">
                            <a:solidFill>
                              <a:srgbClr val="002060"/>
                            </a:solidFill>
                            <a:latin typeface="Cambria Math" panose="02040503050406030204" pitchFamily="18" charset="0"/>
                          </a:rPr>
                        </m:ctrlPr>
                      </m:accPr>
                      <m:e>
                        <m:r>
                          <m:rPr>
                            <m:sty m:val="p"/>
                          </m:rPr>
                          <a:rPr lang="en-US" altLang="zh-CN" sz="2800">
                            <a:solidFill>
                              <a:srgbClr val="002060"/>
                            </a:solidFill>
                            <a:latin typeface="Cambria Math" panose="02040503050406030204" pitchFamily="18" charset="0"/>
                          </a:rPr>
                          <m:t>T</m:t>
                        </m:r>
                      </m:e>
                    </m:acc>
                    <m:r>
                      <a:rPr lang="en-US" altLang="zh-CN" sz="2800" i="1">
                        <a:solidFill>
                          <a:srgbClr val="002060"/>
                        </a:solidFill>
                        <a:latin typeface="Cambria Math" panose="02040503050406030204" pitchFamily="18" charset="0"/>
                      </a:rPr>
                      <m:t> </m:t>
                    </m:r>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sup>
                    </m:sSup>
                  </m:oMath>
                </a14:m>
                <a:endParaRPr lang="en-US" altLang="zh-CN" sz="2800" i="1" dirty="0">
                  <a:solidFill>
                    <a:srgbClr val="002060"/>
                  </a:solidFill>
                  <a:latin typeface="Cambria Math" panose="02040503050406030204" pitchFamily="18" charset="0"/>
                </a:endParaRPr>
              </a:p>
            </p:txBody>
          </p:sp>
        </mc:Choice>
        <mc:Fallback xmlns="">
          <p:sp>
            <p:nvSpPr>
              <p:cNvPr id="7" name="文本框 6">
                <a:extLst>
                  <a:ext uri="{FF2B5EF4-FFF2-40B4-BE49-F238E27FC236}">
                    <a16:creationId xmlns:a16="http://schemas.microsoft.com/office/drawing/2014/main" id="{D4C2429D-B489-6424-E9AB-D45ACA25FE6F}"/>
                  </a:ext>
                </a:extLst>
              </p:cNvPr>
              <p:cNvSpPr txBox="1">
                <a:spLocks noRot="1" noChangeAspect="1" noMove="1" noResize="1" noEditPoints="1" noAdjustHandles="1" noChangeArrowheads="1" noChangeShapeType="1" noTextEdit="1"/>
              </p:cNvSpPr>
              <p:nvPr/>
            </p:nvSpPr>
            <p:spPr>
              <a:xfrm>
                <a:off x="360000" y="3780000"/>
                <a:ext cx="6215842" cy="565348"/>
              </a:xfrm>
              <a:prstGeom prst="rect">
                <a:avLst/>
              </a:prstGeom>
              <a:blipFill>
                <a:blip r:embed="rId3"/>
                <a:stretch>
                  <a:fillRect l="-294" t="-3226" b="-29032"/>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5F08A0FE-5F73-276E-7D13-EB908CE48E50}"/>
              </a:ext>
            </a:extLst>
          </p:cNvPr>
          <p:cNvGrpSpPr/>
          <p:nvPr/>
        </p:nvGrpSpPr>
        <p:grpSpPr>
          <a:xfrm>
            <a:off x="7092000" y="4788000"/>
            <a:ext cx="4077228" cy="1759845"/>
            <a:chOff x="7092000" y="4884775"/>
            <a:chExt cx="4077228" cy="1759845"/>
          </a:xfrm>
        </p:grpSpPr>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C2180E8-99B3-F183-CAEA-FF8DE3DBEFDF}"/>
                    </a:ext>
                  </a:extLst>
                </p:cNvPr>
                <p:cNvSpPr txBox="1"/>
                <p:nvPr/>
              </p:nvSpPr>
              <p:spPr>
                <a:xfrm>
                  <a:off x="7875396" y="5720154"/>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31" name="文本框 30">
                  <a:extLst>
                    <a:ext uri="{FF2B5EF4-FFF2-40B4-BE49-F238E27FC236}">
                      <a16:creationId xmlns:a16="http://schemas.microsoft.com/office/drawing/2014/main" id="{18A309E9-1841-17E5-2694-549514360ECF}"/>
                    </a:ext>
                  </a:extLst>
                </p:cNvPr>
                <p:cNvSpPr txBox="1">
                  <a:spLocks noRot="1" noChangeAspect="1" noMove="1" noResize="1" noEditPoints="1" noAdjustHandles="1" noChangeArrowheads="1" noChangeShapeType="1" noTextEdit="1"/>
                </p:cNvSpPr>
                <p:nvPr/>
              </p:nvSpPr>
              <p:spPr>
                <a:xfrm>
                  <a:off x="7875396" y="5720154"/>
                  <a:ext cx="818698" cy="462434"/>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FEFC9DAD-DA29-1054-359D-0C04518937E3}"/>
                    </a:ext>
                  </a:extLst>
                </p:cNvPr>
                <p:cNvSpPr txBox="1"/>
                <p:nvPr/>
              </p:nvSpPr>
              <p:spPr>
                <a:xfrm>
                  <a:off x="8697031" y="5720154"/>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32" name="文本框 31">
                  <a:extLst>
                    <a:ext uri="{FF2B5EF4-FFF2-40B4-BE49-F238E27FC236}">
                      <a16:creationId xmlns:a16="http://schemas.microsoft.com/office/drawing/2014/main" id="{8FAC2937-505F-4EEC-CEF6-ECBE63742F41}"/>
                    </a:ext>
                  </a:extLst>
                </p:cNvPr>
                <p:cNvSpPr txBox="1">
                  <a:spLocks noRot="1" noChangeAspect="1" noMove="1" noResize="1" noEditPoints="1" noAdjustHandles="1" noChangeArrowheads="1" noChangeShapeType="1" noTextEdit="1"/>
                </p:cNvSpPr>
                <p:nvPr/>
              </p:nvSpPr>
              <p:spPr>
                <a:xfrm>
                  <a:off x="8697031" y="5720154"/>
                  <a:ext cx="818698" cy="462434"/>
                </a:xfrm>
                <a:prstGeom prst="rect">
                  <a:avLst/>
                </a:prstGeom>
                <a:blipFill>
                  <a:blip r:embed="rId22"/>
                  <a:stretch>
                    <a:fillRect/>
                  </a:stretch>
                </a:blipFill>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E752FA0B-BAE9-8B4A-F208-2BE21EC0FDCF}"/>
                </a:ext>
              </a:extLst>
            </p:cNvPr>
            <p:cNvSpPr/>
            <p:nvPr/>
          </p:nvSpPr>
          <p:spPr>
            <a:xfrm>
              <a:off x="7875396" y="5720154"/>
              <a:ext cx="3293832" cy="924466"/>
            </a:xfrm>
            <a:prstGeom prst="rect">
              <a:avLst/>
            </a:pr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tx1"/>
                </a:solidFill>
              </a:endParaRPr>
            </a:p>
          </p:txBody>
        </p:sp>
        <p:cxnSp>
          <p:nvCxnSpPr>
            <p:cNvPr id="17" name="直接连接符 16">
              <a:extLst>
                <a:ext uri="{FF2B5EF4-FFF2-40B4-BE49-F238E27FC236}">
                  <a16:creationId xmlns:a16="http://schemas.microsoft.com/office/drawing/2014/main" id="{D1E6939A-64EA-DFA1-9AD7-C10355A82E7C}"/>
                </a:ext>
              </a:extLst>
            </p:cNvPr>
            <p:cNvCxnSpPr>
              <a:cxnSpLocks/>
            </p:cNvCxnSpPr>
            <p:nvPr/>
          </p:nvCxnSpPr>
          <p:spPr>
            <a:xfrm>
              <a:off x="7482773" y="5325907"/>
              <a:ext cx="392623" cy="3942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34DFCD2-E636-F450-0835-394E56BB7110}"/>
                    </a:ext>
                  </a:extLst>
                </p:cNvPr>
                <p:cNvSpPr txBox="1"/>
                <p:nvPr/>
              </p:nvSpPr>
              <p:spPr>
                <a:xfrm>
                  <a:off x="8045370" y="5304385"/>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00</m:t>
                        </m:r>
                      </m:oMath>
                    </m:oMathPara>
                  </a14:m>
                  <a:endParaRPr lang="zh-CN" altLang="en-US" sz="2400" dirty="0">
                    <a:solidFill>
                      <a:schemeClr val="tx1"/>
                    </a:solidFill>
                  </a:endParaRPr>
                </a:p>
              </p:txBody>
            </p:sp>
          </mc:Choice>
          <mc:Fallback xmlns="">
            <p:sp>
              <p:nvSpPr>
                <p:cNvPr id="35" name="文本框 34">
                  <a:extLst>
                    <a:ext uri="{FF2B5EF4-FFF2-40B4-BE49-F238E27FC236}">
                      <a16:creationId xmlns:a16="http://schemas.microsoft.com/office/drawing/2014/main" id="{EA21B13A-467F-CF91-57BF-5A1C53205D7E}"/>
                    </a:ext>
                  </a:extLst>
                </p:cNvPr>
                <p:cNvSpPr txBox="1">
                  <a:spLocks noRot="1" noChangeAspect="1" noMove="1" noResize="1" noEditPoints="1" noAdjustHandles="1" noChangeArrowheads="1" noChangeShapeType="1" noTextEdit="1"/>
                </p:cNvSpPr>
                <p:nvPr/>
              </p:nvSpPr>
              <p:spPr>
                <a:xfrm>
                  <a:off x="8045370" y="5304385"/>
                  <a:ext cx="473382" cy="461665"/>
                </a:xfrm>
                <a:prstGeom prst="rect">
                  <a:avLst/>
                </a:prstGeom>
                <a:blipFill>
                  <a:blip r:embed="rId23"/>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D119BAEB-1249-9334-08DB-012B9D8D406F}"/>
                    </a:ext>
                  </a:extLst>
                </p:cNvPr>
                <p:cNvSpPr txBox="1"/>
                <p:nvPr/>
              </p:nvSpPr>
              <p:spPr>
                <a:xfrm>
                  <a:off x="8866752" y="5304385"/>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01</m:t>
                        </m:r>
                      </m:oMath>
                    </m:oMathPara>
                  </a14:m>
                  <a:endParaRPr lang="zh-CN" altLang="en-US" sz="2400" dirty="0">
                    <a:solidFill>
                      <a:schemeClr val="tx1"/>
                    </a:solidFill>
                  </a:endParaRPr>
                </a:p>
              </p:txBody>
            </p:sp>
          </mc:Choice>
          <mc:Fallback xmlns="">
            <p:sp>
              <p:nvSpPr>
                <p:cNvPr id="36" name="文本框 35">
                  <a:extLst>
                    <a:ext uri="{FF2B5EF4-FFF2-40B4-BE49-F238E27FC236}">
                      <a16:creationId xmlns:a16="http://schemas.microsoft.com/office/drawing/2014/main" id="{DA033738-B7C0-B10B-C8D2-7555BBC8D82D}"/>
                    </a:ext>
                  </a:extLst>
                </p:cNvPr>
                <p:cNvSpPr txBox="1">
                  <a:spLocks noRot="1" noChangeAspect="1" noMove="1" noResize="1" noEditPoints="1" noAdjustHandles="1" noChangeArrowheads="1" noChangeShapeType="1" noTextEdit="1"/>
                </p:cNvSpPr>
                <p:nvPr/>
              </p:nvSpPr>
              <p:spPr>
                <a:xfrm>
                  <a:off x="8866752" y="5304385"/>
                  <a:ext cx="473382" cy="461665"/>
                </a:xfrm>
                <a:prstGeom prst="rect">
                  <a:avLst/>
                </a:prstGeom>
                <a:blipFill>
                  <a:blip r:embed="rId24"/>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43501AF5-62DC-18CD-8698-C69E9D6AB639}"/>
                    </a:ext>
                  </a:extLst>
                </p:cNvPr>
                <p:cNvSpPr txBox="1"/>
                <p:nvPr/>
              </p:nvSpPr>
              <p:spPr>
                <a:xfrm>
                  <a:off x="7609784" y="5039802"/>
                  <a:ext cx="6086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b="0" i="0" smtClean="0">
                            <a:solidFill>
                              <a:schemeClr val="tx1"/>
                            </a:solidFill>
                            <a:latin typeface="Cambria Math" panose="02040503050406030204" pitchFamily="18" charset="0"/>
                          </a:rPr>
                          <m:t>JK</m:t>
                        </m:r>
                      </m:oMath>
                    </m:oMathPara>
                  </a14:m>
                  <a:endParaRPr lang="zh-CN" altLang="en-US" sz="2800" dirty="0">
                    <a:solidFill>
                      <a:schemeClr val="tx1"/>
                    </a:solidFill>
                  </a:endParaRPr>
                </a:p>
              </p:txBody>
            </p:sp>
          </mc:Choice>
          <mc:Fallback xmlns="">
            <p:sp>
              <p:nvSpPr>
                <p:cNvPr id="37" name="文本框 36">
                  <a:extLst>
                    <a:ext uri="{FF2B5EF4-FFF2-40B4-BE49-F238E27FC236}">
                      <a16:creationId xmlns:a16="http://schemas.microsoft.com/office/drawing/2014/main" id="{1B456FA9-10E4-5FF4-1777-3620C0E6F787}"/>
                    </a:ext>
                  </a:extLst>
                </p:cNvPr>
                <p:cNvSpPr txBox="1">
                  <a:spLocks noRot="1" noChangeAspect="1" noMove="1" noResize="1" noEditPoints="1" noAdjustHandles="1" noChangeArrowheads="1" noChangeShapeType="1" noTextEdit="1"/>
                </p:cNvSpPr>
                <p:nvPr/>
              </p:nvSpPr>
              <p:spPr>
                <a:xfrm>
                  <a:off x="7609784" y="5039802"/>
                  <a:ext cx="608605" cy="523220"/>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964285F-1EF9-3D81-C4B6-ED00CB34874F}"/>
                    </a:ext>
                  </a:extLst>
                </p:cNvPr>
                <p:cNvSpPr txBox="1"/>
                <p:nvPr/>
              </p:nvSpPr>
              <p:spPr>
                <a:xfrm>
                  <a:off x="9522313" y="5720154"/>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38" name="文本框 37">
                  <a:extLst>
                    <a:ext uri="{FF2B5EF4-FFF2-40B4-BE49-F238E27FC236}">
                      <a16:creationId xmlns:a16="http://schemas.microsoft.com/office/drawing/2014/main" id="{6900EC3F-B2C1-A173-3495-5E79FA4CDD11}"/>
                    </a:ext>
                  </a:extLst>
                </p:cNvPr>
                <p:cNvSpPr txBox="1">
                  <a:spLocks noRot="1" noChangeAspect="1" noMove="1" noResize="1" noEditPoints="1" noAdjustHandles="1" noChangeArrowheads="1" noChangeShapeType="1" noTextEdit="1"/>
                </p:cNvSpPr>
                <p:nvPr/>
              </p:nvSpPr>
              <p:spPr>
                <a:xfrm>
                  <a:off x="9522313" y="5720154"/>
                  <a:ext cx="818698" cy="461665"/>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73B683BF-037B-1F56-32F3-9FD1B7A704DF}"/>
                    </a:ext>
                  </a:extLst>
                </p:cNvPr>
                <p:cNvSpPr txBox="1"/>
                <p:nvPr/>
              </p:nvSpPr>
              <p:spPr>
                <a:xfrm>
                  <a:off x="10343948" y="5720154"/>
                  <a:ext cx="818698" cy="4624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i="1"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39" name="文本框 38">
                  <a:extLst>
                    <a:ext uri="{FF2B5EF4-FFF2-40B4-BE49-F238E27FC236}">
                      <a16:creationId xmlns:a16="http://schemas.microsoft.com/office/drawing/2014/main" id="{4A1BE3FB-0C4B-34F4-5020-301F466E628E}"/>
                    </a:ext>
                  </a:extLst>
                </p:cNvPr>
                <p:cNvSpPr txBox="1">
                  <a:spLocks noRot="1" noChangeAspect="1" noMove="1" noResize="1" noEditPoints="1" noAdjustHandles="1" noChangeArrowheads="1" noChangeShapeType="1" noTextEdit="1"/>
                </p:cNvSpPr>
                <p:nvPr/>
              </p:nvSpPr>
              <p:spPr>
                <a:xfrm>
                  <a:off x="10343948" y="5720154"/>
                  <a:ext cx="818698" cy="462434"/>
                </a:xfrm>
                <a:prstGeom prst="rect">
                  <a:avLst/>
                </a:prstGeom>
                <a:blipFill>
                  <a:blip r:embed="rId27"/>
                  <a:stretch>
                    <a:fillRect/>
                  </a:stretch>
                </a:blipFill>
              </p:spPr>
              <p:txBody>
                <a:bodyPr/>
                <a:lstStyle/>
                <a:p>
                  <a:r>
                    <a:rPr lang="zh-CN" altLang="en-US">
                      <a:noFill/>
                    </a:rPr>
                    <a:t> </a:t>
                  </a:r>
                </a:p>
              </p:txBody>
            </p:sp>
          </mc:Fallback>
        </mc:AlternateContent>
        <p:cxnSp>
          <p:nvCxnSpPr>
            <p:cNvPr id="24" name="直接连接符 23">
              <a:extLst>
                <a:ext uri="{FF2B5EF4-FFF2-40B4-BE49-F238E27FC236}">
                  <a16:creationId xmlns:a16="http://schemas.microsoft.com/office/drawing/2014/main" id="{967C0DDF-8335-DE24-3C20-080574E0F225}"/>
                </a:ext>
              </a:extLst>
            </p:cNvPr>
            <p:cNvCxnSpPr>
              <a:cxnSpLocks/>
            </p:cNvCxnSpPr>
            <p:nvPr/>
          </p:nvCxnSpPr>
          <p:spPr>
            <a:xfrm>
              <a:off x="10345164" y="5720154"/>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EBCAA2DF-AA24-D249-688B-AE1AC2F18AFF}"/>
                </a:ext>
              </a:extLst>
            </p:cNvPr>
            <p:cNvCxnSpPr>
              <a:cxnSpLocks/>
            </p:cNvCxnSpPr>
            <p:nvPr/>
          </p:nvCxnSpPr>
          <p:spPr>
            <a:xfrm>
              <a:off x="8698247" y="5720154"/>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0BF6EB63-A716-6CD4-343C-035D8978BD59}"/>
                    </a:ext>
                  </a:extLst>
                </p:cNvPr>
                <p:cNvSpPr txBox="1"/>
                <p:nvPr/>
              </p:nvSpPr>
              <p:spPr>
                <a:xfrm>
                  <a:off x="9703755" y="5304385"/>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11</m:t>
                        </m:r>
                      </m:oMath>
                    </m:oMathPara>
                  </a14:m>
                  <a:endParaRPr lang="zh-CN" altLang="en-US" sz="2400" dirty="0">
                    <a:solidFill>
                      <a:schemeClr val="tx1"/>
                    </a:solidFill>
                  </a:endParaRPr>
                </a:p>
              </p:txBody>
            </p:sp>
          </mc:Choice>
          <mc:Fallback xmlns="">
            <p:sp>
              <p:nvSpPr>
                <p:cNvPr id="42" name="文本框 41">
                  <a:extLst>
                    <a:ext uri="{FF2B5EF4-FFF2-40B4-BE49-F238E27FC236}">
                      <a16:creationId xmlns:a16="http://schemas.microsoft.com/office/drawing/2014/main" id="{6681972F-9883-8B41-306C-45AEC6D030C7}"/>
                    </a:ext>
                  </a:extLst>
                </p:cNvPr>
                <p:cNvSpPr txBox="1">
                  <a:spLocks noRot="1" noChangeAspect="1" noMove="1" noResize="1" noEditPoints="1" noAdjustHandles="1" noChangeArrowheads="1" noChangeShapeType="1" noTextEdit="1"/>
                </p:cNvSpPr>
                <p:nvPr/>
              </p:nvSpPr>
              <p:spPr>
                <a:xfrm>
                  <a:off x="9703755" y="5304385"/>
                  <a:ext cx="473382" cy="461665"/>
                </a:xfrm>
                <a:prstGeom prst="rect">
                  <a:avLst/>
                </a:prstGeom>
                <a:blipFill>
                  <a:blip r:embed="rId28"/>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E9A8095B-FAD2-EA5A-5021-9F657E5F02A5}"/>
                    </a:ext>
                  </a:extLst>
                </p:cNvPr>
                <p:cNvSpPr txBox="1"/>
                <p:nvPr/>
              </p:nvSpPr>
              <p:spPr>
                <a:xfrm>
                  <a:off x="10525137" y="5304385"/>
                  <a:ext cx="473382"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10</m:t>
                        </m:r>
                      </m:oMath>
                    </m:oMathPara>
                  </a14:m>
                  <a:endParaRPr lang="zh-CN" altLang="en-US" sz="2400" dirty="0">
                    <a:solidFill>
                      <a:schemeClr val="tx1"/>
                    </a:solidFill>
                  </a:endParaRPr>
                </a:p>
              </p:txBody>
            </p:sp>
          </mc:Choice>
          <mc:Fallback xmlns="">
            <p:sp>
              <p:nvSpPr>
                <p:cNvPr id="43" name="文本框 42">
                  <a:extLst>
                    <a:ext uri="{FF2B5EF4-FFF2-40B4-BE49-F238E27FC236}">
                      <a16:creationId xmlns:a16="http://schemas.microsoft.com/office/drawing/2014/main" id="{96411494-616E-43DA-1DCF-FD5A1ADD2F39}"/>
                    </a:ext>
                  </a:extLst>
                </p:cNvPr>
                <p:cNvSpPr txBox="1">
                  <a:spLocks noRot="1" noChangeAspect="1" noMove="1" noResize="1" noEditPoints="1" noAdjustHandles="1" noChangeArrowheads="1" noChangeShapeType="1" noTextEdit="1"/>
                </p:cNvSpPr>
                <p:nvPr/>
              </p:nvSpPr>
              <p:spPr>
                <a:xfrm>
                  <a:off x="10525137" y="5304385"/>
                  <a:ext cx="473382" cy="461665"/>
                </a:xfrm>
                <a:prstGeom prst="rect">
                  <a:avLst/>
                </a:prstGeom>
                <a:blipFill>
                  <a:blip r:embed="rId29"/>
                  <a:stretch>
                    <a:fillRect l="-3896" r="-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9B613669-2959-D012-6AB6-1966FAECADAA}"/>
                    </a:ext>
                  </a:extLst>
                </p:cNvPr>
                <p:cNvSpPr txBox="1"/>
                <p:nvPr/>
              </p:nvSpPr>
              <p:spPr>
                <a:xfrm>
                  <a:off x="7092000" y="5362742"/>
                  <a:ext cx="450705"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US" altLang="zh-CN" sz="2800" i="1" smtClean="0">
                                <a:solidFill>
                                  <a:schemeClr val="tx1"/>
                                </a:solidFill>
                                <a:latin typeface="Cambria Math" panose="02040503050406030204" pitchFamily="18" charset="0"/>
                              </a:rPr>
                            </m:ctrlPr>
                          </m:sSupPr>
                          <m:e>
                            <m:r>
                              <m:rPr>
                                <m:sty m:val="p"/>
                              </m:rPr>
                              <a:rPr lang="en-US" altLang="zh-CN" sz="2800">
                                <a:solidFill>
                                  <a:schemeClr val="tx1"/>
                                </a:solidFill>
                                <a:latin typeface="Cambria Math" panose="02040503050406030204" pitchFamily="18" charset="0"/>
                              </a:rPr>
                              <m:t>Q</m:t>
                            </m:r>
                          </m:e>
                          <m:sup>
                            <m:r>
                              <a:rPr lang="en-US" altLang="zh-CN" sz="2800" i="1">
                                <a:solidFill>
                                  <a:schemeClr val="tx1"/>
                                </a:solidFill>
                                <a:latin typeface="Cambria Math" panose="02040503050406030204" pitchFamily="18" charset="0"/>
                              </a:rPr>
                              <m:t>𝑛</m:t>
                            </m:r>
                          </m:sup>
                        </m:sSup>
                      </m:oMath>
                    </m:oMathPara>
                  </a14:m>
                  <a:endParaRPr lang="zh-CN" altLang="en-US" sz="2800" dirty="0">
                    <a:solidFill>
                      <a:schemeClr val="tx1"/>
                    </a:solidFill>
                  </a:endParaRPr>
                </a:p>
              </p:txBody>
            </p:sp>
          </mc:Choice>
          <mc:Fallback xmlns="">
            <p:sp>
              <p:nvSpPr>
                <p:cNvPr id="44" name="文本框 43">
                  <a:extLst>
                    <a:ext uri="{FF2B5EF4-FFF2-40B4-BE49-F238E27FC236}">
                      <a16:creationId xmlns:a16="http://schemas.microsoft.com/office/drawing/2014/main" id="{0DDE9A2B-35C1-11C3-04C0-40F4CD0FC534}"/>
                    </a:ext>
                  </a:extLst>
                </p:cNvPr>
                <p:cNvSpPr txBox="1">
                  <a:spLocks noRot="1" noChangeAspect="1" noMove="1" noResize="1" noEditPoints="1" noAdjustHandles="1" noChangeArrowheads="1" noChangeShapeType="1" noTextEdit="1"/>
                </p:cNvSpPr>
                <p:nvPr/>
              </p:nvSpPr>
              <p:spPr>
                <a:xfrm>
                  <a:off x="7092000" y="5362742"/>
                  <a:ext cx="450705" cy="523220"/>
                </a:xfrm>
                <a:prstGeom prst="rect">
                  <a:avLst/>
                </a:prstGeom>
                <a:blipFill>
                  <a:blip r:embed="rId30"/>
                  <a:stretch>
                    <a:fillRect r="-94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B6F1801F-3AED-E8D4-38E0-845F9613F861}"/>
                    </a:ext>
                  </a:extLst>
                </p:cNvPr>
                <p:cNvSpPr txBox="1"/>
                <p:nvPr/>
              </p:nvSpPr>
              <p:spPr>
                <a:xfrm>
                  <a:off x="7542705" y="5719385"/>
                  <a:ext cx="33390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45" name="文本框 44">
                  <a:extLst>
                    <a:ext uri="{FF2B5EF4-FFF2-40B4-BE49-F238E27FC236}">
                      <a16:creationId xmlns:a16="http://schemas.microsoft.com/office/drawing/2014/main" id="{E6451C2C-49DA-B725-534A-B16E28901DE0}"/>
                    </a:ext>
                  </a:extLst>
                </p:cNvPr>
                <p:cNvSpPr txBox="1">
                  <a:spLocks noRot="1" noChangeAspect="1" noMove="1" noResize="1" noEditPoints="1" noAdjustHandles="1" noChangeArrowheads="1" noChangeShapeType="1" noTextEdit="1"/>
                </p:cNvSpPr>
                <p:nvPr/>
              </p:nvSpPr>
              <p:spPr>
                <a:xfrm>
                  <a:off x="7542705" y="5719385"/>
                  <a:ext cx="333907" cy="461665"/>
                </a:xfrm>
                <a:prstGeom prst="rect">
                  <a:avLst/>
                </a:prstGeom>
                <a:blipFill>
                  <a:blip r:embed="rId31"/>
                  <a:stretch>
                    <a:fillRect l="-3636" r="-1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5F3690C7-527D-9AD0-5B0E-5949CEA5065D}"/>
                    </a:ext>
                  </a:extLst>
                </p:cNvPr>
                <p:cNvSpPr txBox="1"/>
                <p:nvPr/>
              </p:nvSpPr>
              <p:spPr>
                <a:xfrm>
                  <a:off x="7875396" y="6182955"/>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46" name="文本框 45">
                  <a:extLst>
                    <a:ext uri="{FF2B5EF4-FFF2-40B4-BE49-F238E27FC236}">
                      <a16:creationId xmlns:a16="http://schemas.microsoft.com/office/drawing/2014/main" id="{7023C718-6658-F0FC-68D6-53FD850C8C13}"/>
                    </a:ext>
                  </a:extLst>
                </p:cNvPr>
                <p:cNvSpPr txBox="1">
                  <a:spLocks noRot="1" noChangeAspect="1" noMove="1" noResize="1" noEditPoints="1" noAdjustHandles="1" noChangeArrowheads="1" noChangeShapeType="1" noTextEdit="1"/>
                </p:cNvSpPr>
                <p:nvPr/>
              </p:nvSpPr>
              <p:spPr>
                <a:xfrm>
                  <a:off x="7875396" y="6182955"/>
                  <a:ext cx="818698" cy="461665"/>
                </a:xfrm>
                <a:prstGeom prst="rect">
                  <a:avLst/>
                </a:prstGeom>
                <a:blipFill>
                  <a:blip r:embed="rId3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657B4D2C-D54D-647B-A6CE-95684BF1676B}"/>
                    </a:ext>
                  </a:extLst>
                </p:cNvPr>
                <p:cNvSpPr txBox="1"/>
                <p:nvPr/>
              </p:nvSpPr>
              <p:spPr>
                <a:xfrm>
                  <a:off x="8697031" y="6182955"/>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47" name="文本框 46">
                  <a:extLst>
                    <a:ext uri="{FF2B5EF4-FFF2-40B4-BE49-F238E27FC236}">
                      <a16:creationId xmlns:a16="http://schemas.microsoft.com/office/drawing/2014/main" id="{D948FF7C-EC01-1154-BEFA-FAD1F999E222}"/>
                    </a:ext>
                  </a:extLst>
                </p:cNvPr>
                <p:cNvSpPr txBox="1">
                  <a:spLocks noRot="1" noChangeAspect="1" noMove="1" noResize="1" noEditPoints="1" noAdjustHandles="1" noChangeArrowheads="1" noChangeShapeType="1" noTextEdit="1"/>
                </p:cNvSpPr>
                <p:nvPr/>
              </p:nvSpPr>
              <p:spPr>
                <a:xfrm>
                  <a:off x="8697031" y="6182955"/>
                  <a:ext cx="818698" cy="461665"/>
                </a:xfrm>
                <a:prstGeom prst="rect">
                  <a:avLst/>
                </a:prstGeom>
                <a:blipFill>
                  <a:blip r:embed="rId3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C8A6296F-D93B-ECCF-D809-CFCB746F2B9F}"/>
                    </a:ext>
                  </a:extLst>
                </p:cNvPr>
                <p:cNvSpPr txBox="1"/>
                <p:nvPr/>
              </p:nvSpPr>
              <p:spPr>
                <a:xfrm>
                  <a:off x="9522313" y="6182955"/>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48" name="文本框 47">
                  <a:extLst>
                    <a:ext uri="{FF2B5EF4-FFF2-40B4-BE49-F238E27FC236}">
                      <a16:creationId xmlns:a16="http://schemas.microsoft.com/office/drawing/2014/main" id="{315756AA-0F7A-424E-596E-2385D36C2142}"/>
                    </a:ext>
                  </a:extLst>
                </p:cNvPr>
                <p:cNvSpPr txBox="1">
                  <a:spLocks noRot="1" noChangeAspect="1" noMove="1" noResize="1" noEditPoints="1" noAdjustHandles="1" noChangeArrowheads="1" noChangeShapeType="1" noTextEdit="1"/>
                </p:cNvSpPr>
                <p:nvPr/>
              </p:nvSpPr>
              <p:spPr>
                <a:xfrm>
                  <a:off x="9522313" y="6182955"/>
                  <a:ext cx="818698" cy="461665"/>
                </a:xfrm>
                <a:prstGeom prst="rect">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D1E7691B-45CF-826A-B36F-FB6DA52014C4}"/>
                    </a:ext>
                  </a:extLst>
                </p:cNvPr>
                <p:cNvSpPr txBox="1"/>
                <p:nvPr/>
              </p:nvSpPr>
              <p:spPr>
                <a:xfrm>
                  <a:off x="10343948" y="6182955"/>
                  <a:ext cx="818698"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1" smtClean="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49" name="文本框 48">
                  <a:extLst>
                    <a:ext uri="{FF2B5EF4-FFF2-40B4-BE49-F238E27FC236}">
                      <a16:creationId xmlns:a16="http://schemas.microsoft.com/office/drawing/2014/main" id="{5C2B54AC-D027-E039-20BA-9C84BA0F312C}"/>
                    </a:ext>
                  </a:extLst>
                </p:cNvPr>
                <p:cNvSpPr txBox="1">
                  <a:spLocks noRot="1" noChangeAspect="1" noMove="1" noResize="1" noEditPoints="1" noAdjustHandles="1" noChangeArrowheads="1" noChangeShapeType="1" noTextEdit="1"/>
                </p:cNvSpPr>
                <p:nvPr/>
              </p:nvSpPr>
              <p:spPr>
                <a:xfrm>
                  <a:off x="10343948" y="6182955"/>
                  <a:ext cx="818698" cy="461665"/>
                </a:xfrm>
                <a:prstGeom prst="rect">
                  <a:avLst/>
                </a:prstGeom>
                <a:blipFill>
                  <a:blip r:embed="rId35"/>
                  <a:stretch>
                    <a:fillRect/>
                  </a:stretch>
                </a:blipFill>
              </p:spPr>
              <p:txBody>
                <a:bodyPr/>
                <a:lstStyle/>
                <a:p>
                  <a:r>
                    <a:rPr lang="zh-CN" altLang="en-US">
                      <a:noFill/>
                    </a:rPr>
                    <a:t> </a:t>
                  </a:r>
                </a:p>
              </p:txBody>
            </p:sp>
          </mc:Fallback>
        </mc:AlternateContent>
        <p:cxnSp>
          <p:nvCxnSpPr>
            <p:cNvPr id="34" name="直接连接符 33">
              <a:extLst>
                <a:ext uri="{FF2B5EF4-FFF2-40B4-BE49-F238E27FC236}">
                  <a16:creationId xmlns:a16="http://schemas.microsoft.com/office/drawing/2014/main" id="{BE2415D7-2E44-B9DE-907B-26940C7A58ED}"/>
                </a:ext>
              </a:extLst>
            </p:cNvPr>
            <p:cNvCxnSpPr>
              <a:cxnSpLocks/>
              <a:stCxn id="16" idx="0"/>
              <a:endCxn id="16" idx="2"/>
            </p:cNvCxnSpPr>
            <p:nvPr/>
          </p:nvCxnSpPr>
          <p:spPr>
            <a:xfrm>
              <a:off x="9522312" y="5720154"/>
              <a:ext cx="0" cy="9244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6D138C6-8065-5E7B-A25E-76F07A327B38}"/>
                </a:ext>
              </a:extLst>
            </p:cNvPr>
            <p:cNvCxnSpPr>
              <a:cxnSpLocks/>
              <a:stCxn id="16" idx="1"/>
              <a:endCxn id="16" idx="3"/>
            </p:cNvCxnSpPr>
            <p:nvPr/>
          </p:nvCxnSpPr>
          <p:spPr>
            <a:xfrm>
              <a:off x="7875396" y="6182387"/>
              <a:ext cx="329383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0F64B338-52EB-EF0D-4C5B-CF3BA8E30020}"/>
                    </a:ext>
                  </a:extLst>
                </p:cNvPr>
                <p:cNvSpPr txBox="1"/>
                <p:nvPr/>
              </p:nvSpPr>
              <p:spPr>
                <a:xfrm>
                  <a:off x="7542097" y="6182954"/>
                  <a:ext cx="333907"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2400" b="0" i="0" smtClean="0">
                            <a:solidFill>
                              <a:schemeClr val="tx1"/>
                            </a:solidFill>
                            <a:latin typeface="Cambria Math" panose="02040503050406030204" pitchFamily="18" charset="0"/>
                          </a:rPr>
                          <m:t>1</m:t>
                        </m:r>
                      </m:oMath>
                    </m:oMathPara>
                  </a14:m>
                  <a:endParaRPr lang="zh-CN" altLang="en-US" sz="2400" dirty="0">
                    <a:solidFill>
                      <a:schemeClr val="tx1"/>
                    </a:solidFill>
                  </a:endParaRPr>
                </a:p>
              </p:txBody>
            </p:sp>
          </mc:Choice>
          <mc:Fallback xmlns="">
            <p:sp>
              <p:nvSpPr>
                <p:cNvPr id="52" name="文本框 51">
                  <a:extLst>
                    <a:ext uri="{FF2B5EF4-FFF2-40B4-BE49-F238E27FC236}">
                      <a16:creationId xmlns:a16="http://schemas.microsoft.com/office/drawing/2014/main" id="{F1052519-F1CF-5D73-3B95-500C790F1C62}"/>
                    </a:ext>
                  </a:extLst>
                </p:cNvPr>
                <p:cNvSpPr txBox="1">
                  <a:spLocks noRot="1" noChangeAspect="1" noMove="1" noResize="1" noEditPoints="1" noAdjustHandles="1" noChangeArrowheads="1" noChangeShapeType="1" noTextEdit="1"/>
                </p:cNvSpPr>
                <p:nvPr/>
              </p:nvSpPr>
              <p:spPr>
                <a:xfrm>
                  <a:off x="7542097" y="6182954"/>
                  <a:ext cx="333907" cy="461665"/>
                </a:xfrm>
                <a:prstGeom prst="rect">
                  <a:avLst/>
                </a:prstGeom>
                <a:blipFill>
                  <a:blip r:embed="rId36"/>
                  <a:stretch>
                    <a:fillRect l="-3636" r="-1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1F0D4899-1629-9F4A-67DB-76CF21172032}"/>
                    </a:ext>
                  </a:extLst>
                </p:cNvPr>
                <p:cNvSpPr txBox="1"/>
                <p:nvPr/>
              </p:nvSpPr>
              <p:spPr>
                <a:xfrm>
                  <a:off x="7182410" y="4884775"/>
                  <a:ext cx="532099"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i="0" smtClean="0">
                            <a:solidFill>
                              <a:schemeClr val="tx1"/>
                            </a:solidFill>
                            <a:latin typeface="Cambria Math" panose="02040503050406030204" pitchFamily="18" charset="0"/>
                          </a:rPr>
                          <m:t>T</m:t>
                        </m:r>
                      </m:oMath>
                    </m:oMathPara>
                  </a14:m>
                  <a:endParaRPr lang="zh-CN" altLang="en-US" sz="2800" dirty="0">
                    <a:solidFill>
                      <a:schemeClr val="tx1"/>
                    </a:solidFill>
                  </a:endParaRPr>
                </a:p>
              </p:txBody>
            </p:sp>
          </mc:Choice>
          <mc:Fallback xmlns="">
            <p:sp>
              <p:nvSpPr>
                <p:cNvPr id="53" name="文本框 52">
                  <a:extLst>
                    <a:ext uri="{FF2B5EF4-FFF2-40B4-BE49-F238E27FC236}">
                      <a16:creationId xmlns:a16="http://schemas.microsoft.com/office/drawing/2014/main" id="{3F5555A8-AE4A-1850-0C05-50DDE4D671E4}"/>
                    </a:ext>
                  </a:extLst>
                </p:cNvPr>
                <p:cNvSpPr txBox="1">
                  <a:spLocks noRot="1" noChangeAspect="1" noMove="1" noResize="1" noEditPoints="1" noAdjustHandles="1" noChangeArrowheads="1" noChangeShapeType="1" noTextEdit="1"/>
                </p:cNvSpPr>
                <p:nvPr/>
              </p:nvSpPr>
              <p:spPr>
                <a:xfrm>
                  <a:off x="7182410" y="4884775"/>
                  <a:ext cx="532099" cy="523220"/>
                </a:xfrm>
                <a:prstGeom prst="rect">
                  <a:avLst/>
                </a:prstGeom>
                <a:blipFill>
                  <a:blip r:embed="rId37"/>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graphicFrame>
            <p:nvGraphicFramePr>
              <p:cNvPr id="38" name="表格 37">
                <a:extLst>
                  <a:ext uri="{FF2B5EF4-FFF2-40B4-BE49-F238E27FC236}">
                    <a16:creationId xmlns:a16="http://schemas.microsoft.com/office/drawing/2014/main" id="{F660F2A4-810A-A0DC-00D2-0AA8EB30FA33}"/>
                  </a:ext>
                </a:extLst>
              </p:cNvPr>
              <p:cNvGraphicFramePr>
                <a:graphicFrameLocks noGrp="1"/>
              </p:cNvGraphicFramePr>
              <p:nvPr>
                <p:extLst>
                  <p:ext uri="{D42A27DB-BD31-4B8C-83A1-F6EECF244321}">
                    <p14:modId xmlns:p14="http://schemas.microsoft.com/office/powerpoint/2010/main" val="3110445047"/>
                  </p:ext>
                </p:extLst>
              </p:nvPr>
            </p:nvGraphicFramePr>
            <p:xfrm>
              <a:off x="7092000" y="1216800"/>
              <a:ext cx="4803513" cy="3505200"/>
            </p:xfrm>
            <a:graphic>
              <a:graphicData uri="http://schemas.openxmlformats.org/drawingml/2006/table">
                <a:tbl>
                  <a:tblPr firstRow="1" bandRow="1">
                    <a:tableStyleId>{5940675A-B579-460E-94D1-54222C63F5DA}</a:tableStyleId>
                  </a:tblPr>
                  <a:tblGrid>
                    <a:gridCol w="2223206">
                      <a:extLst>
                        <a:ext uri="{9D8B030D-6E8A-4147-A177-3AD203B41FA5}">
                          <a16:colId xmlns:a16="http://schemas.microsoft.com/office/drawing/2014/main" val="4184728288"/>
                        </a:ext>
                      </a:extLst>
                    </a:gridCol>
                    <a:gridCol w="857514">
                      <a:extLst>
                        <a:ext uri="{9D8B030D-6E8A-4147-A177-3AD203B41FA5}">
                          <a16:colId xmlns:a16="http://schemas.microsoft.com/office/drawing/2014/main" val="8742420"/>
                        </a:ext>
                      </a:extLst>
                    </a:gridCol>
                    <a:gridCol w="939865">
                      <a:extLst>
                        <a:ext uri="{9D8B030D-6E8A-4147-A177-3AD203B41FA5}">
                          <a16:colId xmlns:a16="http://schemas.microsoft.com/office/drawing/2014/main" val="846344955"/>
                        </a:ext>
                      </a:extLst>
                    </a:gridCol>
                    <a:gridCol w="782928">
                      <a:extLst>
                        <a:ext uri="{9D8B030D-6E8A-4147-A177-3AD203B41FA5}">
                          <a16:colId xmlns:a16="http://schemas.microsoft.com/office/drawing/2014/main" val="2192061872"/>
                        </a:ext>
                      </a:extLst>
                    </a:gridCol>
                  </a:tblGrid>
                  <a:tr h="3323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b="0" baseline="0" dirty="0">
                              <a:solidFill>
                                <a:srgbClr val="002060"/>
                              </a:solidFill>
                            </a:rPr>
                            <a:t> </a:t>
                          </a:r>
                          <a:r>
                            <a:rPr lang="en-US" altLang="zh-CN" sz="2400" b="0" dirty="0">
                              <a:solidFill>
                                <a:srgbClr val="002060"/>
                              </a:solidFill>
                            </a:rPr>
                            <a:t> </a:t>
                          </a:r>
                          <a14:m>
                            <m:oMath xmlns:m="http://schemas.openxmlformats.org/officeDocument/2006/math">
                              <m:r>
                                <m:rPr>
                                  <m:sty m:val="p"/>
                                </m:rPr>
                                <a:rPr lang="en-US" altLang="zh-CN" sz="2400" b="0" i="0" smtClean="0">
                                  <a:solidFill>
                                    <a:srgbClr val="002060"/>
                                  </a:solidFill>
                                  <a:latin typeface="Cambria Math" panose="02040503050406030204" pitchFamily="18" charset="0"/>
                                </a:rPr>
                                <m:t>J</m:t>
                              </m:r>
                            </m:oMath>
                          </a14:m>
                          <a:r>
                            <a:rPr lang="zh-CN" altLang="en-US" sz="24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b="0" i="0" smtClean="0">
                                  <a:solidFill>
                                    <a:srgbClr val="002060"/>
                                  </a:solidFill>
                                  <a:latin typeface="Cambria Math" panose="02040503050406030204" pitchFamily="18" charset="0"/>
                                </a:rPr>
                                <m:t>K</m:t>
                              </m:r>
                            </m:oMath>
                          </a14:m>
                          <a:r>
                            <a:rPr lang="zh-CN" altLang="en-US" sz="24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sSup>
                                <m:sSupPr>
                                  <m:ctrlPr>
                                    <a:rPr lang="en-US" altLang="zh-CN" sz="2400" b="0" i="1" smtClean="0">
                                      <a:solidFill>
                                        <a:srgbClr val="002060"/>
                                      </a:solidFill>
                                      <a:latin typeface="Cambria Math" panose="02040503050406030204" pitchFamily="18" charset="0"/>
                                    </a:rPr>
                                  </m:ctrlPr>
                                </m:sSupPr>
                                <m:e>
                                  <m:r>
                                    <m:rPr>
                                      <m:sty m:val="p"/>
                                    </m:rPr>
                                    <a:rPr lang="en-US" altLang="zh-CN" sz="2400" b="0" i="0" smtClean="0">
                                      <a:solidFill>
                                        <a:srgbClr val="002060"/>
                                      </a:solidFill>
                                      <a:latin typeface="Cambria Math" panose="02040503050406030204" pitchFamily="18" charset="0"/>
                                    </a:rPr>
                                    <m:t>Q</m:t>
                                  </m:r>
                                </m:e>
                                <m:sup>
                                  <m:r>
                                    <a:rPr lang="en-US" altLang="zh-CN" sz="2400" b="0" i="1" smtClean="0">
                                      <a:solidFill>
                                        <a:srgbClr val="002060"/>
                                      </a:solidFill>
                                      <a:latin typeface="Cambria Math" panose="02040503050406030204" pitchFamily="18" charset="0"/>
                                    </a:rPr>
                                    <m:t>𝑛</m:t>
                                  </m:r>
                                </m:sup>
                              </m:sSup>
                            </m:oMath>
                          </a14:m>
                          <a:endParaRPr lang="zh-CN" altLang="en-US" sz="2400" i="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14:m>
                            <m:oMathPara xmlns:m="http://schemas.openxmlformats.org/officeDocument/2006/math">
                              <m:oMathParaPr>
                                <m:jc m:val="centerGroup"/>
                              </m:oMathParaPr>
                              <m:oMath xmlns:m="http://schemas.openxmlformats.org/officeDocument/2006/math">
                                <m:sSup>
                                  <m:sSupPr>
                                    <m:ctrlPr>
                                      <a:rPr lang="en-US" altLang="zh-CN" sz="2400" b="0" i="1" smtClean="0">
                                        <a:solidFill>
                                          <a:srgbClr val="002060"/>
                                        </a:solidFill>
                                        <a:latin typeface="Cambria Math" panose="02040503050406030204" pitchFamily="18" charset="0"/>
                                      </a:rPr>
                                    </m:ctrlPr>
                                  </m:sSupPr>
                                  <m:e>
                                    <m:r>
                                      <m:rPr>
                                        <m:sty m:val="p"/>
                                      </m:rPr>
                                      <a:rPr lang="en-US" altLang="zh-CN" sz="2400" b="0" i="0" smtClean="0">
                                        <a:solidFill>
                                          <a:srgbClr val="002060"/>
                                        </a:solidFill>
                                        <a:latin typeface="Cambria Math" panose="02040503050406030204" pitchFamily="18" charset="0"/>
                                      </a:rPr>
                                      <m:t>Q</m:t>
                                    </m:r>
                                  </m:e>
                                  <m:sup>
                                    <m:r>
                                      <a:rPr lang="en-US" altLang="zh-CN" sz="2400" b="0" i="1" smtClean="0">
                                        <a:solidFill>
                                          <a:srgbClr val="002060"/>
                                        </a:solidFill>
                                        <a:latin typeface="Cambria Math" panose="02040503050406030204" pitchFamily="18" charset="0"/>
                                      </a:rPr>
                                      <m:t>𝑛</m:t>
                                    </m:r>
                                    <m:r>
                                      <a:rPr lang="en-US" altLang="zh-CN" sz="2400" b="0" i="1" smtClean="0">
                                        <a:solidFill>
                                          <a:srgbClr val="002060"/>
                                        </a:solidFill>
                                        <a:latin typeface="Cambria Math" panose="02040503050406030204" pitchFamily="18" charset="0"/>
                                      </a:rPr>
                                      <m:t>+1</m:t>
                                    </m:r>
                                  </m:sup>
                                </m:sSup>
                              </m:oMath>
                            </m:oMathPara>
                          </a14:m>
                          <a:endParaRPr lang="zh-CN" altLang="en-US" sz="24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2400" dirty="0">
                              <a:solidFill>
                                <a:srgbClr val="002060"/>
                              </a:solidFill>
                              <a:latin typeface="微软雅黑" panose="020B0503020204020204" pitchFamily="34" charset="-122"/>
                              <a:ea typeface="微软雅黑" panose="020B0503020204020204" pitchFamily="34" charset="-122"/>
                            </a:rPr>
                            <a:t>功能</a:t>
                          </a:r>
                        </a:p>
                      </a:txBody>
                      <a:tcPr anchor="ctr"/>
                    </a:tc>
                    <a:tc>
                      <a:txBody>
                        <a:bodyPr/>
                        <a:lstStyle/>
                        <a:p>
                          <a:pPr algn="ctr"/>
                          <a:r>
                            <a:rPr lang="en-US" altLang="zh-CN" sz="1000" b="0" dirty="0">
                              <a:solidFill>
                                <a:srgbClr val="0000FF"/>
                              </a:solidFill>
                            </a:rPr>
                            <a:t> </a:t>
                          </a:r>
                          <a14:m>
                            <m:oMath xmlns:m="http://schemas.openxmlformats.org/officeDocument/2006/math">
                              <m:r>
                                <m:rPr>
                                  <m:sty m:val="p"/>
                                </m:rPr>
                                <a:rPr lang="en-US" altLang="zh-CN" sz="2400" b="0" i="0" smtClean="0">
                                  <a:solidFill>
                                    <a:srgbClr val="0000FF"/>
                                  </a:solidFill>
                                  <a:latin typeface="Cambria Math" panose="02040503050406030204" pitchFamily="18" charset="0"/>
                                </a:rPr>
                                <m:t>T</m:t>
                              </m:r>
                            </m:oMath>
                          </a14:m>
                          <a:endParaRPr lang="zh-CN" altLang="en-US" sz="24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69386801"/>
                      </a:ext>
                    </a:extLst>
                  </a:tr>
                  <a:tr h="310186">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0       0       0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rgbClr val="002060"/>
                              </a:solidFill>
                              <a:latin typeface="微软雅黑" panose="020B0503020204020204" pitchFamily="34" charset="-122"/>
                              <a:ea typeface="微软雅黑" panose="020B0503020204020204" pitchFamily="34" charset="-122"/>
                            </a:rPr>
                            <a:t>  0       0       1</a:t>
                          </a:r>
                        </a:p>
                      </a:txBody>
                      <a:tcPr anchor="ct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0</a:t>
                          </a:r>
                        </a:p>
                        <a:p>
                          <a:pPr algn="ctr"/>
                          <a:r>
                            <a:rPr lang="en-US" altLang="zh-CN" sz="2200" dirty="0">
                              <a:solidFill>
                                <a:srgbClr val="002060"/>
                              </a:solidFill>
                              <a:latin typeface="微软雅黑" panose="020B0503020204020204" pitchFamily="34" charset="-122"/>
                              <a:ea typeface="微软雅黑" panose="020B0503020204020204" pitchFamily="34" charset="-122"/>
                            </a:rPr>
                            <a:t>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2200" dirty="0">
                              <a:solidFill>
                                <a:srgbClr val="002060"/>
                              </a:solidFill>
                              <a:latin typeface="微软雅黑" panose="020B0503020204020204" pitchFamily="34" charset="-122"/>
                              <a:ea typeface="微软雅黑" panose="020B0503020204020204" pitchFamily="34" charset="-122"/>
                            </a:rPr>
                            <a:t>保持</a:t>
                          </a:r>
                          <a:endParaRPr lang="en-US" altLang="zh-CN" sz="2200" dirty="0">
                            <a:solidFill>
                              <a:srgbClr val="002060"/>
                            </a:solidFill>
                            <a:latin typeface="微软雅黑" panose="020B0503020204020204" pitchFamily="34" charset="-122"/>
                            <a:ea typeface="微软雅黑" panose="020B0503020204020204" pitchFamily="34" charset="-122"/>
                          </a:endParaRPr>
                        </a:p>
                        <a:p>
                          <a:pPr algn="ctr"/>
                          <a:r>
                            <a:rPr lang="zh-CN" altLang="en-US" sz="2200" dirty="0">
                              <a:solidFill>
                                <a:srgbClr val="002060"/>
                              </a:solidFill>
                              <a:latin typeface="微软雅黑" panose="020B0503020204020204" pitchFamily="34" charset="-122"/>
                              <a:ea typeface="微软雅黑" panose="020B0503020204020204" pitchFamily="34" charset="-122"/>
                            </a:rPr>
                            <a:t>不变</a:t>
                          </a:r>
                        </a:p>
                      </a:txBody>
                      <a:tcPr anchor="ctr"/>
                    </a:tc>
                    <a:tc>
                      <a:txBody>
                        <a:bodyPr/>
                        <a:lstStyle/>
                        <a:p>
                          <a:pPr algn="ctr"/>
                          <a:r>
                            <a:rPr lang="en-US" altLang="zh-CN" sz="2200" dirty="0">
                              <a:solidFill>
                                <a:srgbClr val="0000FF"/>
                              </a:solidFill>
                              <a:latin typeface="微软雅黑" panose="020B0503020204020204" pitchFamily="34" charset="-122"/>
                              <a:ea typeface="微软雅黑" panose="020B0503020204020204" pitchFamily="34" charset="-122"/>
                            </a:rPr>
                            <a:t>0</a:t>
                          </a:r>
                        </a:p>
                        <a:p>
                          <a:pPr algn="ctr"/>
                          <a:r>
                            <a:rPr lang="en-US" altLang="zh-CN" sz="2200" dirty="0">
                              <a:solidFill>
                                <a:srgbClr val="0000FF"/>
                              </a:solidFill>
                              <a:latin typeface="微软雅黑" panose="020B0503020204020204" pitchFamily="34" charset="-122"/>
                              <a:ea typeface="微软雅黑" panose="020B0503020204020204" pitchFamily="34" charset="-122"/>
                            </a:rPr>
                            <a:t>0</a:t>
                          </a:r>
                          <a:endParaRPr lang="zh-CN" altLang="en-US" sz="22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567566436"/>
                      </a:ext>
                    </a:extLst>
                  </a:tr>
                  <a:tr h="310186">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0       1       0</a:t>
                          </a:r>
                        </a:p>
                        <a:p>
                          <a:r>
                            <a:rPr lang="en-US" altLang="zh-CN" sz="2200" dirty="0">
                              <a:solidFill>
                                <a:srgbClr val="002060"/>
                              </a:solidFill>
                              <a:latin typeface="微软雅黑" panose="020B0503020204020204" pitchFamily="34" charset="-122"/>
                              <a:ea typeface="微软雅黑" panose="020B0503020204020204" pitchFamily="34" charset="-122"/>
                            </a:rPr>
                            <a:t>  0       1       1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0</a:t>
                          </a:r>
                        </a:p>
                        <a:p>
                          <a:pPr algn="ctr"/>
                          <a:r>
                            <a:rPr lang="en-US" altLang="zh-CN" sz="2200" dirty="0">
                              <a:solidFill>
                                <a:srgbClr val="002060"/>
                              </a:solidFill>
                              <a:latin typeface="微软雅黑" panose="020B0503020204020204" pitchFamily="34" charset="-122"/>
                              <a:ea typeface="微软雅黑" panose="020B0503020204020204" pitchFamily="34" charset="-122"/>
                            </a:rPr>
                            <a:t>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kumimoji="1" lang="zh-CN" altLang="en-US" sz="2200" dirty="0">
                              <a:solidFill>
                                <a:srgbClr val="002060"/>
                              </a:solidFill>
                              <a:latin typeface="微软雅黑" panose="020B0503020204020204" pitchFamily="34" charset="-122"/>
                              <a:ea typeface="微软雅黑" panose="020B0503020204020204" pitchFamily="34" charset="-122"/>
                            </a:rPr>
                            <a:t>置 </a:t>
                          </a:r>
                          <a:r>
                            <a:rPr kumimoji="1" lang="en-US" altLang="zh-CN" sz="2200" dirty="0">
                              <a:solidFill>
                                <a:srgbClr val="002060"/>
                              </a:solidFill>
                              <a:latin typeface="微软雅黑" panose="020B0503020204020204" pitchFamily="34" charset="-122"/>
                              <a:ea typeface="微软雅黑" panose="020B0503020204020204" pitchFamily="34" charset="-122"/>
                            </a:rPr>
                            <a:t>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2200" dirty="0">
                              <a:solidFill>
                                <a:srgbClr val="0000FF"/>
                              </a:solidFill>
                              <a:latin typeface="微软雅黑" panose="020B0503020204020204" pitchFamily="34" charset="-122"/>
                              <a:ea typeface="微软雅黑" panose="020B0503020204020204" pitchFamily="34" charset="-122"/>
                            </a:rPr>
                            <a:t>0</a:t>
                          </a:r>
                        </a:p>
                        <a:p>
                          <a:pPr algn="ctr"/>
                          <a:r>
                            <a:rPr lang="en-US" altLang="zh-CN" sz="2200" dirty="0">
                              <a:solidFill>
                                <a:srgbClr val="0000FF"/>
                              </a:solidFill>
                              <a:latin typeface="微软雅黑" panose="020B0503020204020204" pitchFamily="34" charset="-122"/>
                              <a:ea typeface="微软雅黑" panose="020B0503020204020204" pitchFamily="34" charset="-122"/>
                            </a:rPr>
                            <a:t>1</a:t>
                          </a:r>
                          <a:endParaRPr lang="zh-CN" altLang="en-US" sz="22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959570740"/>
                      </a:ext>
                    </a:extLst>
                  </a:tr>
                  <a:tr h="367222">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1       0       0</a:t>
                          </a:r>
                        </a:p>
                        <a:p>
                          <a:r>
                            <a:rPr lang="en-US" altLang="zh-CN" sz="2200" dirty="0">
                              <a:solidFill>
                                <a:srgbClr val="002060"/>
                              </a:solidFill>
                              <a:latin typeface="微软雅黑" panose="020B0503020204020204" pitchFamily="34" charset="-122"/>
                              <a:ea typeface="微软雅黑" panose="020B0503020204020204" pitchFamily="34" charset="-122"/>
                            </a:rPr>
                            <a:t>  1       0       1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1</a:t>
                          </a:r>
                        </a:p>
                        <a:p>
                          <a:pPr algn="ctr"/>
                          <a:r>
                            <a:rPr lang="en-US" altLang="zh-CN" sz="2200" dirty="0">
                              <a:solidFill>
                                <a:srgbClr val="002060"/>
                              </a:solidFill>
                              <a:latin typeface="微软雅黑" panose="020B0503020204020204" pitchFamily="34" charset="-122"/>
                              <a:ea typeface="微软雅黑" panose="020B0503020204020204" pitchFamily="34" charset="-122"/>
                            </a:rPr>
                            <a:t>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200" dirty="0">
                              <a:solidFill>
                                <a:srgbClr val="002060"/>
                              </a:solidFill>
                              <a:latin typeface="微软雅黑" panose="020B0503020204020204" pitchFamily="34" charset="-122"/>
                              <a:ea typeface="微软雅黑" panose="020B0503020204020204" pitchFamily="34" charset="-122"/>
                            </a:rPr>
                            <a:t>置 </a:t>
                          </a:r>
                          <a:r>
                            <a:rPr kumimoji="1" lang="en-US" altLang="zh-CN" sz="2200" dirty="0">
                              <a:solidFill>
                                <a:srgbClr val="002060"/>
                              </a:solidFill>
                              <a:latin typeface="微软雅黑" panose="020B0503020204020204" pitchFamily="34" charset="-122"/>
                              <a:ea typeface="微软雅黑" panose="020B0503020204020204" pitchFamily="34" charset="-122"/>
                            </a:rPr>
                            <a:t>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200" dirty="0">
                              <a:solidFill>
                                <a:srgbClr val="0000FF"/>
                              </a:solidFill>
                              <a:latin typeface="微软雅黑" panose="020B0503020204020204" pitchFamily="34" charset="-122"/>
                              <a:ea typeface="微软雅黑" panose="020B0503020204020204" pitchFamily="34" charset="-122"/>
                            </a:rPr>
                            <a:t>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200" dirty="0">
                              <a:solidFill>
                                <a:srgbClr val="0000FF"/>
                              </a:solidFill>
                              <a:latin typeface="微软雅黑" panose="020B0503020204020204" pitchFamily="34" charset="-122"/>
                              <a:ea typeface="微软雅黑" panose="020B0503020204020204" pitchFamily="34" charset="-122"/>
                            </a:rPr>
                            <a:t>0</a:t>
                          </a:r>
                          <a:endParaRPr lang="zh-CN" altLang="en-US" sz="22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12271955"/>
                      </a:ext>
                    </a:extLst>
                  </a:tr>
                  <a:tr h="310186">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1       1       0</a:t>
                          </a:r>
                        </a:p>
                        <a:p>
                          <a:r>
                            <a:rPr lang="en-US" altLang="zh-CN" sz="2200" dirty="0">
                              <a:solidFill>
                                <a:srgbClr val="002060"/>
                              </a:solidFill>
                              <a:latin typeface="微软雅黑" panose="020B0503020204020204" pitchFamily="34" charset="-122"/>
                              <a:ea typeface="微软雅黑" panose="020B0503020204020204" pitchFamily="34" charset="-122"/>
                            </a:rPr>
                            <a:t>  1       1       1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1</a:t>
                          </a:r>
                        </a:p>
                        <a:p>
                          <a:pPr algn="ctr"/>
                          <a:r>
                            <a:rPr lang="en-US" altLang="zh-CN" sz="2200" dirty="0">
                              <a:solidFill>
                                <a:srgbClr val="002060"/>
                              </a:solidFill>
                              <a:latin typeface="微软雅黑" panose="020B0503020204020204" pitchFamily="34" charset="-122"/>
                              <a:ea typeface="微软雅黑" panose="020B0503020204020204" pitchFamily="34" charset="-122"/>
                            </a:rPr>
                            <a:t>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2200" dirty="0">
                              <a:solidFill>
                                <a:srgbClr val="002060"/>
                              </a:solidFill>
                              <a:latin typeface="微软雅黑" panose="020B0503020204020204" pitchFamily="34" charset="-122"/>
                              <a:ea typeface="微软雅黑" panose="020B0503020204020204" pitchFamily="34" charset="-122"/>
                            </a:rPr>
                            <a:t>翻转</a:t>
                          </a:r>
                        </a:p>
                      </a:txBody>
                      <a:tcPr anchor="ctr"/>
                    </a:tc>
                    <a:tc>
                      <a:txBody>
                        <a:bodyPr/>
                        <a:lstStyle/>
                        <a:p>
                          <a:pPr algn="ctr"/>
                          <a:r>
                            <a:rPr lang="en-US" altLang="zh-CN" sz="2200" dirty="0">
                              <a:solidFill>
                                <a:srgbClr val="0000FF"/>
                              </a:solidFill>
                              <a:latin typeface="微软雅黑" panose="020B0503020204020204" pitchFamily="34" charset="-122"/>
                              <a:ea typeface="微软雅黑" panose="020B0503020204020204" pitchFamily="34" charset="-122"/>
                            </a:rPr>
                            <a:t>1</a:t>
                          </a:r>
                        </a:p>
                        <a:p>
                          <a:pPr algn="ctr"/>
                          <a:r>
                            <a:rPr lang="en-US" altLang="zh-CN" sz="2200" dirty="0">
                              <a:solidFill>
                                <a:srgbClr val="0000FF"/>
                              </a:solidFill>
                              <a:latin typeface="微软雅黑" panose="020B0503020204020204" pitchFamily="34" charset="-122"/>
                              <a:ea typeface="微软雅黑" panose="020B0503020204020204" pitchFamily="34" charset="-122"/>
                            </a:rPr>
                            <a:t>1</a:t>
                          </a:r>
                          <a:endParaRPr lang="zh-CN" altLang="en-US" sz="22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487921870"/>
                      </a:ext>
                    </a:extLst>
                  </a:tr>
                </a:tbl>
              </a:graphicData>
            </a:graphic>
          </p:graphicFrame>
        </mc:Choice>
        <mc:Fallback xmlns="">
          <p:graphicFrame>
            <p:nvGraphicFramePr>
              <p:cNvPr id="38" name="表格 37">
                <a:extLst>
                  <a:ext uri="{FF2B5EF4-FFF2-40B4-BE49-F238E27FC236}">
                    <a16:creationId xmlns:a16="http://schemas.microsoft.com/office/drawing/2014/main" id="{F660F2A4-810A-A0DC-00D2-0AA8EB30FA33}"/>
                  </a:ext>
                </a:extLst>
              </p:cNvPr>
              <p:cNvGraphicFramePr>
                <a:graphicFrameLocks noGrp="1"/>
              </p:cNvGraphicFramePr>
              <p:nvPr>
                <p:extLst>
                  <p:ext uri="{D42A27DB-BD31-4B8C-83A1-F6EECF244321}">
                    <p14:modId xmlns:p14="http://schemas.microsoft.com/office/powerpoint/2010/main" val="3110445047"/>
                  </p:ext>
                </p:extLst>
              </p:nvPr>
            </p:nvGraphicFramePr>
            <p:xfrm>
              <a:off x="7092000" y="1216800"/>
              <a:ext cx="4803513" cy="3505200"/>
            </p:xfrm>
            <a:graphic>
              <a:graphicData uri="http://schemas.openxmlformats.org/drawingml/2006/table">
                <a:tbl>
                  <a:tblPr firstRow="1" bandRow="1">
                    <a:tableStyleId>{5940675A-B579-460E-94D1-54222C63F5DA}</a:tableStyleId>
                  </a:tblPr>
                  <a:tblGrid>
                    <a:gridCol w="2223206">
                      <a:extLst>
                        <a:ext uri="{9D8B030D-6E8A-4147-A177-3AD203B41FA5}">
                          <a16:colId xmlns:a16="http://schemas.microsoft.com/office/drawing/2014/main" val="4184728288"/>
                        </a:ext>
                      </a:extLst>
                    </a:gridCol>
                    <a:gridCol w="857514">
                      <a:extLst>
                        <a:ext uri="{9D8B030D-6E8A-4147-A177-3AD203B41FA5}">
                          <a16:colId xmlns:a16="http://schemas.microsoft.com/office/drawing/2014/main" val="8742420"/>
                        </a:ext>
                      </a:extLst>
                    </a:gridCol>
                    <a:gridCol w="939865">
                      <a:extLst>
                        <a:ext uri="{9D8B030D-6E8A-4147-A177-3AD203B41FA5}">
                          <a16:colId xmlns:a16="http://schemas.microsoft.com/office/drawing/2014/main" val="846344955"/>
                        </a:ext>
                      </a:extLst>
                    </a:gridCol>
                    <a:gridCol w="782928">
                      <a:extLst>
                        <a:ext uri="{9D8B030D-6E8A-4147-A177-3AD203B41FA5}">
                          <a16:colId xmlns:a16="http://schemas.microsoft.com/office/drawing/2014/main" val="2192061872"/>
                        </a:ext>
                      </a:extLst>
                    </a:gridCol>
                  </a:tblGrid>
                  <a:tr h="457200">
                    <a:tc>
                      <a:txBody>
                        <a:bodyPr/>
                        <a:lstStyle/>
                        <a:p>
                          <a:endParaRPr lang="zh-CN"/>
                        </a:p>
                      </a:txBody>
                      <a:tcPr anchor="ctr">
                        <a:blipFill>
                          <a:blip r:embed="rId38"/>
                          <a:stretch>
                            <a:fillRect l="-274" t="-9333" r="-116712" b="-694667"/>
                          </a:stretch>
                        </a:blipFill>
                      </a:tcPr>
                    </a:tc>
                    <a:tc>
                      <a:txBody>
                        <a:bodyPr/>
                        <a:lstStyle/>
                        <a:p>
                          <a:endParaRPr lang="zh-CN"/>
                        </a:p>
                      </a:txBody>
                      <a:tcPr anchor="ctr">
                        <a:blipFill>
                          <a:blip r:embed="rId38"/>
                          <a:stretch>
                            <a:fillRect l="-259574" t="-9333" r="-202128" b="-694667"/>
                          </a:stretch>
                        </a:blipFill>
                      </a:tcPr>
                    </a:tc>
                    <a:tc>
                      <a:txBody>
                        <a:bodyPr/>
                        <a:lstStyle/>
                        <a:p>
                          <a:pPr algn="ctr"/>
                          <a:r>
                            <a:rPr lang="zh-CN" altLang="en-US" sz="2400" dirty="0">
                              <a:solidFill>
                                <a:srgbClr val="002060"/>
                              </a:solidFill>
                              <a:latin typeface="微软雅黑" panose="020B0503020204020204" pitchFamily="34" charset="-122"/>
                              <a:ea typeface="微软雅黑" panose="020B0503020204020204" pitchFamily="34" charset="-122"/>
                            </a:rPr>
                            <a:t>功能</a:t>
                          </a:r>
                        </a:p>
                      </a:txBody>
                      <a:tcPr anchor="ctr"/>
                    </a:tc>
                    <a:tc>
                      <a:txBody>
                        <a:bodyPr/>
                        <a:lstStyle/>
                        <a:p>
                          <a:endParaRPr lang="zh-CN"/>
                        </a:p>
                      </a:txBody>
                      <a:tcPr anchor="ctr">
                        <a:blipFill>
                          <a:blip r:embed="rId38"/>
                          <a:stretch>
                            <a:fillRect l="-512403" t="-9333" r="-1550" b="-694667"/>
                          </a:stretch>
                        </a:blipFill>
                      </a:tcPr>
                    </a:tc>
                    <a:extLst>
                      <a:ext uri="{0D108BD9-81ED-4DB2-BD59-A6C34878D82A}">
                        <a16:rowId xmlns:a16="http://schemas.microsoft.com/office/drawing/2014/main" val="169386801"/>
                      </a:ext>
                    </a:extLst>
                  </a:tr>
                  <a:tr h="762000">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0       0       0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rgbClr val="002060"/>
                              </a:solidFill>
                              <a:latin typeface="微软雅黑" panose="020B0503020204020204" pitchFamily="34" charset="-122"/>
                              <a:ea typeface="微软雅黑" panose="020B0503020204020204" pitchFamily="34" charset="-122"/>
                            </a:rPr>
                            <a:t>  0       0       1</a:t>
                          </a:r>
                        </a:p>
                      </a:txBody>
                      <a:tcPr anchor="ct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0</a:t>
                          </a:r>
                        </a:p>
                        <a:p>
                          <a:pPr algn="ctr"/>
                          <a:r>
                            <a:rPr lang="en-US" altLang="zh-CN" sz="2200" dirty="0">
                              <a:solidFill>
                                <a:srgbClr val="002060"/>
                              </a:solidFill>
                              <a:latin typeface="微软雅黑" panose="020B0503020204020204" pitchFamily="34" charset="-122"/>
                              <a:ea typeface="微软雅黑" panose="020B0503020204020204" pitchFamily="34" charset="-122"/>
                            </a:rPr>
                            <a:t>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2200" dirty="0">
                              <a:solidFill>
                                <a:srgbClr val="002060"/>
                              </a:solidFill>
                              <a:latin typeface="微软雅黑" panose="020B0503020204020204" pitchFamily="34" charset="-122"/>
                              <a:ea typeface="微软雅黑" panose="020B0503020204020204" pitchFamily="34" charset="-122"/>
                            </a:rPr>
                            <a:t>保持</a:t>
                          </a:r>
                          <a:endParaRPr lang="en-US" altLang="zh-CN" sz="2200" dirty="0">
                            <a:solidFill>
                              <a:srgbClr val="002060"/>
                            </a:solidFill>
                            <a:latin typeface="微软雅黑" panose="020B0503020204020204" pitchFamily="34" charset="-122"/>
                            <a:ea typeface="微软雅黑" panose="020B0503020204020204" pitchFamily="34" charset="-122"/>
                          </a:endParaRPr>
                        </a:p>
                        <a:p>
                          <a:pPr algn="ctr"/>
                          <a:r>
                            <a:rPr lang="zh-CN" altLang="en-US" sz="2200" dirty="0">
                              <a:solidFill>
                                <a:srgbClr val="002060"/>
                              </a:solidFill>
                              <a:latin typeface="微软雅黑" panose="020B0503020204020204" pitchFamily="34" charset="-122"/>
                              <a:ea typeface="微软雅黑" panose="020B0503020204020204" pitchFamily="34" charset="-122"/>
                            </a:rPr>
                            <a:t>不变</a:t>
                          </a:r>
                        </a:p>
                      </a:txBody>
                      <a:tcPr anchor="ctr"/>
                    </a:tc>
                    <a:tc>
                      <a:txBody>
                        <a:bodyPr/>
                        <a:lstStyle/>
                        <a:p>
                          <a:pPr algn="ctr"/>
                          <a:r>
                            <a:rPr lang="en-US" altLang="zh-CN" sz="2200" dirty="0">
                              <a:solidFill>
                                <a:srgbClr val="0000FF"/>
                              </a:solidFill>
                              <a:latin typeface="微软雅黑" panose="020B0503020204020204" pitchFamily="34" charset="-122"/>
                              <a:ea typeface="微软雅黑" panose="020B0503020204020204" pitchFamily="34" charset="-122"/>
                            </a:rPr>
                            <a:t>0</a:t>
                          </a:r>
                        </a:p>
                        <a:p>
                          <a:pPr algn="ctr"/>
                          <a:r>
                            <a:rPr lang="en-US" altLang="zh-CN" sz="2200" dirty="0">
                              <a:solidFill>
                                <a:srgbClr val="0000FF"/>
                              </a:solidFill>
                              <a:latin typeface="微软雅黑" panose="020B0503020204020204" pitchFamily="34" charset="-122"/>
                              <a:ea typeface="微软雅黑" panose="020B0503020204020204" pitchFamily="34" charset="-122"/>
                            </a:rPr>
                            <a:t>0</a:t>
                          </a:r>
                          <a:endParaRPr lang="zh-CN" altLang="en-US" sz="22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567566436"/>
                      </a:ext>
                    </a:extLst>
                  </a:tr>
                  <a:tr h="762000">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0       1       0</a:t>
                          </a:r>
                        </a:p>
                        <a:p>
                          <a:r>
                            <a:rPr lang="en-US" altLang="zh-CN" sz="2200" dirty="0">
                              <a:solidFill>
                                <a:srgbClr val="002060"/>
                              </a:solidFill>
                              <a:latin typeface="微软雅黑" panose="020B0503020204020204" pitchFamily="34" charset="-122"/>
                              <a:ea typeface="微软雅黑" panose="020B0503020204020204" pitchFamily="34" charset="-122"/>
                            </a:rPr>
                            <a:t>  0       1       1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0</a:t>
                          </a:r>
                        </a:p>
                        <a:p>
                          <a:pPr algn="ctr"/>
                          <a:r>
                            <a:rPr lang="en-US" altLang="zh-CN" sz="2200" dirty="0">
                              <a:solidFill>
                                <a:srgbClr val="002060"/>
                              </a:solidFill>
                              <a:latin typeface="微软雅黑" panose="020B0503020204020204" pitchFamily="34" charset="-122"/>
                              <a:ea typeface="微软雅黑" panose="020B0503020204020204" pitchFamily="34" charset="-122"/>
                            </a:rPr>
                            <a:t>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kumimoji="1" lang="zh-CN" altLang="en-US" sz="2200" dirty="0">
                              <a:solidFill>
                                <a:srgbClr val="002060"/>
                              </a:solidFill>
                              <a:latin typeface="微软雅黑" panose="020B0503020204020204" pitchFamily="34" charset="-122"/>
                              <a:ea typeface="微软雅黑" panose="020B0503020204020204" pitchFamily="34" charset="-122"/>
                            </a:rPr>
                            <a:t>置 </a:t>
                          </a:r>
                          <a:r>
                            <a:rPr kumimoji="1" lang="en-US" altLang="zh-CN" sz="2200" dirty="0">
                              <a:solidFill>
                                <a:srgbClr val="002060"/>
                              </a:solidFill>
                              <a:latin typeface="微软雅黑" panose="020B0503020204020204" pitchFamily="34" charset="-122"/>
                              <a:ea typeface="微软雅黑" panose="020B0503020204020204" pitchFamily="34" charset="-122"/>
                            </a:rPr>
                            <a:t>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2200" dirty="0">
                              <a:solidFill>
                                <a:srgbClr val="0000FF"/>
                              </a:solidFill>
                              <a:latin typeface="微软雅黑" panose="020B0503020204020204" pitchFamily="34" charset="-122"/>
                              <a:ea typeface="微软雅黑" panose="020B0503020204020204" pitchFamily="34" charset="-122"/>
                            </a:rPr>
                            <a:t>0</a:t>
                          </a:r>
                        </a:p>
                        <a:p>
                          <a:pPr algn="ctr"/>
                          <a:r>
                            <a:rPr lang="en-US" altLang="zh-CN" sz="2200" dirty="0">
                              <a:solidFill>
                                <a:srgbClr val="0000FF"/>
                              </a:solidFill>
                              <a:latin typeface="微软雅黑" panose="020B0503020204020204" pitchFamily="34" charset="-122"/>
                              <a:ea typeface="微软雅黑" panose="020B0503020204020204" pitchFamily="34" charset="-122"/>
                            </a:rPr>
                            <a:t>1</a:t>
                          </a:r>
                          <a:endParaRPr lang="zh-CN" altLang="en-US" sz="22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959570740"/>
                      </a:ext>
                    </a:extLst>
                  </a:tr>
                  <a:tr h="762000">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1       0       0</a:t>
                          </a:r>
                        </a:p>
                        <a:p>
                          <a:r>
                            <a:rPr lang="en-US" altLang="zh-CN" sz="2200" dirty="0">
                              <a:solidFill>
                                <a:srgbClr val="002060"/>
                              </a:solidFill>
                              <a:latin typeface="微软雅黑" panose="020B0503020204020204" pitchFamily="34" charset="-122"/>
                              <a:ea typeface="微软雅黑" panose="020B0503020204020204" pitchFamily="34" charset="-122"/>
                            </a:rPr>
                            <a:t>  1       0       1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1</a:t>
                          </a:r>
                        </a:p>
                        <a:p>
                          <a:pPr algn="ctr"/>
                          <a:r>
                            <a:rPr lang="en-US" altLang="zh-CN" sz="2200" dirty="0">
                              <a:solidFill>
                                <a:srgbClr val="002060"/>
                              </a:solidFill>
                              <a:latin typeface="微软雅黑" panose="020B0503020204020204" pitchFamily="34" charset="-122"/>
                              <a:ea typeface="微软雅黑" panose="020B0503020204020204" pitchFamily="34" charset="-122"/>
                            </a:rPr>
                            <a:t>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200" dirty="0">
                              <a:solidFill>
                                <a:srgbClr val="002060"/>
                              </a:solidFill>
                              <a:latin typeface="微软雅黑" panose="020B0503020204020204" pitchFamily="34" charset="-122"/>
                              <a:ea typeface="微软雅黑" panose="020B0503020204020204" pitchFamily="34" charset="-122"/>
                            </a:rPr>
                            <a:t>置 </a:t>
                          </a:r>
                          <a:r>
                            <a:rPr kumimoji="1" lang="en-US" altLang="zh-CN" sz="2200" dirty="0">
                              <a:solidFill>
                                <a:srgbClr val="002060"/>
                              </a:solidFill>
                              <a:latin typeface="微软雅黑" panose="020B0503020204020204" pitchFamily="34" charset="-122"/>
                              <a:ea typeface="微软雅黑" panose="020B0503020204020204" pitchFamily="34" charset="-122"/>
                            </a:rPr>
                            <a:t>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200" dirty="0">
                              <a:solidFill>
                                <a:srgbClr val="0000FF"/>
                              </a:solidFill>
                              <a:latin typeface="微软雅黑" panose="020B0503020204020204" pitchFamily="34" charset="-122"/>
                              <a:ea typeface="微软雅黑" panose="020B0503020204020204" pitchFamily="34" charset="-122"/>
                            </a:rPr>
                            <a:t>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200" dirty="0">
                              <a:solidFill>
                                <a:srgbClr val="0000FF"/>
                              </a:solidFill>
                              <a:latin typeface="微软雅黑" panose="020B0503020204020204" pitchFamily="34" charset="-122"/>
                              <a:ea typeface="微软雅黑" panose="020B0503020204020204" pitchFamily="34" charset="-122"/>
                            </a:rPr>
                            <a:t>0</a:t>
                          </a:r>
                          <a:endParaRPr lang="zh-CN" altLang="en-US" sz="22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212271955"/>
                      </a:ext>
                    </a:extLst>
                  </a:tr>
                  <a:tr h="762000">
                    <a:tc>
                      <a:txBody>
                        <a:bodyPr/>
                        <a:lstStyle/>
                        <a:p>
                          <a:r>
                            <a:rPr lang="en-US" altLang="zh-CN" sz="2200" dirty="0">
                              <a:solidFill>
                                <a:srgbClr val="002060"/>
                              </a:solidFill>
                              <a:latin typeface="微软雅黑" panose="020B0503020204020204" pitchFamily="34" charset="-122"/>
                              <a:ea typeface="微软雅黑" panose="020B0503020204020204" pitchFamily="34" charset="-122"/>
                            </a:rPr>
                            <a:t>  1       1       0</a:t>
                          </a:r>
                        </a:p>
                        <a:p>
                          <a:r>
                            <a:rPr lang="en-US" altLang="zh-CN" sz="2200" dirty="0">
                              <a:solidFill>
                                <a:srgbClr val="002060"/>
                              </a:solidFill>
                              <a:latin typeface="微软雅黑" panose="020B0503020204020204" pitchFamily="34" charset="-122"/>
                              <a:ea typeface="微软雅黑" panose="020B0503020204020204" pitchFamily="34" charset="-122"/>
                            </a:rPr>
                            <a:t>  1       1       1</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2200" dirty="0">
                              <a:solidFill>
                                <a:srgbClr val="002060"/>
                              </a:solidFill>
                              <a:latin typeface="微软雅黑" panose="020B0503020204020204" pitchFamily="34" charset="-122"/>
                              <a:ea typeface="微软雅黑" panose="020B0503020204020204" pitchFamily="34" charset="-122"/>
                            </a:rPr>
                            <a:t>1</a:t>
                          </a:r>
                        </a:p>
                        <a:p>
                          <a:pPr algn="ctr"/>
                          <a:r>
                            <a:rPr lang="en-US" altLang="zh-CN" sz="2200" dirty="0">
                              <a:solidFill>
                                <a:srgbClr val="002060"/>
                              </a:solidFill>
                              <a:latin typeface="微软雅黑" panose="020B0503020204020204" pitchFamily="34" charset="-122"/>
                              <a:ea typeface="微软雅黑" panose="020B0503020204020204" pitchFamily="34" charset="-122"/>
                            </a:rPr>
                            <a:t>0</a:t>
                          </a:r>
                          <a:endParaRPr lang="zh-CN" altLang="en-US" sz="220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2200" dirty="0">
                              <a:solidFill>
                                <a:srgbClr val="002060"/>
                              </a:solidFill>
                              <a:latin typeface="微软雅黑" panose="020B0503020204020204" pitchFamily="34" charset="-122"/>
                              <a:ea typeface="微软雅黑" panose="020B0503020204020204" pitchFamily="34" charset="-122"/>
                            </a:rPr>
                            <a:t>翻转</a:t>
                          </a:r>
                        </a:p>
                      </a:txBody>
                      <a:tcPr anchor="ctr"/>
                    </a:tc>
                    <a:tc>
                      <a:txBody>
                        <a:bodyPr/>
                        <a:lstStyle/>
                        <a:p>
                          <a:pPr algn="ctr"/>
                          <a:r>
                            <a:rPr lang="en-US" altLang="zh-CN" sz="2200" dirty="0">
                              <a:solidFill>
                                <a:srgbClr val="0000FF"/>
                              </a:solidFill>
                              <a:latin typeface="微软雅黑" panose="020B0503020204020204" pitchFamily="34" charset="-122"/>
                              <a:ea typeface="微软雅黑" panose="020B0503020204020204" pitchFamily="34" charset="-122"/>
                            </a:rPr>
                            <a:t>1</a:t>
                          </a:r>
                        </a:p>
                        <a:p>
                          <a:pPr algn="ctr"/>
                          <a:r>
                            <a:rPr lang="en-US" altLang="zh-CN" sz="2200" dirty="0">
                              <a:solidFill>
                                <a:srgbClr val="0000FF"/>
                              </a:solidFill>
                              <a:latin typeface="微软雅黑" panose="020B0503020204020204" pitchFamily="34" charset="-122"/>
                              <a:ea typeface="微软雅黑" panose="020B0503020204020204" pitchFamily="34" charset="-122"/>
                            </a:rPr>
                            <a:t>1</a:t>
                          </a:r>
                          <a:endParaRPr lang="zh-CN" altLang="en-US" sz="22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487921870"/>
                      </a:ext>
                    </a:extLst>
                  </a:tr>
                </a:tbl>
              </a:graphicData>
            </a:graphic>
          </p:graphicFrame>
        </mc:Fallback>
      </mc:AlternateContent>
      <p:sp>
        <p:nvSpPr>
          <p:cNvPr id="39" name="文本框 38">
            <a:extLst>
              <a:ext uri="{FF2B5EF4-FFF2-40B4-BE49-F238E27FC236}">
                <a16:creationId xmlns:a16="http://schemas.microsoft.com/office/drawing/2014/main" id="{57183B83-1618-C8BA-DF59-052F6EB3EE28}"/>
              </a:ext>
            </a:extLst>
          </p:cNvPr>
          <p:cNvSpPr txBox="1"/>
          <p:nvPr/>
        </p:nvSpPr>
        <p:spPr>
          <a:xfrm>
            <a:off x="7092000" y="720000"/>
            <a:ext cx="4803513" cy="497957"/>
          </a:xfrm>
          <a:prstGeom prst="rect">
            <a:avLst/>
          </a:prstGeom>
          <a:noFill/>
        </p:spPr>
        <p:txBody>
          <a:bodyPr wrap="square">
            <a:spAutoFit/>
          </a:bodyPr>
          <a:lstStyle/>
          <a:p>
            <a:pPr algn="ctr">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特性表</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D6D4FFD6-31B1-4538-1B52-D750DF52BB15}"/>
                  </a:ext>
                </a:extLst>
              </p:cNvPr>
              <p:cNvSpPr txBox="1"/>
              <p:nvPr/>
            </p:nvSpPr>
            <p:spPr>
              <a:xfrm>
                <a:off x="360000" y="5220000"/>
                <a:ext cx="4704672" cy="565348"/>
              </a:xfrm>
              <a:prstGeom prst="rect">
                <a:avLst/>
              </a:prstGeom>
              <a:noFill/>
            </p:spPr>
            <p:txBody>
              <a:bodyPr wrap="square">
                <a:spAutoFit/>
              </a:bodyPr>
              <a:lstStyle/>
              <a:p>
                <a:pPr>
                  <a:lnSpc>
                    <a:spcPct val="120000"/>
                  </a:lnSpc>
                  <a:spcAft>
                    <a:spcPts val="600"/>
                  </a:spcAft>
                </a:pPr>
                <a:r>
                  <a:rPr lang="zh-CN" altLang="en-US" sz="2800" dirty="0">
                    <a:solidFill>
                      <a:srgbClr val="002060"/>
                    </a:solidFill>
                    <a:latin typeface="微软雅黑" panose="020B0503020204020204" pitchFamily="34" charset="-122"/>
                    <a:ea typeface="微软雅黑" panose="020B0503020204020204" pitchFamily="34" charset="-122"/>
                  </a:rPr>
                  <a:t> 转换</a:t>
                </a:r>
                <a:r>
                  <a:rPr lang="zh-CN" altLang="en-US" sz="2800" b="0" dirty="0">
                    <a:solidFill>
                      <a:srgbClr val="002060"/>
                    </a:solidFill>
                    <a:latin typeface="微软雅黑" panose="020B0503020204020204" pitchFamily="34" charset="-122"/>
                    <a:ea typeface="微软雅黑" panose="020B0503020204020204" pitchFamily="34" charset="-122"/>
                  </a:rPr>
                  <a:t>电路：</a:t>
                </a:r>
                <a14:m>
                  <m:oMath xmlns:m="http://schemas.openxmlformats.org/officeDocument/2006/math">
                    <m:r>
                      <m:rPr>
                        <m:sty m:val="p"/>
                      </m:rPr>
                      <a:rPr lang="en-US" altLang="zh-CN" sz="2800">
                        <a:solidFill>
                          <a:srgbClr val="002060"/>
                        </a:solidFill>
                        <a:latin typeface="Cambria Math" panose="02040503050406030204" pitchFamily="18" charset="0"/>
                      </a:rPr>
                      <m:t>T</m:t>
                    </m:r>
                    <m:r>
                      <a:rPr lang="en-US" altLang="zh-CN" sz="2800">
                        <a:solidFill>
                          <a:srgbClr val="002060"/>
                        </a:solidFill>
                        <a:latin typeface="Cambria Math" panose="02040503050406030204" pitchFamily="18" charset="0"/>
                      </a:rPr>
                      <m:t>=</m:t>
                    </m:r>
                    <m:r>
                      <m:rPr>
                        <m:sty m:val="p"/>
                      </m:rPr>
                      <a:rPr lang="en-US" altLang="zh-CN" sz="2800">
                        <a:solidFill>
                          <a:srgbClr val="002060"/>
                        </a:solidFill>
                        <a:latin typeface="Cambria Math" panose="02040503050406030204" pitchFamily="18" charset="0"/>
                      </a:rPr>
                      <m:t>J</m:t>
                    </m:r>
                    <m:r>
                      <a:rPr lang="en-US" altLang="zh-CN" sz="2800" i="1">
                        <a:solidFill>
                          <a:srgbClr val="002060"/>
                        </a:solidFill>
                        <a:latin typeface="Cambria Math" panose="02040503050406030204" pitchFamily="18" charset="0"/>
                      </a:rPr>
                      <m:t> </m:t>
                    </m:r>
                    <m:acc>
                      <m:accPr>
                        <m:chr m:val="̅"/>
                        <m:ctrlPr>
                          <a:rPr lang="en-US" altLang="zh-CN" sz="2800" i="1">
                            <a:solidFill>
                              <a:srgbClr val="002060"/>
                            </a:solidFill>
                            <a:latin typeface="Cambria Math" panose="02040503050406030204" pitchFamily="18" charset="0"/>
                          </a:rPr>
                        </m:ctrlPr>
                      </m:accPr>
                      <m:e>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sup>
                        </m:sSup>
                      </m:e>
                    </m:acc>
                    <m:r>
                      <a:rPr lang="en-US" altLang="zh-CN" sz="2800" i="1">
                        <a:solidFill>
                          <a:srgbClr val="002060"/>
                        </a:solidFill>
                        <a:latin typeface="Cambria Math" panose="02040503050406030204" pitchFamily="18" charset="0"/>
                      </a:rPr>
                      <m:t>+</m:t>
                    </m:r>
                    <m:r>
                      <m:rPr>
                        <m:sty m:val="p"/>
                      </m:rPr>
                      <a:rPr lang="en-US" altLang="zh-CN" sz="2800">
                        <a:solidFill>
                          <a:srgbClr val="002060"/>
                        </a:solidFill>
                        <a:latin typeface="Cambria Math" panose="02040503050406030204" pitchFamily="18" charset="0"/>
                      </a:rPr>
                      <m:t>K</m:t>
                    </m:r>
                    <m:r>
                      <a:rPr lang="en-US" altLang="zh-CN" sz="2800" i="1">
                        <a:solidFill>
                          <a:srgbClr val="002060"/>
                        </a:solidFill>
                        <a:latin typeface="Cambria Math" panose="02040503050406030204" pitchFamily="18" charset="0"/>
                      </a:rPr>
                      <m:t> </m:t>
                    </m:r>
                    <m:sSup>
                      <m:sSupPr>
                        <m:ctrlPr>
                          <a:rPr lang="en-US" altLang="zh-CN" sz="2800" i="1">
                            <a:solidFill>
                              <a:srgbClr val="002060"/>
                            </a:solidFill>
                            <a:latin typeface="Cambria Math" panose="02040503050406030204" pitchFamily="18" charset="0"/>
                          </a:rPr>
                        </m:ctrlPr>
                      </m:sSupPr>
                      <m:e>
                        <m:r>
                          <m:rPr>
                            <m:sty m:val="p"/>
                          </m:rPr>
                          <a:rPr lang="en-US" altLang="zh-CN" sz="2800">
                            <a:solidFill>
                              <a:srgbClr val="002060"/>
                            </a:solidFill>
                            <a:latin typeface="Cambria Math" panose="02040503050406030204" pitchFamily="18" charset="0"/>
                          </a:rPr>
                          <m:t>Q</m:t>
                        </m:r>
                      </m:e>
                      <m:sup>
                        <m:r>
                          <a:rPr lang="en-US" altLang="zh-CN" sz="2800" i="1">
                            <a:solidFill>
                              <a:srgbClr val="002060"/>
                            </a:solidFill>
                            <a:latin typeface="Cambria Math" panose="02040503050406030204" pitchFamily="18" charset="0"/>
                          </a:rPr>
                          <m:t>𝑛</m:t>
                        </m:r>
                      </m:sup>
                    </m:sSup>
                  </m:oMath>
                </a14:m>
                <a:endParaRPr lang="en-US" altLang="zh-CN" sz="2800" i="1"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40" name="文本框 39">
                <a:extLst>
                  <a:ext uri="{FF2B5EF4-FFF2-40B4-BE49-F238E27FC236}">
                    <a16:creationId xmlns:a16="http://schemas.microsoft.com/office/drawing/2014/main" id="{D6D4FFD6-31B1-4538-1B52-D750DF52BB15}"/>
                  </a:ext>
                </a:extLst>
              </p:cNvPr>
              <p:cNvSpPr txBox="1">
                <a:spLocks noRot="1" noChangeAspect="1" noMove="1" noResize="1" noEditPoints="1" noAdjustHandles="1" noChangeArrowheads="1" noChangeShapeType="1" noTextEdit="1"/>
              </p:cNvSpPr>
              <p:nvPr/>
            </p:nvSpPr>
            <p:spPr>
              <a:xfrm>
                <a:off x="360000" y="5220000"/>
                <a:ext cx="4704672" cy="565348"/>
              </a:xfrm>
              <a:prstGeom prst="rect">
                <a:avLst/>
              </a:prstGeom>
              <a:blipFill>
                <a:blip r:embed="rId39"/>
                <a:stretch>
                  <a:fillRect l="-389" t="-3226" b="-29032"/>
                </a:stretch>
              </a:blipFill>
            </p:spPr>
            <p:txBody>
              <a:bodyPr/>
              <a:lstStyle/>
              <a:p>
                <a:r>
                  <a:rPr lang="zh-CN" altLang="en-US">
                    <a:noFill/>
                  </a:rPr>
                  <a:t> </a:t>
                </a:r>
              </a:p>
            </p:txBody>
          </p:sp>
        </mc:Fallback>
      </mc:AlternateContent>
      <p:sp>
        <p:nvSpPr>
          <p:cNvPr id="41" name="矩形 40">
            <a:extLst>
              <a:ext uri="{FF2B5EF4-FFF2-40B4-BE49-F238E27FC236}">
                <a16:creationId xmlns:a16="http://schemas.microsoft.com/office/drawing/2014/main" id="{D5B30CD1-88E4-6E8D-7D5D-7F8E1E8F3D73}"/>
              </a:ext>
            </a:extLst>
          </p:cNvPr>
          <p:cNvSpPr/>
          <p:nvPr/>
        </p:nvSpPr>
        <p:spPr>
          <a:xfrm>
            <a:off x="8856834" y="6157037"/>
            <a:ext cx="1332757" cy="319948"/>
          </a:xfrm>
          <a:prstGeom prst="rect">
            <a:avLst/>
          </a:prstGeom>
          <a:noFill/>
          <a:ln w="381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90B41F06-FF6E-D26E-CE25-EDA45A4AC2CC}"/>
              </a:ext>
            </a:extLst>
          </p:cNvPr>
          <p:cNvSpPr/>
          <p:nvPr/>
        </p:nvSpPr>
        <p:spPr>
          <a:xfrm>
            <a:off x="9679574" y="5694522"/>
            <a:ext cx="1332757" cy="31994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a:extLst>
              <a:ext uri="{FF2B5EF4-FFF2-40B4-BE49-F238E27FC236}">
                <a16:creationId xmlns:a16="http://schemas.microsoft.com/office/drawing/2014/main" id="{8A1A07F6-6C3B-94B2-4AC6-71A96451A05F}"/>
              </a:ext>
            </a:extLst>
          </p:cNvPr>
          <p:cNvGrpSpPr/>
          <p:nvPr/>
        </p:nvGrpSpPr>
        <p:grpSpPr>
          <a:xfrm>
            <a:off x="936000" y="1800000"/>
            <a:ext cx="3941145" cy="1163907"/>
            <a:chOff x="936000" y="1800000"/>
            <a:chExt cx="3941145" cy="1163907"/>
          </a:xfrm>
        </p:grpSpPr>
        <p:sp>
          <p:nvSpPr>
            <p:cNvPr id="44" name="Line 27">
              <a:extLst>
                <a:ext uri="{FF2B5EF4-FFF2-40B4-BE49-F238E27FC236}">
                  <a16:creationId xmlns:a16="http://schemas.microsoft.com/office/drawing/2014/main" id="{E6F28162-6FC0-EDD3-89B4-F9AE40F59255}"/>
                </a:ext>
              </a:extLst>
            </p:cNvPr>
            <p:cNvSpPr>
              <a:spLocks noChangeShapeType="1"/>
            </p:cNvSpPr>
            <p:nvPr/>
          </p:nvSpPr>
          <p:spPr bwMode="auto">
            <a:xfrm>
              <a:off x="2471351" y="2060593"/>
              <a:ext cx="7718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5" name="矩形 44">
              <a:extLst>
                <a:ext uri="{FF2B5EF4-FFF2-40B4-BE49-F238E27FC236}">
                  <a16:creationId xmlns:a16="http://schemas.microsoft.com/office/drawing/2014/main" id="{BE96DBF1-2EE3-1423-2FF1-B7973502C0F6}"/>
                </a:ext>
              </a:extLst>
            </p:cNvPr>
            <p:cNvSpPr/>
            <p:nvPr/>
          </p:nvSpPr>
          <p:spPr>
            <a:xfrm>
              <a:off x="1533552" y="1800000"/>
              <a:ext cx="937799" cy="1163907"/>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转换电路</a:t>
              </a:r>
            </a:p>
          </p:txBody>
        </p:sp>
        <p:sp>
          <p:nvSpPr>
            <p:cNvPr id="46" name="Line 27">
              <a:extLst>
                <a:ext uri="{FF2B5EF4-FFF2-40B4-BE49-F238E27FC236}">
                  <a16:creationId xmlns:a16="http://schemas.microsoft.com/office/drawing/2014/main" id="{77359DC2-D588-46BD-85DD-0B07E901F432}"/>
                </a:ext>
              </a:extLst>
            </p:cNvPr>
            <p:cNvSpPr>
              <a:spLocks noChangeShapeType="1"/>
            </p:cNvSpPr>
            <p:nvPr/>
          </p:nvSpPr>
          <p:spPr bwMode="auto">
            <a:xfrm>
              <a:off x="1267027" y="2060417"/>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7" name="Line 27">
              <a:extLst>
                <a:ext uri="{FF2B5EF4-FFF2-40B4-BE49-F238E27FC236}">
                  <a16:creationId xmlns:a16="http://schemas.microsoft.com/office/drawing/2014/main" id="{B9B6C536-46F5-E973-02FB-DEAEA5EB2BEB}"/>
                </a:ext>
              </a:extLst>
            </p:cNvPr>
            <p:cNvSpPr>
              <a:spLocks noChangeShapeType="1"/>
            </p:cNvSpPr>
            <p:nvPr/>
          </p:nvSpPr>
          <p:spPr bwMode="auto">
            <a:xfrm>
              <a:off x="1267026" y="2710789"/>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8D552A58-F629-A930-0F63-08E82942CAD7}"/>
                    </a:ext>
                  </a:extLst>
                </p:cNvPr>
                <p:cNvSpPr txBox="1"/>
                <p:nvPr/>
              </p:nvSpPr>
              <p:spPr>
                <a:xfrm>
                  <a:off x="936001" y="1828098"/>
                  <a:ext cx="448351"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J</m:t>
                        </m:r>
                      </m:oMath>
                    </m:oMathPara>
                  </a14:m>
                  <a:endParaRPr lang="zh-CN" altLang="en-US" sz="2400" dirty="0">
                    <a:solidFill>
                      <a:schemeClr val="accent5">
                        <a:lumMod val="75000"/>
                      </a:schemeClr>
                    </a:solidFill>
                  </a:endParaRPr>
                </a:p>
              </p:txBody>
            </p:sp>
          </mc:Choice>
          <mc:Fallback xmlns="">
            <p:sp>
              <p:nvSpPr>
                <p:cNvPr id="58" name="文本框 57">
                  <a:extLst>
                    <a:ext uri="{FF2B5EF4-FFF2-40B4-BE49-F238E27FC236}">
                      <a16:creationId xmlns:a16="http://schemas.microsoft.com/office/drawing/2014/main" id="{F54677FA-2124-E188-2F4D-7C9ADC604B27}"/>
                    </a:ext>
                  </a:extLst>
                </p:cNvPr>
                <p:cNvSpPr txBox="1">
                  <a:spLocks noRot="1" noChangeAspect="1" noMove="1" noResize="1" noEditPoints="1" noAdjustHandles="1" noChangeArrowheads="1" noChangeShapeType="1" noTextEdit="1"/>
                </p:cNvSpPr>
                <p:nvPr/>
              </p:nvSpPr>
              <p:spPr>
                <a:xfrm>
                  <a:off x="936001" y="1828098"/>
                  <a:ext cx="448351" cy="461665"/>
                </a:xfrm>
                <a:prstGeom prst="rect">
                  <a:avLst/>
                </a:prstGeom>
                <a:blipFill>
                  <a:blip r:embed="rId40"/>
                  <a:stretch>
                    <a:fillRect l="-1370" b="-144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E84C692E-D7A8-4945-5F18-38554BF4F011}"/>
                    </a:ext>
                  </a:extLst>
                </p:cNvPr>
                <p:cNvSpPr txBox="1"/>
                <p:nvPr/>
              </p:nvSpPr>
              <p:spPr>
                <a:xfrm>
                  <a:off x="936000" y="2477193"/>
                  <a:ext cx="448351"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K</m:t>
                        </m:r>
                      </m:oMath>
                    </m:oMathPara>
                  </a14:m>
                  <a:endParaRPr lang="zh-CN" altLang="en-US" sz="2400" dirty="0">
                    <a:solidFill>
                      <a:schemeClr val="accent5">
                        <a:lumMod val="75000"/>
                      </a:schemeClr>
                    </a:solidFill>
                  </a:endParaRPr>
                </a:p>
              </p:txBody>
            </p:sp>
          </mc:Choice>
          <mc:Fallback xmlns="">
            <p:sp>
              <p:nvSpPr>
                <p:cNvPr id="63" name="文本框 62">
                  <a:extLst>
                    <a:ext uri="{FF2B5EF4-FFF2-40B4-BE49-F238E27FC236}">
                      <a16:creationId xmlns:a16="http://schemas.microsoft.com/office/drawing/2014/main" id="{D44E2DB8-E0AD-9A2D-2FC8-0FE31C22821A}"/>
                    </a:ext>
                  </a:extLst>
                </p:cNvPr>
                <p:cNvSpPr txBox="1">
                  <a:spLocks noRot="1" noChangeAspect="1" noMove="1" noResize="1" noEditPoints="1" noAdjustHandles="1" noChangeArrowheads="1" noChangeShapeType="1" noTextEdit="1"/>
                </p:cNvSpPr>
                <p:nvPr/>
              </p:nvSpPr>
              <p:spPr>
                <a:xfrm>
                  <a:off x="936000" y="2477193"/>
                  <a:ext cx="448351" cy="461665"/>
                </a:xfrm>
                <a:prstGeom prst="rect">
                  <a:avLst/>
                </a:prstGeom>
                <a:blipFill>
                  <a:blip r:embed="rId41"/>
                  <a:stretch>
                    <a:fillRect l="-5479"/>
                  </a:stretch>
                </a:blipFill>
              </p:spPr>
              <p:txBody>
                <a:bodyPr/>
                <a:lstStyle/>
                <a:p>
                  <a:r>
                    <a:rPr lang="zh-CN" altLang="en-US">
                      <a:noFill/>
                    </a:rPr>
                    <a:t> </a:t>
                  </a:r>
                </a:p>
              </p:txBody>
            </p:sp>
          </mc:Fallback>
        </mc:AlternateContent>
        <p:sp>
          <p:nvSpPr>
            <p:cNvPr id="50" name="矩形 49">
              <a:extLst>
                <a:ext uri="{FF2B5EF4-FFF2-40B4-BE49-F238E27FC236}">
                  <a16:creationId xmlns:a16="http://schemas.microsoft.com/office/drawing/2014/main" id="{126E49A9-B264-A8B9-F57E-9637A53BB42F}"/>
                </a:ext>
              </a:extLst>
            </p:cNvPr>
            <p:cNvSpPr/>
            <p:nvPr/>
          </p:nvSpPr>
          <p:spPr>
            <a:xfrm>
              <a:off x="3243756" y="1800000"/>
              <a:ext cx="937799" cy="1163907"/>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Line 27">
              <a:extLst>
                <a:ext uri="{FF2B5EF4-FFF2-40B4-BE49-F238E27FC236}">
                  <a16:creationId xmlns:a16="http://schemas.microsoft.com/office/drawing/2014/main" id="{531430E9-BC8A-F276-6F17-C31CCF78F56A}"/>
                </a:ext>
              </a:extLst>
            </p:cNvPr>
            <p:cNvSpPr>
              <a:spLocks noChangeShapeType="1"/>
            </p:cNvSpPr>
            <p:nvPr/>
          </p:nvSpPr>
          <p:spPr bwMode="auto">
            <a:xfrm>
              <a:off x="2982428" y="2061249"/>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2" name="Line 27">
              <a:extLst>
                <a:ext uri="{FF2B5EF4-FFF2-40B4-BE49-F238E27FC236}">
                  <a16:creationId xmlns:a16="http://schemas.microsoft.com/office/drawing/2014/main" id="{0FB7AEC7-4048-732E-0CF6-CE39FE0D1F16}"/>
                </a:ext>
              </a:extLst>
            </p:cNvPr>
            <p:cNvSpPr>
              <a:spLocks noChangeShapeType="1"/>
            </p:cNvSpPr>
            <p:nvPr/>
          </p:nvSpPr>
          <p:spPr bwMode="auto">
            <a:xfrm>
              <a:off x="2982428" y="2711621"/>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83D30883-5239-C9AE-AC04-6E66348D33D3}"/>
                    </a:ext>
                  </a:extLst>
                </p:cNvPr>
                <p:cNvSpPr txBox="1"/>
                <p:nvPr/>
              </p:nvSpPr>
              <p:spPr>
                <a:xfrm>
                  <a:off x="3240670" y="1843380"/>
                  <a:ext cx="448351" cy="430887"/>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r>
                          <a:rPr lang="en-US" altLang="zh-CN" sz="2200" i="1" smtClean="0">
                            <a:latin typeface="Cambria Math" panose="02040503050406030204" pitchFamily="18" charset="0"/>
                          </a:rPr>
                          <m:t>1</m:t>
                        </m:r>
                        <m:r>
                          <m:rPr>
                            <m:sty m:val="p"/>
                          </m:rPr>
                          <a:rPr lang="en-US" altLang="zh-CN" sz="2200" b="0" i="0" smtClean="0">
                            <a:latin typeface="Cambria Math" panose="02040503050406030204" pitchFamily="18" charset="0"/>
                          </a:rPr>
                          <m:t>T</m:t>
                        </m:r>
                      </m:oMath>
                    </m:oMathPara>
                  </a14:m>
                  <a:endParaRPr lang="zh-CN" altLang="en-US" sz="2200" dirty="0"/>
                </a:p>
              </p:txBody>
            </p:sp>
          </mc:Choice>
          <mc:Fallback xmlns="">
            <p:sp>
              <p:nvSpPr>
                <p:cNvPr id="67" name="文本框 66">
                  <a:extLst>
                    <a:ext uri="{FF2B5EF4-FFF2-40B4-BE49-F238E27FC236}">
                      <a16:creationId xmlns:a16="http://schemas.microsoft.com/office/drawing/2014/main" id="{067ADA89-F7DC-A305-0FE0-0FC945BFE760}"/>
                    </a:ext>
                  </a:extLst>
                </p:cNvPr>
                <p:cNvSpPr txBox="1">
                  <a:spLocks noRot="1" noChangeAspect="1" noMove="1" noResize="1" noEditPoints="1" noAdjustHandles="1" noChangeArrowheads="1" noChangeShapeType="1" noTextEdit="1"/>
                </p:cNvSpPr>
                <p:nvPr/>
              </p:nvSpPr>
              <p:spPr>
                <a:xfrm>
                  <a:off x="3240670" y="1843380"/>
                  <a:ext cx="448351" cy="430887"/>
                </a:xfrm>
                <a:prstGeom prst="rect">
                  <a:avLst/>
                </a:prstGeom>
                <a:blipFill>
                  <a:blip r:embed="rId42"/>
                  <a:stretch>
                    <a:fillRect l="-1370" r="-13699"/>
                  </a:stretch>
                </a:blipFill>
              </p:spPr>
              <p:txBody>
                <a:bodyPr/>
                <a:lstStyle/>
                <a:p>
                  <a:r>
                    <a:rPr lang="zh-CN" altLang="en-US">
                      <a:noFill/>
                    </a:rPr>
                    <a:t> </a:t>
                  </a:r>
                </a:p>
              </p:txBody>
            </p:sp>
          </mc:Fallback>
        </mc:AlternateContent>
        <p:sp>
          <p:nvSpPr>
            <p:cNvPr id="54" name="Line 27">
              <a:extLst>
                <a:ext uri="{FF2B5EF4-FFF2-40B4-BE49-F238E27FC236}">
                  <a16:creationId xmlns:a16="http://schemas.microsoft.com/office/drawing/2014/main" id="{7B1DB6B3-724D-423E-E329-5DADFCBEFBEC}"/>
                </a:ext>
              </a:extLst>
            </p:cNvPr>
            <p:cNvSpPr>
              <a:spLocks noChangeShapeType="1"/>
            </p:cNvSpPr>
            <p:nvPr/>
          </p:nvSpPr>
          <p:spPr bwMode="auto">
            <a:xfrm>
              <a:off x="4181555" y="2061249"/>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5" name="Line 27">
              <a:extLst>
                <a:ext uri="{FF2B5EF4-FFF2-40B4-BE49-F238E27FC236}">
                  <a16:creationId xmlns:a16="http://schemas.microsoft.com/office/drawing/2014/main" id="{AA899A67-16AE-DC04-91D7-C80533AC5201}"/>
                </a:ext>
              </a:extLst>
            </p:cNvPr>
            <p:cNvSpPr>
              <a:spLocks noChangeShapeType="1"/>
            </p:cNvSpPr>
            <p:nvPr/>
          </p:nvSpPr>
          <p:spPr bwMode="auto">
            <a:xfrm>
              <a:off x="4181555" y="2711620"/>
              <a:ext cx="26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3523A46A-40E7-28C6-C4E1-3A6D50974B1B}"/>
                    </a:ext>
                  </a:extLst>
                </p:cNvPr>
                <p:cNvSpPr txBox="1"/>
                <p:nvPr/>
              </p:nvSpPr>
              <p:spPr>
                <a:xfrm>
                  <a:off x="4419070" y="1831379"/>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Q</m:t>
                        </m:r>
                      </m:oMath>
                    </m:oMathPara>
                  </a14:m>
                  <a:endParaRPr lang="zh-CN" altLang="en-US" sz="2400" dirty="0">
                    <a:solidFill>
                      <a:schemeClr val="accent5">
                        <a:lumMod val="75000"/>
                      </a:schemeClr>
                    </a:solidFill>
                  </a:endParaRPr>
                </a:p>
              </p:txBody>
            </p:sp>
          </mc:Choice>
          <mc:Fallback xmlns="">
            <p:sp>
              <p:nvSpPr>
                <p:cNvPr id="70" name="文本框 69">
                  <a:extLst>
                    <a:ext uri="{FF2B5EF4-FFF2-40B4-BE49-F238E27FC236}">
                      <a16:creationId xmlns:a16="http://schemas.microsoft.com/office/drawing/2014/main" id="{8C81C942-B958-0DE8-A534-01B063AA9DC1}"/>
                    </a:ext>
                  </a:extLst>
                </p:cNvPr>
                <p:cNvSpPr txBox="1">
                  <a:spLocks noRot="1" noChangeAspect="1" noMove="1" noResize="1" noEditPoints="1" noAdjustHandles="1" noChangeArrowheads="1" noChangeShapeType="1" noTextEdit="1"/>
                </p:cNvSpPr>
                <p:nvPr/>
              </p:nvSpPr>
              <p:spPr>
                <a:xfrm>
                  <a:off x="4419070" y="1831379"/>
                  <a:ext cx="458075" cy="461665"/>
                </a:xfrm>
                <a:prstGeom prst="rect">
                  <a:avLst/>
                </a:prstGeom>
                <a:blipFill>
                  <a:blip r:embed="rId43"/>
                  <a:stretch>
                    <a:fillRect l="-10667"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854A8FBB-2B46-8E3F-9C60-D607F3C8DF52}"/>
                    </a:ext>
                  </a:extLst>
                </p:cNvPr>
                <p:cNvSpPr txBox="1"/>
                <p:nvPr/>
              </p:nvSpPr>
              <p:spPr>
                <a:xfrm>
                  <a:off x="4413234" y="2486377"/>
                  <a:ext cx="458075"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a:solidFill>
                                  <a:schemeClr val="accent5">
                                    <a:lumMod val="75000"/>
                                  </a:schemeClr>
                                </a:solidFill>
                                <a:latin typeface="Cambria Math" panose="02040503050406030204" pitchFamily="18" charset="0"/>
                              </a:rPr>
                              <m:t>Q</m:t>
                            </m:r>
                          </m:e>
                        </m:acc>
                      </m:oMath>
                    </m:oMathPara>
                  </a14:m>
                  <a:endParaRPr lang="zh-CN" altLang="en-US" sz="2400" dirty="0">
                    <a:solidFill>
                      <a:schemeClr val="accent5">
                        <a:lumMod val="75000"/>
                      </a:schemeClr>
                    </a:solidFill>
                  </a:endParaRPr>
                </a:p>
              </p:txBody>
            </p:sp>
          </mc:Choice>
          <mc:Fallback xmlns="">
            <p:sp>
              <p:nvSpPr>
                <p:cNvPr id="71" name="文本框 70">
                  <a:extLst>
                    <a:ext uri="{FF2B5EF4-FFF2-40B4-BE49-F238E27FC236}">
                      <a16:creationId xmlns:a16="http://schemas.microsoft.com/office/drawing/2014/main" id="{9AB69A61-1389-1080-A9B5-4D59EA94E223}"/>
                    </a:ext>
                  </a:extLst>
                </p:cNvPr>
                <p:cNvSpPr txBox="1">
                  <a:spLocks noRot="1" noChangeAspect="1" noMove="1" noResize="1" noEditPoints="1" noAdjustHandles="1" noChangeArrowheads="1" noChangeShapeType="1" noTextEdit="1"/>
                </p:cNvSpPr>
                <p:nvPr/>
              </p:nvSpPr>
              <p:spPr>
                <a:xfrm>
                  <a:off x="4413234" y="2486377"/>
                  <a:ext cx="458075" cy="462434"/>
                </a:xfrm>
                <a:prstGeom prst="rect">
                  <a:avLst/>
                </a:prstGeom>
                <a:blipFill>
                  <a:blip r:embed="rId44"/>
                  <a:stretch>
                    <a:fillRect l="-10667" b="-11842"/>
                  </a:stretch>
                </a:blipFill>
              </p:spPr>
              <p:txBody>
                <a:bodyPr/>
                <a:lstStyle/>
                <a:p>
                  <a:r>
                    <a:rPr lang="zh-CN" altLang="en-US">
                      <a:noFill/>
                    </a:rPr>
                    <a:t> </a:t>
                  </a:r>
                </a:p>
              </p:txBody>
            </p:sp>
          </mc:Fallback>
        </mc:AlternateContent>
        <p:sp>
          <p:nvSpPr>
            <p:cNvPr id="58" name="等腰三角形 57">
              <a:extLst>
                <a:ext uri="{FF2B5EF4-FFF2-40B4-BE49-F238E27FC236}">
                  <a16:creationId xmlns:a16="http://schemas.microsoft.com/office/drawing/2014/main" id="{C63E7244-DA2B-24BD-0CA2-31A828EB3D42}"/>
                </a:ext>
              </a:extLst>
            </p:cNvPr>
            <p:cNvSpPr/>
            <p:nvPr/>
          </p:nvSpPr>
          <p:spPr>
            <a:xfrm rot="5400000">
              <a:off x="3221313" y="2661975"/>
              <a:ext cx="147129" cy="95915"/>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C8E14ECD-BE69-81FA-5F56-1DD58838CE1A}"/>
                </a:ext>
              </a:extLst>
            </p:cNvPr>
            <p:cNvSpPr/>
            <p:nvPr/>
          </p:nvSpPr>
          <p:spPr>
            <a:xfrm flipV="1">
              <a:off x="4186104" y="2657465"/>
              <a:ext cx="104821" cy="102434"/>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894DCB97-BA9F-98D7-FF70-5FD3B7050994}"/>
                    </a:ext>
                  </a:extLst>
                </p:cNvPr>
                <p:cNvSpPr txBox="1"/>
                <p:nvPr/>
              </p:nvSpPr>
              <p:spPr>
                <a:xfrm>
                  <a:off x="3284214" y="2491703"/>
                  <a:ext cx="448351" cy="430887"/>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r>
                          <m:rPr>
                            <m:sty m:val="p"/>
                          </m:rPr>
                          <a:rPr lang="en-US" altLang="zh-CN" sz="2200" b="0" i="0" smtClean="0">
                            <a:latin typeface="Cambria Math" panose="02040503050406030204" pitchFamily="18" charset="0"/>
                          </a:rPr>
                          <m:t>C</m:t>
                        </m:r>
                        <m:r>
                          <a:rPr lang="en-US" altLang="zh-CN" sz="2200" i="1" smtClean="0">
                            <a:latin typeface="Cambria Math" panose="02040503050406030204" pitchFamily="18" charset="0"/>
                          </a:rPr>
                          <m:t>1</m:t>
                        </m:r>
                      </m:oMath>
                    </m:oMathPara>
                  </a14:m>
                  <a:endParaRPr lang="zh-CN" altLang="en-US" sz="2200" dirty="0"/>
                </a:p>
              </p:txBody>
            </p:sp>
          </mc:Choice>
          <mc:Fallback xmlns="">
            <p:sp>
              <p:nvSpPr>
                <p:cNvPr id="74" name="文本框 73">
                  <a:extLst>
                    <a:ext uri="{FF2B5EF4-FFF2-40B4-BE49-F238E27FC236}">
                      <a16:creationId xmlns:a16="http://schemas.microsoft.com/office/drawing/2014/main" id="{66E96AE0-0E0B-E307-E7A4-81A4A696C00D}"/>
                    </a:ext>
                  </a:extLst>
                </p:cNvPr>
                <p:cNvSpPr txBox="1">
                  <a:spLocks noRot="1" noChangeAspect="1" noMove="1" noResize="1" noEditPoints="1" noAdjustHandles="1" noChangeArrowheads="1" noChangeShapeType="1" noTextEdit="1"/>
                </p:cNvSpPr>
                <p:nvPr/>
              </p:nvSpPr>
              <p:spPr>
                <a:xfrm>
                  <a:off x="3284214" y="2491703"/>
                  <a:ext cx="448351" cy="430887"/>
                </a:xfrm>
                <a:prstGeom prst="rect">
                  <a:avLst/>
                </a:prstGeom>
                <a:blipFill>
                  <a:blip r:embed="rId45"/>
                  <a:stretch>
                    <a:fillRect l="-1370" r="-12329"/>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2794793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52858-997C-DB28-AA48-ABD966EBD3F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22AD35F-D639-1DAB-A3F5-2AAA568E2DB3}"/>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数字部分（时序逻辑电路）</a:t>
            </a:r>
          </a:p>
        </p:txBody>
      </p:sp>
      <p:grpSp>
        <p:nvGrpSpPr>
          <p:cNvPr id="8" name="组合 7">
            <a:extLst>
              <a:ext uri="{FF2B5EF4-FFF2-40B4-BE49-F238E27FC236}">
                <a16:creationId xmlns:a16="http://schemas.microsoft.com/office/drawing/2014/main" id="{11A4253C-C17A-3EC4-E891-839ADAE5EDAF}"/>
              </a:ext>
            </a:extLst>
          </p:cNvPr>
          <p:cNvGrpSpPr/>
          <p:nvPr/>
        </p:nvGrpSpPr>
        <p:grpSpPr>
          <a:xfrm>
            <a:off x="11449269" y="6198682"/>
            <a:ext cx="786273" cy="548639"/>
            <a:chOff x="11454918" y="5839511"/>
            <a:chExt cx="786273" cy="548639"/>
          </a:xfrm>
        </p:grpSpPr>
        <p:grpSp>
          <p:nvGrpSpPr>
            <p:cNvPr id="9" name="组合 8">
              <a:extLst>
                <a:ext uri="{FF2B5EF4-FFF2-40B4-BE49-F238E27FC236}">
                  <a16:creationId xmlns:a16="http://schemas.microsoft.com/office/drawing/2014/main" id="{36208B46-A763-B613-AABD-680CC7ACC9F0}"/>
                </a:ext>
              </a:extLst>
            </p:cNvPr>
            <p:cNvGrpSpPr/>
            <p:nvPr/>
          </p:nvGrpSpPr>
          <p:grpSpPr>
            <a:xfrm>
              <a:off x="11454918" y="5867450"/>
              <a:ext cx="737081" cy="520700"/>
              <a:chOff x="11454918" y="5867450"/>
              <a:chExt cx="737081" cy="520700"/>
            </a:xfrm>
          </p:grpSpPr>
          <p:sp>
            <p:nvSpPr>
              <p:cNvPr id="11" name="箭头: 五边形 10">
                <a:extLst>
                  <a:ext uri="{FF2B5EF4-FFF2-40B4-BE49-F238E27FC236}">
                    <a16:creationId xmlns:a16="http://schemas.microsoft.com/office/drawing/2014/main" id="{3B2B330E-0808-851C-975C-5A510FADAC09}"/>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箭头: V 形 11">
                <a:extLst>
                  <a:ext uri="{FF2B5EF4-FFF2-40B4-BE49-F238E27FC236}">
                    <a16:creationId xmlns:a16="http://schemas.microsoft.com/office/drawing/2014/main" id="{BF08A957-554E-1059-142D-89FB3CA91078}"/>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0" name="灯片编号占位符 3">
              <a:extLst>
                <a:ext uri="{FF2B5EF4-FFF2-40B4-BE49-F238E27FC236}">
                  <a16:creationId xmlns:a16="http://schemas.microsoft.com/office/drawing/2014/main" id="{A957BDF4-4123-4E44-39F9-09355506682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34</a:t>
              </a:fld>
              <a:endParaRPr lang="zh-CN" altLang="en-US" sz="3200" dirty="0">
                <a:solidFill>
                  <a:schemeClr val="bg1"/>
                </a:solidFill>
                <a:latin typeface="Candara"/>
                <a:ea typeface="微软雅黑"/>
              </a:endParaRPr>
            </a:p>
          </p:txBody>
        </p:sp>
      </p:grpSp>
      <p:sp>
        <p:nvSpPr>
          <p:cNvPr id="4" name="文本框 3">
            <a:extLst>
              <a:ext uri="{FF2B5EF4-FFF2-40B4-BE49-F238E27FC236}">
                <a16:creationId xmlns:a16="http://schemas.microsoft.com/office/drawing/2014/main" id="{33CD3016-4EC2-3DFA-289B-0F48825CEF0D}"/>
              </a:ext>
            </a:extLst>
          </p:cNvPr>
          <p:cNvSpPr txBox="1"/>
          <p:nvPr/>
        </p:nvSpPr>
        <p:spPr>
          <a:xfrm>
            <a:off x="360001" y="828000"/>
            <a:ext cx="11712890" cy="1159613"/>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米利（</a:t>
            </a:r>
            <a:r>
              <a:rPr kumimoji="1" lang="en-US" altLang="zh-CN" sz="2800" dirty="0">
                <a:solidFill>
                  <a:srgbClr val="002060"/>
                </a:solidFill>
                <a:latin typeface="微软雅黑" panose="020B0503020204020204" pitchFamily="34" charset="-122"/>
                <a:ea typeface="微软雅黑" panose="020B0503020204020204" pitchFamily="34" charset="-122"/>
              </a:rPr>
              <a:t>Mealy</a:t>
            </a:r>
            <a:r>
              <a:rPr kumimoji="1" lang="zh-CN" altLang="en-US" sz="2800" dirty="0">
                <a:solidFill>
                  <a:srgbClr val="002060"/>
                </a:solidFill>
                <a:latin typeface="微软雅黑" panose="020B0503020204020204" pitchFamily="34" charset="-122"/>
                <a:ea typeface="微软雅黑" panose="020B0503020204020204" pitchFamily="34" charset="-122"/>
              </a:rPr>
              <a:t>） 型时序电路：</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输出是输入和状态的函数</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穆尔（</a:t>
            </a:r>
            <a:r>
              <a:rPr kumimoji="1" lang="en-US" altLang="zh-CN" sz="2800" dirty="0">
                <a:solidFill>
                  <a:srgbClr val="002060"/>
                </a:solidFill>
                <a:latin typeface="微软雅黑" panose="020B0503020204020204" pitchFamily="34" charset="-122"/>
                <a:ea typeface="微软雅黑" panose="020B0503020204020204" pitchFamily="34" charset="-122"/>
              </a:rPr>
              <a:t>Moore</a:t>
            </a:r>
            <a:r>
              <a:rPr kumimoji="1" lang="zh-CN" altLang="en-US" sz="2800" dirty="0">
                <a:solidFill>
                  <a:srgbClr val="002060"/>
                </a:solidFill>
                <a:latin typeface="微软雅黑" panose="020B0503020204020204" pitchFamily="34" charset="-122"/>
                <a:ea typeface="微软雅黑" panose="020B0503020204020204" pitchFamily="34" charset="-122"/>
              </a:rPr>
              <a:t>）型时序电路：</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输出仅为状态的函数（也翻译为摩尔型）</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C775D918-1091-B64C-81FE-16C21E50124A}"/>
              </a:ext>
            </a:extLst>
          </p:cNvPr>
          <p:cNvSpPr/>
          <p:nvPr/>
        </p:nvSpPr>
        <p:spPr>
          <a:xfrm>
            <a:off x="1679161" y="2813479"/>
            <a:ext cx="466241" cy="2097431"/>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激励组合电路</a:t>
            </a:r>
          </a:p>
        </p:txBody>
      </p:sp>
      <p:cxnSp>
        <p:nvCxnSpPr>
          <p:cNvPr id="6" name="直接箭头连接符 5">
            <a:extLst>
              <a:ext uri="{FF2B5EF4-FFF2-40B4-BE49-F238E27FC236}">
                <a16:creationId xmlns:a16="http://schemas.microsoft.com/office/drawing/2014/main" id="{D582CC99-A5BF-91D9-960B-7B4954435090}"/>
              </a:ext>
            </a:extLst>
          </p:cNvPr>
          <p:cNvCxnSpPr>
            <a:cxnSpLocks/>
          </p:cNvCxnSpPr>
          <p:nvPr/>
        </p:nvCxnSpPr>
        <p:spPr>
          <a:xfrm>
            <a:off x="1072602" y="3451442"/>
            <a:ext cx="59523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1CC1964C-DBDB-DFBF-86A1-FE52B2F1CD1E}"/>
              </a:ext>
            </a:extLst>
          </p:cNvPr>
          <p:cNvCxnSpPr>
            <a:cxnSpLocks/>
            <a:endCxn id="14" idx="1"/>
          </p:cNvCxnSpPr>
          <p:nvPr/>
        </p:nvCxnSpPr>
        <p:spPr>
          <a:xfrm>
            <a:off x="2145402" y="4303648"/>
            <a:ext cx="35820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DDE5A4BA-1787-4041-1C49-D9DBEEDEF887}"/>
              </a:ext>
            </a:extLst>
          </p:cNvPr>
          <p:cNvCxnSpPr>
            <a:cxnSpLocks/>
          </p:cNvCxnSpPr>
          <p:nvPr/>
        </p:nvCxnSpPr>
        <p:spPr>
          <a:xfrm>
            <a:off x="1201599" y="4303648"/>
            <a:ext cx="46624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045FDB64-EA68-D4EA-1C6E-4E8832B1CEAF}"/>
              </a:ext>
            </a:extLst>
          </p:cNvPr>
          <p:cNvSpPr/>
          <p:nvPr/>
        </p:nvSpPr>
        <p:spPr>
          <a:xfrm>
            <a:off x="2503605" y="3903854"/>
            <a:ext cx="1348279" cy="799588"/>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记忆</a:t>
            </a:r>
            <a:r>
              <a:rPr lang="en-US" altLang="zh-CN" sz="2000" dirty="0">
                <a:solidFill>
                  <a:schemeClr val="tx1"/>
                </a:solidFill>
                <a:latin typeface="微软雅黑" panose="020B0503020204020204" pitchFamily="34" charset="-122"/>
                <a:ea typeface="微软雅黑" panose="020B0503020204020204" pitchFamily="34" charset="-122"/>
              </a:rPr>
              <a:t>/</a:t>
            </a:r>
            <a:r>
              <a:rPr lang="zh-CN" altLang="en-US" sz="2000" dirty="0">
                <a:solidFill>
                  <a:schemeClr val="tx1"/>
                </a:solidFill>
                <a:latin typeface="微软雅黑" panose="020B0503020204020204" pitchFamily="34" charset="-122"/>
                <a:ea typeface="微软雅黑" panose="020B0503020204020204" pitchFamily="34" charset="-122"/>
              </a:rPr>
              <a:t>存储</a:t>
            </a:r>
            <a:endParaRPr lang="en-US" altLang="zh-CN" sz="2000" dirty="0">
              <a:solidFill>
                <a:schemeClr val="tx1"/>
              </a:solidFill>
              <a:latin typeface="微软雅黑" panose="020B0503020204020204" pitchFamily="34" charset="-122"/>
              <a:ea typeface="微软雅黑" panose="020B0503020204020204" pitchFamily="34" charset="-122"/>
            </a:endParaRPr>
          </a:p>
          <a:p>
            <a:pPr algn="ctr"/>
            <a:r>
              <a:rPr lang="zh-CN" altLang="en-US" sz="2000" dirty="0">
                <a:solidFill>
                  <a:schemeClr val="tx1"/>
                </a:solidFill>
                <a:latin typeface="微软雅黑" panose="020B0503020204020204" pitchFamily="34" charset="-122"/>
                <a:ea typeface="微软雅黑" panose="020B0503020204020204" pitchFamily="34" charset="-122"/>
              </a:rPr>
              <a:t>电路</a:t>
            </a:r>
          </a:p>
        </p:txBody>
      </p:sp>
      <p:cxnSp>
        <p:nvCxnSpPr>
          <p:cNvPr id="15" name="直接箭头连接符 14">
            <a:extLst>
              <a:ext uri="{FF2B5EF4-FFF2-40B4-BE49-F238E27FC236}">
                <a16:creationId xmlns:a16="http://schemas.microsoft.com/office/drawing/2014/main" id="{BC8E3099-7A98-F07A-AD70-C6E942A4BE88}"/>
              </a:ext>
            </a:extLst>
          </p:cNvPr>
          <p:cNvCxnSpPr>
            <a:cxnSpLocks/>
            <a:stCxn id="14" idx="3"/>
          </p:cNvCxnSpPr>
          <p:nvPr/>
        </p:nvCxnSpPr>
        <p:spPr>
          <a:xfrm>
            <a:off x="3851884" y="4303648"/>
            <a:ext cx="90233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B499A4FE-FBF8-3E87-43C5-4811F48E5008}"/>
              </a:ext>
            </a:extLst>
          </p:cNvPr>
          <p:cNvCxnSpPr>
            <a:cxnSpLocks/>
          </p:cNvCxnSpPr>
          <p:nvPr/>
        </p:nvCxnSpPr>
        <p:spPr>
          <a:xfrm>
            <a:off x="4276982" y="4302042"/>
            <a:ext cx="0" cy="1080341"/>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2B249C3-D464-8A63-C12C-2317DE9A696B}"/>
              </a:ext>
            </a:extLst>
          </p:cNvPr>
          <p:cNvCxnSpPr>
            <a:cxnSpLocks/>
          </p:cNvCxnSpPr>
          <p:nvPr/>
        </p:nvCxnSpPr>
        <p:spPr>
          <a:xfrm>
            <a:off x="1203522" y="5369498"/>
            <a:ext cx="3073460" cy="0"/>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BA1A8AA6-48A0-F621-F119-E2DB43B40D6D}"/>
              </a:ext>
            </a:extLst>
          </p:cNvPr>
          <p:cNvCxnSpPr>
            <a:cxnSpLocks/>
          </p:cNvCxnSpPr>
          <p:nvPr/>
        </p:nvCxnSpPr>
        <p:spPr>
          <a:xfrm>
            <a:off x="1213992" y="4301694"/>
            <a:ext cx="0" cy="1080341"/>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19" name="Text Box 15">
            <a:extLst>
              <a:ext uri="{FF2B5EF4-FFF2-40B4-BE49-F238E27FC236}">
                <a16:creationId xmlns:a16="http://schemas.microsoft.com/office/drawing/2014/main" id="{39BABEB6-2626-3490-7DCC-A8DA13C42E11}"/>
              </a:ext>
            </a:extLst>
          </p:cNvPr>
          <p:cNvSpPr txBox="1">
            <a:spLocks noChangeArrowheads="1"/>
          </p:cNvSpPr>
          <p:nvPr/>
        </p:nvSpPr>
        <p:spPr bwMode="auto">
          <a:xfrm>
            <a:off x="360000" y="3220609"/>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b="0" dirty="0">
                <a:solidFill>
                  <a:schemeClr val="accent5">
                    <a:lumMod val="75000"/>
                  </a:schemeClr>
                </a:solidFill>
                <a:latin typeface="微软雅黑" panose="020B0503020204020204" pitchFamily="34" charset="-122"/>
                <a:ea typeface="微软雅黑" panose="020B0503020204020204" pitchFamily="34" charset="-122"/>
              </a:rPr>
              <a:t>输入</a:t>
            </a:r>
          </a:p>
        </p:txBody>
      </p:sp>
      <p:sp>
        <p:nvSpPr>
          <p:cNvPr id="20" name="Text Box 15">
            <a:extLst>
              <a:ext uri="{FF2B5EF4-FFF2-40B4-BE49-F238E27FC236}">
                <a16:creationId xmlns:a16="http://schemas.microsoft.com/office/drawing/2014/main" id="{0C62A380-D37E-82AE-58CE-DC34576407A9}"/>
              </a:ext>
            </a:extLst>
          </p:cNvPr>
          <p:cNvSpPr txBox="1">
            <a:spLocks noChangeArrowheads="1"/>
          </p:cNvSpPr>
          <p:nvPr/>
        </p:nvSpPr>
        <p:spPr bwMode="auto">
          <a:xfrm>
            <a:off x="5218351" y="330484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b="0" dirty="0">
                <a:solidFill>
                  <a:schemeClr val="accent5">
                    <a:lumMod val="75000"/>
                  </a:schemeClr>
                </a:solidFill>
                <a:latin typeface="微软雅黑" panose="020B0503020204020204" pitchFamily="34" charset="-122"/>
                <a:ea typeface="微软雅黑" panose="020B0503020204020204" pitchFamily="34" charset="-122"/>
              </a:rPr>
              <a:t>输出</a:t>
            </a:r>
          </a:p>
        </p:txBody>
      </p:sp>
      <p:sp>
        <p:nvSpPr>
          <p:cNvPr id="21" name="Text Box 15">
            <a:extLst>
              <a:ext uri="{FF2B5EF4-FFF2-40B4-BE49-F238E27FC236}">
                <a16:creationId xmlns:a16="http://schemas.microsoft.com/office/drawing/2014/main" id="{4E0ACC77-D570-6BA3-3969-D487E4765A55}"/>
              </a:ext>
            </a:extLst>
          </p:cNvPr>
          <p:cNvSpPr txBox="1">
            <a:spLocks noChangeArrowheads="1"/>
          </p:cNvSpPr>
          <p:nvPr/>
        </p:nvSpPr>
        <p:spPr bwMode="auto">
          <a:xfrm>
            <a:off x="3840799" y="3827043"/>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b="0" dirty="0">
                <a:solidFill>
                  <a:schemeClr val="accent5">
                    <a:lumMod val="75000"/>
                  </a:schemeClr>
                </a:solidFill>
                <a:latin typeface="微软雅黑" panose="020B0503020204020204" pitchFamily="34" charset="-122"/>
                <a:ea typeface="微软雅黑" panose="020B0503020204020204" pitchFamily="34" charset="-122"/>
              </a:rPr>
              <a:t>状态</a:t>
            </a:r>
          </a:p>
        </p:txBody>
      </p:sp>
      <p:sp>
        <p:nvSpPr>
          <p:cNvPr id="22" name="Line 8">
            <a:extLst>
              <a:ext uri="{FF2B5EF4-FFF2-40B4-BE49-F238E27FC236}">
                <a16:creationId xmlns:a16="http://schemas.microsoft.com/office/drawing/2014/main" id="{B10B104D-E94A-1FFA-AC00-96582F44CAF3}"/>
              </a:ext>
            </a:extLst>
          </p:cNvPr>
          <p:cNvSpPr>
            <a:spLocks noChangeShapeType="1"/>
          </p:cNvSpPr>
          <p:nvPr/>
        </p:nvSpPr>
        <p:spPr bwMode="auto">
          <a:xfrm flipV="1">
            <a:off x="3178253" y="4703441"/>
            <a:ext cx="0" cy="511175"/>
          </a:xfrm>
          <a:prstGeom prst="line">
            <a:avLst/>
          </a:prstGeom>
          <a:noFill/>
          <a:ln w="381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E5DAA07F-8EA1-8795-3B99-761848606486}"/>
                  </a:ext>
                </a:extLst>
              </p:cNvPr>
              <p:cNvSpPr txBox="1"/>
              <p:nvPr/>
            </p:nvSpPr>
            <p:spPr>
              <a:xfrm>
                <a:off x="2496458" y="4797341"/>
                <a:ext cx="560721" cy="523220"/>
              </a:xfrm>
              <a:prstGeom prst="rect">
                <a:avLst/>
              </a:prstGeom>
              <a:noFill/>
            </p:spPr>
            <p:txBody>
              <a:bodyPr wrap="square">
                <a:spAutoFit/>
              </a:bodyPr>
              <a:lstStyle/>
              <a:p>
                <a:pPr eaLnBrk="1" hangingPunct="1">
                  <a:spcAft>
                    <a:spcPct val="0"/>
                  </a:spcAft>
                  <a:buFontTx/>
                  <a:buNone/>
                </a:pPr>
                <a14:m>
                  <m:oMathPara xmlns:m="http://schemas.openxmlformats.org/officeDocument/2006/math">
                    <m:oMathParaPr>
                      <m:jc m:val="centerGroup"/>
                    </m:oMathParaPr>
                    <m:oMath xmlns:m="http://schemas.openxmlformats.org/officeDocument/2006/math">
                      <m:r>
                        <m:rPr>
                          <m:sty m:val="p"/>
                        </m:rPr>
                        <a:rPr lang="en-US" altLang="zh-CN" sz="2800" b="0" i="0" dirty="0" smtClean="0">
                          <a:solidFill>
                            <a:schemeClr val="accent5">
                              <a:lumMod val="75000"/>
                            </a:schemeClr>
                          </a:solidFill>
                          <a:latin typeface="Cambria Math" panose="02040503050406030204" pitchFamily="18" charset="0"/>
                          <a:ea typeface="微软雅黑" panose="020B0503020204020204" pitchFamily="34" charset="-122"/>
                        </a:rPr>
                        <m:t>CP</m:t>
                      </m:r>
                    </m:oMath>
                  </m:oMathPara>
                </a14:m>
                <a:endParaRPr lang="en-US" altLang="zh-CN" sz="2800" b="0" dirty="0">
                  <a:solidFill>
                    <a:schemeClr val="accent5">
                      <a:lumMod val="75000"/>
                    </a:schemeClr>
                  </a:solidFill>
                  <a:ea typeface="微软雅黑" panose="020B0503020204020204" pitchFamily="34" charset="-122"/>
                </a:endParaRPr>
              </a:p>
            </p:txBody>
          </p:sp>
        </mc:Choice>
        <mc:Fallback xmlns="">
          <p:sp>
            <p:nvSpPr>
              <p:cNvPr id="23" name="文本框 22">
                <a:extLst>
                  <a:ext uri="{FF2B5EF4-FFF2-40B4-BE49-F238E27FC236}">
                    <a16:creationId xmlns:a16="http://schemas.microsoft.com/office/drawing/2014/main" id="{E5DAA07F-8EA1-8795-3B99-761848606486}"/>
                  </a:ext>
                </a:extLst>
              </p:cNvPr>
              <p:cNvSpPr txBox="1">
                <a:spLocks noRot="1" noChangeAspect="1" noMove="1" noResize="1" noEditPoints="1" noAdjustHandles="1" noChangeArrowheads="1" noChangeShapeType="1" noTextEdit="1"/>
              </p:cNvSpPr>
              <p:nvPr/>
            </p:nvSpPr>
            <p:spPr>
              <a:xfrm>
                <a:off x="2496458" y="4797341"/>
                <a:ext cx="560721" cy="523220"/>
              </a:xfrm>
              <a:prstGeom prst="rect">
                <a:avLst/>
              </a:prstGeom>
              <a:blipFill>
                <a:blip r:embed="rId3"/>
                <a:stretch>
                  <a:fillRect/>
                </a:stretch>
              </a:blipFill>
            </p:spPr>
            <p:txBody>
              <a:bodyPr/>
              <a:lstStyle/>
              <a:p>
                <a:r>
                  <a:rPr lang="zh-CN" altLang="en-US">
                    <a:noFill/>
                  </a:rPr>
                  <a:t> </a:t>
                </a:r>
              </a:p>
            </p:txBody>
          </p:sp>
        </mc:Fallback>
      </mc:AlternateContent>
      <p:sp>
        <p:nvSpPr>
          <p:cNvPr id="24" name="矩形 23">
            <a:extLst>
              <a:ext uri="{FF2B5EF4-FFF2-40B4-BE49-F238E27FC236}">
                <a16:creationId xmlns:a16="http://schemas.microsoft.com/office/drawing/2014/main" id="{50E305A4-3080-F015-B194-03840E6B17F9}"/>
              </a:ext>
            </a:extLst>
          </p:cNvPr>
          <p:cNvSpPr/>
          <p:nvPr/>
        </p:nvSpPr>
        <p:spPr>
          <a:xfrm>
            <a:off x="4769273" y="2813478"/>
            <a:ext cx="466241" cy="2097431"/>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输出组合电路</a:t>
            </a:r>
          </a:p>
        </p:txBody>
      </p:sp>
      <p:cxnSp>
        <p:nvCxnSpPr>
          <p:cNvPr id="25" name="直接箭头连接符 24">
            <a:extLst>
              <a:ext uri="{FF2B5EF4-FFF2-40B4-BE49-F238E27FC236}">
                <a16:creationId xmlns:a16="http://schemas.microsoft.com/office/drawing/2014/main" id="{4CA80B9A-7D06-474A-3E0D-E11577F1EC2F}"/>
              </a:ext>
            </a:extLst>
          </p:cNvPr>
          <p:cNvCxnSpPr>
            <a:cxnSpLocks/>
          </p:cNvCxnSpPr>
          <p:nvPr/>
        </p:nvCxnSpPr>
        <p:spPr>
          <a:xfrm>
            <a:off x="1351685" y="2603702"/>
            <a:ext cx="0" cy="847540"/>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17E5BD70-804B-08E0-50B8-F5FBDD913FB4}"/>
              </a:ext>
            </a:extLst>
          </p:cNvPr>
          <p:cNvCxnSpPr>
            <a:cxnSpLocks/>
          </p:cNvCxnSpPr>
          <p:nvPr/>
        </p:nvCxnSpPr>
        <p:spPr>
          <a:xfrm>
            <a:off x="1351685" y="2615808"/>
            <a:ext cx="2859741" cy="0"/>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D2D17A26-D3B7-0861-535F-CB2663CB8154}"/>
              </a:ext>
            </a:extLst>
          </p:cNvPr>
          <p:cNvCxnSpPr>
            <a:cxnSpLocks/>
          </p:cNvCxnSpPr>
          <p:nvPr/>
        </p:nvCxnSpPr>
        <p:spPr>
          <a:xfrm>
            <a:off x="4211426" y="2603901"/>
            <a:ext cx="0" cy="859631"/>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48919BA9-E0E8-0AD6-33EC-A840BCB71905}"/>
              </a:ext>
            </a:extLst>
          </p:cNvPr>
          <p:cNvCxnSpPr>
            <a:cxnSpLocks/>
          </p:cNvCxnSpPr>
          <p:nvPr/>
        </p:nvCxnSpPr>
        <p:spPr>
          <a:xfrm>
            <a:off x="4209608" y="3451441"/>
            <a:ext cx="55005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45F3F126-A953-56E1-D335-0DB62BA5BFA2}"/>
              </a:ext>
            </a:extLst>
          </p:cNvPr>
          <p:cNvCxnSpPr>
            <a:cxnSpLocks/>
            <a:stCxn id="24" idx="3"/>
          </p:cNvCxnSpPr>
          <p:nvPr/>
        </p:nvCxnSpPr>
        <p:spPr>
          <a:xfrm>
            <a:off x="5235514" y="3862194"/>
            <a:ext cx="57262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1EB62735-E366-E7C9-4F1A-C377E5E99848}"/>
              </a:ext>
            </a:extLst>
          </p:cNvPr>
          <p:cNvSpPr/>
          <p:nvPr/>
        </p:nvSpPr>
        <p:spPr>
          <a:xfrm>
            <a:off x="4220427" y="4245139"/>
            <a:ext cx="113110" cy="11311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CE702D65-25F8-E2F6-3738-CF0302A7F34B}"/>
              </a:ext>
            </a:extLst>
          </p:cNvPr>
          <p:cNvSpPr/>
          <p:nvPr/>
        </p:nvSpPr>
        <p:spPr>
          <a:xfrm>
            <a:off x="1295789" y="3394414"/>
            <a:ext cx="113110" cy="11311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236AB84F-657E-D4E5-3FB9-0FEE620F0185}"/>
              </a:ext>
            </a:extLst>
          </p:cNvPr>
          <p:cNvSpPr txBox="1"/>
          <p:nvPr/>
        </p:nvSpPr>
        <p:spPr>
          <a:xfrm>
            <a:off x="2318735" y="5597254"/>
            <a:ext cx="1491242" cy="461665"/>
          </a:xfrm>
          <a:prstGeom prst="rect">
            <a:avLst/>
          </a:prstGeom>
          <a:noFill/>
        </p:spPr>
        <p:txBody>
          <a:bodyPr wrap="square">
            <a:spAutoFit/>
          </a:bodyPr>
          <a:lstStyle/>
          <a:p>
            <a:pPr algn="ctr"/>
            <a:r>
              <a:rPr kumimoji="1" lang="zh-CN" altLang="en-US" sz="2400" dirty="0">
                <a:solidFill>
                  <a:srgbClr val="002060"/>
                </a:solidFill>
                <a:latin typeface="微软雅黑" panose="020B0503020204020204" pitchFamily="34" charset="-122"/>
                <a:ea typeface="微软雅黑" panose="020B0503020204020204" pitchFamily="34" charset="-122"/>
              </a:rPr>
              <a:t>米利型</a:t>
            </a:r>
            <a:endParaRPr lang="zh-CN" altLang="en-US" sz="2400" dirty="0"/>
          </a:p>
        </p:txBody>
      </p:sp>
      <p:sp>
        <p:nvSpPr>
          <p:cNvPr id="33" name="矩形 32">
            <a:extLst>
              <a:ext uri="{FF2B5EF4-FFF2-40B4-BE49-F238E27FC236}">
                <a16:creationId xmlns:a16="http://schemas.microsoft.com/office/drawing/2014/main" id="{B4DA8B24-C7AD-446D-9A9D-ACFB6A6302DF}"/>
              </a:ext>
            </a:extLst>
          </p:cNvPr>
          <p:cNvSpPr/>
          <p:nvPr/>
        </p:nvSpPr>
        <p:spPr>
          <a:xfrm>
            <a:off x="7590367" y="2813479"/>
            <a:ext cx="466241" cy="2097431"/>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激励组合电路</a:t>
            </a:r>
          </a:p>
        </p:txBody>
      </p:sp>
      <p:cxnSp>
        <p:nvCxnSpPr>
          <p:cNvPr id="34" name="直接箭头连接符 33">
            <a:extLst>
              <a:ext uri="{FF2B5EF4-FFF2-40B4-BE49-F238E27FC236}">
                <a16:creationId xmlns:a16="http://schemas.microsoft.com/office/drawing/2014/main" id="{EDAE32F9-4691-F145-8187-66725129C984}"/>
              </a:ext>
            </a:extLst>
          </p:cNvPr>
          <p:cNvCxnSpPr>
            <a:cxnSpLocks/>
          </p:cNvCxnSpPr>
          <p:nvPr/>
        </p:nvCxnSpPr>
        <p:spPr>
          <a:xfrm>
            <a:off x="6983808" y="3451442"/>
            <a:ext cx="59523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5662F8CA-8588-5738-411B-FC3C17C97A92}"/>
              </a:ext>
            </a:extLst>
          </p:cNvPr>
          <p:cNvCxnSpPr>
            <a:cxnSpLocks/>
            <a:endCxn id="37" idx="1"/>
          </p:cNvCxnSpPr>
          <p:nvPr/>
        </p:nvCxnSpPr>
        <p:spPr>
          <a:xfrm>
            <a:off x="8056608" y="4303648"/>
            <a:ext cx="35820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5A1B6367-A778-F36B-53AE-D549CD3887E8}"/>
              </a:ext>
            </a:extLst>
          </p:cNvPr>
          <p:cNvCxnSpPr>
            <a:cxnSpLocks/>
          </p:cNvCxnSpPr>
          <p:nvPr/>
        </p:nvCxnSpPr>
        <p:spPr>
          <a:xfrm>
            <a:off x="7112805" y="4303648"/>
            <a:ext cx="46624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CCC2A02C-5D57-7EDE-A341-E9988C4F9311}"/>
              </a:ext>
            </a:extLst>
          </p:cNvPr>
          <p:cNvSpPr/>
          <p:nvPr/>
        </p:nvSpPr>
        <p:spPr>
          <a:xfrm>
            <a:off x="8414811" y="3903854"/>
            <a:ext cx="1348279" cy="799588"/>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记忆</a:t>
            </a:r>
            <a:r>
              <a:rPr lang="en-US" altLang="zh-CN" sz="2000" dirty="0">
                <a:solidFill>
                  <a:schemeClr val="tx1"/>
                </a:solidFill>
                <a:latin typeface="微软雅黑" panose="020B0503020204020204" pitchFamily="34" charset="-122"/>
                <a:ea typeface="微软雅黑" panose="020B0503020204020204" pitchFamily="34" charset="-122"/>
              </a:rPr>
              <a:t>/</a:t>
            </a:r>
            <a:r>
              <a:rPr lang="zh-CN" altLang="en-US" sz="2000" dirty="0">
                <a:solidFill>
                  <a:schemeClr val="tx1"/>
                </a:solidFill>
                <a:latin typeface="微软雅黑" panose="020B0503020204020204" pitchFamily="34" charset="-122"/>
                <a:ea typeface="微软雅黑" panose="020B0503020204020204" pitchFamily="34" charset="-122"/>
              </a:rPr>
              <a:t>存储</a:t>
            </a:r>
            <a:endParaRPr lang="en-US" altLang="zh-CN" sz="2000" dirty="0">
              <a:solidFill>
                <a:schemeClr val="tx1"/>
              </a:solidFill>
              <a:latin typeface="微软雅黑" panose="020B0503020204020204" pitchFamily="34" charset="-122"/>
              <a:ea typeface="微软雅黑" panose="020B0503020204020204" pitchFamily="34" charset="-122"/>
            </a:endParaRPr>
          </a:p>
          <a:p>
            <a:pPr algn="ctr"/>
            <a:r>
              <a:rPr lang="zh-CN" altLang="en-US" sz="2000" dirty="0">
                <a:solidFill>
                  <a:schemeClr val="tx1"/>
                </a:solidFill>
                <a:latin typeface="微软雅黑" panose="020B0503020204020204" pitchFamily="34" charset="-122"/>
                <a:ea typeface="微软雅黑" panose="020B0503020204020204" pitchFamily="34" charset="-122"/>
              </a:rPr>
              <a:t>电路</a:t>
            </a:r>
          </a:p>
        </p:txBody>
      </p:sp>
      <p:cxnSp>
        <p:nvCxnSpPr>
          <p:cNvPr id="38" name="直接箭头连接符 37">
            <a:extLst>
              <a:ext uri="{FF2B5EF4-FFF2-40B4-BE49-F238E27FC236}">
                <a16:creationId xmlns:a16="http://schemas.microsoft.com/office/drawing/2014/main" id="{6CB1E6A3-2E45-6FC7-8CDC-A78EA369AB0A}"/>
              </a:ext>
            </a:extLst>
          </p:cNvPr>
          <p:cNvCxnSpPr>
            <a:cxnSpLocks/>
            <a:stCxn id="37" idx="3"/>
          </p:cNvCxnSpPr>
          <p:nvPr/>
        </p:nvCxnSpPr>
        <p:spPr>
          <a:xfrm>
            <a:off x="9763090" y="4303648"/>
            <a:ext cx="90233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8CB97CD6-3C0D-2C40-CB82-81063A6AFBF5}"/>
              </a:ext>
            </a:extLst>
          </p:cNvPr>
          <p:cNvCxnSpPr>
            <a:cxnSpLocks/>
          </p:cNvCxnSpPr>
          <p:nvPr/>
        </p:nvCxnSpPr>
        <p:spPr>
          <a:xfrm>
            <a:off x="10188188" y="4302042"/>
            <a:ext cx="0" cy="1080341"/>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02A38238-00C9-F06F-25B8-C273DAEBE00E}"/>
              </a:ext>
            </a:extLst>
          </p:cNvPr>
          <p:cNvCxnSpPr>
            <a:cxnSpLocks/>
          </p:cNvCxnSpPr>
          <p:nvPr/>
        </p:nvCxnSpPr>
        <p:spPr>
          <a:xfrm>
            <a:off x="7114728" y="5369498"/>
            <a:ext cx="3073460" cy="0"/>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2CC0D1EF-B0A7-833E-BA9F-676C9B2ECDED}"/>
              </a:ext>
            </a:extLst>
          </p:cNvPr>
          <p:cNvCxnSpPr>
            <a:cxnSpLocks/>
          </p:cNvCxnSpPr>
          <p:nvPr/>
        </p:nvCxnSpPr>
        <p:spPr>
          <a:xfrm>
            <a:off x="7125198" y="4301694"/>
            <a:ext cx="0" cy="1080341"/>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42" name="Text Box 15">
            <a:extLst>
              <a:ext uri="{FF2B5EF4-FFF2-40B4-BE49-F238E27FC236}">
                <a16:creationId xmlns:a16="http://schemas.microsoft.com/office/drawing/2014/main" id="{9936BA13-2F69-47AE-F88D-362263D0D35D}"/>
              </a:ext>
            </a:extLst>
          </p:cNvPr>
          <p:cNvSpPr txBox="1">
            <a:spLocks noChangeArrowheads="1"/>
          </p:cNvSpPr>
          <p:nvPr/>
        </p:nvSpPr>
        <p:spPr bwMode="auto">
          <a:xfrm>
            <a:off x="6271206" y="3220609"/>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b="0" dirty="0">
                <a:solidFill>
                  <a:schemeClr val="accent5">
                    <a:lumMod val="75000"/>
                  </a:schemeClr>
                </a:solidFill>
                <a:latin typeface="微软雅黑" panose="020B0503020204020204" pitchFamily="34" charset="-122"/>
                <a:ea typeface="微软雅黑" panose="020B0503020204020204" pitchFamily="34" charset="-122"/>
              </a:rPr>
              <a:t>输入</a:t>
            </a:r>
          </a:p>
        </p:txBody>
      </p:sp>
      <p:sp>
        <p:nvSpPr>
          <p:cNvPr id="43" name="Text Box 15">
            <a:extLst>
              <a:ext uri="{FF2B5EF4-FFF2-40B4-BE49-F238E27FC236}">
                <a16:creationId xmlns:a16="http://schemas.microsoft.com/office/drawing/2014/main" id="{4C00A259-E97C-5BA1-387C-639050A17668}"/>
              </a:ext>
            </a:extLst>
          </p:cNvPr>
          <p:cNvSpPr txBox="1">
            <a:spLocks noChangeArrowheads="1"/>
          </p:cNvSpPr>
          <p:nvPr/>
        </p:nvSpPr>
        <p:spPr bwMode="auto">
          <a:xfrm>
            <a:off x="11129557" y="330484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b="0" dirty="0">
                <a:solidFill>
                  <a:schemeClr val="accent5">
                    <a:lumMod val="75000"/>
                  </a:schemeClr>
                </a:solidFill>
                <a:latin typeface="微软雅黑" panose="020B0503020204020204" pitchFamily="34" charset="-122"/>
                <a:ea typeface="微软雅黑" panose="020B0503020204020204" pitchFamily="34" charset="-122"/>
              </a:rPr>
              <a:t>输出</a:t>
            </a:r>
          </a:p>
        </p:txBody>
      </p:sp>
      <p:sp>
        <p:nvSpPr>
          <p:cNvPr id="44" name="Text Box 15">
            <a:extLst>
              <a:ext uri="{FF2B5EF4-FFF2-40B4-BE49-F238E27FC236}">
                <a16:creationId xmlns:a16="http://schemas.microsoft.com/office/drawing/2014/main" id="{C66F6BC9-3EC7-C87E-5DF2-DA9A3DBCF498}"/>
              </a:ext>
            </a:extLst>
          </p:cNvPr>
          <p:cNvSpPr txBox="1">
            <a:spLocks noChangeArrowheads="1"/>
          </p:cNvSpPr>
          <p:nvPr/>
        </p:nvSpPr>
        <p:spPr bwMode="auto">
          <a:xfrm>
            <a:off x="9752005" y="3827043"/>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b="0" dirty="0">
                <a:solidFill>
                  <a:schemeClr val="accent5">
                    <a:lumMod val="75000"/>
                  </a:schemeClr>
                </a:solidFill>
                <a:latin typeface="微软雅黑" panose="020B0503020204020204" pitchFamily="34" charset="-122"/>
                <a:ea typeface="微软雅黑" panose="020B0503020204020204" pitchFamily="34" charset="-122"/>
              </a:rPr>
              <a:t>状态</a:t>
            </a:r>
          </a:p>
        </p:txBody>
      </p:sp>
      <p:sp>
        <p:nvSpPr>
          <p:cNvPr id="45" name="Line 8">
            <a:extLst>
              <a:ext uri="{FF2B5EF4-FFF2-40B4-BE49-F238E27FC236}">
                <a16:creationId xmlns:a16="http://schemas.microsoft.com/office/drawing/2014/main" id="{3B6CCE84-112E-8D06-6DE2-5B631FB8E189}"/>
              </a:ext>
            </a:extLst>
          </p:cNvPr>
          <p:cNvSpPr>
            <a:spLocks noChangeShapeType="1"/>
          </p:cNvSpPr>
          <p:nvPr/>
        </p:nvSpPr>
        <p:spPr bwMode="auto">
          <a:xfrm flipV="1">
            <a:off x="9089459" y="4703441"/>
            <a:ext cx="0" cy="511175"/>
          </a:xfrm>
          <a:prstGeom prst="line">
            <a:avLst/>
          </a:prstGeom>
          <a:noFill/>
          <a:ln w="381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4A8BA2CF-D57C-ED1B-2531-86239E02CB7C}"/>
                  </a:ext>
                </a:extLst>
              </p:cNvPr>
              <p:cNvSpPr txBox="1"/>
              <p:nvPr/>
            </p:nvSpPr>
            <p:spPr>
              <a:xfrm>
                <a:off x="8407664" y="4797341"/>
                <a:ext cx="560721" cy="523220"/>
              </a:xfrm>
              <a:prstGeom prst="rect">
                <a:avLst/>
              </a:prstGeom>
              <a:noFill/>
            </p:spPr>
            <p:txBody>
              <a:bodyPr wrap="square">
                <a:spAutoFit/>
              </a:bodyPr>
              <a:lstStyle/>
              <a:p>
                <a:pPr eaLnBrk="1" hangingPunct="1">
                  <a:spcAft>
                    <a:spcPct val="0"/>
                  </a:spcAft>
                  <a:buFontTx/>
                  <a:buNone/>
                </a:pPr>
                <a14:m>
                  <m:oMathPara xmlns:m="http://schemas.openxmlformats.org/officeDocument/2006/math">
                    <m:oMathParaPr>
                      <m:jc m:val="centerGroup"/>
                    </m:oMathParaPr>
                    <m:oMath xmlns:m="http://schemas.openxmlformats.org/officeDocument/2006/math">
                      <m:r>
                        <m:rPr>
                          <m:sty m:val="p"/>
                        </m:rPr>
                        <a:rPr lang="en-US" altLang="zh-CN" sz="2800" b="0" i="0" dirty="0" smtClean="0">
                          <a:solidFill>
                            <a:schemeClr val="accent5">
                              <a:lumMod val="75000"/>
                            </a:schemeClr>
                          </a:solidFill>
                          <a:latin typeface="Cambria Math" panose="02040503050406030204" pitchFamily="18" charset="0"/>
                          <a:ea typeface="微软雅黑" panose="020B0503020204020204" pitchFamily="34" charset="-122"/>
                        </a:rPr>
                        <m:t>CP</m:t>
                      </m:r>
                    </m:oMath>
                  </m:oMathPara>
                </a14:m>
                <a:endParaRPr lang="en-US" altLang="zh-CN" sz="2800" b="0" dirty="0">
                  <a:solidFill>
                    <a:schemeClr val="accent5">
                      <a:lumMod val="75000"/>
                    </a:schemeClr>
                  </a:solidFill>
                  <a:ea typeface="微软雅黑" panose="020B0503020204020204" pitchFamily="34" charset="-122"/>
                </a:endParaRPr>
              </a:p>
            </p:txBody>
          </p:sp>
        </mc:Choice>
        <mc:Fallback xmlns="">
          <p:sp>
            <p:nvSpPr>
              <p:cNvPr id="46" name="文本框 45">
                <a:extLst>
                  <a:ext uri="{FF2B5EF4-FFF2-40B4-BE49-F238E27FC236}">
                    <a16:creationId xmlns:a16="http://schemas.microsoft.com/office/drawing/2014/main" id="{4A8BA2CF-D57C-ED1B-2531-86239E02CB7C}"/>
                  </a:ext>
                </a:extLst>
              </p:cNvPr>
              <p:cNvSpPr txBox="1">
                <a:spLocks noRot="1" noChangeAspect="1" noMove="1" noResize="1" noEditPoints="1" noAdjustHandles="1" noChangeArrowheads="1" noChangeShapeType="1" noTextEdit="1"/>
              </p:cNvSpPr>
              <p:nvPr/>
            </p:nvSpPr>
            <p:spPr>
              <a:xfrm>
                <a:off x="8407664" y="4797341"/>
                <a:ext cx="560721" cy="523220"/>
              </a:xfrm>
              <a:prstGeom prst="rect">
                <a:avLst/>
              </a:prstGeom>
              <a:blipFill>
                <a:blip r:embed="rId4"/>
                <a:stretch>
                  <a:fillRect/>
                </a:stretch>
              </a:blipFill>
            </p:spPr>
            <p:txBody>
              <a:bodyPr/>
              <a:lstStyle/>
              <a:p>
                <a:r>
                  <a:rPr lang="zh-CN" altLang="en-US">
                    <a:noFill/>
                  </a:rPr>
                  <a:t> </a:t>
                </a:r>
              </a:p>
            </p:txBody>
          </p:sp>
        </mc:Fallback>
      </mc:AlternateContent>
      <p:sp>
        <p:nvSpPr>
          <p:cNvPr id="47" name="矩形 46">
            <a:extLst>
              <a:ext uri="{FF2B5EF4-FFF2-40B4-BE49-F238E27FC236}">
                <a16:creationId xmlns:a16="http://schemas.microsoft.com/office/drawing/2014/main" id="{A94C9DEE-14FE-C307-E95F-2181C5A4EF3F}"/>
              </a:ext>
            </a:extLst>
          </p:cNvPr>
          <p:cNvSpPr/>
          <p:nvPr/>
        </p:nvSpPr>
        <p:spPr>
          <a:xfrm>
            <a:off x="10680479" y="2813478"/>
            <a:ext cx="466241" cy="2097431"/>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输出组合电路</a:t>
            </a:r>
          </a:p>
        </p:txBody>
      </p:sp>
      <p:cxnSp>
        <p:nvCxnSpPr>
          <p:cNvPr id="48" name="直接箭头连接符 47">
            <a:extLst>
              <a:ext uri="{FF2B5EF4-FFF2-40B4-BE49-F238E27FC236}">
                <a16:creationId xmlns:a16="http://schemas.microsoft.com/office/drawing/2014/main" id="{233EF248-37EA-374E-FFC8-D6CBD378D7D7}"/>
              </a:ext>
            </a:extLst>
          </p:cNvPr>
          <p:cNvCxnSpPr>
            <a:cxnSpLocks/>
            <a:stCxn id="47" idx="3"/>
          </p:cNvCxnSpPr>
          <p:nvPr/>
        </p:nvCxnSpPr>
        <p:spPr>
          <a:xfrm>
            <a:off x="11146720" y="3862194"/>
            <a:ext cx="57262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E12174B3-B89E-D389-B607-593DC2920C5F}"/>
              </a:ext>
            </a:extLst>
          </p:cNvPr>
          <p:cNvSpPr/>
          <p:nvPr/>
        </p:nvSpPr>
        <p:spPr>
          <a:xfrm>
            <a:off x="10131633" y="4245139"/>
            <a:ext cx="113110" cy="11311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24A57780-1535-E5CA-CCF6-52F95878D1CF}"/>
              </a:ext>
            </a:extLst>
          </p:cNvPr>
          <p:cNvSpPr txBox="1"/>
          <p:nvPr/>
        </p:nvSpPr>
        <p:spPr>
          <a:xfrm>
            <a:off x="8229941" y="5597254"/>
            <a:ext cx="1491242" cy="461665"/>
          </a:xfrm>
          <a:prstGeom prst="rect">
            <a:avLst/>
          </a:prstGeom>
          <a:noFill/>
        </p:spPr>
        <p:txBody>
          <a:bodyPr wrap="square">
            <a:spAutoFit/>
          </a:bodyPr>
          <a:lstStyle/>
          <a:p>
            <a:pPr algn="ctr"/>
            <a:r>
              <a:rPr kumimoji="1" lang="zh-CN" altLang="en-US" sz="2400" dirty="0">
                <a:solidFill>
                  <a:srgbClr val="002060"/>
                </a:solidFill>
                <a:latin typeface="微软雅黑" panose="020B0503020204020204" pitchFamily="34" charset="-122"/>
                <a:ea typeface="微软雅黑" panose="020B0503020204020204" pitchFamily="34" charset="-122"/>
              </a:rPr>
              <a:t>穆尔型</a:t>
            </a:r>
            <a:endParaRPr lang="zh-CN" altLang="en-US" sz="2400" dirty="0"/>
          </a:p>
        </p:txBody>
      </p:sp>
    </p:spTree>
    <p:extLst>
      <p:ext uri="{BB962C8B-B14F-4D97-AF65-F5344CB8AC3E}">
        <p14:creationId xmlns:p14="http://schemas.microsoft.com/office/powerpoint/2010/main" val="25829773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3615007-1BA7-CBAB-0545-40276E9535C6}"/>
                  </a:ext>
                </a:extLst>
              </p:cNvPr>
              <p:cNvSpPr txBox="1"/>
              <p:nvPr/>
            </p:nvSpPr>
            <p:spPr>
              <a:xfrm>
                <a:off x="360000" y="828000"/>
                <a:ext cx="10800000" cy="2160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逻辑方程和状态表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激励方程（组合电路）：</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D</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lang="en-US" altLang="zh-CN" sz="2400" i="1">
                            <a:solidFill>
                              <a:schemeClr val="accent5">
                                <a:lumMod val="75000"/>
                              </a:schemeClr>
                            </a:solidFill>
                            <a:latin typeface="Cambria Math" panose="02040503050406030204" pitchFamily="18" charset="0"/>
                            <a:ea typeface="微软雅黑" panose="020B0503020204020204" pitchFamily="34" charset="-122"/>
                          </a:rPr>
                          <m:t>𝑓</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A</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oMath>
                </a14:m>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状态方程（存储电路）：</a:t>
                </a:r>
                <a14:m>
                  <m:oMath xmlns:m="http://schemas.openxmlformats.org/officeDocument/2006/math">
                    <m:sSup>
                      <m:sSup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p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p>
                        <m:r>
                          <a:rPr lang="en-US" altLang="zh-CN" sz="2400" i="1">
                            <a:solidFill>
                              <a:schemeClr val="accent5">
                                <a:lumMod val="75000"/>
                              </a:schemeClr>
                            </a:solidFill>
                            <a:latin typeface="Cambria Math" panose="02040503050406030204" pitchFamily="18" charset="0"/>
                            <a:ea typeface="微软雅黑" panose="020B0503020204020204" pitchFamily="34" charset="-122"/>
                          </a:rPr>
                          <m:t>𝑛</m:t>
                        </m:r>
                        <m:r>
                          <a:rPr lang="en-US" altLang="zh-CN" sz="2400" i="1">
                            <a:solidFill>
                              <a:schemeClr val="accent5">
                                <a:lumMod val="75000"/>
                              </a:schemeClr>
                            </a:solidFill>
                            <a:latin typeface="Cambria Math" panose="02040503050406030204" pitchFamily="18" charset="0"/>
                            <a:ea typeface="微软雅黑" panose="020B0503020204020204" pitchFamily="34" charset="-122"/>
                          </a:rPr>
                          <m:t>+</m:t>
                        </m:r>
                        <m:r>
                          <a:rPr lang="en-US" altLang="zh-CN" sz="2400">
                            <a:solidFill>
                              <a:schemeClr val="accent5">
                                <a:lumMod val="75000"/>
                              </a:schemeClr>
                            </a:solidFill>
                            <a:latin typeface="Cambria Math" panose="02040503050406030204" pitchFamily="18" charset="0"/>
                            <a:ea typeface="微软雅黑" panose="020B0503020204020204" pitchFamily="34" charset="-122"/>
                          </a:rPr>
                          <m:t>1</m:t>
                        </m:r>
                      </m:sup>
                    </m:sSup>
                    <m:r>
                      <a:rPr lang="en-US" altLang="zh-CN" sz="2400">
                        <a:solidFill>
                          <a:schemeClr val="accent5">
                            <a:lumMod val="75000"/>
                          </a:schemeClr>
                        </a:solidFill>
                        <a:latin typeface="Cambria Math" panose="02040503050406030204" pitchFamily="18" charset="0"/>
                        <a:ea typeface="微软雅黑" panose="020B0503020204020204" pitchFamily="34" charset="-122"/>
                      </a:rPr>
                      <m:t>=</m:t>
                    </m:r>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lang="en-US" altLang="zh-CN" sz="2400" i="1">
                            <a:solidFill>
                              <a:schemeClr val="accent5">
                                <a:lumMod val="75000"/>
                              </a:schemeClr>
                            </a:solidFill>
                            <a:latin typeface="Cambria Math" panose="02040503050406030204" pitchFamily="18" charset="0"/>
                            <a:ea typeface="微软雅黑" panose="020B0503020204020204" pitchFamily="34" charset="-122"/>
                          </a:rPr>
                          <m:t>𝑓</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D</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sSup>
                      <m:sSup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p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p>
                        <m:r>
                          <a:rPr lang="en-US" altLang="zh-CN" sz="2400" i="1">
                            <a:solidFill>
                              <a:schemeClr val="accent5">
                                <a:lumMod val="75000"/>
                              </a:schemeClr>
                            </a:solidFill>
                            <a:latin typeface="Cambria Math" panose="02040503050406030204" pitchFamily="18" charset="0"/>
                            <a:ea typeface="微软雅黑" panose="020B0503020204020204" pitchFamily="34" charset="-122"/>
                          </a:rPr>
                          <m:t>𝑛</m:t>
                        </m:r>
                      </m:sup>
                    </m:sSup>
                    <m:r>
                      <a:rPr lang="en-US" altLang="zh-CN" sz="2400">
                        <a:solidFill>
                          <a:schemeClr val="accent5">
                            <a:lumMod val="75000"/>
                          </a:schemeClr>
                        </a:solidFill>
                        <a:latin typeface="Cambria Math" panose="02040503050406030204" pitchFamily="18" charset="0"/>
                        <a:ea typeface="微软雅黑" panose="020B0503020204020204" pitchFamily="34" charset="-122"/>
                      </a:rPr>
                      <m:t>)</m:t>
                    </m:r>
                  </m:oMath>
                </a14:m>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输出方程（组合电路）：米利型：</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Y</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lang="en-US" altLang="zh-CN" sz="2400" i="1">
                            <a:solidFill>
                              <a:schemeClr val="accent5">
                                <a:lumMod val="75000"/>
                              </a:schemeClr>
                            </a:solidFill>
                            <a:latin typeface="Cambria Math" panose="02040503050406030204" pitchFamily="18" charset="0"/>
                            <a:ea typeface="微软雅黑" panose="020B0503020204020204" pitchFamily="34" charset="-122"/>
                          </a:rPr>
                          <m:t>𝑓</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3</m:t>
                        </m:r>
                      </m:sub>
                    </m:sSub>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A</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；穆尔型：</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Y</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lang="en-US" altLang="zh-CN" sz="2400" i="1">
                            <a:solidFill>
                              <a:schemeClr val="accent5">
                                <a:lumMod val="75000"/>
                              </a:schemeClr>
                            </a:solidFill>
                            <a:latin typeface="Cambria Math" panose="02040503050406030204" pitchFamily="18" charset="0"/>
                            <a:ea typeface="微软雅黑" panose="020B0503020204020204" pitchFamily="34" charset="-122"/>
                          </a:rPr>
                          <m:t>𝑓</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3</m:t>
                        </m:r>
                      </m:sub>
                    </m:sSub>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oMath>
                </a14:m>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F3615007-1BA7-CBAB-0545-40276E9535C6}"/>
                  </a:ext>
                </a:extLst>
              </p:cNvPr>
              <p:cNvSpPr txBox="1">
                <a:spLocks noRot="1" noChangeAspect="1" noMove="1" noResize="1" noEditPoints="1" noAdjustHandles="1" noChangeArrowheads="1" noChangeShapeType="1" noTextEdit="1"/>
              </p:cNvSpPr>
              <p:nvPr/>
            </p:nvSpPr>
            <p:spPr>
              <a:xfrm>
                <a:off x="360000" y="828000"/>
                <a:ext cx="10800000" cy="2160000"/>
              </a:xfrm>
              <a:prstGeom prst="rect">
                <a:avLst/>
              </a:prstGeom>
              <a:blipFill>
                <a:blip r:embed="rId3"/>
                <a:stretch>
                  <a:fillRect l="-1016" t="-1130" b="-4520"/>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23A9FE8A-2F50-4020-6697-82EC169CA3A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数字部分（时序逻辑电路）</a:t>
            </a:r>
          </a:p>
        </p:txBody>
      </p:sp>
      <p:sp>
        <p:nvSpPr>
          <p:cNvPr id="4" name="矩形 3">
            <a:extLst>
              <a:ext uri="{FF2B5EF4-FFF2-40B4-BE49-F238E27FC236}">
                <a16:creationId xmlns:a16="http://schemas.microsoft.com/office/drawing/2014/main" id="{B22F5DE1-7A9E-7A32-3BD9-88354955829A}"/>
              </a:ext>
            </a:extLst>
          </p:cNvPr>
          <p:cNvSpPr/>
          <p:nvPr/>
        </p:nvSpPr>
        <p:spPr>
          <a:xfrm>
            <a:off x="1080000" y="6120000"/>
            <a:ext cx="576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sz="2400" dirty="0">
                <a:solidFill>
                  <a:srgbClr val="002060"/>
                </a:solidFill>
                <a:latin typeface="微软雅黑" panose="020B0503020204020204" pitchFamily="34" charset="-122"/>
                <a:ea typeface="微软雅黑" panose="020B0503020204020204" pitchFamily="34" charset="-122"/>
              </a:rPr>
              <a:t>注意两个类型的状态表写法不相同</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grpSp>
        <p:nvGrpSpPr>
          <p:cNvPr id="15" name="组合 14">
            <a:extLst>
              <a:ext uri="{FF2B5EF4-FFF2-40B4-BE49-F238E27FC236}">
                <a16:creationId xmlns:a16="http://schemas.microsoft.com/office/drawing/2014/main" id="{4C81E124-9D96-CB39-013F-1E96B922DFB8}"/>
              </a:ext>
            </a:extLst>
          </p:cNvPr>
          <p:cNvGrpSpPr/>
          <p:nvPr/>
        </p:nvGrpSpPr>
        <p:grpSpPr>
          <a:xfrm>
            <a:off x="11449269" y="6198682"/>
            <a:ext cx="786273" cy="548639"/>
            <a:chOff x="11454918" y="5839511"/>
            <a:chExt cx="786273" cy="548639"/>
          </a:xfrm>
        </p:grpSpPr>
        <p:grpSp>
          <p:nvGrpSpPr>
            <p:cNvPr id="16" name="组合 15">
              <a:extLst>
                <a:ext uri="{FF2B5EF4-FFF2-40B4-BE49-F238E27FC236}">
                  <a16:creationId xmlns:a16="http://schemas.microsoft.com/office/drawing/2014/main" id="{7233B61B-379D-D9AB-2AF1-340ADCEF9294}"/>
                </a:ext>
              </a:extLst>
            </p:cNvPr>
            <p:cNvGrpSpPr/>
            <p:nvPr/>
          </p:nvGrpSpPr>
          <p:grpSpPr>
            <a:xfrm>
              <a:off x="11454918" y="5867450"/>
              <a:ext cx="737081" cy="520700"/>
              <a:chOff x="11454918" y="5867450"/>
              <a:chExt cx="737081" cy="520700"/>
            </a:xfrm>
          </p:grpSpPr>
          <p:sp>
            <p:nvSpPr>
              <p:cNvPr id="18" name="箭头: 五边形 17">
                <a:extLst>
                  <a:ext uri="{FF2B5EF4-FFF2-40B4-BE49-F238E27FC236}">
                    <a16:creationId xmlns:a16="http://schemas.microsoft.com/office/drawing/2014/main" id="{B0D608E2-DEE1-52A7-6D56-8B08AA9B471E}"/>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V 形 18">
                <a:extLst>
                  <a:ext uri="{FF2B5EF4-FFF2-40B4-BE49-F238E27FC236}">
                    <a16:creationId xmlns:a16="http://schemas.microsoft.com/office/drawing/2014/main" id="{00FE306F-166E-AE79-449E-4C9D3F8E887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7" name="灯片编号占位符 3">
              <a:extLst>
                <a:ext uri="{FF2B5EF4-FFF2-40B4-BE49-F238E27FC236}">
                  <a16:creationId xmlns:a16="http://schemas.microsoft.com/office/drawing/2014/main" id="{2443CFD0-6AFD-8A41-54D9-FCBDCD4895DA}"/>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35</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graphicFrame>
            <p:nvGraphicFramePr>
              <p:cNvPr id="20" name="表格 19">
                <a:extLst>
                  <a:ext uri="{FF2B5EF4-FFF2-40B4-BE49-F238E27FC236}">
                    <a16:creationId xmlns:a16="http://schemas.microsoft.com/office/drawing/2014/main" id="{F6036072-71E2-44DC-B33F-8AF2399B77CE}"/>
                  </a:ext>
                </a:extLst>
              </p:cNvPr>
              <p:cNvGraphicFramePr>
                <a:graphicFrameLocks noGrp="1"/>
              </p:cNvGraphicFramePr>
              <p:nvPr>
                <p:extLst>
                  <p:ext uri="{D42A27DB-BD31-4B8C-83A1-F6EECF244321}">
                    <p14:modId xmlns:p14="http://schemas.microsoft.com/office/powerpoint/2010/main" val="3666214437"/>
                  </p:ext>
                </p:extLst>
              </p:nvPr>
            </p:nvGraphicFramePr>
            <p:xfrm>
              <a:off x="1080000" y="3780000"/>
              <a:ext cx="3960000" cy="1796784"/>
            </p:xfrm>
            <a:graphic>
              <a:graphicData uri="http://schemas.openxmlformats.org/drawingml/2006/table">
                <a:tbl>
                  <a:tblPr firstRow="1" bandRow="1">
                    <a:tableStyleId>{5940675A-B579-460E-94D1-54222C63F5DA}</a:tableStyleId>
                  </a:tblPr>
                  <a:tblGrid>
                    <a:gridCol w="1320000">
                      <a:extLst>
                        <a:ext uri="{9D8B030D-6E8A-4147-A177-3AD203B41FA5}">
                          <a16:colId xmlns:a16="http://schemas.microsoft.com/office/drawing/2014/main" val="2191284938"/>
                        </a:ext>
                      </a:extLst>
                    </a:gridCol>
                    <a:gridCol w="1320000">
                      <a:extLst>
                        <a:ext uri="{9D8B030D-6E8A-4147-A177-3AD203B41FA5}">
                          <a16:colId xmlns:a16="http://schemas.microsoft.com/office/drawing/2014/main" val="2685789652"/>
                        </a:ext>
                      </a:extLst>
                    </a:gridCol>
                    <a:gridCol w="1320000">
                      <a:extLst>
                        <a:ext uri="{9D8B030D-6E8A-4147-A177-3AD203B41FA5}">
                          <a16:colId xmlns:a16="http://schemas.microsoft.com/office/drawing/2014/main" val="3584669669"/>
                        </a:ext>
                      </a:extLst>
                    </a:gridCol>
                  </a:tblGrid>
                  <a:tr h="59892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altLang="zh-CN" sz="2800" i="1" smtClean="0">
                                        <a:solidFill>
                                          <a:srgbClr val="002060"/>
                                        </a:solidFill>
                                        <a:latin typeface="Cambria Math" panose="02040503050406030204" pitchFamily="18" charset="0"/>
                                        <a:ea typeface="微软雅黑" panose="020B0503020204020204" pitchFamily="34" charset="-122"/>
                                      </a:rPr>
                                    </m:ctrlPr>
                                  </m:sSupPr>
                                  <m:e>
                                    <m:r>
                                      <m:rPr>
                                        <m:sty m:val="p"/>
                                      </m:rPr>
                                      <a:rPr lang="en-US" altLang="zh-CN" sz="2800">
                                        <a:solidFill>
                                          <a:srgbClr val="002060"/>
                                        </a:solidFill>
                                        <a:latin typeface="Cambria Math" panose="02040503050406030204" pitchFamily="18" charset="0"/>
                                        <a:ea typeface="微软雅黑" panose="020B0503020204020204" pitchFamily="34" charset="-122"/>
                                      </a:rPr>
                                      <m:t>Q</m:t>
                                    </m:r>
                                  </m:e>
                                  <m:sup>
                                    <m:r>
                                      <a:rPr lang="en-US" altLang="zh-CN" sz="2800" i="1">
                                        <a:solidFill>
                                          <a:srgbClr val="002060"/>
                                        </a:solidFill>
                                        <a:latin typeface="Cambria Math" panose="02040503050406030204" pitchFamily="18" charset="0"/>
                                        <a:ea typeface="微软雅黑" panose="020B0503020204020204" pitchFamily="34" charset="-122"/>
                                      </a:rPr>
                                      <m:t>𝑛</m:t>
                                    </m:r>
                                  </m:sup>
                                </m:sSup>
                              </m:oMath>
                            </m:oMathPara>
                          </a14:m>
                          <a:endParaRPr lang="en-US" altLang="zh-CN" sz="2800" dirty="0">
                            <a:solidFill>
                              <a:srgbClr val="002060"/>
                            </a:solidFill>
                            <a:latin typeface="微软雅黑" panose="020B0503020204020204" pitchFamily="34" charset="-122"/>
                            <a:ea typeface="微软雅黑" panose="020B0503020204020204" pitchFamily="34" charset="-122"/>
                          </a:endParaRPr>
                        </a:p>
                      </a:txBody>
                      <a:tcPr anchor="ct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altLang="zh-CN" sz="2800" i="1" smtClean="0">
                                        <a:solidFill>
                                          <a:srgbClr val="002060"/>
                                        </a:solidFill>
                                        <a:latin typeface="Cambria Math" panose="02040503050406030204" pitchFamily="18" charset="0"/>
                                        <a:ea typeface="微软雅黑" panose="020B0503020204020204" pitchFamily="34" charset="-122"/>
                                      </a:rPr>
                                    </m:ctrlPr>
                                  </m:sSupPr>
                                  <m:e>
                                    <m:r>
                                      <m:rPr>
                                        <m:sty m:val="p"/>
                                      </m:rPr>
                                      <a:rPr lang="en-US" altLang="zh-CN" sz="2800">
                                        <a:solidFill>
                                          <a:srgbClr val="002060"/>
                                        </a:solidFill>
                                        <a:latin typeface="Cambria Math" panose="02040503050406030204" pitchFamily="18" charset="0"/>
                                        <a:ea typeface="微软雅黑" panose="020B0503020204020204" pitchFamily="34" charset="-122"/>
                                      </a:rPr>
                                      <m:t>Q</m:t>
                                    </m:r>
                                  </m:e>
                                  <m:sup>
                                    <m:r>
                                      <a:rPr lang="en-US" altLang="zh-CN" sz="2800" i="1">
                                        <a:solidFill>
                                          <a:srgbClr val="002060"/>
                                        </a:solidFill>
                                        <a:latin typeface="Cambria Math" panose="02040503050406030204" pitchFamily="18" charset="0"/>
                                        <a:ea typeface="微软雅黑" panose="020B0503020204020204" pitchFamily="34" charset="-122"/>
                                      </a:rPr>
                                      <m:t>𝑛</m:t>
                                    </m:r>
                                    <m:r>
                                      <a:rPr lang="en-US" altLang="zh-CN" sz="2800" i="1" smtClean="0">
                                        <a:solidFill>
                                          <a:srgbClr val="002060"/>
                                        </a:solidFill>
                                        <a:latin typeface="Cambria Math" panose="02040503050406030204" pitchFamily="18" charset="0"/>
                                        <a:ea typeface="微软雅黑" panose="020B0503020204020204" pitchFamily="34" charset="-122"/>
                                      </a:rPr>
                                      <m:t>+1</m:t>
                                    </m:r>
                                  </m:sup>
                                </m:sSup>
                                <m:r>
                                  <a:rPr lang="en-US" altLang="zh-CN" sz="2800" b="0" i="1" smtClean="0">
                                    <a:solidFill>
                                      <a:srgbClr val="002060"/>
                                    </a:solidFill>
                                    <a:latin typeface="Cambria Math" panose="02040503050406030204" pitchFamily="18" charset="0"/>
                                    <a:ea typeface="微软雅黑" panose="020B0503020204020204" pitchFamily="34" charset="-122"/>
                                  </a:rPr>
                                  <m:t>/ </m:t>
                                </m:r>
                                <m:r>
                                  <m:rPr>
                                    <m:sty m:val="p"/>
                                  </m:rPr>
                                  <a:rPr lang="en-US" altLang="zh-CN" sz="2800" b="0" i="0" smtClean="0">
                                    <a:solidFill>
                                      <a:srgbClr val="002060"/>
                                    </a:solidFill>
                                    <a:latin typeface="Cambria Math" panose="02040503050406030204" pitchFamily="18" charset="0"/>
                                    <a:ea typeface="微软雅黑" panose="020B0503020204020204" pitchFamily="34" charset="-122"/>
                                  </a:rPr>
                                  <m:t>Y</m:t>
                                </m:r>
                              </m:oMath>
                            </m:oMathPara>
                          </a14:m>
                          <a:endParaRPr lang="en-US" altLang="zh-CN" sz="2800" i="0" dirty="0">
                            <a:solidFill>
                              <a:srgbClr val="002060"/>
                            </a:solidFill>
                            <a:latin typeface="微软雅黑" panose="020B0503020204020204" pitchFamily="34" charset="-122"/>
                            <a:ea typeface="微软雅黑" panose="020B0503020204020204" pitchFamily="34" charset="-122"/>
                          </a:endParaRPr>
                        </a:p>
                      </a:txBody>
                      <a:tcPr anchor="ctr"/>
                    </a:tc>
                    <a:tc hMerge="1">
                      <a:txBody>
                        <a:bodyPr/>
                        <a:lstStyle/>
                        <a:p>
                          <a:endParaRPr lang="zh-CN" altLang="en-US" sz="2800" dirty="0"/>
                        </a:p>
                      </a:txBody>
                      <a:tcPr anchor="ctr"/>
                    </a:tc>
                    <a:extLst>
                      <a:ext uri="{0D108BD9-81ED-4DB2-BD59-A6C34878D82A}">
                        <a16:rowId xmlns:a16="http://schemas.microsoft.com/office/drawing/2014/main" val="416310646"/>
                      </a:ext>
                    </a:extLst>
                  </a:tr>
                  <a:tr h="598928">
                    <a:tc vMerge="1">
                      <a:txBody>
                        <a:bodyPr/>
                        <a:lstStyle/>
                        <a:p>
                          <a:endParaRPr lang="zh-CN" altLang="en-US" sz="2800" dirty="0"/>
                        </a:p>
                      </a:txBody>
                      <a:tcPr anchor="ctr"/>
                    </a:tc>
                    <a:tc>
                      <a:txBody>
                        <a:bodyPr/>
                        <a:lstStyle/>
                        <a:p>
                          <a:pPr/>
                          <a14:m>
                            <m:oMathPara xmlns:m="http://schemas.openxmlformats.org/officeDocument/2006/math">
                              <m:oMathParaPr>
                                <m:jc m:val="centerGroup"/>
                              </m:oMathParaPr>
                              <m:oMath xmlns:m="http://schemas.openxmlformats.org/officeDocument/2006/math">
                                <m:r>
                                  <m:rPr>
                                    <m:sty m:val="p"/>
                                  </m:rPr>
                                  <a:rPr lang="en-US" altLang="zh-CN" sz="2800" smtClean="0">
                                    <a:solidFill>
                                      <a:srgbClr val="002060"/>
                                    </a:solidFill>
                                    <a:latin typeface="Cambria Math" panose="02040503050406030204" pitchFamily="18" charset="0"/>
                                    <a:ea typeface="微软雅黑" panose="020B0503020204020204" pitchFamily="34" charset="-122"/>
                                  </a:rPr>
                                  <m:t>A</m:t>
                                </m:r>
                                <m:r>
                                  <a:rPr lang="en-US" altLang="zh-CN" sz="2800" b="0" i="0" smtClean="0">
                                    <a:solidFill>
                                      <a:srgbClr val="002060"/>
                                    </a:solidFill>
                                    <a:latin typeface="Cambria Math" panose="02040503050406030204" pitchFamily="18" charset="0"/>
                                    <a:ea typeface="微软雅黑" panose="020B0503020204020204" pitchFamily="34" charset="-122"/>
                                  </a:rPr>
                                  <m:t>=</m:t>
                                </m:r>
                                <m:r>
                                  <a:rPr lang="en-US" altLang="zh-CN" sz="2800" b="0" i="1" smtClean="0">
                                    <a:solidFill>
                                      <a:srgbClr val="002060"/>
                                    </a:solidFill>
                                    <a:latin typeface="Cambria Math" panose="02040503050406030204" pitchFamily="18" charset="0"/>
                                    <a:ea typeface="微软雅黑" panose="020B0503020204020204" pitchFamily="34" charset="-122"/>
                                  </a:rPr>
                                  <m:t>𝑖</m:t>
                                </m:r>
                              </m:oMath>
                            </m:oMathPara>
                          </a14:m>
                          <a:endParaRPr lang="zh-CN" altLang="en-US" sz="2800" i="1" dirty="0">
                            <a:solidFill>
                              <a:srgbClr val="002060"/>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2800" smtClean="0">
                                    <a:solidFill>
                                      <a:srgbClr val="002060"/>
                                    </a:solidFill>
                                    <a:latin typeface="Cambria Math" panose="02040503050406030204" pitchFamily="18" charset="0"/>
                                    <a:ea typeface="微软雅黑" panose="020B0503020204020204" pitchFamily="34" charset="-122"/>
                                  </a:rPr>
                                  <m:t>A</m:t>
                                </m:r>
                                <m:r>
                                  <a:rPr lang="en-US" altLang="zh-CN" sz="2800" b="0" i="0" smtClean="0">
                                    <a:solidFill>
                                      <a:srgbClr val="002060"/>
                                    </a:solidFill>
                                    <a:latin typeface="Cambria Math" panose="02040503050406030204" pitchFamily="18" charset="0"/>
                                    <a:ea typeface="微软雅黑" panose="020B0503020204020204" pitchFamily="34" charset="-122"/>
                                  </a:rPr>
                                  <m:t>=</m:t>
                                </m:r>
                                <m:r>
                                  <a:rPr lang="en-US" altLang="zh-CN" sz="2800" b="0" i="1" smtClean="0">
                                    <a:solidFill>
                                      <a:srgbClr val="002060"/>
                                    </a:solidFill>
                                    <a:latin typeface="Cambria Math" panose="02040503050406030204" pitchFamily="18" charset="0"/>
                                    <a:ea typeface="微软雅黑" panose="020B0503020204020204" pitchFamily="34" charset="-122"/>
                                  </a:rPr>
                                  <m:t>𝑗</m:t>
                                </m:r>
                              </m:oMath>
                            </m:oMathPara>
                          </a14:m>
                          <a:endParaRPr lang="zh-CN" altLang="en-US" sz="2800" i="1" dirty="0">
                            <a:solidFill>
                              <a:srgbClr val="002060"/>
                            </a:solidFill>
                          </a:endParaRPr>
                        </a:p>
                      </a:txBody>
                      <a:tcPr anchor="ctr"/>
                    </a:tc>
                    <a:extLst>
                      <a:ext uri="{0D108BD9-81ED-4DB2-BD59-A6C34878D82A}">
                        <a16:rowId xmlns:a16="http://schemas.microsoft.com/office/drawing/2014/main" val="1835368292"/>
                      </a:ext>
                    </a:extLst>
                  </a:tr>
                  <a:tr h="5989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m:t>
                                </m:r>
                              </m:oMath>
                            </m:oMathPara>
                          </a14:m>
                          <a:endParaRPr lang="zh-CN" altLang="en-US" sz="2800" dirty="0">
                            <a:solidFill>
                              <a:srgbClr val="002060"/>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 /⋯</m:t>
                                </m:r>
                              </m:oMath>
                            </m:oMathPara>
                          </a14:m>
                          <a:endParaRPr lang="zh-CN" altLang="en-US" sz="2800" dirty="0">
                            <a:solidFill>
                              <a:srgbClr val="002060"/>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 /⋯</m:t>
                                </m:r>
                              </m:oMath>
                            </m:oMathPara>
                          </a14:m>
                          <a:endParaRPr lang="zh-CN" altLang="en-US" sz="2800" dirty="0">
                            <a:solidFill>
                              <a:srgbClr val="002060"/>
                            </a:solidFill>
                          </a:endParaRPr>
                        </a:p>
                      </a:txBody>
                      <a:tcPr anchor="ctr"/>
                    </a:tc>
                    <a:extLst>
                      <a:ext uri="{0D108BD9-81ED-4DB2-BD59-A6C34878D82A}">
                        <a16:rowId xmlns:a16="http://schemas.microsoft.com/office/drawing/2014/main" val="4005681869"/>
                      </a:ext>
                    </a:extLst>
                  </a:tr>
                </a:tbl>
              </a:graphicData>
            </a:graphic>
          </p:graphicFrame>
        </mc:Choice>
        <mc:Fallback xmlns="">
          <p:graphicFrame>
            <p:nvGraphicFramePr>
              <p:cNvPr id="20" name="表格 19">
                <a:extLst>
                  <a:ext uri="{FF2B5EF4-FFF2-40B4-BE49-F238E27FC236}">
                    <a16:creationId xmlns:a16="http://schemas.microsoft.com/office/drawing/2014/main" id="{F6036072-71E2-44DC-B33F-8AF2399B77CE}"/>
                  </a:ext>
                </a:extLst>
              </p:cNvPr>
              <p:cNvGraphicFramePr>
                <a:graphicFrameLocks noGrp="1"/>
              </p:cNvGraphicFramePr>
              <p:nvPr>
                <p:extLst>
                  <p:ext uri="{D42A27DB-BD31-4B8C-83A1-F6EECF244321}">
                    <p14:modId xmlns:p14="http://schemas.microsoft.com/office/powerpoint/2010/main" val="3666214437"/>
                  </p:ext>
                </p:extLst>
              </p:nvPr>
            </p:nvGraphicFramePr>
            <p:xfrm>
              <a:off x="1080000" y="3780000"/>
              <a:ext cx="3960000" cy="1796784"/>
            </p:xfrm>
            <a:graphic>
              <a:graphicData uri="http://schemas.openxmlformats.org/drawingml/2006/table">
                <a:tbl>
                  <a:tblPr firstRow="1" bandRow="1">
                    <a:tableStyleId>{5940675A-B579-460E-94D1-54222C63F5DA}</a:tableStyleId>
                  </a:tblPr>
                  <a:tblGrid>
                    <a:gridCol w="1320000">
                      <a:extLst>
                        <a:ext uri="{9D8B030D-6E8A-4147-A177-3AD203B41FA5}">
                          <a16:colId xmlns:a16="http://schemas.microsoft.com/office/drawing/2014/main" val="2191284938"/>
                        </a:ext>
                      </a:extLst>
                    </a:gridCol>
                    <a:gridCol w="1320000">
                      <a:extLst>
                        <a:ext uri="{9D8B030D-6E8A-4147-A177-3AD203B41FA5}">
                          <a16:colId xmlns:a16="http://schemas.microsoft.com/office/drawing/2014/main" val="2685789652"/>
                        </a:ext>
                      </a:extLst>
                    </a:gridCol>
                    <a:gridCol w="1320000">
                      <a:extLst>
                        <a:ext uri="{9D8B030D-6E8A-4147-A177-3AD203B41FA5}">
                          <a16:colId xmlns:a16="http://schemas.microsoft.com/office/drawing/2014/main" val="3584669669"/>
                        </a:ext>
                      </a:extLst>
                    </a:gridCol>
                  </a:tblGrid>
                  <a:tr h="598928">
                    <a:tc rowSpan="2">
                      <a:txBody>
                        <a:bodyPr/>
                        <a:lstStyle/>
                        <a:p>
                          <a:endParaRPr lang="zh-CN"/>
                        </a:p>
                      </a:txBody>
                      <a:tcPr anchor="ctr">
                        <a:blipFill>
                          <a:blip r:embed="rId4"/>
                          <a:stretch>
                            <a:fillRect l="-461" t="-508" r="-200461" b="-50761"/>
                          </a:stretch>
                        </a:blipFill>
                      </a:tcPr>
                    </a:tc>
                    <a:tc gridSpan="2">
                      <a:txBody>
                        <a:bodyPr/>
                        <a:lstStyle/>
                        <a:p>
                          <a:endParaRPr lang="zh-CN"/>
                        </a:p>
                      </a:txBody>
                      <a:tcPr anchor="ctr">
                        <a:blipFill>
                          <a:blip r:embed="rId4"/>
                          <a:stretch>
                            <a:fillRect l="-50346" t="-1020" r="-462" b="-203061"/>
                          </a:stretch>
                        </a:blipFill>
                      </a:tcPr>
                    </a:tc>
                    <a:tc hMerge="1">
                      <a:txBody>
                        <a:bodyPr/>
                        <a:lstStyle/>
                        <a:p>
                          <a:endParaRPr lang="zh-CN" altLang="en-US" sz="2800" dirty="0"/>
                        </a:p>
                      </a:txBody>
                      <a:tcPr anchor="ctr"/>
                    </a:tc>
                    <a:extLst>
                      <a:ext uri="{0D108BD9-81ED-4DB2-BD59-A6C34878D82A}">
                        <a16:rowId xmlns:a16="http://schemas.microsoft.com/office/drawing/2014/main" val="416310646"/>
                      </a:ext>
                    </a:extLst>
                  </a:tr>
                  <a:tr h="598928">
                    <a:tc vMerge="1">
                      <a:txBody>
                        <a:bodyPr/>
                        <a:lstStyle/>
                        <a:p>
                          <a:endParaRPr lang="zh-CN" altLang="en-US" sz="2800" dirty="0"/>
                        </a:p>
                      </a:txBody>
                      <a:tcPr anchor="ctr"/>
                    </a:tc>
                    <a:tc>
                      <a:txBody>
                        <a:bodyPr/>
                        <a:lstStyle/>
                        <a:p>
                          <a:endParaRPr lang="zh-CN"/>
                        </a:p>
                      </a:txBody>
                      <a:tcPr anchor="ctr">
                        <a:blipFill>
                          <a:blip r:embed="rId4"/>
                          <a:stretch>
                            <a:fillRect l="-100926" t="-100000" r="-101389" b="-101010"/>
                          </a:stretch>
                        </a:blipFill>
                      </a:tcPr>
                    </a:tc>
                    <a:tc>
                      <a:txBody>
                        <a:bodyPr/>
                        <a:lstStyle/>
                        <a:p>
                          <a:endParaRPr lang="zh-CN"/>
                        </a:p>
                      </a:txBody>
                      <a:tcPr anchor="ctr">
                        <a:blipFill>
                          <a:blip r:embed="rId4"/>
                          <a:stretch>
                            <a:fillRect l="-200000" t="-100000" r="-922" b="-101010"/>
                          </a:stretch>
                        </a:blipFill>
                      </a:tcPr>
                    </a:tc>
                    <a:extLst>
                      <a:ext uri="{0D108BD9-81ED-4DB2-BD59-A6C34878D82A}">
                        <a16:rowId xmlns:a16="http://schemas.microsoft.com/office/drawing/2014/main" val="1835368292"/>
                      </a:ext>
                    </a:extLst>
                  </a:tr>
                  <a:tr h="598928">
                    <a:tc>
                      <a:txBody>
                        <a:bodyPr/>
                        <a:lstStyle/>
                        <a:p>
                          <a:endParaRPr lang="zh-CN"/>
                        </a:p>
                      </a:txBody>
                      <a:tcPr anchor="ctr">
                        <a:blipFill>
                          <a:blip r:embed="rId4"/>
                          <a:stretch>
                            <a:fillRect l="-461" t="-202041" r="-200461" b="-2041"/>
                          </a:stretch>
                        </a:blipFill>
                      </a:tcPr>
                    </a:tc>
                    <a:tc>
                      <a:txBody>
                        <a:bodyPr/>
                        <a:lstStyle/>
                        <a:p>
                          <a:endParaRPr lang="zh-CN"/>
                        </a:p>
                      </a:txBody>
                      <a:tcPr anchor="ctr">
                        <a:blipFill>
                          <a:blip r:embed="rId4"/>
                          <a:stretch>
                            <a:fillRect l="-100926" t="-202041" r="-101389" b="-2041"/>
                          </a:stretch>
                        </a:blipFill>
                      </a:tcPr>
                    </a:tc>
                    <a:tc>
                      <a:txBody>
                        <a:bodyPr/>
                        <a:lstStyle/>
                        <a:p>
                          <a:endParaRPr lang="zh-CN"/>
                        </a:p>
                      </a:txBody>
                      <a:tcPr anchor="ctr">
                        <a:blipFill>
                          <a:blip r:embed="rId4"/>
                          <a:stretch>
                            <a:fillRect l="-200000" t="-202041" r="-922" b="-2041"/>
                          </a:stretch>
                        </a:blipFill>
                      </a:tcPr>
                    </a:tc>
                    <a:extLst>
                      <a:ext uri="{0D108BD9-81ED-4DB2-BD59-A6C34878D82A}">
                        <a16:rowId xmlns:a16="http://schemas.microsoft.com/office/drawing/2014/main" val="4005681869"/>
                      </a:ext>
                    </a:extLst>
                  </a:tr>
                </a:tbl>
              </a:graphicData>
            </a:graphic>
          </p:graphicFrame>
        </mc:Fallback>
      </mc:AlternateContent>
      <p:sp>
        <p:nvSpPr>
          <p:cNvPr id="21" name="文本框 20">
            <a:extLst>
              <a:ext uri="{FF2B5EF4-FFF2-40B4-BE49-F238E27FC236}">
                <a16:creationId xmlns:a16="http://schemas.microsoft.com/office/drawing/2014/main" id="{786F93B7-7BCF-27AA-E531-28FC67F0A804}"/>
              </a:ext>
            </a:extLst>
          </p:cNvPr>
          <p:cNvSpPr txBox="1"/>
          <p:nvPr/>
        </p:nvSpPr>
        <p:spPr>
          <a:xfrm>
            <a:off x="1080000" y="3240000"/>
            <a:ext cx="3960000" cy="540000"/>
          </a:xfrm>
          <a:prstGeom prst="rect">
            <a:avLst/>
          </a:prstGeom>
          <a:noFill/>
        </p:spPr>
        <p:txBody>
          <a:bodyPr wrap="square">
            <a:spAutoFit/>
          </a:bodyPr>
          <a:lstStyle/>
          <a:p>
            <a:pPr algn="ctr">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状态表（米利型）</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graphicFrame>
            <p:nvGraphicFramePr>
              <p:cNvPr id="22" name="表格 21">
                <a:extLst>
                  <a:ext uri="{FF2B5EF4-FFF2-40B4-BE49-F238E27FC236}">
                    <a16:creationId xmlns:a16="http://schemas.microsoft.com/office/drawing/2014/main" id="{DBD68E91-EECD-B97C-9CC2-D42AA6602B0E}"/>
                  </a:ext>
                </a:extLst>
              </p:cNvPr>
              <p:cNvGraphicFramePr>
                <a:graphicFrameLocks noGrp="1"/>
              </p:cNvGraphicFramePr>
              <p:nvPr>
                <p:extLst>
                  <p:ext uri="{D42A27DB-BD31-4B8C-83A1-F6EECF244321}">
                    <p14:modId xmlns:p14="http://schemas.microsoft.com/office/powerpoint/2010/main" val="2741057602"/>
                  </p:ext>
                </p:extLst>
              </p:nvPr>
            </p:nvGraphicFramePr>
            <p:xfrm>
              <a:off x="6120000" y="3780000"/>
              <a:ext cx="5256001" cy="1796784"/>
            </p:xfrm>
            <a:graphic>
              <a:graphicData uri="http://schemas.openxmlformats.org/drawingml/2006/table">
                <a:tbl>
                  <a:tblPr firstRow="1" bandRow="1">
                    <a:tableStyleId>{5940675A-B579-460E-94D1-54222C63F5DA}</a:tableStyleId>
                  </a:tblPr>
                  <a:tblGrid>
                    <a:gridCol w="1316025">
                      <a:extLst>
                        <a:ext uri="{9D8B030D-6E8A-4147-A177-3AD203B41FA5}">
                          <a16:colId xmlns:a16="http://schemas.microsoft.com/office/drawing/2014/main" val="2191284938"/>
                        </a:ext>
                      </a:extLst>
                    </a:gridCol>
                    <a:gridCol w="1224010">
                      <a:extLst>
                        <a:ext uri="{9D8B030D-6E8A-4147-A177-3AD203B41FA5}">
                          <a16:colId xmlns:a16="http://schemas.microsoft.com/office/drawing/2014/main" val="2685789652"/>
                        </a:ext>
                      </a:extLst>
                    </a:gridCol>
                    <a:gridCol w="1401331">
                      <a:extLst>
                        <a:ext uri="{9D8B030D-6E8A-4147-A177-3AD203B41FA5}">
                          <a16:colId xmlns:a16="http://schemas.microsoft.com/office/drawing/2014/main" val="3584669669"/>
                        </a:ext>
                      </a:extLst>
                    </a:gridCol>
                    <a:gridCol w="1314635">
                      <a:extLst>
                        <a:ext uri="{9D8B030D-6E8A-4147-A177-3AD203B41FA5}">
                          <a16:colId xmlns:a16="http://schemas.microsoft.com/office/drawing/2014/main" val="2411467188"/>
                        </a:ext>
                      </a:extLst>
                    </a:gridCol>
                  </a:tblGrid>
                  <a:tr h="59892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altLang="zh-CN" sz="2800" i="1" smtClean="0">
                                        <a:solidFill>
                                          <a:srgbClr val="002060"/>
                                        </a:solidFill>
                                        <a:latin typeface="Cambria Math" panose="02040503050406030204" pitchFamily="18" charset="0"/>
                                        <a:ea typeface="微软雅黑" panose="020B0503020204020204" pitchFamily="34" charset="-122"/>
                                      </a:rPr>
                                    </m:ctrlPr>
                                  </m:sSupPr>
                                  <m:e>
                                    <m:r>
                                      <m:rPr>
                                        <m:sty m:val="p"/>
                                      </m:rPr>
                                      <a:rPr lang="en-US" altLang="zh-CN" sz="2800">
                                        <a:solidFill>
                                          <a:srgbClr val="002060"/>
                                        </a:solidFill>
                                        <a:latin typeface="Cambria Math" panose="02040503050406030204" pitchFamily="18" charset="0"/>
                                        <a:ea typeface="微软雅黑" panose="020B0503020204020204" pitchFamily="34" charset="-122"/>
                                      </a:rPr>
                                      <m:t>Q</m:t>
                                    </m:r>
                                  </m:e>
                                  <m:sup>
                                    <m:r>
                                      <a:rPr lang="en-US" altLang="zh-CN" sz="2800" i="1">
                                        <a:solidFill>
                                          <a:srgbClr val="002060"/>
                                        </a:solidFill>
                                        <a:latin typeface="Cambria Math" panose="02040503050406030204" pitchFamily="18" charset="0"/>
                                        <a:ea typeface="微软雅黑" panose="020B0503020204020204" pitchFamily="34" charset="-122"/>
                                      </a:rPr>
                                      <m:t>𝑛</m:t>
                                    </m:r>
                                  </m:sup>
                                </m:sSup>
                              </m:oMath>
                            </m:oMathPara>
                          </a14:m>
                          <a:endParaRPr lang="en-US" altLang="zh-CN" sz="2800" dirty="0">
                            <a:solidFill>
                              <a:srgbClr val="002060"/>
                            </a:solidFill>
                            <a:latin typeface="微软雅黑" panose="020B0503020204020204" pitchFamily="34" charset="-122"/>
                            <a:ea typeface="微软雅黑" panose="020B0503020204020204" pitchFamily="34" charset="-122"/>
                          </a:endParaRPr>
                        </a:p>
                      </a:txBody>
                      <a:tcPr anchor="ct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altLang="zh-CN" sz="2800" i="1" smtClean="0">
                                        <a:solidFill>
                                          <a:srgbClr val="002060"/>
                                        </a:solidFill>
                                        <a:latin typeface="Cambria Math" panose="02040503050406030204" pitchFamily="18" charset="0"/>
                                        <a:ea typeface="微软雅黑" panose="020B0503020204020204" pitchFamily="34" charset="-122"/>
                                      </a:rPr>
                                    </m:ctrlPr>
                                  </m:sSupPr>
                                  <m:e>
                                    <m:r>
                                      <m:rPr>
                                        <m:sty m:val="p"/>
                                      </m:rPr>
                                      <a:rPr lang="en-US" altLang="zh-CN" sz="2800">
                                        <a:solidFill>
                                          <a:srgbClr val="002060"/>
                                        </a:solidFill>
                                        <a:latin typeface="Cambria Math" panose="02040503050406030204" pitchFamily="18" charset="0"/>
                                        <a:ea typeface="微软雅黑" panose="020B0503020204020204" pitchFamily="34" charset="-122"/>
                                      </a:rPr>
                                      <m:t>Q</m:t>
                                    </m:r>
                                  </m:e>
                                  <m:sup>
                                    <m:r>
                                      <a:rPr lang="en-US" altLang="zh-CN" sz="2800" i="1">
                                        <a:solidFill>
                                          <a:srgbClr val="002060"/>
                                        </a:solidFill>
                                        <a:latin typeface="Cambria Math" panose="02040503050406030204" pitchFamily="18" charset="0"/>
                                        <a:ea typeface="微软雅黑" panose="020B0503020204020204" pitchFamily="34" charset="-122"/>
                                      </a:rPr>
                                      <m:t>𝑛</m:t>
                                    </m:r>
                                    <m:r>
                                      <a:rPr lang="en-US" altLang="zh-CN" sz="2800" i="1" smtClean="0">
                                        <a:solidFill>
                                          <a:srgbClr val="002060"/>
                                        </a:solidFill>
                                        <a:latin typeface="Cambria Math" panose="02040503050406030204" pitchFamily="18" charset="0"/>
                                        <a:ea typeface="微软雅黑" panose="020B0503020204020204" pitchFamily="34" charset="-122"/>
                                      </a:rPr>
                                      <m:t>+1</m:t>
                                    </m:r>
                                  </m:sup>
                                </m:sSup>
                              </m:oMath>
                            </m:oMathPara>
                          </a14:m>
                          <a:endParaRPr lang="en-US" altLang="zh-CN" sz="2800" i="0" dirty="0">
                            <a:solidFill>
                              <a:srgbClr val="002060"/>
                            </a:solidFill>
                            <a:latin typeface="微软雅黑" panose="020B0503020204020204" pitchFamily="34" charset="-122"/>
                            <a:ea typeface="微软雅黑" panose="020B0503020204020204" pitchFamily="34" charset="-122"/>
                          </a:endParaRPr>
                        </a:p>
                      </a:txBody>
                      <a:tcPr anchor="ctr"/>
                    </a:tc>
                    <a:tc hMerge="1">
                      <a:txBody>
                        <a:bodyPr/>
                        <a:lstStyle/>
                        <a:p>
                          <a:endParaRPr lang="zh-CN" altLang="en-US" sz="2800" dirty="0"/>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2800" b="0" i="0" smtClean="0">
                                    <a:solidFill>
                                      <a:srgbClr val="002060"/>
                                    </a:solidFill>
                                    <a:latin typeface="Cambria Math" panose="02040503050406030204" pitchFamily="18" charset="0"/>
                                    <a:ea typeface="微软雅黑" panose="020B0503020204020204" pitchFamily="34" charset="-122"/>
                                  </a:rPr>
                                  <m:t>Y</m:t>
                                </m:r>
                              </m:oMath>
                            </m:oMathPara>
                          </a14:m>
                          <a:endParaRPr lang="en-US" altLang="zh-CN" sz="2800" i="0" dirty="0">
                            <a:solidFill>
                              <a:srgbClr val="00206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16310646"/>
                      </a:ext>
                    </a:extLst>
                  </a:tr>
                  <a:tr h="598928">
                    <a:tc vMerge="1">
                      <a:txBody>
                        <a:bodyPr/>
                        <a:lstStyle/>
                        <a:p>
                          <a:endParaRPr lang="zh-CN" altLang="en-US" sz="2800" dirty="0"/>
                        </a:p>
                      </a:txBody>
                      <a:tcPr anchor="ctr"/>
                    </a:tc>
                    <a:tc>
                      <a:txBody>
                        <a:bodyPr/>
                        <a:lstStyle/>
                        <a:p>
                          <a:pPr/>
                          <a14:m>
                            <m:oMathPara xmlns:m="http://schemas.openxmlformats.org/officeDocument/2006/math">
                              <m:oMathParaPr>
                                <m:jc m:val="centerGroup"/>
                              </m:oMathParaPr>
                              <m:oMath xmlns:m="http://schemas.openxmlformats.org/officeDocument/2006/math">
                                <m:r>
                                  <m:rPr>
                                    <m:sty m:val="p"/>
                                  </m:rPr>
                                  <a:rPr lang="en-US" altLang="zh-CN" sz="2800" smtClean="0">
                                    <a:solidFill>
                                      <a:srgbClr val="002060"/>
                                    </a:solidFill>
                                    <a:latin typeface="Cambria Math" panose="02040503050406030204" pitchFamily="18" charset="0"/>
                                    <a:ea typeface="微软雅黑" panose="020B0503020204020204" pitchFamily="34" charset="-122"/>
                                  </a:rPr>
                                  <m:t>A</m:t>
                                </m:r>
                                <m:r>
                                  <a:rPr lang="en-US" altLang="zh-CN" sz="2800" b="0" i="0" smtClean="0">
                                    <a:solidFill>
                                      <a:srgbClr val="002060"/>
                                    </a:solidFill>
                                    <a:latin typeface="Cambria Math" panose="02040503050406030204" pitchFamily="18" charset="0"/>
                                    <a:ea typeface="微软雅黑" panose="020B0503020204020204" pitchFamily="34" charset="-122"/>
                                  </a:rPr>
                                  <m:t>=</m:t>
                                </m:r>
                                <m:r>
                                  <a:rPr lang="en-US" altLang="zh-CN" sz="2800" b="0" i="1" smtClean="0">
                                    <a:solidFill>
                                      <a:srgbClr val="002060"/>
                                    </a:solidFill>
                                    <a:latin typeface="Cambria Math" panose="02040503050406030204" pitchFamily="18" charset="0"/>
                                    <a:ea typeface="微软雅黑" panose="020B0503020204020204" pitchFamily="34" charset="-122"/>
                                  </a:rPr>
                                  <m:t>𝑖</m:t>
                                </m:r>
                              </m:oMath>
                            </m:oMathPara>
                          </a14:m>
                          <a:endParaRPr lang="zh-CN" altLang="en-US" sz="2800" i="1" dirty="0">
                            <a:solidFill>
                              <a:srgbClr val="002060"/>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altLang="zh-CN" sz="2800" smtClean="0">
                                    <a:solidFill>
                                      <a:srgbClr val="002060"/>
                                    </a:solidFill>
                                    <a:latin typeface="Cambria Math" panose="02040503050406030204" pitchFamily="18" charset="0"/>
                                    <a:ea typeface="微软雅黑" panose="020B0503020204020204" pitchFamily="34" charset="-122"/>
                                  </a:rPr>
                                  <m:t>A</m:t>
                                </m:r>
                                <m:r>
                                  <a:rPr lang="en-US" altLang="zh-CN" sz="2800" b="0" i="0" smtClean="0">
                                    <a:solidFill>
                                      <a:srgbClr val="002060"/>
                                    </a:solidFill>
                                    <a:latin typeface="Cambria Math" panose="02040503050406030204" pitchFamily="18" charset="0"/>
                                    <a:ea typeface="微软雅黑" panose="020B0503020204020204" pitchFamily="34" charset="-122"/>
                                  </a:rPr>
                                  <m:t>=</m:t>
                                </m:r>
                                <m:r>
                                  <a:rPr lang="en-US" altLang="zh-CN" sz="2800" b="0" i="1" smtClean="0">
                                    <a:solidFill>
                                      <a:srgbClr val="002060"/>
                                    </a:solidFill>
                                    <a:latin typeface="Cambria Math" panose="02040503050406030204" pitchFamily="18" charset="0"/>
                                    <a:ea typeface="微软雅黑" panose="020B0503020204020204" pitchFamily="34" charset="-122"/>
                                  </a:rPr>
                                  <m:t>𝑗</m:t>
                                </m:r>
                              </m:oMath>
                            </m:oMathPara>
                          </a14:m>
                          <a:endParaRPr lang="zh-CN" altLang="en-US" sz="2800" i="1" dirty="0">
                            <a:solidFill>
                              <a:srgbClr val="002060"/>
                            </a:solidFill>
                          </a:endParaRP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800" i="1" dirty="0">
                            <a:solidFill>
                              <a:srgbClr val="002060"/>
                            </a:solidFill>
                          </a:endParaRPr>
                        </a:p>
                      </a:txBody>
                      <a:tcPr anchor="ctr"/>
                    </a:tc>
                    <a:extLst>
                      <a:ext uri="{0D108BD9-81ED-4DB2-BD59-A6C34878D82A}">
                        <a16:rowId xmlns:a16="http://schemas.microsoft.com/office/drawing/2014/main" val="1835368292"/>
                      </a:ext>
                    </a:extLst>
                  </a:tr>
                  <a:tr h="5989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m:t>
                                </m:r>
                              </m:oMath>
                            </m:oMathPara>
                          </a14:m>
                          <a:endParaRPr lang="zh-CN" altLang="en-US" sz="2800" dirty="0">
                            <a:solidFill>
                              <a:srgbClr val="002060"/>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800" b="0" i="1" smtClean="0">
                                    <a:solidFill>
                                      <a:srgbClr val="002060"/>
                                    </a:solidFill>
                                    <a:latin typeface="Cambria Math" panose="02040503050406030204" pitchFamily="18" charset="0"/>
                                    <a:ea typeface="微软雅黑" panose="020B0503020204020204" pitchFamily="34" charset="-122"/>
                                  </a:rPr>
                                  <m:t>⋯</m:t>
                                </m:r>
                              </m:oMath>
                            </m:oMathPara>
                          </a14:m>
                          <a:endParaRPr lang="zh-CN" altLang="en-US" sz="2800" dirty="0">
                            <a:solidFill>
                              <a:srgbClr val="002060"/>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800" b="0" i="1" u="none" strike="noStrike" kern="1200" cap="none" spc="0" normalizeH="0" baseline="0" noProof="0" smtClean="0">
                                    <a:ln>
                                      <a:noFill/>
                                    </a:ln>
                                    <a:solidFill>
                                      <a:srgbClr val="002060"/>
                                    </a:solidFill>
                                    <a:effectLst/>
                                    <a:uLnTx/>
                                    <a:uFillTx/>
                                    <a:latin typeface="Cambria Math" panose="02040503050406030204" pitchFamily="18" charset="0"/>
                                    <a:ea typeface="微软雅黑" panose="020B0503020204020204" pitchFamily="34" charset="-122"/>
                                    <a:cs typeface="+mn-cs"/>
                                  </a:rPr>
                                  <m:t>⋯</m:t>
                                </m:r>
                              </m:oMath>
                            </m:oMathPara>
                          </a14:m>
                          <a:endParaRPr kumimoji="0" lang="zh-CN" altLang="en-US" sz="2800" b="0" i="0" u="none" strike="noStrike" kern="1200" cap="none" spc="0" normalizeH="0" baseline="0" noProof="0" dirty="0">
                            <a:ln>
                              <a:noFill/>
                            </a:ln>
                            <a:solidFill>
                              <a:srgbClr val="002060"/>
                            </a:solidFill>
                            <a:effectLst/>
                            <a:uLnTx/>
                            <a:uFillTx/>
                            <a:latin typeface="等线" panose="020F0502020204030204"/>
                            <a:ea typeface="等线" panose="02010600030101010101" pitchFamily="2" charset="-122"/>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800" b="0" i="1" u="none" strike="noStrike" kern="1200" cap="none" spc="0" normalizeH="0" baseline="0" noProof="0" smtClean="0">
                                    <a:ln>
                                      <a:noFill/>
                                    </a:ln>
                                    <a:solidFill>
                                      <a:srgbClr val="002060"/>
                                    </a:solidFill>
                                    <a:effectLst/>
                                    <a:uLnTx/>
                                    <a:uFillTx/>
                                    <a:latin typeface="Cambria Math" panose="02040503050406030204" pitchFamily="18" charset="0"/>
                                    <a:ea typeface="微软雅黑" panose="020B0503020204020204" pitchFamily="34" charset="-122"/>
                                    <a:cs typeface="+mn-cs"/>
                                  </a:rPr>
                                  <m:t>⋯</m:t>
                                </m:r>
                              </m:oMath>
                            </m:oMathPara>
                          </a14:m>
                          <a:endParaRPr kumimoji="0" lang="zh-CN" altLang="en-US" sz="2800" b="0" i="0" u="none" strike="noStrike" kern="1200" cap="none" spc="0" normalizeH="0" baseline="0" noProof="0" dirty="0">
                            <a:ln>
                              <a:noFill/>
                            </a:ln>
                            <a:solidFill>
                              <a:srgbClr val="002060"/>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05681869"/>
                      </a:ext>
                    </a:extLst>
                  </a:tr>
                </a:tbl>
              </a:graphicData>
            </a:graphic>
          </p:graphicFrame>
        </mc:Choice>
        <mc:Fallback xmlns="">
          <p:graphicFrame>
            <p:nvGraphicFramePr>
              <p:cNvPr id="22" name="表格 21">
                <a:extLst>
                  <a:ext uri="{FF2B5EF4-FFF2-40B4-BE49-F238E27FC236}">
                    <a16:creationId xmlns:a16="http://schemas.microsoft.com/office/drawing/2014/main" id="{DBD68E91-EECD-B97C-9CC2-D42AA6602B0E}"/>
                  </a:ext>
                </a:extLst>
              </p:cNvPr>
              <p:cNvGraphicFramePr>
                <a:graphicFrameLocks noGrp="1"/>
              </p:cNvGraphicFramePr>
              <p:nvPr>
                <p:extLst>
                  <p:ext uri="{D42A27DB-BD31-4B8C-83A1-F6EECF244321}">
                    <p14:modId xmlns:p14="http://schemas.microsoft.com/office/powerpoint/2010/main" val="2741057602"/>
                  </p:ext>
                </p:extLst>
              </p:nvPr>
            </p:nvGraphicFramePr>
            <p:xfrm>
              <a:off x="6120000" y="3780000"/>
              <a:ext cx="5256001" cy="1796784"/>
            </p:xfrm>
            <a:graphic>
              <a:graphicData uri="http://schemas.openxmlformats.org/drawingml/2006/table">
                <a:tbl>
                  <a:tblPr firstRow="1" bandRow="1">
                    <a:tableStyleId>{5940675A-B579-460E-94D1-54222C63F5DA}</a:tableStyleId>
                  </a:tblPr>
                  <a:tblGrid>
                    <a:gridCol w="1316025">
                      <a:extLst>
                        <a:ext uri="{9D8B030D-6E8A-4147-A177-3AD203B41FA5}">
                          <a16:colId xmlns:a16="http://schemas.microsoft.com/office/drawing/2014/main" val="2191284938"/>
                        </a:ext>
                      </a:extLst>
                    </a:gridCol>
                    <a:gridCol w="1224010">
                      <a:extLst>
                        <a:ext uri="{9D8B030D-6E8A-4147-A177-3AD203B41FA5}">
                          <a16:colId xmlns:a16="http://schemas.microsoft.com/office/drawing/2014/main" val="2685789652"/>
                        </a:ext>
                      </a:extLst>
                    </a:gridCol>
                    <a:gridCol w="1401331">
                      <a:extLst>
                        <a:ext uri="{9D8B030D-6E8A-4147-A177-3AD203B41FA5}">
                          <a16:colId xmlns:a16="http://schemas.microsoft.com/office/drawing/2014/main" val="3584669669"/>
                        </a:ext>
                      </a:extLst>
                    </a:gridCol>
                    <a:gridCol w="1314635">
                      <a:extLst>
                        <a:ext uri="{9D8B030D-6E8A-4147-A177-3AD203B41FA5}">
                          <a16:colId xmlns:a16="http://schemas.microsoft.com/office/drawing/2014/main" val="2411467188"/>
                        </a:ext>
                      </a:extLst>
                    </a:gridCol>
                  </a:tblGrid>
                  <a:tr h="598928">
                    <a:tc rowSpan="2">
                      <a:txBody>
                        <a:bodyPr/>
                        <a:lstStyle/>
                        <a:p>
                          <a:endParaRPr lang="zh-CN"/>
                        </a:p>
                      </a:txBody>
                      <a:tcPr anchor="ctr">
                        <a:blipFill>
                          <a:blip r:embed="rId5"/>
                          <a:stretch>
                            <a:fillRect l="-463" t="-508" r="-300926" b="-50761"/>
                          </a:stretch>
                        </a:blipFill>
                      </a:tcPr>
                    </a:tc>
                    <a:tc gridSpan="2">
                      <a:txBody>
                        <a:bodyPr/>
                        <a:lstStyle/>
                        <a:p>
                          <a:endParaRPr lang="zh-CN"/>
                        </a:p>
                      </a:txBody>
                      <a:tcPr anchor="ctr">
                        <a:blipFill>
                          <a:blip r:embed="rId5"/>
                          <a:stretch>
                            <a:fillRect l="-50231" t="-1020" r="-50463" b="-203061"/>
                          </a:stretch>
                        </a:blipFill>
                      </a:tcPr>
                    </a:tc>
                    <a:tc hMerge="1">
                      <a:txBody>
                        <a:bodyPr/>
                        <a:lstStyle/>
                        <a:p>
                          <a:endParaRPr lang="zh-CN" altLang="en-US" sz="2800" dirty="0"/>
                        </a:p>
                      </a:txBody>
                      <a:tcPr anchor="ctr"/>
                    </a:tc>
                    <a:tc rowSpan="2">
                      <a:txBody>
                        <a:bodyPr/>
                        <a:lstStyle/>
                        <a:p>
                          <a:endParaRPr lang="zh-CN"/>
                        </a:p>
                      </a:txBody>
                      <a:tcPr anchor="ctr">
                        <a:blipFill>
                          <a:blip r:embed="rId5"/>
                          <a:stretch>
                            <a:fillRect l="-300463" t="-508" r="-926" b="-50761"/>
                          </a:stretch>
                        </a:blipFill>
                      </a:tcPr>
                    </a:tc>
                    <a:extLst>
                      <a:ext uri="{0D108BD9-81ED-4DB2-BD59-A6C34878D82A}">
                        <a16:rowId xmlns:a16="http://schemas.microsoft.com/office/drawing/2014/main" val="416310646"/>
                      </a:ext>
                    </a:extLst>
                  </a:tr>
                  <a:tr h="598928">
                    <a:tc vMerge="1">
                      <a:txBody>
                        <a:bodyPr/>
                        <a:lstStyle/>
                        <a:p>
                          <a:endParaRPr lang="zh-CN" altLang="en-US" sz="2800" dirty="0"/>
                        </a:p>
                      </a:txBody>
                      <a:tcPr anchor="ctr"/>
                    </a:tc>
                    <a:tc>
                      <a:txBody>
                        <a:bodyPr/>
                        <a:lstStyle/>
                        <a:p>
                          <a:endParaRPr lang="zh-CN"/>
                        </a:p>
                      </a:txBody>
                      <a:tcPr anchor="ctr">
                        <a:blipFill>
                          <a:blip r:embed="rId5"/>
                          <a:stretch>
                            <a:fillRect l="-107426" t="-100000" r="-221782" b="-101010"/>
                          </a:stretch>
                        </a:blipFill>
                      </a:tcPr>
                    </a:tc>
                    <a:tc>
                      <a:txBody>
                        <a:bodyPr/>
                        <a:lstStyle/>
                        <a:p>
                          <a:endParaRPr lang="zh-CN"/>
                        </a:p>
                      </a:txBody>
                      <a:tcPr anchor="ctr">
                        <a:blipFill>
                          <a:blip r:embed="rId5"/>
                          <a:stretch>
                            <a:fillRect l="-182174" t="-100000" r="-94783" b="-101010"/>
                          </a:stretch>
                        </a:blip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800" i="1" dirty="0">
                            <a:solidFill>
                              <a:srgbClr val="002060"/>
                            </a:solidFill>
                          </a:endParaRPr>
                        </a:p>
                      </a:txBody>
                      <a:tcPr anchor="ctr"/>
                    </a:tc>
                    <a:extLst>
                      <a:ext uri="{0D108BD9-81ED-4DB2-BD59-A6C34878D82A}">
                        <a16:rowId xmlns:a16="http://schemas.microsoft.com/office/drawing/2014/main" val="1835368292"/>
                      </a:ext>
                    </a:extLst>
                  </a:tr>
                  <a:tr h="598928">
                    <a:tc>
                      <a:txBody>
                        <a:bodyPr/>
                        <a:lstStyle/>
                        <a:p>
                          <a:endParaRPr lang="zh-CN"/>
                        </a:p>
                      </a:txBody>
                      <a:tcPr anchor="ctr">
                        <a:blipFill>
                          <a:blip r:embed="rId5"/>
                          <a:stretch>
                            <a:fillRect l="-463" t="-202041" r="-300926" b="-2041"/>
                          </a:stretch>
                        </a:blipFill>
                      </a:tcPr>
                    </a:tc>
                    <a:tc>
                      <a:txBody>
                        <a:bodyPr/>
                        <a:lstStyle/>
                        <a:p>
                          <a:endParaRPr lang="zh-CN"/>
                        </a:p>
                      </a:txBody>
                      <a:tcPr anchor="ctr">
                        <a:blipFill>
                          <a:blip r:embed="rId5"/>
                          <a:stretch>
                            <a:fillRect l="-107426" t="-202041" r="-221782" b="-2041"/>
                          </a:stretch>
                        </a:blipFill>
                      </a:tcPr>
                    </a:tc>
                    <a:tc>
                      <a:txBody>
                        <a:bodyPr/>
                        <a:lstStyle/>
                        <a:p>
                          <a:endParaRPr lang="zh-CN"/>
                        </a:p>
                      </a:txBody>
                      <a:tcPr anchor="ctr">
                        <a:blipFill>
                          <a:blip r:embed="rId5"/>
                          <a:stretch>
                            <a:fillRect l="-182174" t="-202041" r="-94783" b="-2041"/>
                          </a:stretch>
                        </a:blipFill>
                      </a:tcPr>
                    </a:tc>
                    <a:tc>
                      <a:txBody>
                        <a:bodyPr/>
                        <a:lstStyle/>
                        <a:p>
                          <a:endParaRPr lang="zh-CN"/>
                        </a:p>
                      </a:txBody>
                      <a:tcPr anchor="ctr">
                        <a:blipFill>
                          <a:blip r:embed="rId5"/>
                          <a:stretch>
                            <a:fillRect l="-300463" t="-202041" r="-926" b="-2041"/>
                          </a:stretch>
                        </a:blipFill>
                      </a:tcPr>
                    </a:tc>
                    <a:extLst>
                      <a:ext uri="{0D108BD9-81ED-4DB2-BD59-A6C34878D82A}">
                        <a16:rowId xmlns:a16="http://schemas.microsoft.com/office/drawing/2014/main" val="4005681869"/>
                      </a:ext>
                    </a:extLst>
                  </a:tr>
                </a:tbl>
              </a:graphicData>
            </a:graphic>
          </p:graphicFrame>
        </mc:Fallback>
      </mc:AlternateContent>
      <p:sp>
        <p:nvSpPr>
          <p:cNvPr id="23" name="文本框 22">
            <a:extLst>
              <a:ext uri="{FF2B5EF4-FFF2-40B4-BE49-F238E27FC236}">
                <a16:creationId xmlns:a16="http://schemas.microsoft.com/office/drawing/2014/main" id="{B70B6D97-718B-4207-A1F7-43FA86284EE9}"/>
              </a:ext>
            </a:extLst>
          </p:cNvPr>
          <p:cNvSpPr txBox="1"/>
          <p:nvPr/>
        </p:nvSpPr>
        <p:spPr>
          <a:xfrm>
            <a:off x="6120000" y="3240000"/>
            <a:ext cx="5256000" cy="540000"/>
          </a:xfrm>
          <a:prstGeom prst="rect">
            <a:avLst/>
          </a:prstGeom>
          <a:noFill/>
        </p:spPr>
        <p:txBody>
          <a:bodyPr wrap="square">
            <a:spAutoFit/>
          </a:bodyPr>
          <a:lstStyle/>
          <a:p>
            <a:pPr algn="ctr">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状态表（穆尔型）</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785003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85C3E-990F-22D6-231A-7C6ADBAA31F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5CF0711-1E48-C161-564E-B064DC74430C}"/>
                  </a:ext>
                </a:extLst>
              </p:cNvPr>
              <p:cNvSpPr txBox="1"/>
              <p:nvPr/>
            </p:nvSpPr>
            <p:spPr>
              <a:xfrm>
                <a:off x="360000" y="828000"/>
                <a:ext cx="10800000" cy="2160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逻辑方程和状态图</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激励方程（组合电路）：</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D</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lang="en-US" altLang="zh-CN" sz="2400" i="1">
                            <a:solidFill>
                              <a:schemeClr val="accent5">
                                <a:lumMod val="75000"/>
                              </a:schemeClr>
                            </a:solidFill>
                            <a:latin typeface="Cambria Math" panose="02040503050406030204" pitchFamily="18" charset="0"/>
                            <a:ea typeface="微软雅黑" panose="020B0503020204020204" pitchFamily="34" charset="-122"/>
                          </a:rPr>
                          <m:t>𝑓</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A</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oMath>
                </a14:m>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状态方程（存储电路）：</a:t>
                </a:r>
                <a14:m>
                  <m:oMath xmlns:m="http://schemas.openxmlformats.org/officeDocument/2006/math">
                    <m:sSup>
                      <m:sSup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p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p>
                        <m:r>
                          <a:rPr lang="en-US" altLang="zh-CN" sz="2400" i="1">
                            <a:solidFill>
                              <a:schemeClr val="accent5">
                                <a:lumMod val="75000"/>
                              </a:schemeClr>
                            </a:solidFill>
                            <a:latin typeface="Cambria Math" panose="02040503050406030204" pitchFamily="18" charset="0"/>
                            <a:ea typeface="微软雅黑" panose="020B0503020204020204" pitchFamily="34" charset="-122"/>
                          </a:rPr>
                          <m:t>𝑛</m:t>
                        </m:r>
                        <m:r>
                          <a:rPr lang="en-US" altLang="zh-CN" sz="2400" i="1">
                            <a:solidFill>
                              <a:schemeClr val="accent5">
                                <a:lumMod val="75000"/>
                              </a:schemeClr>
                            </a:solidFill>
                            <a:latin typeface="Cambria Math" panose="02040503050406030204" pitchFamily="18" charset="0"/>
                            <a:ea typeface="微软雅黑" panose="020B0503020204020204" pitchFamily="34" charset="-122"/>
                          </a:rPr>
                          <m:t>+</m:t>
                        </m:r>
                        <m:r>
                          <a:rPr lang="en-US" altLang="zh-CN" sz="2400">
                            <a:solidFill>
                              <a:schemeClr val="accent5">
                                <a:lumMod val="75000"/>
                              </a:schemeClr>
                            </a:solidFill>
                            <a:latin typeface="Cambria Math" panose="02040503050406030204" pitchFamily="18" charset="0"/>
                            <a:ea typeface="微软雅黑" panose="020B0503020204020204" pitchFamily="34" charset="-122"/>
                          </a:rPr>
                          <m:t>1</m:t>
                        </m:r>
                      </m:sup>
                    </m:sSup>
                    <m:r>
                      <a:rPr lang="en-US" altLang="zh-CN" sz="2400">
                        <a:solidFill>
                          <a:schemeClr val="accent5">
                            <a:lumMod val="75000"/>
                          </a:schemeClr>
                        </a:solidFill>
                        <a:latin typeface="Cambria Math" panose="02040503050406030204" pitchFamily="18" charset="0"/>
                        <a:ea typeface="微软雅黑" panose="020B0503020204020204" pitchFamily="34" charset="-122"/>
                      </a:rPr>
                      <m:t>=</m:t>
                    </m:r>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lang="en-US" altLang="zh-CN" sz="2400" i="1">
                            <a:solidFill>
                              <a:schemeClr val="accent5">
                                <a:lumMod val="75000"/>
                              </a:schemeClr>
                            </a:solidFill>
                            <a:latin typeface="Cambria Math" panose="02040503050406030204" pitchFamily="18" charset="0"/>
                            <a:ea typeface="微软雅黑" panose="020B0503020204020204" pitchFamily="34" charset="-122"/>
                          </a:rPr>
                          <m:t>𝑓</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D</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sSup>
                      <m:sSup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pPr>
                      <m:e>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e>
                      <m:sup>
                        <m:r>
                          <a:rPr lang="en-US" altLang="zh-CN" sz="2400" i="1">
                            <a:solidFill>
                              <a:schemeClr val="accent5">
                                <a:lumMod val="75000"/>
                              </a:schemeClr>
                            </a:solidFill>
                            <a:latin typeface="Cambria Math" panose="02040503050406030204" pitchFamily="18" charset="0"/>
                            <a:ea typeface="微软雅黑" panose="020B0503020204020204" pitchFamily="34" charset="-122"/>
                          </a:rPr>
                          <m:t>𝑛</m:t>
                        </m:r>
                      </m:sup>
                    </m:sSup>
                    <m:r>
                      <a:rPr lang="en-US" altLang="zh-CN" sz="2400">
                        <a:solidFill>
                          <a:schemeClr val="accent5">
                            <a:lumMod val="75000"/>
                          </a:schemeClr>
                        </a:solidFill>
                        <a:latin typeface="Cambria Math" panose="02040503050406030204" pitchFamily="18" charset="0"/>
                        <a:ea typeface="微软雅黑" panose="020B0503020204020204" pitchFamily="34" charset="-122"/>
                      </a:rPr>
                      <m:t>)</m:t>
                    </m:r>
                  </m:oMath>
                </a14:m>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输出方程（组合电路）：米利型：</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Y</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lang="en-US" altLang="zh-CN" sz="2400" i="1">
                            <a:solidFill>
                              <a:schemeClr val="accent5">
                                <a:lumMod val="75000"/>
                              </a:schemeClr>
                            </a:solidFill>
                            <a:latin typeface="Cambria Math" panose="02040503050406030204" pitchFamily="18" charset="0"/>
                            <a:ea typeface="微软雅黑" panose="020B0503020204020204" pitchFamily="34" charset="-122"/>
                          </a:rPr>
                          <m:t>𝑓</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3</m:t>
                        </m:r>
                      </m:sub>
                    </m:sSub>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A</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；穆尔型：</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Y</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sSub>
                      <m:sSubPr>
                        <m:ctrlPr>
                          <a:rPr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lang="en-US" altLang="zh-CN" sz="2400" i="1">
                            <a:solidFill>
                              <a:schemeClr val="accent5">
                                <a:lumMod val="75000"/>
                              </a:schemeClr>
                            </a:solidFill>
                            <a:latin typeface="Cambria Math" panose="02040503050406030204" pitchFamily="18" charset="0"/>
                            <a:ea typeface="微软雅黑" panose="020B0503020204020204" pitchFamily="34" charset="-122"/>
                          </a:rPr>
                          <m:t>𝑓</m:t>
                        </m:r>
                      </m:e>
                      <m:sub>
                        <m:r>
                          <a:rPr lang="en-US" altLang="zh-CN" sz="2400" i="1">
                            <a:solidFill>
                              <a:schemeClr val="accent5">
                                <a:lumMod val="75000"/>
                              </a:schemeClr>
                            </a:solidFill>
                            <a:latin typeface="Cambria Math" panose="02040503050406030204" pitchFamily="18" charset="0"/>
                            <a:ea typeface="微软雅黑" panose="020B0503020204020204" pitchFamily="34" charset="-122"/>
                          </a:rPr>
                          <m:t>3</m:t>
                        </m:r>
                      </m:sub>
                    </m:sSub>
                    <m:r>
                      <a:rPr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lang="en-US" altLang="zh-CN" sz="2400">
                        <a:solidFill>
                          <a:schemeClr val="accent5">
                            <a:lumMod val="75000"/>
                          </a:schemeClr>
                        </a:solidFill>
                        <a:latin typeface="Cambria Math" panose="02040503050406030204" pitchFamily="18" charset="0"/>
                        <a:ea typeface="微软雅黑" panose="020B0503020204020204" pitchFamily="34" charset="-122"/>
                      </a:rPr>
                      <m:t>Q</m:t>
                    </m:r>
                    <m:r>
                      <a:rPr lang="en-US" altLang="zh-CN" sz="2400">
                        <a:solidFill>
                          <a:schemeClr val="accent5">
                            <a:lumMod val="75000"/>
                          </a:schemeClr>
                        </a:solidFill>
                        <a:latin typeface="Cambria Math" panose="02040503050406030204" pitchFamily="18" charset="0"/>
                        <a:ea typeface="微软雅黑" panose="020B0503020204020204" pitchFamily="34" charset="-122"/>
                      </a:rPr>
                      <m:t>)</m:t>
                    </m:r>
                  </m:oMath>
                </a14:m>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95CF0711-1E48-C161-564E-B064DC74430C}"/>
                  </a:ext>
                </a:extLst>
              </p:cNvPr>
              <p:cNvSpPr txBox="1">
                <a:spLocks noRot="1" noChangeAspect="1" noMove="1" noResize="1" noEditPoints="1" noAdjustHandles="1" noChangeArrowheads="1" noChangeShapeType="1" noTextEdit="1"/>
              </p:cNvSpPr>
              <p:nvPr/>
            </p:nvSpPr>
            <p:spPr>
              <a:xfrm>
                <a:off x="360000" y="828000"/>
                <a:ext cx="10800000" cy="2160000"/>
              </a:xfrm>
              <a:prstGeom prst="rect">
                <a:avLst/>
              </a:prstGeom>
              <a:blipFill>
                <a:blip r:embed="rId3"/>
                <a:stretch>
                  <a:fillRect l="-1016" t="-1130" b="-4520"/>
                </a:stretch>
              </a:blipFill>
            </p:spPr>
            <p:txBody>
              <a:bodyPr/>
              <a:lstStyle/>
              <a:p>
                <a:r>
                  <a:rPr lang="zh-CN" altLang="en-US">
                    <a:noFill/>
                  </a:rPr>
                  <a:t> </a:t>
                </a:r>
              </a:p>
            </p:txBody>
          </p:sp>
        </mc:Fallback>
      </mc:AlternateContent>
      <p:sp>
        <p:nvSpPr>
          <p:cNvPr id="3" name="标题 1">
            <a:extLst>
              <a:ext uri="{FF2B5EF4-FFF2-40B4-BE49-F238E27FC236}">
                <a16:creationId xmlns:a16="http://schemas.microsoft.com/office/drawing/2014/main" id="{A8A2DE09-0FAF-4C94-DCDF-28198C5C6D21}"/>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数字部分（时序逻辑电路）</a:t>
            </a:r>
          </a:p>
        </p:txBody>
      </p:sp>
      <p:grpSp>
        <p:nvGrpSpPr>
          <p:cNvPr id="15" name="组合 14">
            <a:extLst>
              <a:ext uri="{FF2B5EF4-FFF2-40B4-BE49-F238E27FC236}">
                <a16:creationId xmlns:a16="http://schemas.microsoft.com/office/drawing/2014/main" id="{83F35F16-C620-1D0F-DA2B-A8AD31816D33}"/>
              </a:ext>
            </a:extLst>
          </p:cNvPr>
          <p:cNvGrpSpPr/>
          <p:nvPr/>
        </p:nvGrpSpPr>
        <p:grpSpPr>
          <a:xfrm>
            <a:off x="11449269" y="6198682"/>
            <a:ext cx="786273" cy="548639"/>
            <a:chOff x="11454918" y="5839511"/>
            <a:chExt cx="786273" cy="548639"/>
          </a:xfrm>
        </p:grpSpPr>
        <p:grpSp>
          <p:nvGrpSpPr>
            <p:cNvPr id="16" name="组合 15">
              <a:extLst>
                <a:ext uri="{FF2B5EF4-FFF2-40B4-BE49-F238E27FC236}">
                  <a16:creationId xmlns:a16="http://schemas.microsoft.com/office/drawing/2014/main" id="{B9CCD87C-C688-7038-D18D-DB1532609BE8}"/>
                </a:ext>
              </a:extLst>
            </p:cNvPr>
            <p:cNvGrpSpPr/>
            <p:nvPr/>
          </p:nvGrpSpPr>
          <p:grpSpPr>
            <a:xfrm>
              <a:off x="11454918" y="5867450"/>
              <a:ext cx="737081" cy="520700"/>
              <a:chOff x="11454918" y="5867450"/>
              <a:chExt cx="737081" cy="520700"/>
            </a:xfrm>
          </p:grpSpPr>
          <p:sp>
            <p:nvSpPr>
              <p:cNvPr id="18" name="箭头: 五边形 17">
                <a:extLst>
                  <a:ext uri="{FF2B5EF4-FFF2-40B4-BE49-F238E27FC236}">
                    <a16:creationId xmlns:a16="http://schemas.microsoft.com/office/drawing/2014/main" id="{697E7C55-04DC-2B1F-6EEC-FDFFF49124A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V 形 18">
                <a:extLst>
                  <a:ext uri="{FF2B5EF4-FFF2-40B4-BE49-F238E27FC236}">
                    <a16:creationId xmlns:a16="http://schemas.microsoft.com/office/drawing/2014/main" id="{EE668688-132A-6145-C054-AA59A7A5802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7" name="灯片编号占位符 3">
              <a:extLst>
                <a:ext uri="{FF2B5EF4-FFF2-40B4-BE49-F238E27FC236}">
                  <a16:creationId xmlns:a16="http://schemas.microsoft.com/office/drawing/2014/main" id="{6856A1A7-01AA-96EB-DC50-ECA27936E531}"/>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36</a:t>
              </a:fld>
              <a:endParaRPr lang="zh-CN" altLang="en-US" sz="3200" dirty="0">
                <a:solidFill>
                  <a:schemeClr val="bg1"/>
                </a:solidFill>
                <a:latin typeface="Candara"/>
                <a:ea typeface="微软雅黑"/>
              </a:endParaRPr>
            </a:p>
          </p:txBody>
        </p:sp>
      </p:grpSp>
      <p:grpSp>
        <p:nvGrpSpPr>
          <p:cNvPr id="5" name="组合 4">
            <a:extLst>
              <a:ext uri="{FF2B5EF4-FFF2-40B4-BE49-F238E27FC236}">
                <a16:creationId xmlns:a16="http://schemas.microsoft.com/office/drawing/2014/main" id="{61DE27F9-9909-5DA4-0EFB-1920FDAE65B9}"/>
              </a:ext>
            </a:extLst>
          </p:cNvPr>
          <p:cNvGrpSpPr/>
          <p:nvPr/>
        </p:nvGrpSpPr>
        <p:grpSpPr>
          <a:xfrm>
            <a:off x="1548000" y="3060000"/>
            <a:ext cx="2627998" cy="1296003"/>
            <a:chOff x="1588774" y="1707090"/>
            <a:chExt cx="1539183" cy="759049"/>
          </a:xfrm>
        </p:grpSpPr>
        <p:sp>
          <p:nvSpPr>
            <p:cNvPr id="6" name="椭圆 5">
              <a:extLst>
                <a:ext uri="{FF2B5EF4-FFF2-40B4-BE49-F238E27FC236}">
                  <a16:creationId xmlns:a16="http://schemas.microsoft.com/office/drawing/2014/main" id="{42DC2CD2-DBCF-C5A9-577E-9BA2E0FEEE0F}"/>
                </a:ext>
              </a:extLst>
            </p:cNvPr>
            <p:cNvSpPr/>
            <p:nvPr/>
          </p:nvSpPr>
          <p:spPr>
            <a:xfrm>
              <a:off x="1588774" y="1770345"/>
              <a:ext cx="695795" cy="695794"/>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C2C8B5F-E5A5-BD84-6D1A-FC31D90C6659}"/>
                    </a:ext>
                  </a:extLst>
                </p:cNvPr>
                <p:cNvSpPr txBox="1"/>
                <p:nvPr/>
              </p:nvSpPr>
              <p:spPr>
                <a:xfrm>
                  <a:off x="1736367" y="1917935"/>
                  <a:ext cx="421694" cy="421693"/>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3600" b="0" i="0" smtClean="0">
                            <a:solidFill>
                              <a:schemeClr val="tx1"/>
                            </a:solidFill>
                            <a:latin typeface="Cambria Math" panose="02040503050406030204" pitchFamily="18" charset="0"/>
                          </a:rPr>
                          <m:t> </m:t>
                        </m:r>
                        <m:r>
                          <m:rPr>
                            <m:sty m:val="p"/>
                          </m:rPr>
                          <a:rPr lang="en-US" altLang="zh-CN" sz="3600" b="0" i="0" smtClean="0">
                            <a:solidFill>
                              <a:schemeClr val="tx1"/>
                            </a:solidFill>
                            <a:latin typeface="Cambria Math" panose="02040503050406030204" pitchFamily="18" charset="0"/>
                          </a:rPr>
                          <m:t>Q</m:t>
                        </m:r>
                      </m:oMath>
                    </m:oMathPara>
                  </a14:m>
                  <a:endParaRPr lang="zh-CN" altLang="en-US" sz="36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2" name="文本框 21">
                  <a:extLst>
                    <a:ext uri="{FF2B5EF4-FFF2-40B4-BE49-F238E27FC236}">
                      <a16:creationId xmlns:a16="http://schemas.microsoft.com/office/drawing/2014/main" id="{A2B95E79-F05B-3D0A-0B83-E01849243154}"/>
                    </a:ext>
                  </a:extLst>
                </p:cNvPr>
                <p:cNvSpPr txBox="1">
                  <a:spLocks noRot="1" noChangeAspect="1" noMove="1" noResize="1" noEditPoints="1" noAdjustHandles="1" noChangeArrowheads="1" noChangeShapeType="1" noTextEdit="1"/>
                </p:cNvSpPr>
                <p:nvPr/>
              </p:nvSpPr>
              <p:spPr>
                <a:xfrm>
                  <a:off x="1736367" y="1917935"/>
                  <a:ext cx="421694" cy="421693"/>
                </a:xfrm>
                <a:prstGeom prst="rect">
                  <a:avLst/>
                </a:prstGeom>
                <a:blipFill>
                  <a:blip r:embed="rId4"/>
                  <a:stretch>
                    <a:fillRect/>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4D74DEF4-70BA-E52D-CF22-742457FDECAD}"/>
                </a:ext>
              </a:extLst>
            </p:cNvPr>
            <p:cNvCxnSpPr>
              <a:cxnSpLocks/>
              <a:stCxn id="6" idx="6"/>
            </p:cNvCxnSpPr>
            <p:nvPr/>
          </p:nvCxnSpPr>
          <p:spPr>
            <a:xfrm flipV="1">
              <a:off x="2284569" y="2118242"/>
              <a:ext cx="843388"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 Box 49">
                  <a:extLst>
                    <a:ext uri="{FF2B5EF4-FFF2-40B4-BE49-F238E27FC236}">
                      <a16:creationId xmlns:a16="http://schemas.microsoft.com/office/drawing/2014/main" id="{7CAA84BE-2FB9-A62A-3F47-D85C0551507A}"/>
                    </a:ext>
                  </a:extLst>
                </p:cNvPr>
                <p:cNvSpPr txBox="1">
                  <a:spLocks noChangeArrowheads="1"/>
                </p:cNvSpPr>
                <p:nvPr/>
              </p:nvSpPr>
              <p:spPr bwMode="auto">
                <a:xfrm>
                  <a:off x="2368908" y="1707090"/>
                  <a:ext cx="632541" cy="42169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None/>
                  </a:pPr>
                  <a14:m>
                    <m:oMathPara xmlns:m="http://schemas.openxmlformats.org/officeDocument/2006/math">
                      <m:oMathParaPr>
                        <m:jc m:val="centerGroup"/>
                      </m:oMathParaPr>
                      <m:oMath xmlns:m="http://schemas.openxmlformats.org/officeDocument/2006/math">
                        <m:r>
                          <m:rPr>
                            <m:sty m:val="p"/>
                          </m:rPr>
                          <a:rPr lang="en-US" altLang="zh-CN" sz="3600" b="0" i="0" smtClean="0">
                            <a:solidFill>
                              <a:schemeClr val="tx1"/>
                            </a:solidFill>
                            <a:latin typeface="Cambria Math" panose="02040503050406030204" pitchFamily="18" charset="0"/>
                          </a:rPr>
                          <m:t>A</m:t>
                        </m:r>
                        <m:r>
                          <a:rPr lang="en-US" altLang="zh-CN" sz="3600" b="0" i="0" smtClean="0">
                            <a:solidFill>
                              <a:schemeClr val="tx1"/>
                            </a:solidFill>
                            <a:latin typeface="Cambria Math" panose="02040503050406030204" pitchFamily="18" charset="0"/>
                          </a:rPr>
                          <m:t>/</m:t>
                        </m:r>
                        <m:r>
                          <m:rPr>
                            <m:sty m:val="p"/>
                          </m:rPr>
                          <a:rPr lang="en-US" altLang="zh-CN" sz="3600" b="0" i="0" smtClean="0">
                            <a:solidFill>
                              <a:schemeClr val="tx1"/>
                            </a:solidFill>
                            <a:latin typeface="Cambria Math" panose="02040503050406030204" pitchFamily="18" charset="0"/>
                          </a:rPr>
                          <m:t>Y</m:t>
                        </m:r>
                      </m:oMath>
                    </m:oMathPara>
                  </a14:m>
                  <a:endParaRPr lang="zh-CN" altLang="en-US" sz="3600" b="0" dirty="0">
                    <a:solidFill>
                      <a:schemeClr val="tx1"/>
                    </a:solidFill>
                  </a:endParaRPr>
                </a:p>
              </p:txBody>
            </p:sp>
          </mc:Choice>
          <mc:Fallback xmlns="">
            <p:sp>
              <p:nvSpPr>
                <p:cNvPr id="24" name="Text Box 49">
                  <a:extLst>
                    <a:ext uri="{FF2B5EF4-FFF2-40B4-BE49-F238E27FC236}">
                      <a16:creationId xmlns:a16="http://schemas.microsoft.com/office/drawing/2014/main" id="{0474D17D-14AD-BC53-53EF-DEA2356CA47D}"/>
                    </a:ext>
                  </a:extLst>
                </p:cNvPr>
                <p:cNvSpPr txBox="1">
                  <a:spLocks noRot="1" noChangeAspect="1" noMove="1" noResize="1" noEditPoints="1" noAdjustHandles="1" noChangeArrowheads="1" noChangeShapeType="1" noTextEdit="1"/>
                </p:cNvSpPr>
                <p:nvPr/>
              </p:nvSpPr>
              <p:spPr bwMode="auto">
                <a:xfrm>
                  <a:off x="2368908" y="1707090"/>
                  <a:ext cx="632541" cy="421693"/>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EFBD28AE-4493-0961-0529-160969538E7E}"/>
                  </a:ext>
                </a:extLst>
              </p:cNvPr>
              <p:cNvSpPr txBox="1"/>
              <p:nvPr/>
            </p:nvSpPr>
            <p:spPr>
              <a:xfrm>
                <a:off x="720000" y="4536000"/>
                <a:ext cx="4320000" cy="1368000"/>
              </a:xfrm>
              <a:prstGeom prst="rect">
                <a:avLst/>
              </a:prstGeom>
              <a:noFill/>
            </p:spPr>
            <p:txBody>
              <a:bodyPr wrap="square">
                <a:spAutoFit/>
              </a:bodyPr>
              <a:lstStyle/>
              <a:p>
                <a:pPr algn="ctr">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米利型电路状态图</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algn="ctr">
                  <a:spcAft>
                    <a:spcPts val="600"/>
                  </a:spcAft>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状态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Q</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转换时输出 </a:t>
                </a:r>
                <a14:m>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Y</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也变化</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gn="ctr">
                  <a:spcAft>
                    <a:spcPts val="600"/>
                  </a:spcAft>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两者都受到输入 </a:t>
                </a:r>
                <a14:m>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A</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的影响</a:t>
                </a:r>
              </a:p>
            </p:txBody>
          </p:sp>
        </mc:Choice>
        <mc:Fallback xmlns="">
          <p:sp>
            <p:nvSpPr>
              <p:cNvPr id="10" name="文本框 9">
                <a:extLst>
                  <a:ext uri="{FF2B5EF4-FFF2-40B4-BE49-F238E27FC236}">
                    <a16:creationId xmlns:a16="http://schemas.microsoft.com/office/drawing/2014/main" id="{EFBD28AE-4493-0961-0529-160969538E7E}"/>
                  </a:ext>
                </a:extLst>
              </p:cNvPr>
              <p:cNvSpPr txBox="1">
                <a:spLocks noRot="1" noChangeAspect="1" noMove="1" noResize="1" noEditPoints="1" noAdjustHandles="1" noChangeArrowheads="1" noChangeShapeType="1" noTextEdit="1"/>
              </p:cNvSpPr>
              <p:nvPr/>
            </p:nvSpPr>
            <p:spPr>
              <a:xfrm>
                <a:off x="720000" y="4536000"/>
                <a:ext cx="4320000" cy="1368000"/>
              </a:xfrm>
              <a:prstGeom prst="rect">
                <a:avLst/>
              </a:prstGeom>
              <a:blipFill>
                <a:blip r:embed="rId6"/>
                <a:stretch>
                  <a:fillRect t="-3556" b="-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7B7405E-43DF-11B0-94B3-5DC717564EC0}"/>
                  </a:ext>
                </a:extLst>
              </p:cNvPr>
              <p:cNvSpPr txBox="1"/>
              <p:nvPr/>
            </p:nvSpPr>
            <p:spPr>
              <a:xfrm>
                <a:off x="7092000" y="4535999"/>
                <a:ext cx="4320000" cy="1368000"/>
              </a:xfrm>
              <a:prstGeom prst="rect">
                <a:avLst/>
              </a:prstGeom>
              <a:noFill/>
            </p:spPr>
            <p:txBody>
              <a:bodyPr wrap="square">
                <a:spAutoFit/>
              </a:bodyPr>
              <a:lstStyle/>
              <a:p>
                <a:pPr algn="ctr">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穆尔型电路状态图</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algn="ctr">
                  <a:spcAft>
                    <a:spcPts val="600"/>
                  </a:spcAft>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状态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Q</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受到输入 </a:t>
                </a:r>
                <a14:m>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A</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的影响</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gn="ctr">
                  <a:spcAft>
                    <a:spcPts val="600"/>
                  </a:spcAft>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输出 </a:t>
                </a:r>
                <a14:m>
                  <m:oMath xmlns:m="http://schemas.openxmlformats.org/officeDocument/2006/math">
                    <m:r>
                      <m:rPr>
                        <m:sty m:val="p"/>
                      </m:rPr>
                      <a:rPr lang="en-US" altLang="zh-CN" sz="2400" b="0" i="0" smtClean="0">
                        <a:solidFill>
                          <a:schemeClr val="accent5">
                            <a:lumMod val="75000"/>
                          </a:schemeClr>
                        </a:solidFill>
                        <a:latin typeface="Cambria Math" panose="02040503050406030204" pitchFamily="18" charset="0"/>
                      </a:rPr>
                      <m:t>Y</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由当前状态 </a:t>
                </a:r>
                <a14:m>
                  <m:oMath xmlns:m="http://schemas.openxmlformats.org/officeDocument/2006/math">
                    <m:r>
                      <m:rPr>
                        <m:sty m:val="p"/>
                      </m:rPr>
                      <a:rPr lang="en-US" altLang="zh-CN" sz="2400">
                        <a:solidFill>
                          <a:schemeClr val="accent5">
                            <a:lumMod val="75000"/>
                          </a:schemeClr>
                        </a:solidFill>
                        <a:latin typeface="Cambria Math" panose="02040503050406030204" pitchFamily="18" charset="0"/>
                      </a:rPr>
                      <m:t>Q</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决定</a:t>
                </a:r>
              </a:p>
            </p:txBody>
          </p:sp>
        </mc:Choice>
        <mc:Fallback xmlns="">
          <p:sp>
            <p:nvSpPr>
              <p:cNvPr id="11" name="文本框 10">
                <a:extLst>
                  <a:ext uri="{FF2B5EF4-FFF2-40B4-BE49-F238E27FC236}">
                    <a16:creationId xmlns:a16="http://schemas.microsoft.com/office/drawing/2014/main" id="{E7B7405E-43DF-11B0-94B3-5DC717564EC0}"/>
                  </a:ext>
                </a:extLst>
              </p:cNvPr>
              <p:cNvSpPr txBox="1">
                <a:spLocks noRot="1" noChangeAspect="1" noMove="1" noResize="1" noEditPoints="1" noAdjustHandles="1" noChangeArrowheads="1" noChangeShapeType="1" noTextEdit="1"/>
              </p:cNvSpPr>
              <p:nvPr/>
            </p:nvSpPr>
            <p:spPr>
              <a:xfrm>
                <a:off x="7092000" y="4535999"/>
                <a:ext cx="4320000" cy="1368000"/>
              </a:xfrm>
              <a:prstGeom prst="rect">
                <a:avLst/>
              </a:prstGeom>
              <a:blipFill>
                <a:blip r:embed="rId7"/>
                <a:stretch>
                  <a:fillRect t="-3556" b="-8000"/>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3E445B95-BF1B-EE6C-95F0-32BD90FD3014}"/>
              </a:ext>
            </a:extLst>
          </p:cNvPr>
          <p:cNvGrpSpPr/>
          <p:nvPr/>
        </p:nvGrpSpPr>
        <p:grpSpPr>
          <a:xfrm>
            <a:off x="7920000" y="3060000"/>
            <a:ext cx="2591999" cy="1296002"/>
            <a:chOff x="7920000" y="1872000"/>
            <a:chExt cx="2591999" cy="1296002"/>
          </a:xfrm>
        </p:grpSpPr>
        <p:sp>
          <p:nvSpPr>
            <p:cNvPr id="13" name="椭圆 12">
              <a:extLst>
                <a:ext uri="{FF2B5EF4-FFF2-40B4-BE49-F238E27FC236}">
                  <a16:creationId xmlns:a16="http://schemas.microsoft.com/office/drawing/2014/main" id="{4D60194B-3686-DD3C-8F2C-25AB57EC3726}"/>
                </a:ext>
              </a:extLst>
            </p:cNvPr>
            <p:cNvSpPr/>
            <p:nvPr/>
          </p:nvSpPr>
          <p:spPr>
            <a:xfrm>
              <a:off x="7920000" y="1980001"/>
              <a:ext cx="1189810" cy="1188001"/>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dirty="0">
                <a:solidFill>
                  <a:schemeClr val="tx1"/>
                </a:solidFill>
                <a:latin typeface="微软雅黑" panose="020B0503020204020204" pitchFamily="34" charset="-122"/>
                <a:ea typeface="微软雅黑" panose="020B0503020204020204" pitchFamily="34" charset="-122"/>
              </a:endParaRPr>
            </a:p>
          </p:txBody>
        </p:sp>
        <p:cxnSp>
          <p:nvCxnSpPr>
            <p:cNvPr id="14" name="直接箭头连接符 13">
              <a:extLst>
                <a:ext uri="{FF2B5EF4-FFF2-40B4-BE49-F238E27FC236}">
                  <a16:creationId xmlns:a16="http://schemas.microsoft.com/office/drawing/2014/main" id="{59EED7CC-3CC2-C639-8C82-6F51D71F0718}"/>
                </a:ext>
              </a:extLst>
            </p:cNvPr>
            <p:cNvCxnSpPr>
              <a:cxnSpLocks/>
              <a:stCxn id="13" idx="6"/>
            </p:cNvCxnSpPr>
            <p:nvPr/>
          </p:nvCxnSpPr>
          <p:spPr>
            <a:xfrm>
              <a:off x="9109810" y="2574002"/>
              <a:ext cx="1402189"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 Box 49">
                  <a:extLst>
                    <a:ext uri="{FF2B5EF4-FFF2-40B4-BE49-F238E27FC236}">
                      <a16:creationId xmlns:a16="http://schemas.microsoft.com/office/drawing/2014/main" id="{6C3C5121-8F1C-F2BC-D492-A97F33EC8194}"/>
                    </a:ext>
                  </a:extLst>
                </p:cNvPr>
                <p:cNvSpPr txBox="1">
                  <a:spLocks noChangeArrowheads="1"/>
                </p:cNvSpPr>
                <p:nvPr/>
              </p:nvSpPr>
              <p:spPr bwMode="auto">
                <a:xfrm>
                  <a:off x="9216000" y="1872000"/>
                  <a:ext cx="1080000" cy="720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buNone/>
                  </a:pPr>
                  <a14:m>
                    <m:oMathPara xmlns:m="http://schemas.openxmlformats.org/officeDocument/2006/math">
                      <m:oMathParaPr>
                        <m:jc m:val="centerGroup"/>
                      </m:oMathParaPr>
                      <m:oMath xmlns:m="http://schemas.openxmlformats.org/officeDocument/2006/math">
                        <m:r>
                          <m:rPr>
                            <m:sty m:val="p"/>
                          </m:rPr>
                          <a:rPr lang="en-US" altLang="zh-CN" sz="3600" b="0" i="0" smtClean="0">
                            <a:solidFill>
                              <a:schemeClr val="tx1"/>
                            </a:solidFill>
                            <a:latin typeface="Cambria Math" panose="02040503050406030204" pitchFamily="18" charset="0"/>
                          </a:rPr>
                          <m:t>A</m:t>
                        </m:r>
                      </m:oMath>
                    </m:oMathPara>
                  </a14:m>
                  <a:endParaRPr lang="zh-CN" altLang="en-US" sz="3600" b="0" dirty="0">
                    <a:solidFill>
                      <a:schemeClr val="tx1"/>
                    </a:solidFill>
                  </a:endParaRPr>
                </a:p>
              </p:txBody>
            </p:sp>
          </mc:Choice>
          <mc:Fallback xmlns="">
            <p:sp>
              <p:nvSpPr>
                <p:cNvPr id="34" name="Text Box 49">
                  <a:extLst>
                    <a:ext uri="{FF2B5EF4-FFF2-40B4-BE49-F238E27FC236}">
                      <a16:creationId xmlns:a16="http://schemas.microsoft.com/office/drawing/2014/main" id="{A7B0587D-BEF0-1383-6E54-45CC0467AE7F}"/>
                    </a:ext>
                  </a:extLst>
                </p:cNvPr>
                <p:cNvSpPr txBox="1">
                  <a:spLocks noRot="1" noChangeAspect="1" noMove="1" noResize="1" noEditPoints="1" noAdjustHandles="1" noChangeArrowheads="1" noChangeShapeType="1" noTextEdit="1"/>
                </p:cNvSpPr>
                <p:nvPr/>
              </p:nvSpPr>
              <p:spPr bwMode="auto">
                <a:xfrm>
                  <a:off x="9216000" y="1872000"/>
                  <a:ext cx="1080000" cy="720000"/>
                </a:xfrm>
                <a:prstGeom prst="rect">
                  <a:avLst/>
                </a:prstGeom>
                <a:blipFill>
                  <a:blip r:embed="rId8"/>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1B791FF-3F9A-DF33-6FD2-38F9EEC3FA8E}"/>
                    </a:ext>
                  </a:extLst>
                </p:cNvPr>
                <p:cNvSpPr txBox="1"/>
                <p:nvPr/>
              </p:nvSpPr>
              <p:spPr>
                <a:xfrm>
                  <a:off x="8064000" y="2232000"/>
                  <a:ext cx="1044000" cy="646331"/>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3600" b="0" i="0" smtClean="0">
                            <a:solidFill>
                              <a:schemeClr val="tx1"/>
                            </a:solidFill>
                            <a:latin typeface="Cambria Math" panose="02040503050406030204" pitchFamily="18" charset="0"/>
                          </a:rPr>
                          <m:t>Q</m:t>
                        </m:r>
                        <m:r>
                          <a:rPr lang="en-US" altLang="zh-CN" sz="3600" b="0" i="0" smtClean="0">
                            <a:solidFill>
                              <a:schemeClr val="tx1"/>
                            </a:solidFill>
                            <a:latin typeface="Cambria Math" panose="02040503050406030204" pitchFamily="18" charset="0"/>
                          </a:rPr>
                          <m:t>/</m:t>
                        </m:r>
                        <m:r>
                          <m:rPr>
                            <m:sty m:val="p"/>
                          </m:rPr>
                          <a:rPr lang="en-US" altLang="zh-CN" sz="3600" b="0" i="0" smtClean="0">
                            <a:solidFill>
                              <a:schemeClr val="tx1"/>
                            </a:solidFill>
                            <a:latin typeface="Cambria Math" panose="02040503050406030204" pitchFamily="18" charset="0"/>
                          </a:rPr>
                          <m:t>Y</m:t>
                        </m:r>
                      </m:oMath>
                    </m:oMathPara>
                  </a14:m>
                  <a:endParaRPr lang="zh-CN" altLang="en-US" sz="36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B1008418-8EA9-219A-E063-A8134678FDE0}"/>
                    </a:ext>
                  </a:extLst>
                </p:cNvPr>
                <p:cNvSpPr txBox="1">
                  <a:spLocks noRot="1" noChangeAspect="1" noMove="1" noResize="1" noEditPoints="1" noAdjustHandles="1" noChangeArrowheads="1" noChangeShapeType="1" noTextEdit="1"/>
                </p:cNvSpPr>
                <p:nvPr/>
              </p:nvSpPr>
              <p:spPr>
                <a:xfrm>
                  <a:off x="8064000" y="2232000"/>
                  <a:ext cx="1044000" cy="646331"/>
                </a:xfrm>
                <a:prstGeom prst="rect">
                  <a:avLst/>
                </a:prstGeom>
                <a:blipFill>
                  <a:blip r:embed="rId9"/>
                  <a:stretch>
                    <a:fillRect/>
                  </a:stretch>
                </a:blipFill>
              </p:spPr>
              <p:txBody>
                <a:bodyPr/>
                <a:lstStyle/>
                <a:p>
                  <a:r>
                    <a:rPr lang="zh-CN" altLang="en-US">
                      <a:noFill/>
                    </a:rPr>
                    <a:t> </a:t>
                  </a:r>
                </a:p>
              </p:txBody>
            </p:sp>
          </mc:Fallback>
        </mc:AlternateContent>
      </p:grpSp>
      <p:sp>
        <p:nvSpPr>
          <p:cNvPr id="27" name="矩形 26">
            <a:extLst>
              <a:ext uri="{FF2B5EF4-FFF2-40B4-BE49-F238E27FC236}">
                <a16:creationId xmlns:a16="http://schemas.microsoft.com/office/drawing/2014/main" id="{296CBF7B-ADC6-78DD-8EEA-E1C15DF941E5}"/>
              </a:ext>
            </a:extLst>
          </p:cNvPr>
          <p:cNvSpPr/>
          <p:nvPr/>
        </p:nvSpPr>
        <p:spPr>
          <a:xfrm>
            <a:off x="1080000" y="6120000"/>
            <a:ext cx="576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sz="2400" dirty="0">
                <a:solidFill>
                  <a:srgbClr val="002060"/>
                </a:solidFill>
                <a:latin typeface="微软雅黑" panose="020B0503020204020204" pitchFamily="34" charset="-122"/>
                <a:ea typeface="微软雅黑" panose="020B0503020204020204" pitchFamily="34" charset="-122"/>
              </a:rPr>
              <a:t>注意两个类型的状态图画法不相同</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455178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43CE0-6EEC-74C8-D060-CE606BF7FC97}"/>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D747CC1E-FB94-8A1D-E1B7-7A27E7DEB603}"/>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数字部分（时序逻辑电路）</a:t>
            </a:r>
          </a:p>
        </p:txBody>
      </p:sp>
      <p:grpSp>
        <p:nvGrpSpPr>
          <p:cNvPr id="15" name="组合 14">
            <a:extLst>
              <a:ext uri="{FF2B5EF4-FFF2-40B4-BE49-F238E27FC236}">
                <a16:creationId xmlns:a16="http://schemas.microsoft.com/office/drawing/2014/main" id="{965F0E17-709B-5B87-2360-DA5D17855A8F}"/>
              </a:ext>
            </a:extLst>
          </p:cNvPr>
          <p:cNvGrpSpPr/>
          <p:nvPr/>
        </p:nvGrpSpPr>
        <p:grpSpPr>
          <a:xfrm>
            <a:off x="11449269" y="6198682"/>
            <a:ext cx="786273" cy="548639"/>
            <a:chOff x="11454918" y="5839511"/>
            <a:chExt cx="786273" cy="548639"/>
          </a:xfrm>
        </p:grpSpPr>
        <p:grpSp>
          <p:nvGrpSpPr>
            <p:cNvPr id="16" name="组合 15">
              <a:extLst>
                <a:ext uri="{FF2B5EF4-FFF2-40B4-BE49-F238E27FC236}">
                  <a16:creationId xmlns:a16="http://schemas.microsoft.com/office/drawing/2014/main" id="{1D764DEC-B2F1-BC92-57E7-3BD69BACC772}"/>
                </a:ext>
              </a:extLst>
            </p:cNvPr>
            <p:cNvGrpSpPr/>
            <p:nvPr/>
          </p:nvGrpSpPr>
          <p:grpSpPr>
            <a:xfrm>
              <a:off x="11454918" y="5867450"/>
              <a:ext cx="737081" cy="520700"/>
              <a:chOff x="11454918" y="5867450"/>
              <a:chExt cx="737081" cy="520700"/>
            </a:xfrm>
          </p:grpSpPr>
          <p:sp>
            <p:nvSpPr>
              <p:cNvPr id="18" name="箭头: 五边形 17">
                <a:extLst>
                  <a:ext uri="{FF2B5EF4-FFF2-40B4-BE49-F238E27FC236}">
                    <a16:creationId xmlns:a16="http://schemas.microsoft.com/office/drawing/2014/main" id="{E131315A-5D11-F977-A04C-3F2891C2275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V 形 18">
                <a:extLst>
                  <a:ext uri="{FF2B5EF4-FFF2-40B4-BE49-F238E27FC236}">
                    <a16:creationId xmlns:a16="http://schemas.microsoft.com/office/drawing/2014/main" id="{027AE437-4600-E97D-1F52-414A8F35C95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7" name="灯片编号占位符 3">
              <a:extLst>
                <a:ext uri="{FF2B5EF4-FFF2-40B4-BE49-F238E27FC236}">
                  <a16:creationId xmlns:a16="http://schemas.microsoft.com/office/drawing/2014/main" id="{07D3A5B3-497D-D661-0B14-D6B1EF94357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37</a:t>
              </a:fld>
              <a:endParaRPr lang="zh-CN" altLang="en-US" sz="3200" dirty="0">
                <a:solidFill>
                  <a:schemeClr val="bg1"/>
                </a:solidFill>
                <a:latin typeface="Candara"/>
                <a:ea typeface="微软雅黑"/>
              </a:endParaRPr>
            </a:p>
          </p:txBody>
        </p:sp>
      </p:grpSp>
      <p:sp>
        <p:nvSpPr>
          <p:cNvPr id="27" name="文本框 26">
            <a:extLst>
              <a:ext uri="{FF2B5EF4-FFF2-40B4-BE49-F238E27FC236}">
                <a16:creationId xmlns:a16="http://schemas.microsoft.com/office/drawing/2014/main" id="{5C6558DB-7AD8-8A90-15E6-8AE669B517FF}"/>
              </a:ext>
            </a:extLst>
          </p:cNvPr>
          <p:cNvSpPr txBox="1"/>
          <p:nvPr/>
        </p:nvSpPr>
        <p:spPr>
          <a:xfrm>
            <a:off x="360000" y="828000"/>
            <a:ext cx="11207743" cy="3837333"/>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同步时序逻辑电路的定义：</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所有记忆电路由统一的时钟信号控制，它们的状态在同一时刻更新</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同步时序逻辑电路的分析：</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已知电路逻辑图，确定其逻辑功能</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分析的一般步骤：</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根据电路图，写出逻辑方程（激励方程、状态方程、输出方程）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列出状态转换表、画出状态转换图和时序图</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确定电路的逻辑功能</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8" name="矩形 27">
            <a:extLst>
              <a:ext uri="{FF2B5EF4-FFF2-40B4-BE49-F238E27FC236}">
                <a16:creationId xmlns:a16="http://schemas.microsoft.com/office/drawing/2014/main" id="{22DD40D9-3162-DEFA-D1A4-8D965EEE74C0}"/>
              </a:ext>
            </a:extLst>
          </p:cNvPr>
          <p:cNvSpPr/>
          <p:nvPr/>
        </p:nvSpPr>
        <p:spPr>
          <a:xfrm>
            <a:off x="8280000" y="5400000"/>
            <a:ext cx="2880000" cy="900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sz="2400" dirty="0">
                <a:solidFill>
                  <a:srgbClr val="002060"/>
                </a:solidFill>
                <a:latin typeface="微软雅黑" panose="020B0503020204020204" pitchFamily="34" charset="-122"/>
                <a:ea typeface="微软雅黑" panose="020B0503020204020204" pitchFamily="34" charset="-122"/>
              </a:rPr>
              <a:t>考试不会写也至少完成前两步</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9538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698F-5C28-DD5E-F887-4A86EC759933}"/>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99B74AD6-A7C8-54E6-A4E1-BA79FB54901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数字部分（时序逻辑电路）</a:t>
            </a:r>
          </a:p>
        </p:txBody>
      </p:sp>
      <p:grpSp>
        <p:nvGrpSpPr>
          <p:cNvPr id="15" name="组合 14">
            <a:extLst>
              <a:ext uri="{FF2B5EF4-FFF2-40B4-BE49-F238E27FC236}">
                <a16:creationId xmlns:a16="http://schemas.microsoft.com/office/drawing/2014/main" id="{2B3010A4-EB71-92EB-76D5-CE8FF1A37261}"/>
              </a:ext>
            </a:extLst>
          </p:cNvPr>
          <p:cNvGrpSpPr/>
          <p:nvPr/>
        </p:nvGrpSpPr>
        <p:grpSpPr>
          <a:xfrm>
            <a:off x="11449269" y="6198682"/>
            <a:ext cx="786273" cy="548639"/>
            <a:chOff x="11454918" y="5839511"/>
            <a:chExt cx="786273" cy="548639"/>
          </a:xfrm>
        </p:grpSpPr>
        <p:grpSp>
          <p:nvGrpSpPr>
            <p:cNvPr id="16" name="组合 15">
              <a:extLst>
                <a:ext uri="{FF2B5EF4-FFF2-40B4-BE49-F238E27FC236}">
                  <a16:creationId xmlns:a16="http://schemas.microsoft.com/office/drawing/2014/main" id="{1154E712-9FFB-4D74-DF57-1BAB44A42E09}"/>
                </a:ext>
              </a:extLst>
            </p:cNvPr>
            <p:cNvGrpSpPr/>
            <p:nvPr/>
          </p:nvGrpSpPr>
          <p:grpSpPr>
            <a:xfrm>
              <a:off x="11454918" y="5867450"/>
              <a:ext cx="737081" cy="520700"/>
              <a:chOff x="11454918" y="5867450"/>
              <a:chExt cx="737081" cy="520700"/>
            </a:xfrm>
          </p:grpSpPr>
          <p:sp>
            <p:nvSpPr>
              <p:cNvPr id="18" name="箭头: 五边形 17">
                <a:extLst>
                  <a:ext uri="{FF2B5EF4-FFF2-40B4-BE49-F238E27FC236}">
                    <a16:creationId xmlns:a16="http://schemas.microsoft.com/office/drawing/2014/main" id="{21CC36E2-617E-3BCE-FD69-553F83E53C03}"/>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V 形 18">
                <a:extLst>
                  <a:ext uri="{FF2B5EF4-FFF2-40B4-BE49-F238E27FC236}">
                    <a16:creationId xmlns:a16="http://schemas.microsoft.com/office/drawing/2014/main" id="{C13F5A0B-37B7-4F59-1C6E-4DFEA5D93FD3}"/>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7" name="灯片编号占位符 3">
              <a:extLst>
                <a:ext uri="{FF2B5EF4-FFF2-40B4-BE49-F238E27FC236}">
                  <a16:creationId xmlns:a16="http://schemas.microsoft.com/office/drawing/2014/main" id="{B14E7591-DD1B-717C-917E-B93F6B3B5C1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38</a:t>
              </a:fld>
              <a:endParaRPr lang="zh-CN" altLang="en-US" sz="3200" dirty="0">
                <a:solidFill>
                  <a:schemeClr val="bg1"/>
                </a:solidFill>
                <a:latin typeface="Candara"/>
                <a:ea typeface="微软雅黑"/>
              </a:endParaRPr>
            </a:p>
          </p:txBody>
        </p:sp>
      </p:grpSp>
      <p:sp>
        <p:nvSpPr>
          <p:cNvPr id="4" name="文本框 3">
            <a:extLst>
              <a:ext uri="{FF2B5EF4-FFF2-40B4-BE49-F238E27FC236}">
                <a16:creationId xmlns:a16="http://schemas.microsoft.com/office/drawing/2014/main" id="{4E7ADFB7-BE30-E419-E777-C365D82A6DB0}"/>
              </a:ext>
            </a:extLst>
          </p:cNvPr>
          <p:cNvSpPr txBox="1"/>
          <p:nvPr/>
        </p:nvSpPr>
        <p:spPr>
          <a:xfrm>
            <a:off x="360000" y="828000"/>
            <a:ext cx="11207743" cy="5917902"/>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同步时序逻辑电路的定义：</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所有记忆电路由统一的时钟信号控制，它们的状态在同一时刻更新</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同步时序逻辑电路的设计：</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给定逻辑功能，设计出相应的逻辑电路</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设计的一般步骤：</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建立原始状态图和原始状态表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状态化简</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状态分配</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状态编码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确定状态方程和输出方程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检查自校正（自启动）能力</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选择触发器，写出激励方程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画出逻辑图</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4C40D636-61FB-C7B0-AD28-4F43D687E1EA}"/>
              </a:ext>
            </a:extLst>
          </p:cNvPr>
          <p:cNvSpPr/>
          <p:nvPr/>
        </p:nvSpPr>
        <p:spPr>
          <a:xfrm>
            <a:off x="8280000" y="5400000"/>
            <a:ext cx="2880000" cy="900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sz="2400" dirty="0">
                <a:solidFill>
                  <a:srgbClr val="002060"/>
                </a:solidFill>
                <a:latin typeface="微软雅黑" panose="020B0503020204020204" pitchFamily="34" charset="-122"/>
                <a:ea typeface="微软雅黑" panose="020B0503020204020204" pitchFamily="34" charset="-122"/>
              </a:rPr>
              <a:t>别忘记化简和检查自校正</a:t>
            </a:r>
            <a:r>
              <a:rPr kumimoji="1" lang="en-US" altLang="zh-CN" sz="2400" dirty="0">
                <a:solidFill>
                  <a:srgbClr val="002060"/>
                </a:solidFill>
                <a:latin typeface="微软雅黑" panose="020B0503020204020204" pitchFamily="34" charset="-122"/>
                <a:ea typeface="微软雅黑" panose="020B0503020204020204" pitchFamily="34" charset="-122"/>
              </a:rPr>
              <a:t>/</a:t>
            </a:r>
            <a:r>
              <a:rPr kumimoji="1" lang="zh-CN" altLang="en-US" sz="2400" dirty="0">
                <a:solidFill>
                  <a:srgbClr val="002060"/>
                </a:solidFill>
                <a:latin typeface="微软雅黑" panose="020B0503020204020204" pitchFamily="34" charset="-122"/>
                <a:ea typeface="微软雅黑" panose="020B0503020204020204" pitchFamily="34" charset="-122"/>
              </a:rPr>
              <a:t>自启动</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93097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AB8F4-1A21-2CC9-141B-68DE7F14211D}"/>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CB9E44B0-C499-9B97-89E2-4CC470623E8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数字部分（时序逻辑电路）</a:t>
            </a:r>
          </a:p>
        </p:txBody>
      </p:sp>
      <p:grpSp>
        <p:nvGrpSpPr>
          <p:cNvPr id="15" name="组合 14">
            <a:extLst>
              <a:ext uri="{FF2B5EF4-FFF2-40B4-BE49-F238E27FC236}">
                <a16:creationId xmlns:a16="http://schemas.microsoft.com/office/drawing/2014/main" id="{7F1B14E0-8E73-C862-3611-90A0A73EAE6F}"/>
              </a:ext>
            </a:extLst>
          </p:cNvPr>
          <p:cNvGrpSpPr/>
          <p:nvPr/>
        </p:nvGrpSpPr>
        <p:grpSpPr>
          <a:xfrm>
            <a:off x="11449269" y="6198682"/>
            <a:ext cx="786273" cy="548639"/>
            <a:chOff x="11454918" y="5839511"/>
            <a:chExt cx="786273" cy="548639"/>
          </a:xfrm>
        </p:grpSpPr>
        <p:grpSp>
          <p:nvGrpSpPr>
            <p:cNvPr id="16" name="组合 15">
              <a:extLst>
                <a:ext uri="{FF2B5EF4-FFF2-40B4-BE49-F238E27FC236}">
                  <a16:creationId xmlns:a16="http://schemas.microsoft.com/office/drawing/2014/main" id="{CCB94331-80A1-1348-7A25-19D8C1D5337D}"/>
                </a:ext>
              </a:extLst>
            </p:cNvPr>
            <p:cNvGrpSpPr/>
            <p:nvPr/>
          </p:nvGrpSpPr>
          <p:grpSpPr>
            <a:xfrm>
              <a:off x="11454918" y="5867450"/>
              <a:ext cx="737081" cy="520700"/>
              <a:chOff x="11454918" y="5867450"/>
              <a:chExt cx="737081" cy="520700"/>
            </a:xfrm>
          </p:grpSpPr>
          <p:sp>
            <p:nvSpPr>
              <p:cNvPr id="18" name="箭头: 五边形 17">
                <a:extLst>
                  <a:ext uri="{FF2B5EF4-FFF2-40B4-BE49-F238E27FC236}">
                    <a16:creationId xmlns:a16="http://schemas.microsoft.com/office/drawing/2014/main" id="{E4D1B7C6-ACCE-08CF-3FEE-08B000CAAB6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V 形 18">
                <a:extLst>
                  <a:ext uri="{FF2B5EF4-FFF2-40B4-BE49-F238E27FC236}">
                    <a16:creationId xmlns:a16="http://schemas.microsoft.com/office/drawing/2014/main" id="{B084CCEF-BF7A-1767-039A-FA1323EC7B36}"/>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7" name="灯片编号占位符 3">
              <a:extLst>
                <a:ext uri="{FF2B5EF4-FFF2-40B4-BE49-F238E27FC236}">
                  <a16:creationId xmlns:a16="http://schemas.microsoft.com/office/drawing/2014/main" id="{C933817A-A32C-019D-7902-D65FE907DFA0}"/>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39</a:t>
              </a:fld>
              <a:endParaRPr lang="zh-CN" altLang="en-US" sz="3200" dirty="0">
                <a:solidFill>
                  <a:schemeClr val="bg1"/>
                </a:solidFill>
                <a:latin typeface="Candara"/>
                <a:ea typeface="微软雅黑"/>
              </a:endParaRPr>
            </a:p>
          </p:txBody>
        </p:sp>
      </p:grpSp>
      <p:sp>
        <p:nvSpPr>
          <p:cNvPr id="4" name="文本框 3">
            <a:extLst>
              <a:ext uri="{FF2B5EF4-FFF2-40B4-BE49-F238E27FC236}">
                <a16:creationId xmlns:a16="http://schemas.microsoft.com/office/drawing/2014/main" id="{2BFD8838-113B-8884-C12D-472169E25FAC}"/>
              </a:ext>
            </a:extLst>
          </p:cNvPr>
          <p:cNvSpPr txBox="1"/>
          <p:nvPr/>
        </p:nvSpPr>
        <p:spPr>
          <a:xfrm>
            <a:off x="360001" y="828000"/>
            <a:ext cx="9746525" cy="153516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选择触发器，求激励方程</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方案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：凑方程；对比求出的状态方程和所选触发器的特性方程（见课件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14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的第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15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页）</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4CDDC3CB-95FA-F6E0-AED0-A34396B471B0}"/>
              </a:ext>
            </a:extLst>
          </p:cNvPr>
          <p:cNvSpPr txBox="1"/>
          <p:nvPr/>
        </p:nvSpPr>
        <p:spPr>
          <a:xfrm>
            <a:off x="360000" y="3240000"/>
            <a:ext cx="10103876" cy="1384353"/>
          </a:xfrm>
          <a:prstGeom prst="rect">
            <a:avLst/>
          </a:prstGeom>
          <a:noFill/>
        </p:spPr>
        <p:txBody>
          <a:bodyPr wrap="square">
            <a:spAutoFit/>
          </a:bodyPr>
          <a:lstStyle/>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方案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2</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：凑卡诺图；基于求出的状态方程写出状态表，再在触发器特性方程所对应的激励表里查找跳变条件，列入同一个表，最后画卡诺图求激励方程（见课件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14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的第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28 – 35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页）</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476F555B-1475-1C81-68E0-A31D6CA11527}"/>
              </a:ext>
            </a:extLst>
          </p:cNvPr>
          <p:cNvSpPr/>
          <p:nvPr/>
        </p:nvSpPr>
        <p:spPr>
          <a:xfrm>
            <a:off x="5400000" y="5760000"/>
            <a:ext cx="558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sz="2400" dirty="0">
                <a:solidFill>
                  <a:srgbClr val="002060"/>
                </a:solidFill>
                <a:latin typeface="微软雅黑" panose="020B0503020204020204" pitchFamily="34" charset="-122"/>
                <a:ea typeface="微软雅黑" panose="020B0503020204020204" pitchFamily="34" charset="-122"/>
              </a:rPr>
              <a:t>方案</a:t>
            </a:r>
            <a:r>
              <a:rPr kumimoji="1" lang="en-US" altLang="zh-CN" sz="2400" dirty="0">
                <a:solidFill>
                  <a:srgbClr val="002060"/>
                </a:solidFill>
                <a:latin typeface="微软雅黑" panose="020B0503020204020204" pitchFamily="34" charset="-122"/>
                <a:ea typeface="微软雅黑" panose="020B0503020204020204" pitchFamily="34" charset="-122"/>
              </a:rPr>
              <a:t> 2 </a:t>
            </a:r>
            <a:r>
              <a:rPr kumimoji="1" lang="zh-CN" altLang="en-US" sz="2400" dirty="0">
                <a:solidFill>
                  <a:srgbClr val="002060"/>
                </a:solidFill>
                <a:latin typeface="微软雅黑" panose="020B0503020204020204" pitchFamily="34" charset="-122"/>
                <a:ea typeface="微软雅黑" panose="020B0503020204020204" pitchFamily="34" charset="-122"/>
              </a:rPr>
              <a:t>技术要求不高，但比较费时间</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21155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67513-E855-37FC-9591-A350B4FCA442}"/>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FD4A40BE-7715-D4FF-95D1-432E6AFE816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数字部分（时序逻辑电路）</a:t>
            </a:r>
          </a:p>
        </p:txBody>
      </p:sp>
      <p:grpSp>
        <p:nvGrpSpPr>
          <p:cNvPr id="15" name="组合 14">
            <a:extLst>
              <a:ext uri="{FF2B5EF4-FFF2-40B4-BE49-F238E27FC236}">
                <a16:creationId xmlns:a16="http://schemas.microsoft.com/office/drawing/2014/main" id="{4921BC63-8A36-6A3B-5B41-CEF46104F41E}"/>
              </a:ext>
            </a:extLst>
          </p:cNvPr>
          <p:cNvGrpSpPr/>
          <p:nvPr/>
        </p:nvGrpSpPr>
        <p:grpSpPr>
          <a:xfrm>
            <a:off x="11449269" y="6198682"/>
            <a:ext cx="786273" cy="548639"/>
            <a:chOff x="11454918" y="5839511"/>
            <a:chExt cx="786273" cy="548639"/>
          </a:xfrm>
        </p:grpSpPr>
        <p:grpSp>
          <p:nvGrpSpPr>
            <p:cNvPr id="16" name="组合 15">
              <a:extLst>
                <a:ext uri="{FF2B5EF4-FFF2-40B4-BE49-F238E27FC236}">
                  <a16:creationId xmlns:a16="http://schemas.microsoft.com/office/drawing/2014/main" id="{D9B91E13-C757-D66A-5D62-AB30D06D33A0}"/>
                </a:ext>
              </a:extLst>
            </p:cNvPr>
            <p:cNvGrpSpPr/>
            <p:nvPr/>
          </p:nvGrpSpPr>
          <p:grpSpPr>
            <a:xfrm>
              <a:off x="11454918" y="5867450"/>
              <a:ext cx="737081" cy="520700"/>
              <a:chOff x="11454918" y="5867450"/>
              <a:chExt cx="737081" cy="520700"/>
            </a:xfrm>
          </p:grpSpPr>
          <p:sp>
            <p:nvSpPr>
              <p:cNvPr id="18" name="箭头: 五边形 17">
                <a:extLst>
                  <a:ext uri="{FF2B5EF4-FFF2-40B4-BE49-F238E27FC236}">
                    <a16:creationId xmlns:a16="http://schemas.microsoft.com/office/drawing/2014/main" id="{E2D50CA0-7069-D06C-D672-350CFDF419B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V 形 18">
                <a:extLst>
                  <a:ext uri="{FF2B5EF4-FFF2-40B4-BE49-F238E27FC236}">
                    <a16:creationId xmlns:a16="http://schemas.microsoft.com/office/drawing/2014/main" id="{EF33F245-3CA1-5713-BA3A-B9CD942C1EC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7" name="灯片编号占位符 3">
              <a:extLst>
                <a:ext uri="{FF2B5EF4-FFF2-40B4-BE49-F238E27FC236}">
                  <a16:creationId xmlns:a16="http://schemas.microsoft.com/office/drawing/2014/main" id="{F47CF86C-90A8-03A5-D8A8-D5DB8F18E7AA}"/>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40</a:t>
              </a:fld>
              <a:endParaRPr lang="zh-CN" altLang="en-US" sz="3200" dirty="0">
                <a:solidFill>
                  <a:schemeClr val="bg1"/>
                </a:solidFill>
                <a:latin typeface="Candara"/>
                <a:ea typeface="微软雅黑"/>
              </a:endParaRPr>
            </a:p>
          </p:txBody>
        </p:sp>
      </p:grpSp>
      <p:sp>
        <p:nvSpPr>
          <p:cNvPr id="4" name="文本框 3">
            <a:extLst>
              <a:ext uri="{FF2B5EF4-FFF2-40B4-BE49-F238E27FC236}">
                <a16:creationId xmlns:a16="http://schemas.microsoft.com/office/drawing/2014/main" id="{EE658295-80D9-ECE2-4E6C-E8F5953FB25A}"/>
              </a:ext>
            </a:extLst>
          </p:cNvPr>
          <p:cNvSpPr txBox="1"/>
          <p:nvPr/>
        </p:nvSpPr>
        <p:spPr>
          <a:xfrm>
            <a:off x="360000" y="828000"/>
            <a:ext cx="11520000" cy="213225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寄存器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多个触发器并排，带清零、输入使能、三态输出、左右移位等功能</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寄存器的扩展和序列检测功能</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寄存器间的数据传送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309835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11A76-2C2C-30BA-2BDE-6E2BE1769F98}"/>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EAAED5AC-A801-1D48-85FB-96FF6878CE2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数字部分（时序逻辑电路）</a:t>
            </a:r>
          </a:p>
        </p:txBody>
      </p:sp>
      <p:grpSp>
        <p:nvGrpSpPr>
          <p:cNvPr id="15" name="组合 14">
            <a:extLst>
              <a:ext uri="{FF2B5EF4-FFF2-40B4-BE49-F238E27FC236}">
                <a16:creationId xmlns:a16="http://schemas.microsoft.com/office/drawing/2014/main" id="{F0CFD6C9-360A-9AB4-5093-991B89BF1E62}"/>
              </a:ext>
            </a:extLst>
          </p:cNvPr>
          <p:cNvGrpSpPr/>
          <p:nvPr/>
        </p:nvGrpSpPr>
        <p:grpSpPr>
          <a:xfrm>
            <a:off x="11449269" y="6198682"/>
            <a:ext cx="786273" cy="548639"/>
            <a:chOff x="11454918" y="5839511"/>
            <a:chExt cx="786273" cy="548639"/>
          </a:xfrm>
        </p:grpSpPr>
        <p:grpSp>
          <p:nvGrpSpPr>
            <p:cNvPr id="16" name="组合 15">
              <a:extLst>
                <a:ext uri="{FF2B5EF4-FFF2-40B4-BE49-F238E27FC236}">
                  <a16:creationId xmlns:a16="http://schemas.microsoft.com/office/drawing/2014/main" id="{ADFD4E33-3BA8-7134-616C-D763284FFE99}"/>
                </a:ext>
              </a:extLst>
            </p:cNvPr>
            <p:cNvGrpSpPr/>
            <p:nvPr/>
          </p:nvGrpSpPr>
          <p:grpSpPr>
            <a:xfrm>
              <a:off x="11454918" y="5867450"/>
              <a:ext cx="737081" cy="520700"/>
              <a:chOff x="11454918" y="5867450"/>
              <a:chExt cx="737081" cy="520700"/>
            </a:xfrm>
          </p:grpSpPr>
          <p:sp>
            <p:nvSpPr>
              <p:cNvPr id="18" name="箭头: 五边形 17">
                <a:extLst>
                  <a:ext uri="{FF2B5EF4-FFF2-40B4-BE49-F238E27FC236}">
                    <a16:creationId xmlns:a16="http://schemas.microsoft.com/office/drawing/2014/main" id="{A6117C65-81F7-3DC9-4A7F-F664F61A083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V 形 18">
                <a:extLst>
                  <a:ext uri="{FF2B5EF4-FFF2-40B4-BE49-F238E27FC236}">
                    <a16:creationId xmlns:a16="http://schemas.microsoft.com/office/drawing/2014/main" id="{501984A4-5616-3061-5528-60636A7016F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7" name="灯片编号占位符 3">
              <a:extLst>
                <a:ext uri="{FF2B5EF4-FFF2-40B4-BE49-F238E27FC236}">
                  <a16:creationId xmlns:a16="http://schemas.microsoft.com/office/drawing/2014/main" id="{8CF555E9-C353-2EC0-87FF-AC6627E9D91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41</a:t>
              </a:fld>
              <a:endParaRPr lang="zh-CN" altLang="en-US" sz="3200" dirty="0">
                <a:solidFill>
                  <a:schemeClr val="bg1"/>
                </a:solidFill>
                <a:latin typeface="Candara"/>
                <a:ea typeface="微软雅黑"/>
              </a:endParaRPr>
            </a:p>
          </p:txBody>
        </p:sp>
      </p:grpSp>
      <p:sp>
        <p:nvSpPr>
          <p:cNvPr id="4" name="文本框 3">
            <a:extLst>
              <a:ext uri="{FF2B5EF4-FFF2-40B4-BE49-F238E27FC236}">
                <a16:creationId xmlns:a16="http://schemas.microsoft.com/office/drawing/2014/main" id="{DF9BA7E9-CA3D-F59C-1D81-8B81094696DA}"/>
              </a:ext>
            </a:extLst>
          </p:cNvPr>
          <p:cNvSpPr txBox="1"/>
          <p:nvPr/>
        </p:nvSpPr>
        <p:spPr>
          <a:xfrm>
            <a:off x="360000" y="828000"/>
            <a:ext cx="11520000" cy="5773247"/>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计数器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可逆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N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进制计数器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异步计数器（基本结构、优缺点）</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同步计数器（基本结构、优缺点）</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使用标准计数器芯片构造任意进制的计数器（很重要）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清零法、置数法</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注意异步要多数一个状态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扩展时注意高位翻转时机</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移位寄存器型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环形</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扭环形</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569345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8E0CF-F857-C8D2-86C7-2DE0976F839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6DAE428-E569-5743-0268-44F2EBCC29F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数字部分（时序逻辑电路）</a:t>
            </a:r>
          </a:p>
        </p:txBody>
      </p:sp>
      <p:sp>
        <p:nvSpPr>
          <p:cNvPr id="3" name="文本框 2">
            <a:extLst>
              <a:ext uri="{FF2B5EF4-FFF2-40B4-BE49-F238E27FC236}">
                <a16:creationId xmlns:a16="http://schemas.microsoft.com/office/drawing/2014/main" id="{E16D753A-0740-7AE2-3AFC-E4AAC98E9A39}"/>
              </a:ext>
            </a:extLst>
          </p:cNvPr>
          <p:cNvSpPr txBox="1"/>
          <p:nvPr/>
        </p:nvSpPr>
        <p:spPr>
          <a:xfrm>
            <a:off x="360000" y="827998"/>
            <a:ext cx="10327051" cy="2132250"/>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时序逻辑电路要求总结</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各种锁存器和触发器的功能要熟记</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设计和分析的步骤（套路）要熟练</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各种介绍的典型电路内部结构要熟悉，要做到自己也能设计</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id="{C0D16D22-D598-7668-C064-7338D4C4A979}"/>
              </a:ext>
            </a:extLst>
          </p:cNvPr>
          <p:cNvGrpSpPr/>
          <p:nvPr/>
        </p:nvGrpSpPr>
        <p:grpSpPr>
          <a:xfrm>
            <a:off x="11449269" y="6198682"/>
            <a:ext cx="786273" cy="548639"/>
            <a:chOff x="11454918" y="5839511"/>
            <a:chExt cx="786273" cy="548639"/>
          </a:xfrm>
        </p:grpSpPr>
        <p:grpSp>
          <p:nvGrpSpPr>
            <p:cNvPr id="21" name="组合 20">
              <a:extLst>
                <a:ext uri="{FF2B5EF4-FFF2-40B4-BE49-F238E27FC236}">
                  <a16:creationId xmlns:a16="http://schemas.microsoft.com/office/drawing/2014/main" id="{C14313C8-BD70-1B70-C438-A1253AE01E81}"/>
                </a:ext>
              </a:extLst>
            </p:cNvPr>
            <p:cNvGrpSpPr/>
            <p:nvPr/>
          </p:nvGrpSpPr>
          <p:grpSpPr>
            <a:xfrm>
              <a:off x="11454918" y="5867450"/>
              <a:ext cx="737081" cy="520700"/>
              <a:chOff x="11454918" y="5867450"/>
              <a:chExt cx="737081" cy="520700"/>
            </a:xfrm>
          </p:grpSpPr>
          <p:sp>
            <p:nvSpPr>
              <p:cNvPr id="23" name="箭头: 五边形 22">
                <a:extLst>
                  <a:ext uri="{FF2B5EF4-FFF2-40B4-BE49-F238E27FC236}">
                    <a16:creationId xmlns:a16="http://schemas.microsoft.com/office/drawing/2014/main" id="{18A6077D-3936-F73F-7B82-647C7F0BC03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箭头: V 形 23">
                <a:extLst>
                  <a:ext uri="{FF2B5EF4-FFF2-40B4-BE49-F238E27FC236}">
                    <a16:creationId xmlns:a16="http://schemas.microsoft.com/office/drawing/2014/main" id="{D494C91F-3AA7-55CE-442A-4392DBC17893}"/>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2" name="灯片编号占位符 3">
              <a:extLst>
                <a:ext uri="{FF2B5EF4-FFF2-40B4-BE49-F238E27FC236}">
                  <a16:creationId xmlns:a16="http://schemas.microsoft.com/office/drawing/2014/main" id="{2A976227-6331-44C1-B36D-D4BE504E4BF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42</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9212071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C4A67-4AF2-3F2E-06DB-BC3A66CB2D1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D9C7EA4-269B-FBA9-B45D-3876A1AA9831}"/>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a:t>
            </a:r>
            <a:r>
              <a:rPr lang="en-US" altLang="zh-CN" sz="3000" dirty="0">
                <a:solidFill>
                  <a:srgbClr val="FFFF00"/>
                </a:solidFill>
              </a:rPr>
              <a:t>PLD</a:t>
            </a:r>
            <a:r>
              <a:rPr lang="zh-CN" altLang="en-US" sz="3000" dirty="0">
                <a:solidFill>
                  <a:srgbClr val="FFFF00"/>
                </a:solidFill>
              </a:rPr>
              <a:t>）</a:t>
            </a:r>
          </a:p>
        </p:txBody>
      </p:sp>
      <p:sp>
        <p:nvSpPr>
          <p:cNvPr id="134" name="文本框 133">
            <a:extLst>
              <a:ext uri="{FF2B5EF4-FFF2-40B4-BE49-F238E27FC236}">
                <a16:creationId xmlns:a16="http://schemas.microsoft.com/office/drawing/2014/main" id="{1100C774-848A-249A-68DC-876ECFED57E5}"/>
              </a:ext>
            </a:extLst>
          </p:cNvPr>
          <p:cNvSpPr txBox="1"/>
          <p:nvPr/>
        </p:nvSpPr>
        <p:spPr>
          <a:xfrm>
            <a:off x="360000" y="828000"/>
            <a:ext cx="5220145"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PROM</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PLA</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PAL</a:t>
            </a:r>
          </a:p>
        </p:txBody>
      </p:sp>
      <p:sp>
        <p:nvSpPr>
          <p:cNvPr id="135" name="流程图: 延期 134">
            <a:extLst>
              <a:ext uri="{FF2B5EF4-FFF2-40B4-BE49-F238E27FC236}">
                <a16:creationId xmlns:a16="http://schemas.microsoft.com/office/drawing/2014/main" id="{12626450-BFF5-3768-FFE1-631AA5B22DF8}"/>
              </a:ext>
            </a:extLst>
          </p:cNvPr>
          <p:cNvSpPr/>
          <p:nvPr/>
        </p:nvSpPr>
        <p:spPr>
          <a:xfrm>
            <a:off x="3019084" y="2924489"/>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36" name="Line 27">
            <a:extLst>
              <a:ext uri="{FF2B5EF4-FFF2-40B4-BE49-F238E27FC236}">
                <a16:creationId xmlns:a16="http://schemas.microsoft.com/office/drawing/2014/main" id="{FD45ABB3-1784-8D16-255A-EA78F44993B3}"/>
              </a:ext>
            </a:extLst>
          </p:cNvPr>
          <p:cNvSpPr>
            <a:spLocks noChangeShapeType="1"/>
          </p:cNvSpPr>
          <p:nvPr/>
        </p:nvSpPr>
        <p:spPr bwMode="auto">
          <a:xfrm>
            <a:off x="1484889" y="3156285"/>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mc:AlternateContent xmlns:mc="http://schemas.openxmlformats.org/markup-compatibility/2006" xmlns:a14="http://schemas.microsoft.com/office/drawing/2010/main">
        <mc:Choice Requires="a14">
          <p:sp>
            <p:nvSpPr>
              <p:cNvPr id="137" name="文本框 136">
                <a:extLst>
                  <a:ext uri="{FF2B5EF4-FFF2-40B4-BE49-F238E27FC236}">
                    <a16:creationId xmlns:a16="http://schemas.microsoft.com/office/drawing/2014/main" id="{750670A3-C8AD-D3AD-4C09-2A06D3B8B7F4}"/>
                  </a:ext>
                </a:extLst>
              </p:cNvPr>
              <p:cNvSpPr txBox="1"/>
              <p:nvPr/>
            </p:nvSpPr>
            <p:spPr>
              <a:xfrm>
                <a:off x="1652047" y="1947897"/>
                <a:ext cx="450256"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400">
                          <a:latin typeface="Cambria Math" panose="02040503050406030204" pitchFamily="18" charset="0"/>
                          <a:ea typeface="楷体_GB2312" pitchFamily="49" charset="-122"/>
                        </a:rPr>
                        <m:t>A</m:t>
                      </m:r>
                    </m:oMath>
                  </m:oMathPara>
                </a14:m>
                <a:endParaRPr lang="zh-CN" altLang="en-US" sz="2400" dirty="0"/>
              </a:p>
            </p:txBody>
          </p:sp>
        </mc:Choice>
        <mc:Fallback xmlns="">
          <p:sp>
            <p:nvSpPr>
              <p:cNvPr id="137" name="文本框 136">
                <a:extLst>
                  <a:ext uri="{FF2B5EF4-FFF2-40B4-BE49-F238E27FC236}">
                    <a16:creationId xmlns:a16="http://schemas.microsoft.com/office/drawing/2014/main" id="{750670A3-C8AD-D3AD-4C09-2A06D3B8B7F4}"/>
                  </a:ext>
                </a:extLst>
              </p:cNvPr>
              <p:cNvSpPr txBox="1">
                <a:spLocks noRot="1" noChangeAspect="1" noMove="1" noResize="1" noEditPoints="1" noAdjustHandles="1" noChangeArrowheads="1" noChangeShapeType="1" noTextEdit="1"/>
              </p:cNvSpPr>
              <p:nvPr/>
            </p:nvSpPr>
            <p:spPr>
              <a:xfrm>
                <a:off x="1652047" y="1947897"/>
                <a:ext cx="450256" cy="461665"/>
              </a:xfrm>
              <a:prstGeom prst="rect">
                <a:avLst/>
              </a:prstGeom>
              <a:blipFill>
                <a:blip r:embed="rId2"/>
                <a:stretch>
                  <a:fillRect l="-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8" name="文本框 137">
                <a:extLst>
                  <a:ext uri="{FF2B5EF4-FFF2-40B4-BE49-F238E27FC236}">
                    <a16:creationId xmlns:a16="http://schemas.microsoft.com/office/drawing/2014/main" id="{8EB7F948-AE65-1CF8-B592-74185286AE50}"/>
                  </a:ext>
                </a:extLst>
              </p:cNvPr>
              <p:cNvSpPr txBox="1"/>
              <p:nvPr/>
            </p:nvSpPr>
            <p:spPr>
              <a:xfrm>
                <a:off x="4096052" y="5654516"/>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a:rPr lang="en-US" altLang="zh-CN" sz="2400" i="1">
                              <a:latin typeface="Cambria Math" panose="02040503050406030204" pitchFamily="18" charset="0"/>
                            </a:rPr>
                            <m:t>1</m:t>
                          </m:r>
                        </m:sub>
                      </m:sSub>
                    </m:oMath>
                  </m:oMathPara>
                </a14:m>
                <a:endParaRPr lang="zh-CN" altLang="en-US" sz="2400" dirty="0"/>
              </a:p>
            </p:txBody>
          </p:sp>
        </mc:Choice>
        <mc:Fallback xmlns="">
          <p:sp>
            <p:nvSpPr>
              <p:cNvPr id="138" name="文本框 137">
                <a:extLst>
                  <a:ext uri="{FF2B5EF4-FFF2-40B4-BE49-F238E27FC236}">
                    <a16:creationId xmlns:a16="http://schemas.microsoft.com/office/drawing/2014/main" id="{8EB7F948-AE65-1CF8-B592-74185286AE50}"/>
                  </a:ext>
                </a:extLst>
              </p:cNvPr>
              <p:cNvSpPr txBox="1">
                <a:spLocks noRot="1" noChangeAspect="1" noMove="1" noResize="1" noEditPoints="1" noAdjustHandles="1" noChangeArrowheads="1" noChangeShapeType="1" noTextEdit="1"/>
              </p:cNvSpPr>
              <p:nvPr/>
            </p:nvSpPr>
            <p:spPr>
              <a:xfrm>
                <a:off x="4096052" y="5654516"/>
                <a:ext cx="458075" cy="461665"/>
              </a:xfrm>
              <a:prstGeom prst="rect">
                <a:avLst/>
              </a:prstGeom>
              <a:blipFill>
                <a:blip r:embed="rId3"/>
                <a:stretch>
                  <a:fillRect l="-13333" b="-1333"/>
                </a:stretch>
              </a:blipFill>
            </p:spPr>
            <p:txBody>
              <a:bodyPr/>
              <a:lstStyle/>
              <a:p>
                <a:r>
                  <a:rPr lang="zh-CN" altLang="en-US">
                    <a:noFill/>
                  </a:rPr>
                  <a:t> </a:t>
                </a:r>
              </a:p>
            </p:txBody>
          </p:sp>
        </mc:Fallback>
      </mc:AlternateContent>
      <p:sp>
        <p:nvSpPr>
          <p:cNvPr id="139" name="等腰三角形 138">
            <a:extLst>
              <a:ext uri="{FF2B5EF4-FFF2-40B4-BE49-F238E27FC236}">
                <a16:creationId xmlns:a16="http://schemas.microsoft.com/office/drawing/2014/main" id="{1C671D6E-5DE2-D98D-F114-8AA49A91D22E}"/>
              </a:ext>
            </a:extLst>
          </p:cNvPr>
          <p:cNvSpPr/>
          <p:nvPr/>
        </p:nvSpPr>
        <p:spPr>
          <a:xfrm flipH="1" flipV="1">
            <a:off x="2288207" y="2471971"/>
            <a:ext cx="501869" cy="448573"/>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400" dirty="0"/>
          </a:p>
        </p:txBody>
      </p:sp>
      <p:sp>
        <p:nvSpPr>
          <p:cNvPr id="140" name="椭圆 139">
            <a:extLst>
              <a:ext uri="{FF2B5EF4-FFF2-40B4-BE49-F238E27FC236}">
                <a16:creationId xmlns:a16="http://schemas.microsoft.com/office/drawing/2014/main" id="{50FDB85B-B79D-32F3-88BC-1379B3D8428D}"/>
              </a:ext>
            </a:extLst>
          </p:cNvPr>
          <p:cNvSpPr/>
          <p:nvPr/>
        </p:nvSpPr>
        <p:spPr>
          <a:xfrm flipV="1">
            <a:off x="2673989" y="2639674"/>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41" name="流程图: 延期 140">
            <a:extLst>
              <a:ext uri="{FF2B5EF4-FFF2-40B4-BE49-F238E27FC236}">
                <a16:creationId xmlns:a16="http://schemas.microsoft.com/office/drawing/2014/main" id="{DB8CCB4C-C286-DD5B-CA75-CEC094025EF0}"/>
              </a:ext>
            </a:extLst>
          </p:cNvPr>
          <p:cNvSpPr/>
          <p:nvPr/>
        </p:nvSpPr>
        <p:spPr>
          <a:xfrm>
            <a:off x="3019084" y="3443021"/>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42" name="Line 27">
            <a:extLst>
              <a:ext uri="{FF2B5EF4-FFF2-40B4-BE49-F238E27FC236}">
                <a16:creationId xmlns:a16="http://schemas.microsoft.com/office/drawing/2014/main" id="{AB47E15E-AD37-1171-CEC1-4E1E728E861A}"/>
              </a:ext>
            </a:extLst>
          </p:cNvPr>
          <p:cNvSpPr>
            <a:spLocks noChangeShapeType="1"/>
          </p:cNvSpPr>
          <p:nvPr/>
        </p:nvSpPr>
        <p:spPr bwMode="auto">
          <a:xfrm>
            <a:off x="1484889" y="3674817"/>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43" name="流程图: 延期 142">
            <a:extLst>
              <a:ext uri="{FF2B5EF4-FFF2-40B4-BE49-F238E27FC236}">
                <a16:creationId xmlns:a16="http://schemas.microsoft.com/office/drawing/2014/main" id="{509B3589-0550-22E6-7AB3-40581EF1D04C}"/>
              </a:ext>
            </a:extLst>
          </p:cNvPr>
          <p:cNvSpPr/>
          <p:nvPr/>
        </p:nvSpPr>
        <p:spPr>
          <a:xfrm>
            <a:off x="3019084" y="3957608"/>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44" name="Line 27">
            <a:extLst>
              <a:ext uri="{FF2B5EF4-FFF2-40B4-BE49-F238E27FC236}">
                <a16:creationId xmlns:a16="http://schemas.microsoft.com/office/drawing/2014/main" id="{240D5BC0-1541-E5A4-59DC-356127E77635}"/>
              </a:ext>
            </a:extLst>
          </p:cNvPr>
          <p:cNvSpPr>
            <a:spLocks noChangeShapeType="1"/>
          </p:cNvSpPr>
          <p:nvPr/>
        </p:nvSpPr>
        <p:spPr bwMode="auto">
          <a:xfrm>
            <a:off x="1484889" y="4189404"/>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45" name="流程图: 延期 144">
            <a:extLst>
              <a:ext uri="{FF2B5EF4-FFF2-40B4-BE49-F238E27FC236}">
                <a16:creationId xmlns:a16="http://schemas.microsoft.com/office/drawing/2014/main" id="{8D9F8424-D7DC-2E80-FC67-A2E73722B5E0}"/>
              </a:ext>
            </a:extLst>
          </p:cNvPr>
          <p:cNvSpPr/>
          <p:nvPr/>
        </p:nvSpPr>
        <p:spPr>
          <a:xfrm>
            <a:off x="3019083" y="4472195"/>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46" name="Line 27">
            <a:extLst>
              <a:ext uri="{FF2B5EF4-FFF2-40B4-BE49-F238E27FC236}">
                <a16:creationId xmlns:a16="http://schemas.microsoft.com/office/drawing/2014/main" id="{ABB17065-43C6-7F40-A9E4-7611C2B2AB52}"/>
              </a:ext>
            </a:extLst>
          </p:cNvPr>
          <p:cNvSpPr>
            <a:spLocks noChangeShapeType="1"/>
          </p:cNvSpPr>
          <p:nvPr/>
        </p:nvSpPr>
        <p:spPr bwMode="auto">
          <a:xfrm>
            <a:off x="1484888" y="4703991"/>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pSp>
        <p:nvGrpSpPr>
          <p:cNvPr id="147" name="组合 146">
            <a:extLst>
              <a:ext uri="{FF2B5EF4-FFF2-40B4-BE49-F238E27FC236}">
                <a16:creationId xmlns:a16="http://schemas.microsoft.com/office/drawing/2014/main" id="{EE293BF2-E62A-BB7A-103F-18FB216D105E}"/>
              </a:ext>
            </a:extLst>
          </p:cNvPr>
          <p:cNvGrpSpPr/>
          <p:nvPr/>
        </p:nvGrpSpPr>
        <p:grpSpPr>
          <a:xfrm>
            <a:off x="3474350" y="3156285"/>
            <a:ext cx="1508220" cy="1547706"/>
            <a:chOff x="2518982" y="2939037"/>
            <a:chExt cx="1097795" cy="1547706"/>
          </a:xfrm>
        </p:grpSpPr>
        <p:sp>
          <p:nvSpPr>
            <p:cNvPr id="148" name="Line 27">
              <a:extLst>
                <a:ext uri="{FF2B5EF4-FFF2-40B4-BE49-F238E27FC236}">
                  <a16:creationId xmlns:a16="http://schemas.microsoft.com/office/drawing/2014/main" id="{65D2952F-B418-FF36-68D6-788723040B05}"/>
                </a:ext>
              </a:extLst>
            </p:cNvPr>
            <p:cNvSpPr>
              <a:spLocks noChangeShapeType="1"/>
            </p:cNvSpPr>
            <p:nvPr/>
          </p:nvSpPr>
          <p:spPr bwMode="auto">
            <a:xfrm>
              <a:off x="2518984" y="2939037"/>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49" name="Line 27">
              <a:extLst>
                <a:ext uri="{FF2B5EF4-FFF2-40B4-BE49-F238E27FC236}">
                  <a16:creationId xmlns:a16="http://schemas.microsoft.com/office/drawing/2014/main" id="{EE254B37-0654-2E90-8562-24F2D437D4C4}"/>
                </a:ext>
              </a:extLst>
            </p:cNvPr>
            <p:cNvSpPr>
              <a:spLocks noChangeShapeType="1"/>
            </p:cNvSpPr>
            <p:nvPr/>
          </p:nvSpPr>
          <p:spPr bwMode="auto">
            <a:xfrm>
              <a:off x="2518984" y="3457569"/>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50" name="Line 27">
              <a:extLst>
                <a:ext uri="{FF2B5EF4-FFF2-40B4-BE49-F238E27FC236}">
                  <a16:creationId xmlns:a16="http://schemas.microsoft.com/office/drawing/2014/main" id="{132DB509-899B-D36B-42B4-A33F60B79330}"/>
                </a:ext>
              </a:extLst>
            </p:cNvPr>
            <p:cNvSpPr>
              <a:spLocks noChangeShapeType="1"/>
            </p:cNvSpPr>
            <p:nvPr/>
          </p:nvSpPr>
          <p:spPr bwMode="auto">
            <a:xfrm>
              <a:off x="2518984" y="3972156"/>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51" name="Line 27">
              <a:extLst>
                <a:ext uri="{FF2B5EF4-FFF2-40B4-BE49-F238E27FC236}">
                  <a16:creationId xmlns:a16="http://schemas.microsoft.com/office/drawing/2014/main" id="{D9610074-71EE-82A4-A6E7-99A17273823C}"/>
                </a:ext>
              </a:extLst>
            </p:cNvPr>
            <p:cNvSpPr>
              <a:spLocks noChangeShapeType="1"/>
            </p:cNvSpPr>
            <p:nvPr/>
          </p:nvSpPr>
          <p:spPr bwMode="auto">
            <a:xfrm>
              <a:off x="2518982" y="4486743"/>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pSp>
      <p:sp>
        <p:nvSpPr>
          <p:cNvPr id="152" name="Line 27">
            <a:extLst>
              <a:ext uri="{FF2B5EF4-FFF2-40B4-BE49-F238E27FC236}">
                <a16:creationId xmlns:a16="http://schemas.microsoft.com/office/drawing/2014/main" id="{018B5031-B085-6D2A-F53F-243D58017689}"/>
              </a:ext>
            </a:extLst>
          </p:cNvPr>
          <p:cNvSpPr>
            <a:spLocks noChangeShapeType="1"/>
          </p:cNvSpPr>
          <p:nvPr/>
        </p:nvSpPr>
        <p:spPr bwMode="auto">
          <a:xfrm rot="5400000">
            <a:off x="1619635" y="3875066"/>
            <a:ext cx="22282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53" name="Line 27">
            <a:extLst>
              <a:ext uri="{FF2B5EF4-FFF2-40B4-BE49-F238E27FC236}">
                <a16:creationId xmlns:a16="http://schemas.microsoft.com/office/drawing/2014/main" id="{3AE4C16D-9612-42AE-E894-698CD741C62C}"/>
              </a:ext>
            </a:extLst>
          </p:cNvPr>
          <p:cNvSpPr>
            <a:spLocks noChangeShapeType="1"/>
          </p:cNvSpPr>
          <p:nvPr/>
        </p:nvSpPr>
        <p:spPr bwMode="auto">
          <a:xfrm rot="5400000">
            <a:off x="1173470" y="3796812"/>
            <a:ext cx="2384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54" name="Line 27">
            <a:extLst>
              <a:ext uri="{FF2B5EF4-FFF2-40B4-BE49-F238E27FC236}">
                <a16:creationId xmlns:a16="http://schemas.microsoft.com/office/drawing/2014/main" id="{2836DA80-3B93-B6D0-4E8C-114AD184852A}"/>
              </a:ext>
            </a:extLst>
          </p:cNvPr>
          <p:cNvSpPr>
            <a:spLocks noChangeShapeType="1"/>
          </p:cNvSpPr>
          <p:nvPr/>
        </p:nvSpPr>
        <p:spPr bwMode="auto">
          <a:xfrm rot="5400000">
            <a:off x="2460081" y="2393173"/>
            <a:ext cx="15759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等腰三角形 154">
            <a:extLst>
              <a:ext uri="{FF2B5EF4-FFF2-40B4-BE49-F238E27FC236}">
                <a16:creationId xmlns:a16="http://schemas.microsoft.com/office/drawing/2014/main" id="{C0848529-49A8-90FC-AE16-122D18B824EC}"/>
              </a:ext>
            </a:extLst>
          </p:cNvPr>
          <p:cNvSpPr/>
          <p:nvPr/>
        </p:nvSpPr>
        <p:spPr>
          <a:xfrm flipH="1" flipV="1">
            <a:off x="1586215" y="2471969"/>
            <a:ext cx="501869" cy="448573"/>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400" dirty="0"/>
          </a:p>
        </p:txBody>
      </p:sp>
      <p:sp>
        <p:nvSpPr>
          <p:cNvPr id="156" name="椭圆 155">
            <a:extLst>
              <a:ext uri="{FF2B5EF4-FFF2-40B4-BE49-F238E27FC236}">
                <a16:creationId xmlns:a16="http://schemas.microsoft.com/office/drawing/2014/main" id="{6FA8EA30-7AF1-C9D4-61A7-29DB52076896}"/>
              </a:ext>
            </a:extLst>
          </p:cNvPr>
          <p:cNvSpPr/>
          <p:nvPr/>
        </p:nvSpPr>
        <p:spPr>
          <a:xfrm flipV="1">
            <a:off x="1971997" y="2639672"/>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57" name="Line 27">
            <a:extLst>
              <a:ext uri="{FF2B5EF4-FFF2-40B4-BE49-F238E27FC236}">
                <a16:creationId xmlns:a16="http://schemas.microsoft.com/office/drawing/2014/main" id="{DFD3BB39-DB2F-128D-E174-29349F4C8D21}"/>
              </a:ext>
            </a:extLst>
          </p:cNvPr>
          <p:cNvSpPr>
            <a:spLocks noChangeShapeType="1"/>
          </p:cNvSpPr>
          <p:nvPr/>
        </p:nvSpPr>
        <p:spPr bwMode="auto">
          <a:xfrm rot="5400000">
            <a:off x="917642" y="3875065"/>
            <a:ext cx="22282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58" name="Line 27">
            <a:extLst>
              <a:ext uri="{FF2B5EF4-FFF2-40B4-BE49-F238E27FC236}">
                <a16:creationId xmlns:a16="http://schemas.microsoft.com/office/drawing/2014/main" id="{8D7FEDC8-C692-3424-0BBB-675BA94D8CA2}"/>
              </a:ext>
            </a:extLst>
          </p:cNvPr>
          <p:cNvSpPr>
            <a:spLocks noChangeShapeType="1"/>
          </p:cNvSpPr>
          <p:nvPr/>
        </p:nvSpPr>
        <p:spPr bwMode="auto">
          <a:xfrm rot="5400000">
            <a:off x="471478" y="3796809"/>
            <a:ext cx="23847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59" name="Line 27">
            <a:extLst>
              <a:ext uri="{FF2B5EF4-FFF2-40B4-BE49-F238E27FC236}">
                <a16:creationId xmlns:a16="http://schemas.microsoft.com/office/drawing/2014/main" id="{E75B018E-E39F-2CFA-E0DC-CCAECEC6D636}"/>
              </a:ext>
            </a:extLst>
          </p:cNvPr>
          <p:cNvSpPr>
            <a:spLocks noChangeShapeType="1"/>
          </p:cNvSpPr>
          <p:nvPr/>
        </p:nvSpPr>
        <p:spPr bwMode="auto">
          <a:xfrm rot="5400000">
            <a:off x="1758090" y="2393172"/>
            <a:ext cx="1575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60" name="组合 159">
            <a:extLst>
              <a:ext uri="{FF2B5EF4-FFF2-40B4-BE49-F238E27FC236}">
                <a16:creationId xmlns:a16="http://schemas.microsoft.com/office/drawing/2014/main" id="{0782B03B-077E-51E8-F314-CCB952C7F5FE}"/>
              </a:ext>
            </a:extLst>
          </p:cNvPr>
          <p:cNvGrpSpPr/>
          <p:nvPr/>
        </p:nvGrpSpPr>
        <p:grpSpPr>
          <a:xfrm rot="5400000">
            <a:off x="2289440" y="4082438"/>
            <a:ext cx="2859971" cy="386078"/>
            <a:chOff x="2242865" y="3147614"/>
            <a:chExt cx="4023485" cy="543145"/>
          </a:xfrm>
        </p:grpSpPr>
        <p:sp>
          <p:nvSpPr>
            <p:cNvPr id="161" name="Arc 158">
              <a:extLst>
                <a:ext uri="{FF2B5EF4-FFF2-40B4-BE49-F238E27FC236}">
                  <a16:creationId xmlns:a16="http://schemas.microsoft.com/office/drawing/2014/main" id="{01FCA7A4-E351-9B08-E09C-2FB9F54180BC}"/>
                </a:ext>
              </a:extLst>
            </p:cNvPr>
            <p:cNvSpPr>
              <a:spLocks/>
            </p:cNvSpPr>
            <p:nvPr/>
          </p:nvSpPr>
          <p:spPr bwMode="auto">
            <a:xfrm rot="5400000">
              <a:off x="4779485" y="2999499"/>
              <a:ext cx="540228" cy="84229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62" name="Line 160">
              <a:extLst>
                <a:ext uri="{FF2B5EF4-FFF2-40B4-BE49-F238E27FC236}">
                  <a16:creationId xmlns:a16="http://schemas.microsoft.com/office/drawing/2014/main" id="{5C91E716-82AA-20FB-CE0D-3309533A6BDC}"/>
                </a:ext>
              </a:extLst>
            </p:cNvPr>
            <p:cNvSpPr>
              <a:spLocks noChangeShapeType="1"/>
            </p:cNvSpPr>
            <p:nvPr/>
          </p:nvSpPr>
          <p:spPr bwMode="auto">
            <a:xfrm flipH="1">
              <a:off x="5347486" y="314762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3" name="Line 160">
              <a:extLst>
                <a:ext uri="{FF2B5EF4-FFF2-40B4-BE49-F238E27FC236}">
                  <a16:creationId xmlns:a16="http://schemas.microsoft.com/office/drawing/2014/main" id="{0962A78A-1691-A7A7-B813-B85A1F5C2B89}"/>
                </a:ext>
              </a:extLst>
            </p:cNvPr>
            <p:cNvSpPr>
              <a:spLocks noChangeShapeType="1"/>
            </p:cNvSpPr>
            <p:nvPr/>
          </p:nvSpPr>
          <p:spPr bwMode="auto">
            <a:xfrm flipH="1">
              <a:off x="5347486" y="369075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64" name="Arc 156">
              <a:extLst>
                <a:ext uri="{FF2B5EF4-FFF2-40B4-BE49-F238E27FC236}">
                  <a16:creationId xmlns:a16="http://schemas.microsoft.com/office/drawing/2014/main" id="{1C9C3134-ABA2-6EA0-B182-C93B373AEAFA}"/>
                </a:ext>
              </a:extLst>
            </p:cNvPr>
            <p:cNvSpPr>
              <a:spLocks/>
            </p:cNvSpPr>
            <p:nvPr/>
          </p:nvSpPr>
          <p:spPr bwMode="auto">
            <a:xfrm flipV="1">
              <a:off x="5588257" y="3168880"/>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65" name="Line 27">
              <a:extLst>
                <a:ext uri="{FF2B5EF4-FFF2-40B4-BE49-F238E27FC236}">
                  <a16:creationId xmlns:a16="http://schemas.microsoft.com/office/drawing/2014/main" id="{2F33C08E-FB67-ADA4-E502-CA5C65A0C9CB}"/>
                </a:ext>
              </a:extLst>
            </p:cNvPr>
            <p:cNvSpPr>
              <a:spLocks noChangeShapeType="1"/>
            </p:cNvSpPr>
            <p:nvPr/>
          </p:nvSpPr>
          <p:spPr bwMode="auto">
            <a:xfrm>
              <a:off x="2242865" y="3419218"/>
              <a:ext cx="32278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66" name="Line 27">
              <a:extLst>
                <a:ext uri="{FF2B5EF4-FFF2-40B4-BE49-F238E27FC236}">
                  <a16:creationId xmlns:a16="http://schemas.microsoft.com/office/drawing/2014/main" id="{1CB1DE08-A830-25AD-586B-B9D0F4DB5406}"/>
                </a:ext>
              </a:extLst>
            </p:cNvPr>
            <p:cNvSpPr>
              <a:spLocks noChangeShapeType="1"/>
            </p:cNvSpPr>
            <p:nvPr/>
          </p:nvSpPr>
          <p:spPr bwMode="auto">
            <a:xfrm>
              <a:off x="5967729" y="3419217"/>
              <a:ext cx="2986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7" name="Arc 156">
              <a:extLst>
                <a:ext uri="{FF2B5EF4-FFF2-40B4-BE49-F238E27FC236}">
                  <a16:creationId xmlns:a16="http://schemas.microsoft.com/office/drawing/2014/main" id="{9A7CC18F-0475-53FB-D445-EC202CAF2438}"/>
                </a:ext>
              </a:extLst>
            </p:cNvPr>
            <p:cNvSpPr>
              <a:spLocks/>
            </p:cNvSpPr>
            <p:nvPr/>
          </p:nvSpPr>
          <p:spPr bwMode="auto">
            <a:xfrm>
              <a:off x="5586566" y="3147614"/>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grpSp>
        <p:nvGrpSpPr>
          <p:cNvPr id="168" name="组合 167">
            <a:extLst>
              <a:ext uri="{FF2B5EF4-FFF2-40B4-BE49-F238E27FC236}">
                <a16:creationId xmlns:a16="http://schemas.microsoft.com/office/drawing/2014/main" id="{F10B4919-13CE-96DB-4B3A-252E13CBBF24}"/>
              </a:ext>
            </a:extLst>
          </p:cNvPr>
          <p:cNvGrpSpPr/>
          <p:nvPr/>
        </p:nvGrpSpPr>
        <p:grpSpPr>
          <a:xfrm rot="5400000">
            <a:off x="2794692" y="4082438"/>
            <a:ext cx="2859971" cy="386078"/>
            <a:chOff x="2242865" y="3147614"/>
            <a:chExt cx="4023485" cy="543145"/>
          </a:xfrm>
        </p:grpSpPr>
        <p:sp>
          <p:nvSpPr>
            <p:cNvPr id="169" name="Arc 158">
              <a:extLst>
                <a:ext uri="{FF2B5EF4-FFF2-40B4-BE49-F238E27FC236}">
                  <a16:creationId xmlns:a16="http://schemas.microsoft.com/office/drawing/2014/main" id="{6F61EB05-7E6F-6E3B-E4E6-6CA95D27C15E}"/>
                </a:ext>
              </a:extLst>
            </p:cNvPr>
            <p:cNvSpPr>
              <a:spLocks/>
            </p:cNvSpPr>
            <p:nvPr/>
          </p:nvSpPr>
          <p:spPr bwMode="auto">
            <a:xfrm rot="5400000">
              <a:off x="4779485" y="2999499"/>
              <a:ext cx="540228" cy="84229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70" name="Line 160">
              <a:extLst>
                <a:ext uri="{FF2B5EF4-FFF2-40B4-BE49-F238E27FC236}">
                  <a16:creationId xmlns:a16="http://schemas.microsoft.com/office/drawing/2014/main" id="{771B7216-1AF2-2D9B-B59E-31252543E61C}"/>
                </a:ext>
              </a:extLst>
            </p:cNvPr>
            <p:cNvSpPr>
              <a:spLocks noChangeShapeType="1"/>
            </p:cNvSpPr>
            <p:nvPr/>
          </p:nvSpPr>
          <p:spPr bwMode="auto">
            <a:xfrm flipH="1">
              <a:off x="5347486" y="314762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1" name="Line 160">
              <a:extLst>
                <a:ext uri="{FF2B5EF4-FFF2-40B4-BE49-F238E27FC236}">
                  <a16:creationId xmlns:a16="http://schemas.microsoft.com/office/drawing/2014/main" id="{8F8D0D9B-833A-F13F-98BC-86A265B39762}"/>
                </a:ext>
              </a:extLst>
            </p:cNvPr>
            <p:cNvSpPr>
              <a:spLocks noChangeShapeType="1"/>
            </p:cNvSpPr>
            <p:nvPr/>
          </p:nvSpPr>
          <p:spPr bwMode="auto">
            <a:xfrm flipH="1">
              <a:off x="5347486" y="369075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72" name="Arc 156">
              <a:extLst>
                <a:ext uri="{FF2B5EF4-FFF2-40B4-BE49-F238E27FC236}">
                  <a16:creationId xmlns:a16="http://schemas.microsoft.com/office/drawing/2014/main" id="{F07F2989-F545-42B8-5599-C867BE06CEF9}"/>
                </a:ext>
              </a:extLst>
            </p:cNvPr>
            <p:cNvSpPr>
              <a:spLocks/>
            </p:cNvSpPr>
            <p:nvPr/>
          </p:nvSpPr>
          <p:spPr bwMode="auto">
            <a:xfrm flipV="1">
              <a:off x="5588257" y="3168880"/>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73" name="Line 27">
              <a:extLst>
                <a:ext uri="{FF2B5EF4-FFF2-40B4-BE49-F238E27FC236}">
                  <a16:creationId xmlns:a16="http://schemas.microsoft.com/office/drawing/2014/main" id="{E5B9FAD0-9F19-09FC-9408-C5AD62233AE4}"/>
                </a:ext>
              </a:extLst>
            </p:cNvPr>
            <p:cNvSpPr>
              <a:spLocks noChangeShapeType="1"/>
            </p:cNvSpPr>
            <p:nvPr/>
          </p:nvSpPr>
          <p:spPr bwMode="auto">
            <a:xfrm>
              <a:off x="2242865" y="3419218"/>
              <a:ext cx="32278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74" name="Line 27">
              <a:extLst>
                <a:ext uri="{FF2B5EF4-FFF2-40B4-BE49-F238E27FC236}">
                  <a16:creationId xmlns:a16="http://schemas.microsoft.com/office/drawing/2014/main" id="{825BCF53-CAC4-E4D0-8FC8-438686EE1ADA}"/>
                </a:ext>
              </a:extLst>
            </p:cNvPr>
            <p:cNvSpPr>
              <a:spLocks noChangeShapeType="1"/>
            </p:cNvSpPr>
            <p:nvPr/>
          </p:nvSpPr>
          <p:spPr bwMode="auto">
            <a:xfrm>
              <a:off x="5967729" y="3419217"/>
              <a:ext cx="2986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5" name="Arc 156">
              <a:extLst>
                <a:ext uri="{FF2B5EF4-FFF2-40B4-BE49-F238E27FC236}">
                  <a16:creationId xmlns:a16="http://schemas.microsoft.com/office/drawing/2014/main" id="{C94DD759-000C-0EBD-1133-06BE5E1E883A}"/>
                </a:ext>
              </a:extLst>
            </p:cNvPr>
            <p:cNvSpPr>
              <a:spLocks/>
            </p:cNvSpPr>
            <p:nvPr/>
          </p:nvSpPr>
          <p:spPr bwMode="auto">
            <a:xfrm>
              <a:off x="5586566" y="3147614"/>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sp>
        <p:nvSpPr>
          <p:cNvPr id="176" name="椭圆 175">
            <a:extLst>
              <a:ext uri="{FF2B5EF4-FFF2-40B4-BE49-F238E27FC236}">
                <a16:creationId xmlns:a16="http://schemas.microsoft.com/office/drawing/2014/main" id="{54B6CB60-2FCD-54FB-1E8B-D5FB860B8E69}"/>
              </a:ext>
            </a:extLst>
          </p:cNvPr>
          <p:cNvSpPr/>
          <p:nvPr/>
        </p:nvSpPr>
        <p:spPr>
          <a:xfrm>
            <a:off x="1615515" y="4655669"/>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a:extLst>
              <a:ext uri="{FF2B5EF4-FFF2-40B4-BE49-F238E27FC236}">
                <a16:creationId xmlns:a16="http://schemas.microsoft.com/office/drawing/2014/main" id="{44B4F7E6-944B-F558-0FF2-849E90A2EC05}"/>
              </a:ext>
            </a:extLst>
          </p:cNvPr>
          <p:cNvSpPr/>
          <p:nvPr/>
        </p:nvSpPr>
        <p:spPr>
          <a:xfrm>
            <a:off x="1615514" y="4145027"/>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椭圆 177">
            <a:extLst>
              <a:ext uri="{FF2B5EF4-FFF2-40B4-BE49-F238E27FC236}">
                <a16:creationId xmlns:a16="http://schemas.microsoft.com/office/drawing/2014/main" id="{368D1096-2DC1-4C57-80F0-4A5EE61869CB}"/>
              </a:ext>
            </a:extLst>
          </p:cNvPr>
          <p:cNvSpPr/>
          <p:nvPr/>
        </p:nvSpPr>
        <p:spPr>
          <a:xfrm>
            <a:off x="1983017" y="3106641"/>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椭圆 178">
            <a:extLst>
              <a:ext uri="{FF2B5EF4-FFF2-40B4-BE49-F238E27FC236}">
                <a16:creationId xmlns:a16="http://schemas.microsoft.com/office/drawing/2014/main" id="{7F94E729-38C5-722F-AC6E-ED1A7FA436DE}"/>
              </a:ext>
            </a:extLst>
          </p:cNvPr>
          <p:cNvSpPr/>
          <p:nvPr/>
        </p:nvSpPr>
        <p:spPr>
          <a:xfrm>
            <a:off x="2316106" y="3625274"/>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a:extLst>
              <a:ext uri="{FF2B5EF4-FFF2-40B4-BE49-F238E27FC236}">
                <a16:creationId xmlns:a16="http://schemas.microsoft.com/office/drawing/2014/main" id="{5E1DB62B-ED91-1281-448E-4F094F864348}"/>
              </a:ext>
            </a:extLst>
          </p:cNvPr>
          <p:cNvSpPr/>
          <p:nvPr/>
        </p:nvSpPr>
        <p:spPr>
          <a:xfrm>
            <a:off x="2315950" y="4655668"/>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a:extLst>
              <a:ext uri="{FF2B5EF4-FFF2-40B4-BE49-F238E27FC236}">
                <a16:creationId xmlns:a16="http://schemas.microsoft.com/office/drawing/2014/main" id="{0F92D828-48AF-E6AB-45CC-DE91D68C3BF6}"/>
              </a:ext>
            </a:extLst>
          </p:cNvPr>
          <p:cNvSpPr/>
          <p:nvPr/>
        </p:nvSpPr>
        <p:spPr>
          <a:xfrm>
            <a:off x="2685112" y="4138541"/>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椭圆 181">
            <a:extLst>
              <a:ext uri="{FF2B5EF4-FFF2-40B4-BE49-F238E27FC236}">
                <a16:creationId xmlns:a16="http://schemas.microsoft.com/office/drawing/2014/main" id="{1EADF224-7083-AA35-E492-AB36FD073673}"/>
              </a:ext>
            </a:extLst>
          </p:cNvPr>
          <p:cNvSpPr/>
          <p:nvPr/>
        </p:nvSpPr>
        <p:spPr>
          <a:xfrm>
            <a:off x="2685009" y="3102746"/>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3" name="文本框 182">
                <a:extLst>
                  <a:ext uri="{FF2B5EF4-FFF2-40B4-BE49-F238E27FC236}">
                    <a16:creationId xmlns:a16="http://schemas.microsoft.com/office/drawing/2014/main" id="{5ED6C1E9-481B-7F94-CB51-AF0DF4B9B3AD}"/>
                  </a:ext>
                </a:extLst>
              </p:cNvPr>
              <p:cNvSpPr txBox="1"/>
              <p:nvPr/>
            </p:nvSpPr>
            <p:spPr>
              <a:xfrm>
                <a:off x="2352975" y="1945429"/>
                <a:ext cx="450256"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400" b="0" i="0" smtClean="0">
                          <a:latin typeface="Cambria Math" panose="02040503050406030204" pitchFamily="18" charset="0"/>
                          <a:ea typeface="楷体_GB2312" pitchFamily="49" charset="-122"/>
                        </a:rPr>
                        <m:t>B</m:t>
                      </m:r>
                    </m:oMath>
                  </m:oMathPara>
                </a14:m>
                <a:endParaRPr lang="zh-CN" altLang="en-US" sz="2400" dirty="0"/>
              </a:p>
            </p:txBody>
          </p:sp>
        </mc:Choice>
        <mc:Fallback xmlns="">
          <p:sp>
            <p:nvSpPr>
              <p:cNvPr id="183" name="文本框 182">
                <a:extLst>
                  <a:ext uri="{FF2B5EF4-FFF2-40B4-BE49-F238E27FC236}">
                    <a16:creationId xmlns:a16="http://schemas.microsoft.com/office/drawing/2014/main" id="{5ED6C1E9-481B-7F94-CB51-AF0DF4B9B3AD}"/>
                  </a:ext>
                </a:extLst>
              </p:cNvPr>
              <p:cNvSpPr txBox="1">
                <a:spLocks noRot="1" noChangeAspect="1" noMove="1" noResize="1" noEditPoints="1" noAdjustHandles="1" noChangeArrowheads="1" noChangeShapeType="1" noTextEdit="1"/>
              </p:cNvSpPr>
              <p:nvPr/>
            </p:nvSpPr>
            <p:spPr>
              <a:xfrm>
                <a:off x="2352975" y="1945429"/>
                <a:ext cx="450256" cy="461665"/>
              </a:xfrm>
              <a:prstGeom prst="rect">
                <a:avLst/>
              </a:prstGeom>
              <a:blipFill>
                <a:blip r:embed="rId4"/>
                <a:stretch>
                  <a:fillRect l="-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 name="文本框 183">
                <a:extLst>
                  <a:ext uri="{FF2B5EF4-FFF2-40B4-BE49-F238E27FC236}">
                    <a16:creationId xmlns:a16="http://schemas.microsoft.com/office/drawing/2014/main" id="{4C27CDFA-E2D6-4685-442B-7B192AC7286F}"/>
                  </a:ext>
                </a:extLst>
              </p:cNvPr>
              <p:cNvSpPr txBox="1"/>
              <p:nvPr/>
            </p:nvSpPr>
            <p:spPr>
              <a:xfrm>
                <a:off x="3588638" y="5654515"/>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a:rPr lang="en-US" altLang="zh-CN" sz="2400" i="1">
                              <a:latin typeface="Cambria Math" panose="02040503050406030204" pitchFamily="18" charset="0"/>
                            </a:rPr>
                            <m:t>2</m:t>
                          </m:r>
                        </m:sub>
                      </m:sSub>
                    </m:oMath>
                  </m:oMathPara>
                </a14:m>
                <a:endParaRPr lang="zh-CN" altLang="en-US" sz="2400" dirty="0"/>
              </a:p>
            </p:txBody>
          </p:sp>
        </mc:Choice>
        <mc:Fallback xmlns="">
          <p:sp>
            <p:nvSpPr>
              <p:cNvPr id="184" name="文本框 183">
                <a:extLst>
                  <a:ext uri="{FF2B5EF4-FFF2-40B4-BE49-F238E27FC236}">
                    <a16:creationId xmlns:a16="http://schemas.microsoft.com/office/drawing/2014/main" id="{4C27CDFA-E2D6-4685-442B-7B192AC7286F}"/>
                  </a:ext>
                </a:extLst>
              </p:cNvPr>
              <p:cNvSpPr txBox="1">
                <a:spLocks noRot="1" noChangeAspect="1" noMove="1" noResize="1" noEditPoints="1" noAdjustHandles="1" noChangeArrowheads="1" noChangeShapeType="1" noTextEdit="1"/>
              </p:cNvSpPr>
              <p:nvPr/>
            </p:nvSpPr>
            <p:spPr>
              <a:xfrm>
                <a:off x="3588638" y="5654515"/>
                <a:ext cx="458075" cy="461665"/>
              </a:xfrm>
              <a:prstGeom prst="rect">
                <a:avLst/>
              </a:prstGeom>
              <a:blipFill>
                <a:blip r:embed="rId5"/>
                <a:stretch>
                  <a:fillRect l="-14667" b="-1333"/>
                </a:stretch>
              </a:blipFill>
            </p:spPr>
            <p:txBody>
              <a:bodyPr/>
              <a:lstStyle/>
              <a:p>
                <a:r>
                  <a:rPr lang="zh-CN" altLang="en-US">
                    <a:noFill/>
                  </a:rPr>
                  <a:t> </a:t>
                </a:r>
              </a:p>
            </p:txBody>
          </p:sp>
        </mc:Fallback>
      </mc:AlternateContent>
      <p:sp>
        <p:nvSpPr>
          <p:cNvPr id="185" name="椭圆 184">
            <a:extLst>
              <a:ext uri="{FF2B5EF4-FFF2-40B4-BE49-F238E27FC236}">
                <a16:creationId xmlns:a16="http://schemas.microsoft.com/office/drawing/2014/main" id="{274D6B1D-79FC-1AA9-2609-3FD9F7B7FF13}"/>
              </a:ext>
            </a:extLst>
          </p:cNvPr>
          <p:cNvSpPr/>
          <p:nvPr/>
        </p:nvSpPr>
        <p:spPr>
          <a:xfrm>
            <a:off x="1983580" y="3623769"/>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6" name="文本框 185">
                <a:extLst>
                  <a:ext uri="{FF2B5EF4-FFF2-40B4-BE49-F238E27FC236}">
                    <a16:creationId xmlns:a16="http://schemas.microsoft.com/office/drawing/2014/main" id="{156DC8BA-9B03-B368-F314-22940C607329}"/>
                  </a:ext>
                </a:extLst>
              </p:cNvPr>
              <p:cNvSpPr txBox="1"/>
              <p:nvPr/>
            </p:nvSpPr>
            <p:spPr>
              <a:xfrm>
                <a:off x="4603332" y="5654515"/>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a:rPr lang="en-US" altLang="zh-CN" sz="2400" b="0" i="0" smtClean="0">
                              <a:latin typeface="Cambria Math" panose="02040503050406030204" pitchFamily="18" charset="0"/>
                            </a:rPr>
                            <m:t>0</m:t>
                          </m:r>
                        </m:sub>
                      </m:sSub>
                    </m:oMath>
                  </m:oMathPara>
                </a14:m>
                <a:endParaRPr lang="zh-CN" altLang="en-US" sz="2400" dirty="0"/>
              </a:p>
            </p:txBody>
          </p:sp>
        </mc:Choice>
        <mc:Fallback xmlns="">
          <p:sp>
            <p:nvSpPr>
              <p:cNvPr id="186" name="文本框 185">
                <a:extLst>
                  <a:ext uri="{FF2B5EF4-FFF2-40B4-BE49-F238E27FC236}">
                    <a16:creationId xmlns:a16="http://schemas.microsoft.com/office/drawing/2014/main" id="{156DC8BA-9B03-B368-F314-22940C607329}"/>
                  </a:ext>
                </a:extLst>
              </p:cNvPr>
              <p:cNvSpPr txBox="1">
                <a:spLocks noRot="1" noChangeAspect="1" noMove="1" noResize="1" noEditPoints="1" noAdjustHandles="1" noChangeArrowheads="1" noChangeShapeType="1" noTextEdit="1"/>
              </p:cNvSpPr>
              <p:nvPr/>
            </p:nvSpPr>
            <p:spPr>
              <a:xfrm>
                <a:off x="4603332" y="5654515"/>
                <a:ext cx="458075" cy="461665"/>
              </a:xfrm>
              <a:prstGeom prst="rect">
                <a:avLst/>
              </a:prstGeom>
              <a:blipFill>
                <a:blip r:embed="rId6"/>
                <a:stretch>
                  <a:fillRect l="-14667" b="-1333"/>
                </a:stretch>
              </a:blipFill>
            </p:spPr>
            <p:txBody>
              <a:bodyPr/>
              <a:lstStyle/>
              <a:p>
                <a:r>
                  <a:rPr lang="zh-CN" altLang="en-US">
                    <a:noFill/>
                  </a:rPr>
                  <a:t> </a:t>
                </a:r>
              </a:p>
            </p:txBody>
          </p:sp>
        </mc:Fallback>
      </mc:AlternateContent>
      <p:grpSp>
        <p:nvGrpSpPr>
          <p:cNvPr id="187" name="组合 186">
            <a:extLst>
              <a:ext uri="{FF2B5EF4-FFF2-40B4-BE49-F238E27FC236}">
                <a16:creationId xmlns:a16="http://schemas.microsoft.com/office/drawing/2014/main" id="{A6D4BBCA-5839-6D6E-C552-03D60276BD3C}"/>
              </a:ext>
            </a:extLst>
          </p:cNvPr>
          <p:cNvGrpSpPr/>
          <p:nvPr/>
        </p:nvGrpSpPr>
        <p:grpSpPr>
          <a:xfrm rot="5400000">
            <a:off x="3301972" y="4082437"/>
            <a:ext cx="2859971" cy="386078"/>
            <a:chOff x="2242865" y="3147614"/>
            <a:chExt cx="4023485" cy="543145"/>
          </a:xfrm>
        </p:grpSpPr>
        <p:sp>
          <p:nvSpPr>
            <p:cNvPr id="188" name="Arc 158">
              <a:extLst>
                <a:ext uri="{FF2B5EF4-FFF2-40B4-BE49-F238E27FC236}">
                  <a16:creationId xmlns:a16="http://schemas.microsoft.com/office/drawing/2014/main" id="{20C973F3-1E6B-9D19-3D15-D637252E1EEB}"/>
                </a:ext>
              </a:extLst>
            </p:cNvPr>
            <p:cNvSpPr>
              <a:spLocks/>
            </p:cNvSpPr>
            <p:nvPr/>
          </p:nvSpPr>
          <p:spPr bwMode="auto">
            <a:xfrm rot="5400000">
              <a:off x="4779485" y="2999499"/>
              <a:ext cx="540228" cy="84229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89" name="Line 160">
              <a:extLst>
                <a:ext uri="{FF2B5EF4-FFF2-40B4-BE49-F238E27FC236}">
                  <a16:creationId xmlns:a16="http://schemas.microsoft.com/office/drawing/2014/main" id="{C5BD6B05-1DBA-2F67-12AF-60D3249CDEE7}"/>
                </a:ext>
              </a:extLst>
            </p:cNvPr>
            <p:cNvSpPr>
              <a:spLocks noChangeShapeType="1"/>
            </p:cNvSpPr>
            <p:nvPr/>
          </p:nvSpPr>
          <p:spPr bwMode="auto">
            <a:xfrm flipH="1">
              <a:off x="5347486" y="314762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90" name="Line 160">
              <a:extLst>
                <a:ext uri="{FF2B5EF4-FFF2-40B4-BE49-F238E27FC236}">
                  <a16:creationId xmlns:a16="http://schemas.microsoft.com/office/drawing/2014/main" id="{793E4A95-A8D0-5C3B-8441-677CA7A46FEF}"/>
                </a:ext>
              </a:extLst>
            </p:cNvPr>
            <p:cNvSpPr>
              <a:spLocks noChangeShapeType="1"/>
            </p:cNvSpPr>
            <p:nvPr/>
          </p:nvSpPr>
          <p:spPr bwMode="auto">
            <a:xfrm flipH="1">
              <a:off x="5347486" y="369075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191" name="Arc 156">
              <a:extLst>
                <a:ext uri="{FF2B5EF4-FFF2-40B4-BE49-F238E27FC236}">
                  <a16:creationId xmlns:a16="http://schemas.microsoft.com/office/drawing/2014/main" id="{8B85E950-2666-10E4-867D-4FC7167F434B}"/>
                </a:ext>
              </a:extLst>
            </p:cNvPr>
            <p:cNvSpPr>
              <a:spLocks/>
            </p:cNvSpPr>
            <p:nvPr/>
          </p:nvSpPr>
          <p:spPr bwMode="auto">
            <a:xfrm flipV="1">
              <a:off x="5588257" y="3168880"/>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192" name="Line 27">
              <a:extLst>
                <a:ext uri="{FF2B5EF4-FFF2-40B4-BE49-F238E27FC236}">
                  <a16:creationId xmlns:a16="http://schemas.microsoft.com/office/drawing/2014/main" id="{4D6C1755-A852-F045-2395-1068362B402F}"/>
                </a:ext>
              </a:extLst>
            </p:cNvPr>
            <p:cNvSpPr>
              <a:spLocks noChangeShapeType="1"/>
            </p:cNvSpPr>
            <p:nvPr/>
          </p:nvSpPr>
          <p:spPr bwMode="auto">
            <a:xfrm>
              <a:off x="2242865" y="3419218"/>
              <a:ext cx="32278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193" name="Line 27">
              <a:extLst>
                <a:ext uri="{FF2B5EF4-FFF2-40B4-BE49-F238E27FC236}">
                  <a16:creationId xmlns:a16="http://schemas.microsoft.com/office/drawing/2014/main" id="{FC6CE098-F336-4132-C97E-397F914F76CD}"/>
                </a:ext>
              </a:extLst>
            </p:cNvPr>
            <p:cNvSpPr>
              <a:spLocks noChangeShapeType="1"/>
            </p:cNvSpPr>
            <p:nvPr/>
          </p:nvSpPr>
          <p:spPr bwMode="auto">
            <a:xfrm>
              <a:off x="5967729" y="3419217"/>
              <a:ext cx="2986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 name="Arc 156">
              <a:extLst>
                <a:ext uri="{FF2B5EF4-FFF2-40B4-BE49-F238E27FC236}">
                  <a16:creationId xmlns:a16="http://schemas.microsoft.com/office/drawing/2014/main" id="{727889D4-F531-C5D2-01EE-11325B6931E2}"/>
                </a:ext>
              </a:extLst>
            </p:cNvPr>
            <p:cNvSpPr>
              <a:spLocks/>
            </p:cNvSpPr>
            <p:nvPr/>
          </p:nvSpPr>
          <p:spPr bwMode="auto">
            <a:xfrm>
              <a:off x="5586566" y="3147614"/>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grpSp>
        <p:nvGrpSpPr>
          <p:cNvPr id="195" name="组合 194">
            <a:extLst>
              <a:ext uri="{FF2B5EF4-FFF2-40B4-BE49-F238E27FC236}">
                <a16:creationId xmlns:a16="http://schemas.microsoft.com/office/drawing/2014/main" id="{87EF1682-A863-56B1-74AB-F6C89AF8160B}"/>
              </a:ext>
            </a:extLst>
          </p:cNvPr>
          <p:cNvGrpSpPr/>
          <p:nvPr/>
        </p:nvGrpSpPr>
        <p:grpSpPr>
          <a:xfrm>
            <a:off x="3628148" y="3064793"/>
            <a:ext cx="1197528" cy="1732161"/>
            <a:chOff x="3628148" y="3064793"/>
            <a:chExt cx="1197528" cy="1732161"/>
          </a:xfrm>
        </p:grpSpPr>
        <p:sp>
          <p:nvSpPr>
            <p:cNvPr id="196" name="Line 27">
              <a:extLst>
                <a:ext uri="{FF2B5EF4-FFF2-40B4-BE49-F238E27FC236}">
                  <a16:creationId xmlns:a16="http://schemas.microsoft.com/office/drawing/2014/main" id="{60B23317-9BA1-D5BF-11A8-26A44F871FBE}"/>
                </a:ext>
              </a:extLst>
            </p:cNvPr>
            <p:cNvSpPr>
              <a:spLocks noChangeShapeType="1"/>
            </p:cNvSpPr>
            <p:nvPr/>
          </p:nvSpPr>
          <p:spPr bwMode="auto">
            <a:xfrm rot="2700000">
              <a:off x="4135858" y="470568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7" name="Line 27">
              <a:extLst>
                <a:ext uri="{FF2B5EF4-FFF2-40B4-BE49-F238E27FC236}">
                  <a16:creationId xmlns:a16="http://schemas.microsoft.com/office/drawing/2014/main" id="{361E2C49-DE6A-0A9B-364A-FABB2C45D200}"/>
                </a:ext>
              </a:extLst>
            </p:cNvPr>
            <p:cNvSpPr>
              <a:spLocks noChangeShapeType="1"/>
            </p:cNvSpPr>
            <p:nvPr/>
          </p:nvSpPr>
          <p:spPr bwMode="auto">
            <a:xfrm rot="18900000" flipV="1">
              <a:off x="4135858" y="470399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8" name="Line 27">
              <a:extLst>
                <a:ext uri="{FF2B5EF4-FFF2-40B4-BE49-F238E27FC236}">
                  <a16:creationId xmlns:a16="http://schemas.microsoft.com/office/drawing/2014/main" id="{90B18BBE-A2F4-9010-5C3C-1E2434E336F0}"/>
                </a:ext>
              </a:extLst>
            </p:cNvPr>
            <p:cNvSpPr>
              <a:spLocks noChangeShapeType="1"/>
            </p:cNvSpPr>
            <p:nvPr/>
          </p:nvSpPr>
          <p:spPr bwMode="auto">
            <a:xfrm rot="2700000">
              <a:off x="3628149" y="4188686"/>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9" name="Line 27">
              <a:extLst>
                <a:ext uri="{FF2B5EF4-FFF2-40B4-BE49-F238E27FC236}">
                  <a16:creationId xmlns:a16="http://schemas.microsoft.com/office/drawing/2014/main" id="{673060DE-A9B2-1A85-30AC-D8A06BD09682}"/>
                </a:ext>
              </a:extLst>
            </p:cNvPr>
            <p:cNvSpPr>
              <a:spLocks noChangeShapeType="1"/>
            </p:cNvSpPr>
            <p:nvPr/>
          </p:nvSpPr>
          <p:spPr bwMode="auto">
            <a:xfrm rot="18900000" flipV="1">
              <a:off x="3628149" y="4186993"/>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0" name="Line 27">
              <a:extLst>
                <a:ext uri="{FF2B5EF4-FFF2-40B4-BE49-F238E27FC236}">
                  <a16:creationId xmlns:a16="http://schemas.microsoft.com/office/drawing/2014/main" id="{4C9EF23D-402B-CE8F-76CF-83F07B982401}"/>
                </a:ext>
              </a:extLst>
            </p:cNvPr>
            <p:cNvSpPr>
              <a:spLocks noChangeShapeType="1"/>
            </p:cNvSpPr>
            <p:nvPr/>
          </p:nvSpPr>
          <p:spPr bwMode="auto">
            <a:xfrm rot="2700000">
              <a:off x="3628148" y="367663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1" name="Line 27">
              <a:extLst>
                <a:ext uri="{FF2B5EF4-FFF2-40B4-BE49-F238E27FC236}">
                  <a16:creationId xmlns:a16="http://schemas.microsoft.com/office/drawing/2014/main" id="{831B7A16-ECD3-8545-3901-ECBAE467C27F}"/>
                </a:ext>
              </a:extLst>
            </p:cNvPr>
            <p:cNvSpPr>
              <a:spLocks noChangeShapeType="1"/>
            </p:cNvSpPr>
            <p:nvPr/>
          </p:nvSpPr>
          <p:spPr bwMode="auto">
            <a:xfrm rot="18900000" flipV="1">
              <a:off x="3628148" y="367493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2" name="Line 27">
              <a:extLst>
                <a:ext uri="{FF2B5EF4-FFF2-40B4-BE49-F238E27FC236}">
                  <a16:creationId xmlns:a16="http://schemas.microsoft.com/office/drawing/2014/main" id="{8EA339E8-52D7-2BE3-D508-DEC54EB1F128}"/>
                </a:ext>
              </a:extLst>
            </p:cNvPr>
            <p:cNvSpPr>
              <a:spLocks noChangeShapeType="1"/>
            </p:cNvSpPr>
            <p:nvPr/>
          </p:nvSpPr>
          <p:spPr bwMode="auto">
            <a:xfrm rot="2700000">
              <a:off x="4134788" y="315606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3" name="Line 27">
              <a:extLst>
                <a:ext uri="{FF2B5EF4-FFF2-40B4-BE49-F238E27FC236}">
                  <a16:creationId xmlns:a16="http://schemas.microsoft.com/office/drawing/2014/main" id="{999CD1FB-798C-208C-ABA8-4AC49BCB1E14}"/>
                </a:ext>
              </a:extLst>
            </p:cNvPr>
            <p:cNvSpPr>
              <a:spLocks noChangeShapeType="1"/>
            </p:cNvSpPr>
            <p:nvPr/>
          </p:nvSpPr>
          <p:spPr bwMode="auto">
            <a:xfrm rot="18900000" flipV="1">
              <a:off x="4134788" y="315436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 name="Line 27">
              <a:extLst>
                <a:ext uri="{FF2B5EF4-FFF2-40B4-BE49-F238E27FC236}">
                  <a16:creationId xmlns:a16="http://schemas.microsoft.com/office/drawing/2014/main" id="{D2A8C24C-81BE-EE40-2AF6-D0619C6BDCFE}"/>
                </a:ext>
              </a:extLst>
            </p:cNvPr>
            <p:cNvSpPr>
              <a:spLocks noChangeShapeType="1"/>
            </p:cNvSpPr>
            <p:nvPr/>
          </p:nvSpPr>
          <p:spPr bwMode="auto">
            <a:xfrm rot="2700000">
              <a:off x="4643138" y="470568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 name="Line 27">
              <a:extLst>
                <a:ext uri="{FF2B5EF4-FFF2-40B4-BE49-F238E27FC236}">
                  <a16:creationId xmlns:a16="http://schemas.microsoft.com/office/drawing/2014/main" id="{CF6C4C90-229C-F789-1956-F3A91EB0EAC7}"/>
                </a:ext>
              </a:extLst>
            </p:cNvPr>
            <p:cNvSpPr>
              <a:spLocks noChangeShapeType="1"/>
            </p:cNvSpPr>
            <p:nvPr/>
          </p:nvSpPr>
          <p:spPr bwMode="auto">
            <a:xfrm rot="18900000" flipV="1">
              <a:off x="4643138" y="470399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07" name="文本框 206">
            <a:extLst>
              <a:ext uri="{FF2B5EF4-FFF2-40B4-BE49-F238E27FC236}">
                <a16:creationId xmlns:a16="http://schemas.microsoft.com/office/drawing/2014/main" id="{E1A91E70-CFC8-74E7-AB8E-65022C80693A}"/>
              </a:ext>
            </a:extLst>
          </p:cNvPr>
          <p:cNvSpPr txBox="1"/>
          <p:nvPr/>
        </p:nvSpPr>
        <p:spPr>
          <a:xfrm>
            <a:off x="1615514" y="4992065"/>
            <a:ext cx="1174562" cy="497957"/>
          </a:xfrm>
          <a:prstGeom prst="rect">
            <a:avLst/>
          </a:prstGeom>
          <a:noFill/>
        </p:spPr>
        <p:txBody>
          <a:bodyPr wrap="square">
            <a:spAutoFit/>
          </a:bodyPr>
          <a:lstStyle/>
          <a:p>
            <a:pPr algn="ctr">
              <a:lnSpc>
                <a:spcPct val="120000"/>
              </a:lnSpc>
            </a:pPr>
            <a:r>
              <a:rPr kumimoji="1" lang="zh-CN" altLang="en-US" sz="2400" dirty="0">
                <a:solidFill>
                  <a:srgbClr val="002060"/>
                </a:solidFill>
                <a:latin typeface="微软雅黑" panose="020B0503020204020204" pitchFamily="34" charset="-122"/>
                <a:ea typeface="微软雅黑" panose="020B0503020204020204" pitchFamily="34" charset="-122"/>
              </a:rPr>
              <a:t>与阵列</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
        <p:nvSpPr>
          <p:cNvPr id="208" name="文本框 207">
            <a:extLst>
              <a:ext uri="{FF2B5EF4-FFF2-40B4-BE49-F238E27FC236}">
                <a16:creationId xmlns:a16="http://schemas.microsoft.com/office/drawing/2014/main" id="{99F344CD-195A-4753-D638-99DAFBF9437C}"/>
              </a:ext>
            </a:extLst>
          </p:cNvPr>
          <p:cNvSpPr txBox="1"/>
          <p:nvPr/>
        </p:nvSpPr>
        <p:spPr>
          <a:xfrm>
            <a:off x="3597767" y="2342050"/>
            <a:ext cx="1251748" cy="497957"/>
          </a:xfrm>
          <a:prstGeom prst="rect">
            <a:avLst/>
          </a:prstGeom>
          <a:noFill/>
        </p:spPr>
        <p:txBody>
          <a:bodyPr wrap="square">
            <a:spAutoFit/>
          </a:bodyPr>
          <a:lstStyle/>
          <a:p>
            <a:pPr algn="ctr">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或阵列</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grpSp>
        <p:nvGrpSpPr>
          <p:cNvPr id="209" name="组合 208">
            <a:extLst>
              <a:ext uri="{FF2B5EF4-FFF2-40B4-BE49-F238E27FC236}">
                <a16:creationId xmlns:a16="http://schemas.microsoft.com/office/drawing/2014/main" id="{0030E8D8-F38E-9094-3078-9AD3ABD2F108}"/>
              </a:ext>
            </a:extLst>
          </p:cNvPr>
          <p:cNvGrpSpPr/>
          <p:nvPr/>
        </p:nvGrpSpPr>
        <p:grpSpPr>
          <a:xfrm>
            <a:off x="11449269" y="6198682"/>
            <a:ext cx="786273" cy="548639"/>
            <a:chOff x="11454918" y="5839511"/>
            <a:chExt cx="786273" cy="548639"/>
          </a:xfrm>
        </p:grpSpPr>
        <p:grpSp>
          <p:nvGrpSpPr>
            <p:cNvPr id="210" name="组合 209">
              <a:extLst>
                <a:ext uri="{FF2B5EF4-FFF2-40B4-BE49-F238E27FC236}">
                  <a16:creationId xmlns:a16="http://schemas.microsoft.com/office/drawing/2014/main" id="{99C5F341-13D7-C547-9BE0-403BC8ACEF15}"/>
                </a:ext>
              </a:extLst>
            </p:cNvPr>
            <p:cNvGrpSpPr/>
            <p:nvPr/>
          </p:nvGrpSpPr>
          <p:grpSpPr>
            <a:xfrm>
              <a:off x="11454918" y="5867450"/>
              <a:ext cx="737081" cy="520700"/>
              <a:chOff x="11454918" y="5867450"/>
              <a:chExt cx="737081" cy="520700"/>
            </a:xfrm>
          </p:grpSpPr>
          <p:sp>
            <p:nvSpPr>
              <p:cNvPr id="212" name="箭头: 五边形 211">
                <a:extLst>
                  <a:ext uri="{FF2B5EF4-FFF2-40B4-BE49-F238E27FC236}">
                    <a16:creationId xmlns:a16="http://schemas.microsoft.com/office/drawing/2014/main" id="{AA3495CB-524B-E424-16EF-8BA65D2A8813}"/>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3" name="箭头: V 形 212">
                <a:extLst>
                  <a:ext uri="{FF2B5EF4-FFF2-40B4-BE49-F238E27FC236}">
                    <a16:creationId xmlns:a16="http://schemas.microsoft.com/office/drawing/2014/main" id="{AEE18FD5-7372-B930-0D6A-049AA2ED5BB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11" name="灯片编号占位符 3">
              <a:extLst>
                <a:ext uri="{FF2B5EF4-FFF2-40B4-BE49-F238E27FC236}">
                  <a16:creationId xmlns:a16="http://schemas.microsoft.com/office/drawing/2014/main" id="{ED72CDC2-072C-53CA-D09A-099B9271938A}"/>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43</a:t>
              </a:fld>
              <a:endParaRPr lang="zh-CN" altLang="en-US" sz="3200" dirty="0">
                <a:solidFill>
                  <a:schemeClr val="bg1"/>
                </a:solidFill>
                <a:latin typeface="Candara"/>
                <a:ea typeface="微软雅黑"/>
              </a:endParaRPr>
            </a:p>
          </p:txBody>
        </p:sp>
      </p:grpSp>
      <p:sp>
        <p:nvSpPr>
          <p:cNvPr id="215" name="文本框 214">
            <a:extLst>
              <a:ext uri="{FF2B5EF4-FFF2-40B4-BE49-F238E27FC236}">
                <a16:creationId xmlns:a16="http://schemas.microsoft.com/office/drawing/2014/main" id="{D78006AE-931B-4DCA-49D5-8FB4BA8909F8}"/>
              </a:ext>
            </a:extLst>
          </p:cNvPr>
          <p:cNvSpPr txBox="1"/>
          <p:nvPr/>
        </p:nvSpPr>
        <p:spPr>
          <a:xfrm>
            <a:off x="1413503" y="5820804"/>
            <a:ext cx="1547487" cy="799706"/>
          </a:xfrm>
          <a:prstGeom prst="rect">
            <a:avLst/>
          </a:prstGeom>
          <a:noFill/>
        </p:spPr>
        <p:txBody>
          <a:bodyPr wrap="square">
            <a:spAutoFit/>
          </a:bodyPr>
          <a:lstStyle/>
          <a:p>
            <a:pPr algn="ctr">
              <a:lnSpc>
                <a:spcPct val="120000"/>
              </a:lnSpc>
            </a:pPr>
            <a:r>
              <a:rPr kumimoji="1" lang="zh-CN" altLang="en-US" sz="2000" dirty="0">
                <a:solidFill>
                  <a:srgbClr val="002060"/>
                </a:solidFill>
                <a:latin typeface="微软雅黑" panose="020B0503020204020204" pitchFamily="34" charset="-122"/>
                <a:ea typeface="微软雅黑" panose="020B0503020204020204" pitchFamily="34" charset="-122"/>
              </a:rPr>
              <a:t>输入变量的所有最小项</a:t>
            </a:r>
            <a:endParaRPr kumimoji="1" lang="en-US" altLang="zh-CN" sz="2000" dirty="0">
              <a:solidFill>
                <a:srgbClr val="002060"/>
              </a:solidFill>
              <a:latin typeface="微软雅黑" panose="020B0503020204020204" pitchFamily="34" charset="-122"/>
              <a:ea typeface="微软雅黑" panose="020B0503020204020204" pitchFamily="34" charset="-122"/>
            </a:endParaRPr>
          </a:p>
        </p:txBody>
      </p:sp>
      <p:sp>
        <p:nvSpPr>
          <p:cNvPr id="216" name="箭头: 右 215">
            <a:extLst>
              <a:ext uri="{FF2B5EF4-FFF2-40B4-BE49-F238E27FC236}">
                <a16:creationId xmlns:a16="http://schemas.microsoft.com/office/drawing/2014/main" id="{D24B20B3-47AA-190D-B282-7B5A381C9B2D}"/>
              </a:ext>
            </a:extLst>
          </p:cNvPr>
          <p:cNvSpPr/>
          <p:nvPr/>
        </p:nvSpPr>
        <p:spPr>
          <a:xfrm rot="16200000" flipH="1">
            <a:off x="1997512" y="5537691"/>
            <a:ext cx="390348" cy="324858"/>
          </a:xfrm>
          <a:prstGeom prst="rightArrow">
            <a:avLst>
              <a:gd name="adj1" fmla="val 50000"/>
              <a:gd name="adj2" fmla="val 5000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7" name="组合 216">
            <a:extLst>
              <a:ext uri="{FF2B5EF4-FFF2-40B4-BE49-F238E27FC236}">
                <a16:creationId xmlns:a16="http://schemas.microsoft.com/office/drawing/2014/main" id="{5500F10F-4211-6B83-B812-208799A26BDA}"/>
              </a:ext>
            </a:extLst>
          </p:cNvPr>
          <p:cNvGrpSpPr/>
          <p:nvPr/>
        </p:nvGrpSpPr>
        <p:grpSpPr>
          <a:xfrm>
            <a:off x="5620045" y="2198078"/>
            <a:ext cx="4695402" cy="3185176"/>
            <a:chOff x="5620045" y="2198078"/>
            <a:chExt cx="4695402" cy="3185176"/>
          </a:xfrm>
        </p:grpSpPr>
        <mc:AlternateContent xmlns:mc="http://schemas.openxmlformats.org/markup-compatibility/2006" xmlns:a14="http://schemas.microsoft.com/office/drawing/2010/main">
          <mc:Choice Requires="a14">
            <p:sp>
              <p:nvSpPr>
                <p:cNvPr id="218" name="文本框 217">
                  <a:extLst>
                    <a:ext uri="{FF2B5EF4-FFF2-40B4-BE49-F238E27FC236}">
                      <a16:creationId xmlns:a16="http://schemas.microsoft.com/office/drawing/2014/main" id="{25D8FA3E-124A-7F0C-C2B5-E0FA3B8CDC56}"/>
                    </a:ext>
                  </a:extLst>
                </p:cNvPr>
                <p:cNvSpPr txBox="1"/>
                <p:nvPr/>
              </p:nvSpPr>
              <p:spPr>
                <a:xfrm>
                  <a:off x="7209432" y="4917799"/>
                  <a:ext cx="450256"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400">
                            <a:latin typeface="Cambria Math" panose="02040503050406030204" pitchFamily="18" charset="0"/>
                            <a:ea typeface="楷体_GB2312" pitchFamily="49" charset="-122"/>
                          </a:rPr>
                          <m:t>A</m:t>
                        </m:r>
                      </m:oMath>
                    </m:oMathPara>
                  </a14:m>
                  <a:endParaRPr lang="zh-CN" altLang="en-US" sz="2400" dirty="0"/>
                </a:p>
              </p:txBody>
            </p:sp>
          </mc:Choice>
          <mc:Fallback xmlns="">
            <p:sp>
              <p:nvSpPr>
                <p:cNvPr id="106" name="文本框 105">
                  <a:extLst>
                    <a:ext uri="{FF2B5EF4-FFF2-40B4-BE49-F238E27FC236}">
                      <a16:creationId xmlns:a16="http://schemas.microsoft.com/office/drawing/2014/main" id="{FB8D9800-8DC1-6631-595E-46267362D416}"/>
                    </a:ext>
                  </a:extLst>
                </p:cNvPr>
                <p:cNvSpPr txBox="1">
                  <a:spLocks noRot="1" noChangeAspect="1" noMove="1" noResize="1" noEditPoints="1" noAdjustHandles="1" noChangeArrowheads="1" noChangeShapeType="1" noTextEdit="1"/>
                </p:cNvSpPr>
                <p:nvPr/>
              </p:nvSpPr>
              <p:spPr>
                <a:xfrm>
                  <a:off x="7209432" y="4917799"/>
                  <a:ext cx="450256" cy="461665"/>
                </a:xfrm>
                <a:prstGeom prst="rect">
                  <a:avLst/>
                </a:prstGeom>
                <a:blipFill>
                  <a:blip r:embed="rId9"/>
                  <a:stretch>
                    <a:fillRect l="-54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9" name="文本框 218">
                  <a:extLst>
                    <a:ext uri="{FF2B5EF4-FFF2-40B4-BE49-F238E27FC236}">
                      <a16:creationId xmlns:a16="http://schemas.microsoft.com/office/drawing/2014/main" id="{64906B12-4969-264C-C668-C2060BDA6EDA}"/>
                    </a:ext>
                  </a:extLst>
                </p:cNvPr>
                <p:cNvSpPr txBox="1"/>
                <p:nvPr/>
              </p:nvSpPr>
              <p:spPr>
                <a:xfrm>
                  <a:off x="9483379" y="4906905"/>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a:rPr lang="en-US" altLang="zh-CN" sz="2400" i="1">
                                <a:latin typeface="Cambria Math" panose="02040503050406030204" pitchFamily="18" charset="0"/>
                              </a:rPr>
                              <m:t>1</m:t>
                            </m:r>
                          </m:sub>
                        </m:sSub>
                      </m:oMath>
                    </m:oMathPara>
                  </a14:m>
                  <a:endParaRPr lang="zh-CN" altLang="en-US" sz="2400" dirty="0"/>
                </a:p>
              </p:txBody>
            </p:sp>
          </mc:Choice>
          <mc:Fallback xmlns="">
            <p:sp>
              <p:nvSpPr>
                <p:cNvPr id="107" name="文本框 106">
                  <a:extLst>
                    <a:ext uri="{FF2B5EF4-FFF2-40B4-BE49-F238E27FC236}">
                      <a16:creationId xmlns:a16="http://schemas.microsoft.com/office/drawing/2014/main" id="{B8AD2D43-6E43-2D6B-1C67-13EB04DD0591}"/>
                    </a:ext>
                  </a:extLst>
                </p:cNvPr>
                <p:cNvSpPr txBox="1">
                  <a:spLocks noRot="1" noChangeAspect="1" noMove="1" noResize="1" noEditPoints="1" noAdjustHandles="1" noChangeArrowheads="1" noChangeShapeType="1" noTextEdit="1"/>
                </p:cNvSpPr>
                <p:nvPr/>
              </p:nvSpPr>
              <p:spPr>
                <a:xfrm>
                  <a:off x="9483379" y="4906905"/>
                  <a:ext cx="458075" cy="461665"/>
                </a:xfrm>
                <a:prstGeom prst="rect">
                  <a:avLst/>
                </a:prstGeom>
                <a:blipFill>
                  <a:blip r:embed="rId10"/>
                  <a:stretch>
                    <a:fillRect l="-14667"/>
                  </a:stretch>
                </a:blipFill>
              </p:spPr>
              <p:txBody>
                <a:bodyPr/>
                <a:lstStyle/>
                <a:p>
                  <a:r>
                    <a:rPr lang="zh-CN" altLang="en-US">
                      <a:noFill/>
                    </a:rPr>
                    <a:t> </a:t>
                  </a:r>
                </a:p>
              </p:txBody>
            </p:sp>
          </mc:Fallback>
        </mc:AlternateContent>
        <p:sp>
          <p:nvSpPr>
            <p:cNvPr id="220" name="Line 27">
              <a:extLst>
                <a:ext uri="{FF2B5EF4-FFF2-40B4-BE49-F238E27FC236}">
                  <a16:creationId xmlns:a16="http://schemas.microsoft.com/office/drawing/2014/main" id="{97F0C511-FA88-81B8-C252-E7814C07E019}"/>
                </a:ext>
              </a:extLst>
            </p:cNvPr>
            <p:cNvSpPr>
              <a:spLocks noChangeShapeType="1"/>
            </p:cNvSpPr>
            <p:nvPr/>
          </p:nvSpPr>
          <p:spPr bwMode="auto">
            <a:xfrm>
              <a:off x="7212430" y="3088049"/>
              <a:ext cx="30322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221" name="Line 27">
              <a:extLst>
                <a:ext uri="{FF2B5EF4-FFF2-40B4-BE49-F238E27FC236}">
                  <a16:creationId xmlns:a16="http://schemas.microsoft.com/office/drawing/2014/main" id="{43A4BC03-1ABB-BEAE-639E-42E4FAD426E4}"/>
                </a:ext>
              </a:extLst>
            </p:cNvPr>
            <p:cNvSpPr>
              <a:spLocks noChangeShapeType="1"/>
            </p:cNvSpPr>
            <p:nvPr/>
          </p:nvSpPr>
          <p:spPr bwMode="auto">
            <a:xfrm>
              <a:off x="7212430" y="3606581"/>
              <a:ext cx="30322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222" name="Line 27">
              <a:extLst>
                <a:ext uri="{FF2B5EF4-FFF2-40B4-BE49-F238E27FC236}">
                  <a16:creationId xmlns:a16="http://schemas.microsoft.com/office/drawing/2014/main" id="{F8C96922-CCF5-AE65-AECB-0A22DA098275}"/>
                </a:ext>
              </a:extLst>
            </p:cNvPr>
            <p:cNvSpPr>
              <a:spLocks noChangeShapeType="1"/>
            </p:cNvSpPr>
            <p:nvPr/>
          </p:nvSpPr>
          <p:spPr bwMode="auto">
            <a:xfrm>
              <a:off x="7212430" y="4121168"/>
              <a:ext cx="30322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223" name="Line 27">
              <a:extLst>
                <a:ext uri="{FF2B5EF4-FFF2-40B4-BE49-F238E27FC236}">
                  <a16:creationId xmlns:a16="http://schemas.microsoft.com/office/drawing/2014/main" id="{E55588C0-0D9A-74D0-54DC-C268A811A36A}"/>
                </a:ext>
              </a:extLst>
            </p:cNvPr>
            <p:cNvSpPr>
              <a:spLocks noChangeShapeType="1"/>
            </p:cNvSpPr>
            <p:nvPr/>
          </p:nvSpPr>
          <p:spPr bwMode="auto">
            <a:xfrm>
              <a:off x="7212428" y="4635755"/>
              <a:ext cx="30322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224" name="Line 27">
              <a:extLst>
                <a:ext uri="{FF2B5EF4-FFF2-40B4-BE49-F238E27FC236}">
                  <a16:creationId xmlns:a16="http://schemas.microsoft.com/office/drawing/2014/main" id="{B36D522E-98AF-668F-5671-118F7D167D5C}"/>
                </a:ext>
              </a:extLst>
            </p:cNvPr>
            <p:cNvSpPr>
              <a:spLocks noChangeShapeType="1"/>
            </p:cNvSpPr>
            <p:nvPr/>
          </p:nvSpPr>
          <p:spPr bwMode="auto">
            <a:xfrm rot="5400000">
              <a:off x="7357856" y="3817511"/>
              <a:ext cx="22068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225" name="Line 27">
              <a:extLst>
                <a:ext uri="{FF2B5EF4-FFF2-40B4-BE49-F238E27FC236}">
                  <a16:creationId xmlns:a16="http://schemas.microsoft.com/office/drawing/2014/main" id="{75968E3C-AD12-F95F-3458-3B0727967D4C}"/>
                </a:ext>
              </a:extLst>
            </p:cNvPr>
            <p:cNvSpPr>
              <a:spLocks noChangeShapeType="1"/>
            </p:cNvSpPr>
            <p:nvPr/>
          </p:nvSpPr>
          <p:spPr bwMode="auto">
            <a:xfrm rot="5400000">
              <a:off x="6995390" y="3817513"/>
              <a:ext cx="22068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226" name="Line 27">
              <a:extLst>
                <a:ext uri="{FF2B5EF4-FFF2-40B4-BE49-F238E27FC236}">
                  <a16:creationId xmlns:a16="http://schemas.microsoft.com/office/drawing/2014/main" id="{455579E4-C466-28B8-45EB-80F0C33E8048}"/>
                </a:ext>
              </a:extLst>
            </p:cNvPr>
            <p:cNvSpPr>
              <a:spLocks noChangeShapeType="1"/>
            </p:cNvSpPr>
            <p:nvPr/>
          </p:nvSpPr>
          <p:spPr bwMode="auto">
            <a:xfrm rot="5400000">
              <a:off x="6644979" y="3817512"/>
              <a:ext cx="22068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227" name="Line 27">
              <a:extLst>
                <a:ext uri="{FF2B5EF4-FFF2-40B4-BE49-F238E27FC236}">
                  <a16:creationId xmlns:a16="http://schemas.microsoft.com/office/drawing/2014/main" id="{26F132FF-68F3-CFBD-6A43-C8BB86518EF8}"/>
                </a:ext>
              </a:extLst>
            </p:cNvPr>
            <p:cNvSpPr>
              <a:spLocks noChangeShapeType="1"/>
            </p:cNvSpPr>
            <p:nvPr/>
          </p:nvSpPr>
          <p:spPr bwMode="auto">
            <a:xfrm rot="5400000">
              <a:off x="6287958" y="3817514"/>
              <a:ext cx="220683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228" name="Line 27">
              <a:extLst>
                <a:ext uri="{FF2B5EF4-FFF2-40B4-BE49-F238E27FC236}">
                  <a16:creationId xmlns:a16="http://schemas.microsoft.com/office/drawing/2014/main" id="{3CD21EDD-AE5E-E18C-7B22-25BA06704B8F}"/>
                </a:ext>
              </a:extLst>
            </p:cNvPr>
            <p:cNvSpPr>
              <a:spLocks noChangeShapeType="1"/>
            </p:cNvSpPr>
            <p:nvPr/>
          </p:nvSpPr>
          <p:spPr bwMode="auto">
            <a:xfrm rot="5400000">
              <a:off x="8127308" y="3817511"/>
              <a:ext cx="22068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29" name="Line 27">
              <a:extLst>
                <a:ext uri="{FF2B5EF4-FFF2-40B4-BE49-F238E27FC236}">
                  <a16:creationId xmlns:a16="http://schemas.microsoft.com/office/drawing/2014/main" id="{9EFA0243-3A11-8E9E-D73D-39AD7E7318AC}"/>
                </a:ext>
              </a:extLst>
            </p:cNvPr>
            <p:cNvSpPr>
              <a:spLocks noChangeShapeType="1"/>
            </p:cNvSpPr>
            <p:nvPr/>
          </p:nvSpPr>
          <p:spPr bwMode="auto">
            <a:xfrm rot="5400000">
              <a:off x="8502954" y="3817511"/>
              <a:ext cx="22068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30" name="椭圆 229">
              <a:extLst>
                <a:ext uri="{FF2B5EF4-FFF2-40B4-BE49-F238E27FC236}">
                  <a16:creationId xmlns:a16="http://schemas.microsoft.com/office/drawing/2014/main" id="{E0719104-C438-BE3E-A13A-C9FF68408A08}"/>
                </a:ext>
              </a:extLst>
            </p:cNvPr>
            <p:cNvSpPr/>
            <p:nvPr/>
          </p:nvSpPr>
          <p:spPr>
            <a:xfrm>
              <a:off x="7343055" y="4587433"/>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1" name="椭圆 230">
              <a:extLst>
                <a:ext uri="{FF2B5EF4-FFF2-40B4-BE49-F238E27FC236}">
                  <a16:creationId xmlns:a16="http://schemas.microsoft.com/office/drawing/2014/main" id="{DE88D1BF-54FA-815D-DAFE-1019CB09BB14}"/>
                </a:ext>
              </a:extLst>
            </p:cNvPr>
            <p:cNvSpPr/>
            <p:nvPr/>
          </p:nvSpPr>
          <p:spPr>
            <a:xfrm>
              <a:off x="7343054" y="4076791"/>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椭圆 231">
              <a:extLst>
                <a:ext uri="{FF2B5EF4-FFF2-40B4-BE49-F238E27FC236}">
                  <a16:creationId xmlns:a16="http://schemas.microsoft.com/office/drawing/2014/main" id="{E26B1704-170C-9FCA-508D-32F6F0DC0FFD}"/>
                </a:ext>
              </a:extLst>
            </p:cNvPr>
            <p:cNvSpPr/>
            <p:nvPr/>
          </p:nvSpPr>
          <p:spPr>
            <a:xfrm>
              <a:off x="7699671" y="3038405"/>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椭圆 232">
              <a:extLst>
                <a:ext uri="{FF2B5EF4-FFF2-40B4-BE49-F238E27FC236}">
                  <a16:creationId xmlns:a16="http://schemas.microsoft.com/office/drawing/2014/main" id="{8AB7B15C-5093-1315-9070-013D2FD5549C}"/>
                </a:ext>
              </a:extLst>
            </p:cNvPr>
            <p:cNvSpPr/>
            <p:nvPr/>
          </p:nvSpPr>
          <p:spPr>
            <a:xfrm>
              <a:off x="8049089" y="3557038"/>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4" name="椭圆 233">
              <a:extLst>
                <a:ext uri="{FF2B5EF4-FFF2-40B4-BE49-F238E27FC236}">
                  <a16:creationId xmlns:a16="http://schemas.microsoft.com/office/drawing/2014/main" id="{A3C6C80E-C4F3-FAB5-5298-04C5E0E9370B}"/>
                </a:ext>
              </a:extLst>
            </p:cNvPr>
            <p:cNvSpPr/>
            <p:nvPr/>
          </p:nvSpPr>
          <p:spPr>
            <a:xfrm>
              <a:off x="8048933" y="4587432"/>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5" name="椭圆 234">
              <a:extLst>
                <a:ext uri="{FF2B5EF4-FFF2-40B4-BE49-F238E27FC236}">
                  <a16:creationId xmlns:a16="http://schemas.microsoft.com/office/drawing/2014/main" id="{8C41431B-611B-6FB9-9F66-BE789D028089}"/>
                </a:ext>
              </a:extLst>
            </p:cNvPr>
            <p:cNvSpPr/>
            <p:nvPr/>
          </p:nvSpPr>
          <p:spPr>
            <a:xfrm>
              <a:off x="8412652" y="4070305"/>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6" name="椭圆 235">
              <a:extLst>
                <a:ext uri="{FF2B5EF4-FFF2-40B4-BE49-F238E27FC236}">
                  <a16:creationId xmlns:a16="http://schemas.microsoft.com/office/drawing/2014/main" id="{FB8020E7-9065-7E73-5FEA-DBFA40EB223D}"/>
                </a:ext>
              </a:extLst>
            </p:cNvPr>
            <p:cNvSpPr/>
            <p:nvPr/>
          </p:nvSpPr>
          <p:spPr>
            <a:xfrm>
              <a:off x="8412549" y="3034510"/>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Line 27">
              <a:extLst>
                <a:ext uri="{FF2B5EF4-FFF2-40B4-BE49-F238E27FC236}">
                  <a16:creationId xmlns:a16="http://schemas.microsoft.com/office/drawing/2014/main" id="{647BA38E-99DB-B39B-5593-2574DFA19D94}"/>
                </a:ext>
              </a:extLst>
            </p:cNvPr>
            <p:cNvSpPr>
              <a:spLocks noChangeShapeType="1"/>
            </p:cNvSpPr>
            <p:nvPr/>
          </p:nvSpPr>
          <p:spPr bwMode="auto">
            <a:xfrm rot="2700000">
              <a:off x="9517579" y="463744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8" name="Line 27">
              <a:extLst>
                <a:ext uri="{FF2B5EF4-FFF2-40B4-BE49-F238E27FC236}">
                  <a16:creationId xmlns:a16="http://schemas.microsoft.com/office/drawing/2014/main" id="{865CF66F-F055-077F-79E3-48AECD4BE6D9}"/>
                </a:ext>
              </a:extLst>
            </p:cNvPr>
            <p:cNvSpPr>
              <a:spLocks noChangeShapeType="1"/>
            </p:cNvSpPr>
            <p:nvPr/>
          </p:nvSpPr>
          <p:spPr bwMode="auto">
            <a:xfrm rot="18900000" flipV="1">
              <a:off x="9517579" y="4635756"/>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 name="Line 27">
              <a:extLst>
                <a:ext uri="{FF2B5EF4-FFF2-40B4-BE49-F238E27FC236}">
                  <a16:creationId xmlns:a16="http://schemas.microsoft.com/office/drawing/2014/main" id="{BDC254AB-C7B4-44CE-D6E1-40BDB88605BB}"/>
                </a:ext>
              </a:extLst>
            </p:cNvPr>
            <p:cNvSpPr>
              <a:spLocks noChangeShapeType="1"/>
            </p:cNvSpPr>
            <p:nvPr/>
          </p:nvSpPr>
          <p:spPr bwMode="auto">
            <a:xfrm rot="2700000">
              <a:off x="9139476" y="4120450"/>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0" name="Line 27">
              <a:extLst>
                <a:ext uri="{FF2B5EF4-FFF2-40B4-BE49-F238E27FC236}">
                  <a16:creationId xmlns:a16="http://schemas.microsoft.com/office/drawing/2014/main" id="{131DE030-63EE-5F38-8A32-DDC99084CA7C}"/>
                </a:ext>
              </a:extLst>
            </p:cNvPr>
            <p:cNvSpPr>
              <a:spLocks noChangeShapeType="1"/>
            </p:cNvSpPr>
            <p:nvPr/>
          </p:nvSpPr>
          <p:spPr bwMode="auto">
            <a:xfrm rot="18900000" flipV="1">
              <a:off x="9139476" y="4118757"/>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1" name="Line 27">
              <a:extLst>
                <a:ext uri="{FF2B5EF4-FFF2-40B4-BE49-F238E27FC236}">
                  <a16:creationId xmlns:a16="http://schemas.microsoft.com/office/drawing/2014/main" id="{1036A737-5AA6-2DE8-E5AE-019D0B57F004}"/>
                </a:ext>
              </a:extLst>
            </p:cNvPr>
            <p:cNvSpPr>
              <a:spLocks noChangeShapeType="1"/>
            </p:cNvSpPr>
            <p:nvPr/>
          </p:nvSpPr>
          <p:spPr bwMode="auto">
            <a:xfrm rot="2700000">
              <a:off x="9139475" y="360839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 name="Line 27">
              <a:extLst>
                <a:ext uri="{FF2B5EF4-FFF2-40B4-BE49-F238E27FC236}">
                  <a16:creationId xmlns:a16="http://schemas.microsoft.com/office/drawing/2014/main" id="{B0D247B2-2A3E-7C65-EC6E-9699FF6B943A}"/>
                </a:ext>
              </a:extLst>
            </p:cNvPr>
            <p:cNvSpPr>
              <a:spLocks noChangeShapeType="1"/>
            </p:cNvSpPr>
            <p:nvPr/>
          </p:nvSpPr>
          <p:spPr bwMode="auto">
            <a:xfrm rot="18900000" flipV="1">
              <a:off x="9139475" y="360670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 name="Line 27">
              <a:extLst>
                <a:ext uri="{FF2B5EF4-FFF2-40B4-BE49-F238E27FC236}">
                  <a16:creationId xmlns:a16="http://schemas.microsoft.com/office/drawing/2014/main" id="{457344A1-41BD-819F-B3CD-BD3928FE6500}"/>
                </a:ext>
              </a:extLst>
            </p:cNvPr>
            <p:cNvSpPr>
              <a:spLocks noChangeShapeType="1"/>
            </p:cNvSpPr>
            <p:nvPr/>
          </p:nvSpPr>
          <p:spPr bwMode="auto">
            <a:xfrm rot="2700000">
              <a:off x="9516509" y="3087826"/>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4" name="Line 27">
              <a:extLst>
                <a:ext uri="{FF2B5EF4-FFF2-40B4-BE49-F238E27FC236}">
                  <a16:creationId xmlns:a16="http://schemas.microsoft.com/office/drawing/2014/main" id="{7F88B327-1DA5-006B-1946-2BE4418FD328}"/>
                </a:ext>
              </a:extLst>
            </p:cNvPr>
            <p:cNvSpPr>
              <a:spLocks noChangeShapeType="1"/>
            </p:cNvSpPr>
            <p:nvPr/>
          </p:nvSpPr>
          <p:spPr bwMode="auto">
            <a:xfrm rot="18900000" flipV="1">
              <a:off x="9516509" y="3086133"/>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245" name="文本框 244">
                  <a:extLst>
                    <a:ext uri="{FF2B5EF4-FFF2-40B4-BE49-F238E27FC236}">
                      <a16:creationId xmlns:a16="http://schemas.microsoft.com/office/drawing/2014/main" id="{C7783EF3-281E-C6B4-CC31-4AB95FFCBC2F}"/>
                    </a:ext>
                  </a:extLst>
                </p:cNvPr>
                <p:cNvSpPr txBox="1"/>
                <p:nvPr/>
              </p:nvSpPr>
              <p:spPr>
                <a:xfrm>
                  <a:off x="7920448" y="4913489"/>
                  <a:ext cx="450256"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400" b="0" i="0" smtClean="0">
                            <a:latin typeface="Cambria Math" panose="02040503050406030204" pitchFamily="18" charset="0"/>
                            <a:ea typeface="楷体_GB2312" pitchFamily="49" charset="-122"/>
                          </a:rPr>
                          <m:t>B</m:t>
                        </m:r>
                      </m:oMath>
                    </m:oMathPara>
                  </a14:m>
                  <a:endParaRPr lang="zh-CN" altLang="en-US" sz="2400" dirty="0"/>
                </a:p>
              </p:txBody>
            </p:sp>
          </mc:Choice>
          <mc:Fallback xmlns="">
            <p:sp>
              <p:nvSpPr>
                <p:cNvPr id="160" name="文本框 159">
                  <a:extLst>
                    <a:ext uri="{FF2B5EF4-FFF2-40B4-BE49-F238E27FC236}">
                      <a16:creationId xmlns:a16="http://schemas.microsoft.com/office/drawing/2014/main" id="{96AF5783-C311-FB24-BDA6-F32DB2031E2E}"/>
                    </a:ext>
                  </a:extLst>
                </p:cNvPr>
                <p:cNvSpPr txBox="1">
                  <a:spLocks noRot="1" noChangeAspect="1" noMove="1" noResize="1" noEditPoints="1" noAdjustHandles="1" noChangeArrowheads="1" noChangeShapeType="1" noTextEdit="1"/>
                </p:cNvSpPr>
                <p:nvPr/>
              </p:nvSpPr>
              <p:spPr>
                <a:xfrm>
                  <a:off x="7920448" y="4913489"/>
                  <a:ext cx="450256" cy="461665"/>
                </a:xfrm>
                <a:prstGeom prst="rect">
                  <a:avLst/>
                </a:prstGeom>
                <a:blipFill>
                  <a:blip r:embed="rId11"/>
                  <a:stretch>
                    <a:fillRect l="-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6" name="文本框 245">
                  <a:extLst>
                    <a:ext uri="{FF2B5EF4-FFF2-40B4-BE49-F238E27FC236}">
                      <a16:creationId xmlns:a16="http://schemas.microsoft.com/office/drawing/2014/main" id="{6DFA3E9D-AC51-6258-8BC4-EB17DE3B4A1E}"/>
                    </a:ext>
                  </a:extLst>
                </p:cNvPr>
                <p:cNvSpPr txBox="1"/>
                <p:nvPr/>
              </p:nvSpPr>
              <p:spPr>
                <a:xfrm>
                  <a:off x="9107154" y="4906906"/>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a:rPr lang="en-US" altLang="zh-CN" sz="2400" i="1">
                                <a:latin typeface="Cambria Math" panose="02040503050406030204" pitchFamily="18" charset="0"/>
                              </a:rPr>
                              <m:t>2</m:t>
                            </m:r>
                          </m:sub>
                        </m:sSub>
                      </m:oMath>
                    </m:oMathPara>
                  </a14:m>
                  <a:endParaRPr lang="zh-CN" altLang="en-US" sz="2400" dirty="0"/>
                </a:p>
              </p:txBody>
            </p:sp>
          </mc:Choice>
          <mc:Fallback xmlns="">
            <p:sp>
              <p:nvSpPr>
                <p:cNvPr id="161" name="文本框 160">
                  <a:extLst>
                    <a:ext uri="{FF2B5EF4-FFF2-40B4-BE49-F238E27FC236}">
                      <a16:creationId xmlns:a16="http://schemas.microsoft.com/office/drawing/2014/main" id="{0F563A9F-C2C0-AAE8-3532-9DB2E3F77487}"/>
                    </a:ext>
                  </a:extLst>
                </p:cNvPr>
                <p:cNvSpPr txBox="1">
                  <a:spLocks noRot="1" noChangeAspect="1" noMove="1" noResize="1" noEditPoints="1" noAdjustHandles="1" noChangeArrowheads="1" noChangeShapeType="1" noTextEdit="1"/>
                </p:cNvSpPr>
                <p:nvPr/>
              </p:nvSpPr>
              <p:spPr>
                <a:xfrm>
                  <a:off x="9107154" y="4906906"/>
                  <a:ext cx="458075" cy="461665"/>
                </a:xfrm>
                <a:prstGeom prst="rect">
                  <a:avLst/>
                </a:prstGeom>
                <a:blipFill>
                  <a:blip r:embed="rId12"/>
                  <a:stretch>
                    <a:fillRect l="-14667"/>
                  </a:stretch>
                </a:blipFill>
              </p:spPr>
              <p:txBody>
                <a:bodyPr/>
                <a:lstStyle/>
                <a:p>
                  <a:r>
                    <a:rPr lang="zh-CN" altLang="en-US">
                      <a:noFill/>
                    </a:rPr>
                    <a:t> </a:t>
                  </a:r>
                </a:p>
              </p:txBody>
            </p:sp>
          </mc:Fallback>
        </mc:AlternateContent>
        <p:sp>
          <p:nvSpPr>
            <p:cNvPr id="247" name="椭圆 246">
              <a:extLst>
                <a:ext uri="{FF2B5EF4-FFF2-40B4-BE49-F238E27FC236}">
                  <a16:creationId xmlns:a16="http://schemas.microsoft.com/office/drawing/2014/main" id="{BF27D937-CB82-7190-F809-A8E0584A2511}"/>
                </a:ext>
              </a:extLst>
            </p:cNvPr>
            <p:cNvSpPr/>
            <p:nvPr/>
          </p:nvSpPr>
          <p:spPr>
            <a:xfrm>
              <a:off x="7700234" y="3555533"/>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8" name="文本框 247">
                  <a:extLst>
                    <a:ext uri="{FF2B5EF4-FFF2-40B4-BE49-F238E27FC236}">
                      <a16:creationId xmlns:a16="http://schemas.microsoft.com/office/drawing/2014/main" id="{00A26377-7DAB-870F-09ED-8C950C0503C2}"/>
                    </a:ext>
                  </a:extLst>
                </p:cNvPr>
                <p:cNvSpPr txBox="1"/>
                <p:nvPr/>
              </p:nvSpPr>
              <p:spPr>
                <a:xfrm>
                  <a:off x="9857372" y="4906905"/>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a:rPr lang="en-US" altLang="zh-CN" sz="2400" b="0" i="0" smtClean="0">
                                <a:latin typeface="Cambria Math" panose="02040503050406030204" pitchFamily="18" charset="0"/>
                              </a:rPr>
                              <m:t>0</m:t>
                            </m:r>
                          </m:sub>
                        </m:sSub>
                      </m:oMath>
                    </m:oMathPara>
                  </a14:m>
                  <a:endParaRPr lang="zh-CN" altLang="en-US" sz="2400" dirty="0"/>
                </a:p>
              </p:txBody>
            </p:sp>
          </mc:Choice>
          <mc:Fallback xmlns="">
            <p:sp>
              <p:nvSpPr>
                <p:cNvPr id="163" name="文本框 162">
                  <a:extLst>
                    <a:ext uri="{FF2B5EF4-FFF2-40B4-BE49-F238E27FC236}">
                      <a16:creationId xmlns:a16="http://schemas.microsoft.com/office/drawing/2014/main" id="{BFCD3EE3-06E4-A618-C06E-1D0FA69AF4F6}"/>
                    </a:ext>
                  </a:extLst>
                </p:cNvPr>
                <p:cNvSpPr txBox="1">
                  <a:spLocks noRot="1" noChangeAspect="1" noMove="1" noResize="1" noEditPoints="1" noAdjustHandles="1" noChangeArrowheads="1" noChangeShapeType="1" noTextEdit="1"/>
                </p:cNvSpPr>
                <p:nvPr/>
              </p:nvSpPr>
              <p:spPr>
                <a:xfrm>
                  <a:off x="9857372" y="4906905"/>
                  <a:ext cx="458075" cy="461665"/>
                </a:xfrm>
                <a:prstGeom prst="rect">
                  <a:avLst/>
                </a:prstGeom>
                <a:blipFill>
                  <a:blip r:embed="rId13"/>
                  <a:stretch>
                    <a:fillRect l="-14667"/>
                  </a:stretch>
                </a:blipFill>
              </p:spPr>
              <p:txBody>
                <a:bodyPr/>
                <a:lstStyle/>
                <a:p>
                  <a:r>
                    <a:rPr lang="zh-CN" altLang="en-US">
                      <a:noFill/>
                    </a:rPr>
                    <a:t> </a:t>
                  </a:r>
                </a:p>
              </p:txBody>
            </p:sp>
          </mc:Fallback>
        </mc:AlternateContent>
        <p:sp>
          <p:nvSpPr>
            <p:cNvPr id="249" name="Line 27">
              <a:extLst>
                <a:ext uri="{FF2B5EF4-FFF2-40B4-BE49-F238E27FC236}">
                  <a16:creationId xmlns:a16="http://schemas.microsoft.com/office/drawing/2014/main" id="{6118A530-7B07-5806-75CF-377485036FDC}"/>
                </a:ext>
              </a:extLst>
            </p:cNvPr>
            <p:cNvSpPr>
              <a:spLocks noChangeShapeType="1"/>
            </p:cNvSpPr>
            <p:nvPr/>
          </p:nvSpPr>
          <p:spPr bwMode="auto">
            <a:xfrm rot="5400000">
              <a:off x="8876114" y="3817513"/>
              <a:ext cx="22068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250" name="Line 27">
              <a:extLst>
                <a:ext uri="{FF2B5EF4-FFF2-40B4-BE49-F238E27FC236}">
                  <a16:creationId xmlns:a16="http://schemas.microsoft.com/office/drawing/2014/main" id="{20EFD8FE-CE14-D79E-2ED3-7BB92BB228C5}"/>
                </a:ext>
              </a:extLst>
            </p:cNvPr>
            <p:cNvSpPr>
              <a:spLocks noChangeShapeType="1"/>
            </p:cNvSpPr>
            <p:nvPr/>
          </p:nvSpPr>
          <p:spPr bwMode="auto">
            <a:xfrm rot="2700000">
              <a:off x="9890739" y="463744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1" name="Line 27">
              <a:extLst>
                <a:ext uri="{FF2B5EF4-FFF2-40B4-BE49-F238E27FC236}">
                  <a16:creationId xmlns:a16="http://schemas.microsoft.com/office/drawing/2014/main" id="{7C006F1B-1390-CF93-B542-545234F4EB9D}"/>
                </a:ext>
              </a:extLst>
            </p:cNvPr>
            <p:cNvSpPr>
              <a:spLocks noChangeShapeType="1"/>
            </p:cNvSpPr>
            <p:nvPr/>
          </p:nvSpPr>
          <p:spPr bwMode="auto">
            <a:xfrm rot="18900000" flipV="1">
              <a:off x="9890739" y="463575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2" name="文本框 251">
              <a:extLst>
                <a:ext uri="{FF2B5EF4-FFF2-40B4-BE49-F238E27FC236}">
                  <a16:creationId xmlns:a16="http://schemas.microsoft.com/office/drawing/2014/main" id="{A7696E42-F316-CF48-C468-F4EB06900B53}"/>
                </a:ext>
              </a:extLst>
            </p:cNvPr>
            <p:cNvSpPr txBox="1"/>
            <p:nvPr/>
          </p:nvSpPr>
          <p:spPr>
            <a:xfrm>
              <a:off x="7372521" y="2199719"/>
              <a:ext cx="1117816" cy="497957"/>
            </a:xfrm>
            <a:prstGeom prst="rect">
              <a:avLst/>
            </a:prstGeom>
            <a:noFill/>
          </p:spPr>
          <p:txBody>
            <a:bodyPr wrap="square">
              <a:spAutoFit/>
            </a:bodyPr>
            <a:lstStyle/>
            <a:p>
              <a:pPr algn="ctr">
                <a:lnSpc>
                  <a:spcPct val="120000"/>
                </a:lnSpc>
              </a:pPr>
              <a:r>
                <a:rPr kumimoji="1" lang="zh-CN" altLang="en-US" sz="2400" dirty="0">
                  <a:solidFill>
                    <a:srgbClr val="002060"/>
                  </a:solidFill>
                  <a:latin typeface="微软雅黑" panose="020B0503020204020204" pitchFamily="34" charset="-122"/>
                  <a:ea typeface="微软雅黑" panose="020B0503020204020204" pitchFamily="34" charset="-122"/>
                </a:rPr>
                <a:t>与阵列</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
          <p:nvSpPr>
            <p:cNvPr id="253" name="文本框 252">
              <a:extLst>
                <a:ext uri="{FF2B5EF4-FFF2-40B4-BE49-F238E27FC236}">
                  <a16:creationId xmlns:a16="http://schemas.microsoft.com/office/drawing/2014/main" id="{65C65216-92A6-D7D9-2E87-15F040FD8707}"/>
                </a:ext>
              </a:extLst>
            </p:cNvPr>
            <p:cNvSpPr txBox="1"/>
            <p:nvPr/>
          </p:nvSpPr>
          <p:spPr>
            <a:xfrm>
              <a:off x="8984535" y="2198078"/>
              <a:ext cx="1251748" cy="497957"/>
            </a:xfrm>
            <a:prstGeom prst="rect">
              <a:avLst/>
            </a:prstGeom>
            <a:noFill/>
          </p:spPr>
          <p:txBody>
            <a:bodyPr wrap="square">
              <a:spAutoFit/>
            </a:bodyPr>
            <a:lstStyle/>
            <a:p>
              <a:pPr algn="ctr">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或阵列</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
          <p:nvSpPr>
            <p:cNvPr id="254" name="Line 27">
              <a:extLst>
                <a:ext uri="{FF2B5EF4-FFF2-40B4-BE49-F238E27FC236}">
                  <a16:creationId xmlns:a16="http://schemas.microsoft.com/office/drawing/2014/main" id="{42E7BF69-5E3E-0C34-06C0-4615632378C9}"/>
                </a:ext>
              </a:extLst>
            </p:cNvPr>
            <p:cNvSpPr>
              <a:spLocks noChangeShapeType="1"/>
            </p:cNvSpPr>
            <p:nvPr/>
          </p:nvSpPr>
          <p:spPr bwMode="auto">
            <a:xfrm rot="5400000">
              <a:off x="7584846" y="3865297"/>
              <a:ext cx="2548537"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mc:AlternateContent xmlns:mc="http://schemas.openxmlformats.org/markup-compatibility/2006" xmlns:a14="http://schemas.microsoft.com/office/drawing/2010/main">
          <mc:Choice Requires="a14">
            <p:sp>
              <p:nvSpPr>
                <p:cNvPr id="255" name="文本框 254">
                  <a:extLst>
                    <a:ext uri="{FF2B5EF4-FFF2-40B4-BE49-F238E27FC236}">
                      <a16:creationId xmlns:a16="http://schemas.microsoft.com/office/drawing/2014/main" id="{7394F3E8-AA57-141A-914D-A5154A04D64B}"/>
                    </a:ext>
                  </a:extLst>
                </p:cNvPr>
                <p:cNvSpPr txBox="1"/>
                <p:nvPr/>
              </p:nvSpPr>
              <p:spPr>
                <a:xfrm>
                  <a:off x="7567103" y="4912717"/>
                  <a:ext cx="450256"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kumimoji="1" lang="en-US" altLang="zh-CN" sz="2400" i="1" smtClean="0">
                                <a:latin typeface="Cambria Math" panose="02040503050406030204" pitchFamily="18" charset="0"/>
                                <a:ea typeface="楷体_GB2312" pitchFamily="49" charset="-122"/>
                              </a:rPr>
                            </m:ctrlPr>
                          </m:accPr>
                          <m:e>
                            <m:r>
                              <m:rPr>
                                <m:sty m:val="p"/>
                              </m:rPr>
                              <a:rPr kumimoji="1" lang="en-US" altLang="zh-CN" sz="2400" b="0" i="0" smtClean="0">
                                <a:latin typeface="Cambria Math" panose="02040503050406030204" pitchFamily="18" charset="0"/>
                                <a:ea typeface="楷体_GB2312" pitchFamily="49" charset="-122"/>
                              </a:rPr>
                              <m:t>A</m:t>
                            </m:r>
                          </m:e>
                        </m:acc>
                      </m:oMath>
                    </m:oMathPara>
                  </a14:m>
                  <a:endParaRPr lang="zh-CN" altLang="en-US" sz="2400" dirty="0"/>
                </a:p>
              </p:txBody>
            </p:sp>
          </mc:Choice>
          <mc:Fallback xmlns="">
            <p:sp>
              <p:nvSpPr>
                <p:cNvPr id="180" name="文本框 179">
                  <a:extLst>
                    <a:ext uri="{FF2B5EF4-FFF2-40B4-BE49-F238E27FC236}">
                      <a16:creationId xmlns:a16="http://schemas.microsoft.com/office/drawing/2014/main" id="{D23EC211-B25E-CCEB-7424-1272CA584E78}"/>
                    </a:ext>
                  </a:extLst>
                </p:cNvPr>
                <p:cNvSpPr txBox="1">
                  <a:spLocks noRot="1" noChangeAspect="1" noMove="1" noResize="1" noEditPoints="1" noAdjustHandles="1" noChangeArrowheads="1" noChangeShapeType="1" noTextEdit="1"/>
                </p:cNvSpPr>
                <p:nvPr/>
              </p:nvSpPr>
              <p:spPr>
                <a:xfrm>
                  <a:off x="7567103" y="4912717"/>
                  <a:ext cx="450256" cy="462434"/>
                </a:xfrm>
                <a:prstGeom prst="rect">
                  <a:avLst/>
                </a:prstGeom>
                <a:blipFill>
                  <a:blip r:embed="rId14"/>
                  <a:stretch>
                    <a:fillRect l="-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6" name="文本框 255">
                  <a:extLst>
                    <a:ext uri="{FF2B5EF4-FFF2-40B4-BE49-F238E27FC236}">
                      <a16:creationId xmlns:a16="http://schemas.microsoft.com/office/drawing/2014/main" id="{30F311B8-7F51-403D-D1EC-991C8277F205}"/>
                    </a:ext>
                  </a:extLst>
                </p:cNvPr>
                <p:cNvSpPr txBox="1"/>
                <p:nvPr/>
              </p:nvSpPr>
              <p:spPr>
                <a:xfrm>
                  <a:off x="8284064" y="4920820"/>
                  <a:ext cx="450256" cy="4624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acc>
                          <m:accPr>
                            <m:chr m:val="̅"/>
                            <m:ctrlPr>
                              <a:rPr kumimoji="1" lang="en-US" altLang="zh-CN" sz="2400" i="1" smtClean="0">
                                <a:latin typeface="Cambria Math" panose="02040503050406030204" pitchFamily="18" charset="0"/>
                                <a:ea typeface="楷体_GB2312" pitchFamily="49" charset="-122"/>
                              </a:rPr>
                            </m:ctrlPr>
                          </m:accPr>
                          <m:e>
                            <m:r>
                              <m:rPr>
                                <m:sty m:val="p"/>
                              </m:rPr>
                              <a:rPr kumimoji="1" lang="en-US" altLang="zh-CN" sz="2400" b="0" i="0" smtClean="0">
                                <a:latin typeface="Cambria Math" panose="02040503050406030204" pitchFamily="18" charset="0"/>
                                <a:ea typeface="楷体_GB2312" pitchFamily="49" charset="-122"/>
                              </a:rPr>
                              <m:t>B</m:t>
                            </m:r>
                          </m:e>
                        </m:acc>
                      </m:oMath>
                    </m:oMathPara>
                  </a14:m>
                  <a:endParaRPr lang="zh-CN" altLang="en-US" sz="2400" dirty="0"/>
                </a:p>
              </p:txBody>
            </p:sp>
          </mc:Choice>
          <mc:Fallback xmlns="">
            <p:sp>
              <p:nvSpPr>
                <p:cNvPr id="181" name="文本框 180">
                  <a:extLst>
                    <a:ext uri="{FF2B5EF4-FFF2-40B4-BE49-F238E27FC236}">
                      <a16:creationId xmlns:a16="http://schemas.microsoft.com/office/drawing/2014/main" id="{2572C1BF-82F9-80BE-BD4A-778928D72B4D}"/>
                    </a:ext>
                  </a:extLst>
                </p:cNvPr>
                <p:cNvSpPr txBox="1">
                  <a:spLocks noRot="1" noChangeAspect="1" noMove="1" noResize="1" noEditPoints="1" noAdjustHandles="1" noChangeArrowheads="1" noChangeShapeType="1" noTextEdit="1"/>
                </p:cNvSpPr>
                <p:nvPr/>
              </p:nvSpPr>
              <p:spPr>
                <a:xfrm>
                  <a:off x="8284064" y="4920820"/>
                  <a:ext cx="450256" cy="462434"/>
                </a:xfrm>
                <a:prstGeom prst="rect">
                  <a:avLst/>
                </a:prstGeom>
                <a:blipFill>
                  <a:blip r:embed="rId15"/>
                  <a:stretch>
                    <a:fillRect l="-2703"/>
                  </a:stretch>
                </a:blipFill>
              </p:spPr>
              <p:txBody>
                <a:bodyPr/>
                <a:lstStyle/>
                <a:p>
                  <a:r>
                    <a:rPr lang="zh-CN" altLang="en-US">
                      <a:noFill/>
                    </a:rPr>
                    <a:t> </a:t>
                  </a:r>
                </a:p>
              </p:txBody>
            </p:sp>
          </mc:Fallback>
        </mc:AlternateContent>
        <p:sp>
          <p:nvSpPr>
            <p:cNvPr id="257" name="箭头: 右 256">
              <a:extLst>
                <a:ext uri="{FF2B5EF4-FFF2-40B4-BE49-F238E27FC236}">
                  <a16:creationId xmlns:a16="http://schemas.microsoft.com/office/drawing/2014/main" id="{611420D5-823F-5C97-3DC0-DCF358DCD4D6}"/>
                </a:ext>
              </a:extLst>
            </p:cNvPr>
            <p:cNvSpPr/>
            <p:nvPr/>
          </p:nvSpPr>
          <p:spPr>
            <a:xfrm rot="10800000" flipH="1">
              <a:off x="5733505" y="3612094"/>
              <a:ext cx="990142" cy="324858"/>
            </a:xfrm>
            <a:prstGeom prst="rightArrow">
              <a:avLst>
                <a:gd name="adj1" fmla="val 50000"/>
                <a:gd name="adj2" fmla="val 5000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文本框 257">
              <a:extLst>
                <a:ext uri="{FF2B5EF4-FFF2-40B4-BE49-F238E27FC236}">
                  <a16:creationId xmlns:a16="http://schemas.microsoft.com/office/drawing/2014/main" id="{62FA430A-8748-6D90-71FA-32F69FF87DB8}"/>
                </a:ext>
              </a:extLst>
            </p:cNvPr>
            <p:cNvSpPr txBox="1"/>
            <p:nvPr/>
          </p:nvSpPr>
          <p:spPr>
            <a:xfrm>
              <a:off x="5620045" y="3247718"/>
              <a:ext cx="1117816" cy="430374"/>
            </a:xfrm>
            <a:prstGeom prst="rect">
              <a:avLst/>
            </a:prstGeom>
            <a:noFill/>
          </p:spPr>
          <p:txBody>
            <a:bodyPr wrap="square">
              <a:spAutoFit/>
            </a:bodyPr>
            <a:lstStyle/>
            <a:p>
              <a:pPr algn="ctr">
                <a:lnSpc>
                  <a:spcPct val="120000"/>
                </a:lnSpc>
              </a:pPr>
              <a:r>
                <a:rPr kumimoji="1" lang="zh-CN" altLang="en-US" sz="2000" dirty="0">
                  <a:solidFill>
                    <a:srgbClr val="002060"/>
                  </a:solidFill>
                  <a:latin typeface="微软雅黑" panose="020B0503020204020204" pitchFamily="34" charset="-122"/>
                  <a:ea typeface="微软雅黑" panose="020B0503020204020204" pitchFamily="34" charset="-122"/>
                </a:rPr>
                <a:t>简化</a:t>
              </a:r>
              <a:endParaRPr kumimoji="1" lang="en-US" altLang="zh-CN" sz="2000" dirty="0">
                <a:solidFill>
                  <a:srgbClr val="002060"/>
                </a:solidFill>
                <a:latin typeface="微软雅黑" panose="020B0503020204020204" pitchFamily="34" charset="-122"/>
                <a:ea typeface="微软雅黑" panose="020B0503020204020204" pitchFamily="34" charset="-122"/>
              </a:endParaRPr>
            </a:p>
          </p:txBody>
        </p:sp>
      </p:grpSp>
      <p:sp>
        <p:nvSpPr>
          <p:cNvPr id="259" name="矩形 258">
            <a:extLst>
              <a:ext uri="{FF2B5EF4-FFF2-40B4-BE49-F238E27FC236}">
                <a16:creationId xmlns:a16="http://schemas.microsoft.com/office/drawing/2014/main" id="{CF9189F7-41E5-718C-46A7-97FC46A3F449}"/>
              </a:ext>
            </a:extLst>
          </p:cNvPr>
          <p:cNvSpPr/>
          <p:nvPr/>
        </p:nvSpPr>
        <p:spPr>
          <a:xfrm>
            <a:off x="7200000" y="5760000"/>
            <a:ext cx="396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sz="2400" dirty="0">
                <a:solidFill>
                  <a:srgbClr val="002060"/>
                </a:solidFill>
                <a:latin typeface="微软雅黑" panose="020B0503020204020204" pitchFamily="34" charset="-122"/>
                <a:ea typeface="微软雅黑" panose="020B0503020204020204" pitchFamily="34" charset="-122"/>
              </a:rPr>
              <a:t>掌握任意逻辑的连接方式</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187779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A98F4-7453-F9A3-F2CB-73160F14EE08}"/>
            </a:ext>
          </a:extLst>
        </p:cNvPr>
        <p:cNvGrpSpPr/>
        <p:nvPr/>
      </p:nvGrpSpPr>
      <p:grpSpPr>
        <a:xfrm>
          <a:off x="0" y="0"/>
          <a:ext cx="0" cy="0"/>
          <a:chOff x="0" y="0"/>
          <a:chExt cx="0" cy="0"/>
        </a:xfrm>
      </p:grpSpPr>
      <p:sp>
        <p:nvSpPr>
          <p:cNvPr id="134" name="文本框 133">
            <a:extLst>
              <a:ext uri="{FF2B5EF4-FFF2-40B4-BE49-F238E27FC236}">
                <a16:creationId xmlns:a16="http://schemas.microsoft.com/office/drawing/2014/main" id="{231BD431-BBD8-3D6F-25DD-621331123A4B}"/>
              </a:ext>
            </a:extLst>
          </p:cNvPr>
          <p:cNvSpPr txBox="1"/>
          <p:nvPr/>
        </p:nvSpPr>
        <p:spPr>
          <a:xfrm>
            <a:off x="360000" y="828000"/>
            <a:ext cx="5220145"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基于</a:t>
            </a:r>
            <a:r>
              <a:rPr kumimoji="1" lang="en-US" altLang="zh-CN" sz="2800" dirty="0">
                <a:solidFill>
                  <a:srgbClr val="002060"/>
                </a:solidFill>
                <a:latin typeface="微软雅黑" panose="020B0503020204020204" pitchFamily="34" charset="-122"/>
                <a:ea typeface="微软雅黑" panose="020B0503020204020204" pitchFamily="34" charset="-122"/>
              </a:rPr>
              <a:t> PLD </a:t>
            </a:r>
            <a:r>
              <a:rPr kumimoji="1" lang="zh-CN" altLang="en-US" sz="2800" dirty="0">
                <a:solidFill>
                  <a:srgbClr val="002060"/>
                </a:solidFill>
                <a:latin typeface="微软雅黑" panose="020B0503020204020204" pitchFamily="34" charset="-122"/>
                <a:ea typeface="微软雅黑" panose="020B0503020204020204" pitchFamily="34" charset="-122"/>
              </a:rPr>
              <a:t>实现组合逻辑</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209" name="组合 208">
            <a:extLst>
              <a:ext uri="{FF2B5EF4-FFF2-40B4-BE49-F238E27FC236}">
                <a16:creationId xmlns:a16="http://schemas.microsoft.com/office/drawing/2014/main" id="{49D6C5BE-1520-DCD3-6DCC-64D2FB4D1343}"/>
              </a:ext>
            </a:extLst>
          </p:cNvPr>
          <p:cNvGrpSpPr/>
          <p:nvPr/>
        </p:nvGrpSpPr>
        <p:grpSpPr>
          <a:xfrm>
            <a:off x="11449269" y="6198682"/>
            <a:ext cx="786273" cy="548639"/>
            <a:chOff x="11454918" y="5839511"/>
            <a:chExt cx="786273" cy="548639"/>
          </a:xfrm>
        </p:grpSpPr>
        <p:grpSp>
          <p:nvGrpSpPr>
            <p:cNvPr id="210" name="组合 209">
              <a:extLst>
                <a:ext uri="{FF2B5EF4-FFF2-40B4-BE49-F238E27FC236}">
                  <a16:creationId xmlns:a16="http://schemas.microsoft.com/office/drawing/2014/main" id="{AEB88EFF-343E-E4B0-B45B-60660D36D780}"/>
                </a:ext>
              </a:extLst>
            </p:cNvPr>
            <p:cNvGrpSpPr/>
            <p:nvPr/>
          </p:nvGrpSpPr>
          <p:grpSpPr>
            <a:xfrm>
              <a:off x="11454918" y="5867450"/>
              <a:ext cx="737081" cy="520700"/>
              <a:chOff x="11454918" y="5867450"/>
              <a:chExt cx="737081" cy="520700"/>
            </a:xfrm>
          </p:grpSpPr>
          <p:sp>
            <p:nvSpPr>
              <p:cNvPr id="212" name="箭头: 五边形 211">
                <a:extLst>
                  <a:ext uri="{FF2B5EF4-FFF2-40B4-BE49-F238E27FC236}">
                    <a16:creationId xmlns:a16="http://schemas.microsoft.com/office/drawing/2014/main" id="{A4898959-CD32-E5E3-A3F5-EA2872754190}"/>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3" name="箭头: V 形 212">
                <a:extLst>
                  <a:ext uri="{FF2B5EF4-FFF2-40B4-BE49-F238E27FC236}">
                    <a16:creationId xmlns:a16="http://schemas.microsoft.com/office/drawing/2014/main" id="{7372E6B2-E7CD-FA1C-B1C9-69D2B42B64B6}"/>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11" name="灯片编号占位符 3">
              <a:extLst>
                <a:ext uri="{FF2B5EF4-FFF2-40B4-BE49-F238E27FC236}">
                  <a16:creationId xmlns:a16="http://schemas.microsoft.com/office/drawing/2014/main" id="{7F75400C-7D8E-25B6-5178-D91DE161D6B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44</a:t>
              </a:fld>
              <a:endParaRPr lang="zh-CN" altLang="en-US" sz="3200" dirty="0">
                <a:solidFill>
                  <a:schemeClr val="bg1"/>
                </a:solidFill>
                <a:latin typeface="Candara"/>
                <a:ea typeface="微软雅黑"/>
              </a:endParaRPr>
            </a:p>
          </p:txBody>
        </p:sp>
      </p:grpSp>
      <p:grpSp>
        <p:nvGrpSpPr>
          <p:cNvPr id="358" name="组合 357">
            <a:extLst>
              <a:ext uri="{FF2B5EF4-FFF2-40B4-BE49-F238E27FC236}">
                <a16:creationId xmlns:a16="http://schemas.microsoft.com/office/drawing/2014/main" id="{6FF270E0-41DB-B62A-9065-40980E236944}"/>
              </a:ext>
            </a:extLst>
          </p:cNvPr>
          <p:cNvGrpSpPr/>
          <p:nvPr/>
        </p:nvGrpSpPr>
        <p:grpSpPr>
          <a:xfrm>
            <a:off x="720000" y="2988000"/>
            <a:ext cx="4591302" cy="566229"/>
            <a:chOff x="1087958" y="4377025"/>
            <a:chExt cx="4591302" cy="566229"/>
          </a:xfrm>
        </p:grpSpPr>
        <p:sp>
          <p:nvSpPr>
            <p:cNvPr id="335" name="箭头: 左右 334">
              <a:extLst>
                <a:ext uri="{FF2B5EF4-FFF2-40B4-BE49-F238E27FC236}">
                  <a16:creationId xmlns:a16="http://schemas.microsoft.com/office/drawing/2014/main" id="{2524F042-1121-4FEE-22DF-ACCF7B1A696F}"/>
                </a:ext>
              </a:extLst>
            </p:cNvPr>
            <p:cNvSpPr/>
            <p:nvPr/>
          </p:nvSpPr>
          <p:spPr>
            <a:xfrm>
              <a:off x="3162479" y="4525200"/>
              <a:ext cx="458075" cy="269304"/>
            </a:xfrm>
            <a:prstGeom prst="lef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36" name="组合 335">
              <a:extLst>
                <a:ext uri="{FF2B5EF4-FFF2-40B4-BE49-F238E27FC236}">
                  <a16:creationId xmlns:a16="http://schemas.microsoft.com/office/drawing/2014/main" id="{81C64593-4814-C514-ED11-0027C922A1A6}"/>
                </a:ext>
              </a:extLst>
            </p:cNvPr>
            <p:cNvGrpSpPr/>
            <p:nvPr/>
          </p:nvGrpSpPr>
          <p:grpSpPr>
            <a:xfrm>
              <a:off x="1087958" y="4377600"/>
              <a:ext cx="1810476" cy="565654"/>
              <a:chOff x="7200000" y="1634400"/>
              <a:chExt cx="1810476" cy="565654"/>
            </a:xfrm>
          </p:grpSpPr>
          <p:sp>
            <p:nvSpPr>
              <p:cNvPr id="337" name="流程图: 延期 336">
                <a:extLst>
                  <a:ext uri="{FF2B5EF4-FFF2-40B4-BE49-F238E27FC236}">
                    <a16:creationId xmlns:a16="http://schemas.microsoft.com/office/drawing/2014/main" id="{5AB007E9-2C55-5E0C-4437-347E7B700C3F}"/>
                  </a:ext>
                </a:extLst>
              </p:cNvPr>
              <p:cNvSpPr/>
              <p:nvPr/>
            </p:nvSpPr>
            <p:spPr>
              <a:xfrm>
                <a:off x="8216886" y="1636536"/>
                <a:ext cx="534241" cy="548639"/>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38" name="Line 27">
                <a:extLst>
                  <a:ext uri="{FF2B5EF4-FFF2-40B4-BE49-F238E27FC236}">
                    <a16:creationId xmlns:a16="http://schemas.microsoft.com/office/drawing/2014/main" id="{5402EE37-9EEE-6310-33D7-CD2482EA1293}"/>
                  </a:ext>
                </a:extLst>
              </p:cNvPr>
              <p:cNvSpPr>
                <a:spLocks noChangeShapeType="1"/>
              </p:cNvSpPr>
              <p:nvPr/>
            </p:nvSpPr>
            <p:spPr bwMode="auto">
              <a:xfrm>
                <a:off x="7200000" y="1910855"/>
                <a:ext cx="10060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39" name="Line 27">
                <a:extLst>
                  <a:ext uri="{FF2B5EF4-FFF2-40B4-BE49-F238E27FC236}">
                    <a16:creationId xmlns:a16="http://schemas.microsoft.com/office/drawing/2014/main" id="{EF980258-061A-0CDB-94A0-FB1A7EC5352E}"/>
                  </a:ext>
                </a:extLst>
              </p:cNvPr>
              <p:cNvSpPr>
                <a:spLocks noChangeShapeType="1"/>
              </p:cNvSpPr>
              <p:nvPr/>
            </p:nvSpPr>
            <p:spPr bwMode="auto">
              <a:xfrm>
                <a:off x="8751127" y="1911093"/>
                <a:ext cx="2593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0" name="Line 27">
                <a:extLst>
                  <a:ext uri="{FF2B5EF4-FFF2-40B4-BE49-F238E27FC236}">
                    <a16:creationId xmlns:a16="http://schemas.microsoft.com/office/drawing/2014/main" id="{F843EF93-49D1-D36B-2CD9-1229013DC49D}"/>
                  </a:ext>
                </a:extLst>
              </p:cNvPr>
              <p:cNvSpPr>
                <a:spLocks noChangeShapeType="1"/>
              </p:cNvSpPr>
              <p:nvPr/>
            </p:nvSpPr>
            <p:spPr bwMode="auto">
              <a:xfrm rot="5400000">
                <a:off x="7667149" y="1917227"/>
                <a:ext cx="5656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1" name="Line 27">
                <a:extLst>
                  <a:ext uri="{FF2B5EF4-FFF2-40B4-BE49-F238E27FC236}">
                    <a16:creationId xmlns:a16="http://schemas.microsoft.com/office/drawing/2014/main" id="{987643CF-F49C-D199-AC96-7DF94399D2BD}"/>
                  </a:ext>
                </a:extLst>
              </p:cNvPr>
              <p:cNvSpPr>
                <a:spLocks noChangeShapeType="1"/>
              </p:cNvSpPr>
              <p:nvPr/>
            </p:nvSpPr>
            <p:spPr bwMode="auto">
              <a:xfrm rot="5400000">
                <a:off x="7404399" y="1917227"/>
                <a:ext cx="5656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2" name="Line 27">
                <a:extLst>
                  <a:ext uri="{FF2B5EF4-FFF2-40B4-BE49-F238E27FC236}">
                    <a16:creationId xmlns:a16="http://schemas.microsoft.com/office/drawing/2014/main" id="{2ACD5AF0-3ED8-A1A3-5466-B91DF4217521}"/>
                  </a:ext>
                </a:extLst>
              </p:cNvPr>
              <p:cNvSpPr>
                <a:spLocks noChangeShapeType="1"/>
              </p:cNvSpPr>
              <p:nvPr/>
            </p:nvSpPr>
            <p:spPr bwMode="auto">
              <a:xfrm rot="5400000">
                <a:off x="7140191" y="1917227"/>
                <a:ext cx="5656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43" name="Line 27">
                <a:extLst>
                  <a:ext uri="{FF2B5EF4-FFF2-40B4-BE49-F238E27FC236}">
                    <a16:creationId xmlns:a16="http://schemas.microsoft.com/office/drawing/2014/main" id="{A64EF8BD-870A-52BC-1ADA-CA031D599CC9}"/>
                  </a:ext>
                </a:extLst>
              </p:cNvPr>
              <p:cNvSpPr>
                <a:spLocks noChangeShapeType="1"/>
              </p:cNvSpPr>
              <p:nvPr/>
            </p:nvSpPr>
            <p:spPr bwMode="auto">
              <a:xfrm rot="2700000">
                <a:off x="8196730" y="1911600"/>
                <a:ext cx="47632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44" name="Line 27">
                <a:extLst>
                  <a:ext uri="{FF2B5EF4-FFF2-40B4-BE49-F238E27FC236}">
                    <a16:creationId xmlns:a16="http://schemas.microsoft.com/office/drawing/2014/main" id="{17DE3514-645E-EB4D-D2C0-D6A947059E22}"/>
                  </a:ext>
                </a:extLst>
              </p:cNvPr>
              <p:cNvSpPr>
                <a:spLocks noChangeShapeType="1"/>
              </p:cNvSpPr>
              <p:nvPr/>
            </p:nvSpPr>
            <p:spPr bwMode="auto">
              <a:xfrm rot="18900000" flipV="1">
                <a:off x="8196730" y="1911600"/>
                <a:ext cx="47632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45" name="组合 344">
              <a:extLst>
                <a:ext uri="{FF2B5EF4-FFF2-40B4-BE49-F238E27FC236}">
                  <a16:creationId xmlns:a16="http://schemas.microsoft.com/office/drawing/2014/main" id="{5728DED0-BCC8-F834-14FA-3D19C2A28324}"/>
                </a:ext>
              </a:extLst>
            </p:cNvPr>
            <p:cNvGrpSpPr/>
            <p:nvPr/>
          </p:nvGrpSpPr>
          <p:grpSpPr>
            <a:xfrm>
              <a:off x="3868784" y="4377025"/>
              <a:ext cx="1810476" cy="565654"/>
              <a:chOff x="7200000" y="1634400"/>
              <a:chExt cx="1810476" cy="565654"/>
            </a:xfrm>
          </p:grpSpPr>
          <p:sp>
            <p:nvSpPr>
              <p:cNvPr id="346" name="流程图: 延期 345">
                <a:extLst>
                  <a:ext uri="{FF2B5EF4-FFF2-40B4-BE49-F238E27FC236}">
                    <a16:creationId xmlns:a16="http://schemas.microsoft.com/office/drawing/2014/main" id="{57EE06C7-EAD6-A00E-D75B-EDF3061F6FFD}"/>
                  </a:ext>
                </a:extLst>
              </p:cNvPr>
              <p:cNvSpPr/>
              <p:nvPr/>
            </p:nvSpPr>
            <p:spPr>
              <a:xfrm>
                <a:off x="8216886" y="1636536"/>
                <a:ext cx="534241" cy="548639"/>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47" name="Line 27">
                <a:extLst>
                  <a:ext uri="{FF2B5EF4-FFF2-40B4-BE49-F238E27FC236}">
                    <a16:creationId xmlns:a16="http://schemas.microsoft.com/office/drawing/2014/main" id="{AC99ABD7-5177-71A9-C4D5-0D5D37553F22}"/>
                  </a:ext>
                </a:extLst>
              </p:cNvPr>
              <p:cNvSpPr>
                <a:spLocks noChangeShapeType="1"/>
              </p:cNvSpPr>
              <p:nvPr/>
            </p:nvSpPr>
            <p:spPr bwMode="auto">
              <a:xfrm>
                <a:off x="7200000" y="1910855"/>
                <a:ext cx="10060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8" name="Line 27">
                <a:extLst>
                  <a:ext uri="{FF2B5EF4-FFF2-40B4-BE49-F238E27FC236}">
                    <a16:creationId xmlns:a16="http://schemas.microsoft.com/office/drawing/2014/main" id="{1BCD41DF-F275-E46A-46C1-2673B87EFB4C}"/>
                  </a:ext>
                </a:extLst>
              </p:cNvPr>
              <p:cNvSpPr>
                <a:spLocks noChangeShapeType="1"/>
              </p:cNvSpPr>
              <p:nvPr/>
            </p:nvSpPr>
            <p:spPr bwMode="auto">
              <a:xfrm>
                <a:off x="8751127" y="1911093"/>
                <a:ext cx="2593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49" name="Line 27">
                <a:extLst>
                  <a:ext uri="{FF2B5EF4-FFF2-40B4-BE49-F238E27FC236}">
                    <a16:creationId xmlns:a16="http://schemas.microsoft.com/office/drawing/2014/main" id="{2C6238E1-1C97-7A40-4648-FBC94AD92B57}"/>
                  </a:ext>
                </a:extLst>
              </p:cNvPr>
              <p:cNvSpPr>
                <a:spLocks noChangeShapeType="1"/>
              </p:cNvSpPr>
              <p:nvPr/>
            </p:nvSpPr>
            <p:spPr bwMode="auto">
              <a:xfrm rot="5400000">
                <a:off x="7667149" y="1917227"/>
                <a:ext cx="5656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0" name="Line 27">
                <a:extLst>
                  <a:ext uri="{FF2B5EF4-FFF2-40B4-BE49-F238E27FC236}">
                    <a16:creationId xmlns:a16="http://schemas.microsoft.com/office/drawing/2014/main" id="{2C713E62-C91C-3AD5-5E96-A2BB4EF42342}"/>
                  </a:ext>
                </a:extLst>
              </p:cNvPr>
              <p:cNvSpPr>
                <a:spLocks noChangeShapeType="1"/>
              </p:cNvSpPr>
              <p:nvPr/>
            </p:nvSpPr>
            <p:spPr bwMode="auto">
              <a:xfrm rot="5400000">
                <a:off x="7404399" y="1917227"/>
                <a:ext cx="5656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1" name="Line 27">
                <a:extLst>
                  <a:ext uri="{FF2B5EF4-FFF2-40B4-BE49-F238E27FC236}">
                    <a16:creationId xmlns:a16="http://schemas.microsoft.com/office/drawing/2014/main" id="{703CE302-4BCA-655B-BF40-F6DBAFF1C853}"/>
                  </a:ext>
                </a:extLst>
              </p:cNvPr>
              <p:cNvSpPr>
                <a:spLocks noChangeShapeType="1"/>
              </p:cNvSpPr>
              <p:nvPr/>
            </p:nvSpPr>
            <p:spPr bwMode="auto">
              <a:xfrm rot="5400000">
                <a:off x="7140191" y="1917227"/>
                <a:ext cx="5656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grpSp>
        <p:sp>
          <p:nvSpPr>
            <p:cNvPr id="352" name="Line 27">
              <a:extLst>
                <a:ext uri="{FF2B5EF4-FFF2-40B4-BE49-F238E27FC236}">
                  <a16:creationId xmlns:a16="http://schemas.microsoft.com/office/drawing/2014/main" id="{727ABF18-6C7E-827A-BE7F-468932344E7D}"/>
                </a:ext>
              </a:extLst>
            </p:cNvPr>
            <p:cNvSpPr>
              <a:spLocks noChangeShapeType="1"/>
            </p:cNvSpPr>
            <p:nvPr/>
          </p:nvSpPr>
          <p:spPr bwMode="auto">
            <a:xfrm rot="2700000">
              <a:off x="4001434" y="4654800"/>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3" name="Line 27">
              <a:extLst>
                <a:ext uri="{FF2B5EF4-FFF2-40B4-BE49-F238E27FC236}">
                  <a16:creationId xmlns:a16="http://schemas.microsoft.com/office/drawing/2014/main" id="{BD88CEDC-1A6D-C8E8-B2DA-5CB43A5381F0}"/>
                </a:ext>
              </a:extLst>
            </p:cNvPr>
            <p:cNvSpPr>
              <a:spLocks noChangeShapeType="1"/>
            </p:cNvSpPr>
            <p:nvPr/>
          </p:nvSpPr>
          <p:spPr bwMode="auto">
            <a:xfrm rot="18900000" flipV="1">
              <a:off x="4001434" y="4654800"/>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54" name="Line 27">
              <a:extLst>
                <a:ext uri="{FF2B5EF4-FFF2-40B4-BE49-F238E27FC236}">
                  <a16:creationId xmlns:a16="http://schemas.microsoft.com/office/drawing/2014/main" id="{5DAD719A-414B-456E-BDA2-C94A15AD2291}"/>
                </a:ext>
              </a:extLst>
            </p:cNvPr>
            <p:cNvSpPr>
              <a:spLocks noChangeShapeType="1"/>
            </p:cNvSpPr>
            <p:nvPr/>
          </p:nvSpPr>
          <p:spPr bwMode="auto">
            <a:xfrm rot="2700000">
              <a:off x="4265752" y="4654800"/>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5" name="Line 27">
              <a:extLst>
                <a:ext uri="{FF2B5EF4-FFF2-40B4-BE49-F238E27FC236}">
                  <a16:creationId xmlns:a16="http://schemas.microsoft.com/office/drawing/2014/main" id="{86A721C4-BC2E-CBC6-9697-24AC7BD2C777}"/>
                </a:ext>
              </a:extLst>
            </p:cNvPr>
            <p:cNvSpPr>
              <a:spLocks noChangeShapeType="1"/>
            </p:cNvSpPr>
            <p:nvPr/>
          </p:nvSpPr>
          <p:spPr bwMode="auto">
            <a:xfrm rot="18900000" flipV="1">
              <a:off x="4265752" y="4654800"/>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56" name="Line 27">
              <a:extLst>
                <a:ext uri="{FF2B5EF4-FFF2-40B4-BE49-F238E27FC236}">
                  <a16:creationId xmlns:a16="http://schemas.microsoft.com/office/drawing/2014/main" id="{39D2952E-3FCA-45A2-0D49-B47F1ABDDA74}"/>
                </a:ext>
              </a:extLst>
            </p:cNvPr>
            <p:cNvSpPr>
              <a:spLocks noChangeShapeType="1"/>
            </p:cNvSpPr>
            <p:nvPr/>
          </p:nvSpPr>
          <p:spPr bwMode="auto">
            <a:xfrm rot="2700000">
              <a:off x="4528879" y="465480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7" name="Line 27">
              <a:extLst>
                <a:ext uri="{FF2B5EF4-FFF2-40B4-BE49-F238E27FC236}">
                  <a16:creationId xmlns:a16="http://schemas.microsoft.com/office/drawing/2014/main" id="{DEE56BE2-3CA0-BD28-6141-E17CB005C448}"/>
                </a:ext>
              </a:extLst>
            </p:cNvPr>
            <p:cNvSpPr>
              <a:spLocks noChangeShapeType="1"/>
            </p:cNvSpPr>
            <p:nvPr/>
          </p:nvSpPr>
          <p:spPr bwMode="auto">
            <a:xfrm rot="18900000" flipV="1">
              <a:off x="4528879" y="465480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grpSp>
      <p:sp>
        <p:nvSpPr>
          <p:cNvPr id="359" name="矩形 358">
            <a:extLst>
              <a:ext uri="{FF2B5EF4-FFF2-40B4-BE49-F238E27FC236}">
                <a16:creationId xmlns:a16="http://schemas.microsoft.com/office/drawing/2014/main" id="{C2C3F6A1-7EFB-811F-9620-BE2DB16FDE17}"/>
              </a:ext>
            </a:extLst>
          </p:cNvPr>
          <p:cNvSpPr/>
          <p:nvPr/>
        </p:nvSpPr>
        <p:spPr>
          <a:xfrm>
            <a:off x="720000" y="4320000"/>
            <a:ext cx="504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sz="2400" dirty="0">
                <a:solidFill>
                  <a:srgbClr val="002060"/>
                </a:solidFill>
                <a:latin typeface="微软雅黑" panose="020B0503020204020204" pitchFamily="34" charset="-122"/>
                <a:ea typeface="微软雅黑" panose="020B0503020204020204" pitchFamily="34" charset="-122"/>
              </a:rPr>
              <a:t>注意输入不要留空，有空要全连接</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
        <p:nvSpPr>
          <p:cNvPr id="361" name="标题 1">
            <a:extLst>
              <a:ext uri="{FF2B5EF4-FFF2-40B4-BE49-F238E27FC236}">
                <a16:creationId xmlns:a16="http://schemas.microsoft.com/office/drawing/2014/main" id="{83499FDD-B120-DB86-F47B-A8946025131A}"/>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a:t>
            </a:r>
            <a:r>
              <a:rPr lang="en-US" altLang="zh-CN" sz="3000" dirty="0">
                <a:solidFill>
                  <a:srgbClr val="FFFF00"/>
                </a:solidFill>
              </a:rPr>
              <a:t>PLD</a:t>
            </a:r>
            <a:r>
              <a:rPr lang="zh-CN" altLang="en-US" sz="3000" dirty="0">
                <a:solidFill>
                  <a:srgbClr val="FFFF00"/>
                </a:solidFill>
              </a:rPr>
              <a:t>）</a:t>
            </a:r>
          </a:p>
        </p:txBody>
      </p:sp>
      <p:grpSp>
        <p:nvGrpSpPr>
          <p:cNvPr id="474" name="组合 473">
            <a:extLst>
              <a:ext uri="{FF2B5EF4-FFF2-40B4-BE49-F238E27FC236}">
                <a16:creationId xmlns:a16="http://schemas.microsoft.com/office/drawing/2014/main" id="{3086F571-5F1D-560D-7789-C851F0316C0E}"/>
              </a:ext>
            </a:extLst>
          </p:cNvPr>
          <p:cNvGrpSpPr/>
          <p:nvPr/>
        </p:nvGrpSpPr>
        <p:grpSpPr>
          <a:xfrm>
            <a:off x="6256578" y="983694"/>
            <a:ext cx="5845344" cy="5394225"/>
            <a:chOff x="6256578" y="983694"/>
            <a:chExt cx="5845344" cy="5394225"/>
          </a:xfrm>
        </p:grpSpPr>
        <mc:AlternateContent xmlns:mc="http://schemas.openxmlformats.org/markup-compatibility/2006" xmlns:a14="http://schemas.microsoft.com/office/drawing/2010/main">
          <mc:Choice Requires="a14">
            <p:sp>
              <p:nvSpPr>
                <p:cNvPr id="135" name="文本框 134">
                  <a:extLst>
                    <a:ext uri="{FF2B5EF4-FFF2-40B4-BE49-F238E27FC236}">
                      <a16:creationId xmlns:a16="http://schemas.microsoft.com/office/drawing/2014/main" id="{A9CA8B4D-ABC3-DDFA-29DF-34CC4C74C969}"/>
                    </a:ext>
                  </a:extLst>
                </p:cNvPr>
                <p:cNvSpPr txBox="1"/>
                <p:nvPr/>
              </p:nvSpPr>
              <p:spPr>
                <a:xfrm flipH="1">
                  <a:off x="11609046" y="1628050"/>
                  <a:ext cx="492876" cy="477054"/>
                </a:xfrm>
                <a:prstGeom prst="rect">
                  <a:avLst/>
                </a:prstGeom>
                <a:noFill/>
              </p:spPr>
              <p:txBody>
                <a:bodyPr wrap="square">
                  <a:spAutoFit/>
                </a:bodyPr>
                <a:lstStyle/>
                <a:p>
                  <a:pPr algn="ctr">
                    <a:spcAft>
                      <a:spcPts val="600"/>
                    </a:spcAft>
                  </a:pP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000" b="0" i="0" dirty="0" smtClean="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000" b="0" i="0" dirty="0" smtClean="0">
                                <a:solidFill>
                                  <a:schemeClr val="accent5">
                                    <a:lumMod val="75000"/>
                                  </a:schemeClr>
                                </a:solidFill>
                                <a:latin typeface="Cambria Math" panose="02040503050406030204" pitchFamily="18" charset="0"/>
                                <a:ea typeface="微软雅黑" panose="020B0503020204020204" pitchFamily="34" charset="-122"/>
                              </a:rPr>
                              <m:t>0</m:t>
                            </m:r>
                          </m:sub>
                        </m:sSub>
                      </m:oMath>
                    </m:oMathPara>
                  </a14:m>
                  <a:endParaRPr kumimoji="1"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35" name="文本框 134">
                  <a:extLst>
                    <a:ext uri="{FF2B5EF4-FFF2-40B4-BE49-F238E27FC236}">
                      <a16:creationId xmlns:a16="http://schemas.microsoft.com/office/drawing/2014/main" id="{A9CA8B4D-ABC3-DDFA-29DF-34CC4C74C969}"/>
                    </a:ext>
                  </a:extLst>
                </p:cNvPr>
                <p:cNvSpPr txBox="1">
                  <a:spLocks noRot="1" noChangeAspect="1" noMove="1" noResize="1" noEditPoints="1" noAdjustHandles="1" noChangeArrowheads="1" noChangeShapeType="1" noTextEdit="1"/>
                </p:cNvSpPr>
                <p:nvPr/>
              </p:nvSpPr>
              <p:spPr>
                <a:xfrm flipH="1">
                  <a:off x="11609046" y="1628050"/>
                  <a:ext cx="492876" cy="47705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6" name="文本框 135">
                  <a:extLst>
                    <a:ext uri="{FF2B5EF4-FFF2-40B4-BE49-F238E27FC236}">
                      <a16:creationId xmlns:a16="http://schemas.microsoft.com/office/drawing/2014/main" id="{42197B8D-157A-D2AA-5011-E882173336C6}"/>
                    </a:ext>
                  </a:extLst>
                </p:cNvPr>
                <p:cNvSpPr txBox="1"/>
                <p:nvPr/>
              </p:nvSpPr>
              <p:spPr>
                <a:xfrm flipH="1">
                  <a:off x="11593037" y="2857613"/>
                  <a:ext cx="492876" cy="477054"/>
                </a:xfrm>
                <a:prstGeom prst="rect">
                  <a:avLst/>
                </a:prstGeom>
                <a:noFill/>
              </p:spPr>
              <p:txBody>
                <a:bodyPr wrap="square">
                  <a:spAutoFit/>
                </a:bodyPr>
                <a:lstStyle/>
                <a:p>
                  <a:pPr algn="ctr">
                    <a:spcAft>
                      <a:spcPts val="600"/>
                    </a:spcAft>
                  </a:pP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000" b="0" i="0" dirty="0" smtClean="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000" b="0" i="0" dirty="0" smtClean="0">
                                <a:solidFill>
                                  <a:schemeClr val="accent5">
                                    <a:lumMod val="75000"/>
                                  </a:schemeClr>
                                </a:solidFill>
                                <a:latin typeface="Cambria Math" panose="02040503050406030204" pitchFamily="18" charset="0"/>
                                <a:ea typeface="微软雅黑" panose="020B0503020204020204" pitchFamily="34" charset="-122"/>
                              </a:rPr>
                              <m:t>1</m:t>
                            </m:r>
                          </m:sub>
                        </m:sSub>
                      </m:oMath>
                    </m:oMathPara>
                  </a14:m>
                  <a:endParaRPr kumimoji="1"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36" name="文本框 135">
                  <a:extLst>
                    <a:ext uri="{FF2B5EF4-FFF2-40B4-BE49-F238E27FC236}">
                      <a16:creationId xmlns:a16="http://schemas.microsoft.com/office/drawing/2014/main" id="{42197B8D-157A-D2AA-5011-E882173336C6}"/>
                    </a:ext>
                  </a:extLst>
                </p:cNvPr>
                <p:cNvSpPr txBox="1">
                  <a:spLocks noRot="1" noChangeAspect="1" noMove="1" noResize="1" noEditPoints="1" noAdjustHandles="1" noChangeArrowheads="1" noChangeShapeType="1" noTextEdit="1"/>
                </p:cNvSpPr>
                <p:nvPr/>
              </p:nvSpPr>
              <p:spPr>
                <a:xfrm flipH="1">
                  <a:off x="11593037" y="2857613"/>
                  <a:ext cx="492876" cy="47705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7" name="文本框 136">
                  <a:extLst>
                    <a:ext uri="{FF2B5EF4-FFF2-40B4-BE49-F238E27FC236}">
                      <a16:creationId xmlns:a16="http://schemas.microsoft.com/office/drawing/2014/main" id="{9388163D-B967-C030-2B79-A76C5E0F16BB}"/>
                    </a:ext>
                  </a:extLst>
                </p:cNvPr>
                <p:cNvSpPr txBox="1"/>
                <p:nvPr/>
              </p:nvSpPr>
              <p:spPr>
                <a:xfrm flipH="1">
                  <a:off x="11593037" y="4079852"/>
                  <a:ext cx="492876" cy="477054"/>
                </a:xfrm>
                <a:prstGeom prst="rect">
                  <a:avLst/>
                </a:prstGeom>
                <a:noFill/>
              </p:spPr>
              <p:txBody>
                <a:bodyPr wrap="square">
                  <a:spAutoFit/>
                </a:bodyPr>
                <a:lstStyle/>
                <a:p>
                  <a:pPr algn="ctr">
                    <a:spcAft>
                      <a:spcPts val="600"/>
                    </a:spcAft>
                  </a:pP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000" b="0" i="0" dirty="0" smtClean="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000" b="0" i="0" dirty="0" smtClean="0">
                                <a:solidFill>
                                  <a:schemeClr val="accent5">
                                    <a:lumMod val="75000"/>
                                  </a:schemeClr>
                                </a:solidFill>
                                <a:latin typeface="Cambria Math" panose="02040503050406030204" pitchFamily="18" charset="0"/>
                                <a:ea typeface="微软雅黑" panose="020B0503020204020204" pitchFamily="34" charset="-122"/>
                              </a:rPr>
                              <m:t>2</m:t>
                            </m:r>
                          </m:sub>
                        </m:sSub>
                      </m:oMath>
                    </m:oMathPara>
                  </a14:m>
                  <a:endParaRPr kumimoji="1"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37" name="文本框 136">
                  <a:extLst>
                    <a:ext uri="{FF2B5EF4-FFF2-40B4-BE49-F238E27FC236}">
                      <a16:creationId xmlns:a16="http://schemas.microsoft.com/office/drawing/2014/main" id="{9388163D-B967-C030-2B79-A76C5E0F16BB}"/>
                    </a:ext>
                  </a:extLst>
                </p:cNvPr>
                <p:cNvSpPr txBox="1">
                  <a:spLocks noRot="1" noChangeAspect="1" noMove="1" noResize="1" noEditPoints="1" noAdjustHandles="1" noChangeArrowheads="1" noChangeShapeType="1" noTextEdit="1"/>
                </p:cNvSpPr>
                <p:nvPr/>
              </p:nvSpPr>
              <p:spPr>
                <a:xfrm flipH="1">
                  <a:off x="11593037" y="4079852"/>
                  <a:ext cx="492876" cy="47705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8" name="文本框 137">
                  <a:extLst>
                    <a:ext uri="{FF2B5EF4-FFF2-40B4-BE49-F238E27FC236}">
                      <a16:creationId xmlns:a16="http://schemas.microsoft.com/office/drawing/2014/main" id="{D53E7B0F-E681-9158-EE59-0FBD5132C096}"/>
                    </a:ext>
                  </a:extLst>
                </p:cNvPr>
                <p:cNvSpPr txBox="1"/>
                <p:nvPr/>
              </p:nvSpPr>
              <p:spPr>
                <a:xfrm flipH="1">
                  <a:off x="11593037" y="5263242"/>
                  <a:ext cx="499787" cy="477054"/>
                </a:xfrm>
                <a:prstGeom prst="rect">
                  <a:avLst/>
                </a:prstGeom>
                <a:noFill/>
              </p:spPr>
              <p:txBody>
                <a:bodyPr wrap="square">
                  <a:spAutoFit/>
                </a:bodyPr>
                <a:lstStyle/>
                <a:p>
                  <a:pPr algn="ctr">
                    <a:spcAft>
                      <a:spcPts val="600"/>
                    </a:spcAft>
                  </a:pP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000" b="0" i="0" dirty="0" smtClean="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000" b="0" i="0" dirty="0" smtClean="0">
                                <a:solidFill>
                                  <a:schemeClr val="accent5">
                                    <a:lumMod val="75000"/>
                                  </a:schemeClr>
                                </a:solidFill>
                                <a:latin typeface="Cambria Math" panose="02040503050406030204" pitchFamily="18" charset="0"/>
                                <a:ea typeface="微软雅黑" panose="020B0503020204020204" pitchFamily="34" charset="-122"/>
                              </a:rPr>
                              <m:t>3</m:t>
                            </m:r>
                          </m:sub>
                        </m:sSub>
                      </m:oMath>
                    </m:oMathPara>
                  </a14:m>
                  <a:endParaRPr kumimoji="1"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38" name="文本框 137">
                  <a:extLst>
                    <a:ext uri="{FF2B5EF4-FFF2-40B4-BE49-F238E27FC236}">
                      <a16:creationId xmlns:a16="http://schemas.microsoft.com/office/drawing/2014/main" id="{D53E7B0F-E681-9158-EE59-0FBD5132C096}"/>
                    </a:ext>
                  </a:extLst>
                </p:cNvPr>
                <p:cNvSpPr txBox="1">
                  <a:spLocks noRot="1" noChangeAspect="1" noMove="1" noResize="1" noEditPoints="1" noAdjustHandles="1" noChangeArrowheads="1" noChangeShapeType="1" noTextEdit="1"/>
                </p:cNvSpPr>
                <p:nvPr/>
              </p:nvSpPr>
              <p:spPr>
                <a:xfrm flipH="1">
                  <a:off x="11593037" y="5263242"/>
                  <a:ext cx="499787" cy="477054"/>
                </a:xfrm>
                <a:prstGeom prst="rect">
                  <a:avLst/>
                </a:prstGeom>
                <a:blipFill>
                  <a:blip r:embed="rId5"/>
                  <a:stretch>
                    <a:fillRect/>
                  </a:stretch>
                </a:blipFill>
              </p:spPr>
              <p:txBody>
                <a:bodyPr/>
                <a:lstStyle/>
                <a:p>
                  <a:r>
                    <a:rPr lang="zh-CN" altLang="en-US">
                      <a:noFill/>
                    </a:rPr>
                    <a:t> </a:t>
                  </a:r>
                </a:p>
              </p:txBody>
            </p:sp>
          </mc:Fallback>
        </mc:AlternateContent>
        <p:sp>
          <p:nvSpPr>
            <p:cNvPr id="139" name="Arc 158">
              <a:extLst>
                <a:ext uri="{FF2B5EF4-FFF2-40B4-BE49-F238E27FC236}">
                  <a16:creationId xmlns:a16="http://schemas.microsoft.com/office/drawing/2014/main" id="{B38E8559-39CA-3042-549C-19704B90AE81}"/>
                </a:ext>
              </a:extLst>
            </p:cNvPr>
            <p:cNvSpPr>
              <a:spLocks/>
            </p:cNvSpPr>
            <p:nvPr/>
          </p:nvSpPr>
          <p:spPr bwMode="auto">
            <a:xfrm rot="5400000">
              <a:off x="10756230" y="2879652"/>
              <a:ext cx="318132" cy="447215"/>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40" name="Line 160">
              <a:extLst>
                <a:ext uri="{FF2B5EF4-FFF2-40B4-BE49-F238E27FC236}">
                  <a16:creationId xmlns:a16="http://schemas.microsoft.com/office/drawing/2014/main" id="{F915BC82-3D52-75BB-2490-B99695BDFF8F}"/>
                </a:ext>
              </a:extLst>
            </p:cNvPr>
            <p:cNvSpPr>
              <a:spLocks noChangeShapeType="1"/>
            </p:cNvSpPr>
            <p:nvPr/>
          </p:nvSpPr>
          <p:spPr bwMode="auto">
            <a:xfrm flipH="1">
              <a:off x="11073460" y="2942485"/>
              <a:ext cx="1378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41" name="Line 160">
              <a:extLst>
                <a:ext uri="{FF2B5EF4-FFF2-40B4-BE49-F238E27FC236}">
                  <a16:creationId xmlns:a16="http://schemas.microsoft.com/office/drawing/2014/main" id="{43DD6335-6A52-7635-EE03-C495D8FE5927}"/>
                </a:ext>
              </a:extLst>
            </p:cNvPr>
            <p:cNvSpPr>
              <a:spLocks noChangeShapeType="1"/>
            </p:cNvSpPr>
            <p:nvPr/>
          </p:nvSpPr>
          <p:spPr bwMode="auto">
            <a:xfrm flipH="1">
              <a:off x="11073460" y="3262327"/>
              <a:ext cx="1378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42" name="Arc 156">
              <a:extLst>
                <a:ext uri="{FF2B5EF4-FFF2-40B4-BE49-F238E27FC236}">
                  <a16:creationId xmlns:a16="http://schemas.microsoft.com/office/drawing/2014/main" id="{9E03D691-E9F2-52A6-9590-DF51F6ED2AF8}"/>
                </a:ext>
              </a:extLst>
            </p:cNvPr>
            <p:cNvSpPr>
              <a:spLocks/>
            </p:cNvSpPr>
            <p:nvPr/>
          </p:nvSpPr>
          <p:spPr bwMode="auto">
            <a:xfrm flipV="1">
              <a:off x="11201298" y="2955000"/>
              <a:ext cx="208007" cy="30732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43" name="Arc 156">
              <a:extLst>
                <a:ext uri="{FF2B5EF4-FFF2-40B4-BE49-F238E27FC236}">
                  <a16:creationId xmlns:a16="http://schemas.microsoft.com/office/drawing/2014/main" id="{5B758F1B-E601-1E54-E9F6-AB1FE3C24526}"/>
                </a:ext>
              </a:extLst>
            </p:cNvPr>
            <p:cNvSpPr>
              <a:spLocks/>
            </p:cNvSpPr>
            <p:nvPr/>
          </p:nvSpPr>
          <p:spPr bwMode="auto">
            <a:xfrm>
              <a:off x="11200400" y="2942477"/>
              <a:ext cx="208007" cy="30732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44" name="Arc 158">
              <a:extLst>
                <a:ext uri="{FF2B5EF4-FFF2-40B4-BE49-F238E27FC236}">
                  <a16:creationId xmlns:a16="http://schemas.microsoft.com/office/drawing/2014/main" id="{97C4CC57-7D9F-9187-A757-F608E847FB58}"/>
                </a:ext>
              </a:extLst>
            </p:cNvPr>
            <p:cNvSpPr>
              <a:spLocks/>
            </p:cNvSpPr>
            <p:nvPr/>
          </p:nvSpPr>
          <p:spPr bwMode="auto">
            <a:xfrm rot="5400000">
              <a:off x="10756230" y="3208916"/>
              <a:ext cx="318132" cy="447215"/>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45" name="Arc 158">
              <a:extLst>
                <a:ext uri="{FF2B5EF4-FFF2-40B4-BE49-F238E27FC236}">
                  <a16:creationId xmlns:a16="http://schemas.microsoft.com/office/drawing/2014/main" id="{6F223891-FA35-DCD2-3397-D9B74340551A}"/>
                </a:ext>
              </a:extLst>
            </p:cNvPr>
            <p:cNvSpPr>
              <a:spLocks/>
            </p:cNvSpPr>
            <p:nvPr/>
          </p:nvSpPr>
          <p:spPr bwMode="auto">
            <a:xfrm rot="5400000">
              <a:off x="10756229" y="2548826"/>
              <a:ext cx="318132" cy="447215"/>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46" name="Arc 158">
              <a:extLst>
                <a:ext uri="{FF2B5EF4-FFF2-40B4-BE49-F238E27FC236}">
                  <a16:creationId xmlns:a16="http://schemas.microsoft.com/office/drawing/2014/main" id="{D830622E-7241-5A1D-0C9B-F141118CD919}"/>
                </a:ext>
              </a:extLst>
            </p:cNvPr>
            <p:cNvSpPr>
              <a:spLocks/>
            </p:cNvSpPr>
            <p:nvPr/>
          </p:nvSpPr>
          <p:spPr bwMode="auto">
            <a:xfrm rot="5400000">
              <a:off x="10756230" y="1650089"/>
              <a:ext cx="318132" cy="447215"/>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47" name="Line 160">
              <a:extLst>
                <a:ext uri="{FF2B5EF4-FFF2-40B4-BE49-F238E27FC236}">
                  <a16:creationId xmlns:a16="http://schemas.microsoft.com/office/drawing/2014/main" id="{D6130494-3AFD-701D-4BBF-107ECF079CDE}"/>
                </a:ext>
              </a:extLst>
            </p:cNvPr>
            <p:cNvSpPr>
              <a:spLocks noChangeShapeType="1"/>
            </p:cNvSpPr>
            <p:nvPr/>
          </p:nvSpPr>
          <p:spPr bwMode="auto">
            <a:xfrm flipH="1">
              <a:off x="11073460" y="1712922"/>
              <a:ext cx="1378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48" name="Line 160">
              <a:extLst>
                <a:ext uri="{FF2B5EF4-FFF2-40B4-BE49-F238E27FC236}">
                  <a16:creationId xmlns:a16="http://schemas.microsoft.com/office/drawing/2014/main" id="{40C7307D-AA6F-7484-5F67-844976E55E19}"/>
                </a:ext>
              </a:extLst>
            </p:cNvPr>
            <p:cNvSpPr>
              <a:spLocks noChangeShapeType="1"/>
            </p:cNvSpPr>
            <p:nvPr/>
          </p:nvSpPr>
          <p:spPr bwMode="auto">
            <a:xfrm flipH="1">
              <a:off x="11073460" y="2032764"/>
              <a:ext cx="1378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49" name="Arc 156">
              <a:extLst>
                <a:ext uri="{FF2B5EF4-FFF2-40B4-BE49-F238E27FC236}">
                  <a16:creationId xmlns:a16="http://schemas.microsoft.com/office/drawing/2014/main" id="{11ADEA57-A3D6-316E-B0D5-4704B7376F0A}"/>
                </a:ext>
              </a:extLst>
            </p:cNvPr>
            <p:cNvSpPr>
              <a:spLocks/>
            </p:cNvSpPr>
            <p:nvPr/>
          </p:nvSpPr>
          <p:spPr bwMode="auto">
            <a:xfrm flipV="1">
              <a:off x="11201298" y="1725437"/>
              <a:ext cx="208007" cy="30732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50" name="Arc 156">
              <a:extLst>
                <a:ext uri="{FF2B5EF4-FFF2-40B4-BE49-F238E27FC236}">
                  <a16:creationId xmlns:a16="http://schemas.microsoft.com/office/drawing/2014/main" id="{31D5F085-8F6C-39FD-D3AF-803642E58F88}"/>
                </a:ext>
              </a:extLst>
            </p:cNvPr>
            <p:cNvSpPr>
              <a:spLocks/>
            </p:cNvSpPr>
            <p:nvPr/>
          </p:nvSpPr>
          <p:spPr bwMode="auto">
            <a:xfrm>
              <a:off x="11200400" y="1712914"/>
              <a:ext cx="208007" cy="30732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51" name="Arc 158">
              <a:extLst>
                <a:ext uri="{FF2B5EF4-FFF2-40B4-BE49-F238E27FC236}">
                  <a16:creationId xmlns:a16="http://schemas.microsoft.com/office/drawing/2014/main" id="{F1A06B94-8E8C-4761-37DF-638CEF74707C}"/>
                </a:ext>
              </a:extLst>
            </p:cNvPr>
            <p:cNvSpPr>
              <a:spLocks/>
            </p:cNvSpPr>
            <p:nvPr/>
          </p:nvSpPr>
          <p:spPr bwMode="auto">
            <a:xfrm rot="5400000">
              <a:off x="10756230" y="1979353"/>
              <a:ext cx="318132" cy="447215"/>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52" name="Arc 158">
              <a:extLst>
                <a:ext uri="{FF2B5EF4-FFF2-40B4-BE49-F238E27FC236}">
                  <a16:creationId xmlns:a16="http://schemas.microsoft.com/office/drawing/2014/main" id="{ECB1BB51-76AF-2722-F716-40A76CC2959C}"/>
                </a:ext>
              </a:extLst>
            </p:cNvPr>
            <p:cNvSpPr>
              <a:spLocks/>
            </p:cNvSpPr>
            <p:nvPr/>
          </p:nvSpPr>
          <p:spPr bwMode="auto">
            <a:xfrm rot="5400000">
              <a:off x="10756229" y="1319263"/>
              <a:ext cx="318132" cy="447215"/>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53" name="Arc 158">
              <a:extLst>
                <a:ext uri="{FF2B5EF4-FFF2-40B4-BE49-F238E27FC236}">
                  <a16:creationId xmlns:a16="http://schemas.microsoft.com/office/drawing/2014/main" id="{9888B3E0-32C9-74DA-CE19-328AA078582E}"/>
                </a:ext>
              </a:extLst>
            </p:cNvPr>
            <p:cNvSpPr>
              <a:spLocks/>
            </p:cNvSpPr>
            <p:nvPr/>
          </p:nvSpPr>
          <p:spPr bwMode="auto">
            <a:xfrm rot="5400000">
              <a:off x="10756230" y="4094772"/>
              <a:ext cx="318132" cy="447215"/>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54" name="Line 160">
              <a:extLst>
                <a:ext uri="{FF2B5EF4-FFF2-40B4-BE49-F238E27FC236}">
                  <a16:creationId xmlns:a16="http://schemas.microsoft.com/office/drawing/2014/main" id="{9982009D-051C-A4F9-A5F5-BD3A2199681F}"/>
                </a:ext>
              </a:extLst>
            </p:cNvPr>
            <p:cNvSpPr>
              <a:spLocks noChangeShapeType="1"/>
            </p:cNvSpPr>
            <p:nvPr/>
          </p:nvSpPr>
          <p:spPr bwMode="auto">
            <a:xfrm flipH="1">
              <a:off x="11073460" y="4157605"/>
              <a:ext cx="1378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55" name="Line 160">
              <a:extLst>
                <a:ext uri="{FF2B5EF4-FFF2-40B4-BE49-F238E27FC236}">
                  <a16:creationId xmlns:a16="http://schemas.microsoft.com/office/drawing/2014/main" id="{562991CF-F8CB-AA69-777B-092FEAC7DC32}"/>
                </a:ext>
              </a:extLst>
            </p:cNvPr>
            <p:cNvSpPr>
              <a:spLocks noChangeShapeType="1"/>
            </p:cNvSpPr>
            <p:nvPr/>
          </p:nvSpPr>
          <p:spPr bwMode="auto">
            <a:xfrm flipH="1">
              <a:off x="11073460" y="4477447"/>
              <a:ext cx="1378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56" name="Arc 156">
              <a:extLst>
                <a:ext uri="{FF2B5EF4-FFF2-40B4-BE49-F238E27FC236}">
                  <a16:creationId xmlns:a16="http://schemas.microsoft.com/office/drawing/2014/main" id="{70136FE5-5838-51ED-649D-8766B7B2D7DF}"/>
                </a:ext>
              </a:extLst>
            </p:cNvPr>
            <p:cNvSpPr>
              <a:spLocks/>
            </p:cNvSpPr>
            <p:nvPr/>
          </p:nvSpPr>
          <p:spPr bwMode="auto">
            <a:xfrm flipV="1">
              <a:off x="11201298" y="4170120"/>
              <a:ext cx="208007" cy="30732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57" name="Arc 156">
              <a:extLst>
                <a:ext uri="{FF2B5EF4-FFF2-40B4-BE49-F238E27FC236}">
                  <a16:creationId xmlns:a16="http://schemas.microsoft.com/office/drawing/2014/main" id="{6134576B-6FDF-6585-3615-1E1235C0748E}"/>
                </a:ext>
              </a:extLst>
            </p:cNvPr>
            <p:cNvSpPr>
              <a:spLocks/>
            </p:cNvSpPr>
            <p:nvPr/>
          </p:nvSpPr>
          <p:spPr bwMode="auto">
            <a:xfrm>
              <a:off x="11200400" y="4157597"/>
              <a:ext cx="208007" cy="30732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58" name="Arc 158">
              <a:extLst>
                <a:ext uri="{FF2B5EF4-FFF2-40B4-BE49-F238E27FC236}">
                  <a16:creationId xmlns:a16="http://schemas.microsoft.com/office/drawing/2014/main" id="{A5FD612A-4A3A-96F1-CB85-5E944130725E}"/>
                </a:ext>
              </a:extLst>
            </p:cNvPr>
            <p:cNvSpPr>
              <a:spLocks/>
            </p:cNvSpPr>
            <p:nvPr/>
          </p:nvSpPr>
          <p:spPr bwMode="auto">
            <a:xfrm rot="5400000">
              <a:off x="10756230" y="4424036"/>
              <a:ext cx="318132" cy="447215"/>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59" name="Arc 158">
              <a:extLst>
                <a:ext uri="{FF2B5EF4-FFF2-40B4-BE49-F238E27FC236}">
                  <a16:creationId xmlns:a16="http://schemas.microsoft.com/office/drawing/2014/main" id="{F985936B-BAFB-5CF7-0909-889530E8D337}"/>
                </a:ext>
              </a:extLst>
            </p:cNvPr>
            <p:cNvSpPr>
              <a:spLocks/>
            </p:cNvSpPr>
            <p:nvPr/>
          </p:nvSpPr>
          <p:spPr bwMode="auto">
            <a:xfrm rot="5400000">
              <a:off x="10756229" y="3763946"/>
              <a:ext cx="318132" cy="447215"/>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60" name="Arc 158">
              <a:extLst>
                <a:ext uri="{FF2B5EF4-FFF2-40B4-BE49-F238E27FC236}">
                  <a16:creationId xmlns:a16="http://schemas.microsoft.com/office/drawing/2014/main" id="{DDA37B13-784E-43ED-6164-1B3FBB6281F0}"/>
                </a:ext>
              </a:extLst>
            </p:cNvPr>
            <p:cNvSpPr>
              <a:spLocks/>
            </p:cNvSpPr>
            <p:nvPr/>
          </p:nvSpPr>
          <p:spPr bwMode="auto">
            <a:xfrm rot="5400000">
              <a:off x="10756230" y="5278162"/>
              <a:ext cx="318132" cy="447215"/>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61" name="Line 160">
              <a:extLst>
                <a:ext uri="{FF2B5EF4-FFF2-40B4-BE49-F238E27FC236}">
                  <a16:creationId xmlns:a16="http://schemas.microsoft.com/office/drawing/2014/main" id="{E57AC474-1E51-4672-3DFC-C30D3D44DEBC}"/>
                </a:ext>
              </a:extLst>
            </p:cNvPr>
            <p:cNvSpPr>
              <a:spLocks noChangeShapeType="1"/>
            </p:cNvSpPr>
            <p:nvPr/>
          </p:nvSpPr>
          <p:spPr bwMode="auto">
            <a:xfrm flipH="1">
              <a:off x="11073460" y="5340995"/>
              <a:ext cx="1378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62" name="Line 160">
              <a:extLst>
                <a:ext uri="{FF2B5EF4-FFF2-40B4-BE49-F238E27FC236}">
                  <a16:creationId xmlns:a16="http://schemas.microsoft.com/office/drawing/2014/main" id="{70AA5C82-354B-1D7E-B700-E54347619FD1}"/>
                </a:ext>
              </a:extLst>
            </p:cNvPr>
            <p:cNvSpPr>
              <a:spLocks noChangeShapeType="1"/>
            </p:cNvSpPr>
            <p:nvPr/>
          </p:nvSpPr>
          <p:spPr bwMode="auto">
            <a:xfrm flipH="1">
              <a:off x="11073460" y="5660837"/>
              <a:ext cx="1378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63" name="Arc 156">
              <a:extLst>
                <a:ext uri="{FF2B5EF4-FFF2-40B4-BE49-F238E27FC236}">
                  <a16:creationId xmlns:a16="http://schemas.microsoft.com/office/drawing/2014/main" id="{3672164C-747B-7F92-BB65-F785B7E0F924}"/>
                </a:ext>
              </a:extLst>
            </p:cNvPr>
            <p:cNvSpPr>
              <a:spLocks/>
            </p:cNvSpPr>
            <p:nvPr/>
          </p:nvSpPr>
          <p:spPr bwMode="auto">
            <a:xfrm flipV="1">
              <a:off x="11201298" y="5353510"/>
              <a:ext cx="208007" cy="30732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grpSp>
          <p:nvGrpSpPr>
            <p:cNvPr id="164" name="组合 163">
              <a:extLst>
                <a:ext uri="{FF2B5EF4-FFF2-40B4-BE49-F238E27FC236}">
                  <a16:creationId xmlns:a16="http://schemas.microsoft.com/office/drawing/2014/main" id="{2B025285-8AFD-5DEA-2D1E-A572DE5513E5}"/>
                </a:ext>
              </a:extLst>
            </p:cNvPr>
            <p:cNvGrpSpPr/>
            <p:nvPr/>
          </p:nvGrpSpPr>
          <p:grpSpPr>
            <a:xfrm>
              <a:off x="11402779" y="1872856"/>
              <a:ext cx="208008" cy="3628073"/>
              <a:chOff x="11234998" y="1656039"/>
              <a:chExt cx="221895" cy="3628073"/>
            </a:xfrm>
          </p:grpSpPr>
          <p:sp>
            <p:nvSpPr>
              <p:cNvPr id="448" name="Line 27">
                <a:extLst>
                  <a:ext uri="{FF2B5EF4-FFF2-40B4-BE49-F238E27FC236}">
                    <a16:creationId xmlns:a16="http://schemas.microsoft.com/office/drawing/2014/main" id="{8DD5013E-32A1-3A2A-DF6D-79CC6BF05667}"/>
                  </a:ext>
                </a:extLst>
              </p:cNvPr>
              <p:cNvSpPr>
                <a:spLocks noChangeShapeType="1"/>
              </p:cNvSpPr>
              <p:nvPr/>
            </p:nvSpPr>
            <p:spPr bwMode="auto">
              <a:xfrm>
                <a:off x="11234999" y="2885602"/>
                <a:ext cx="2218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49" name="Line 27">
                <a:extLst>
                  <a:ext uri="{FF2B5EF4-FFF2-40B4-BE49-F238E27FC236}">
                    <a16:creationId xmlns:a16="http://schemas.microsoft.com/office/drawing/2014/main" id="{ED708E4A-452A-7B25-ACB9-8322E436DFF1}"/>
                  </a:ext>
                </a:extLst>
              </p:cNvPr>
              <p:cNvSpPr>
                <a:spLocks noChangeShapeType="1"/>
              </p:cNvSpPr>
              <p:nvPr/>
            </p:nvSpPr>
            <p:spPr bwMode="auto">
              <a:xfrm>
                <a:off x="11234998" y="1656039"/>
                <a:ext cx="2218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50" name="Line 27">
                <a:extLst>
                  <a:ext uri="{FF2B5EF4-FFF2-40B4-BE49-F238E27FC236}">
                    <a16:creationId xmlns:a16="http://schemas.microsoft.com/office/drawing/2014/main" id="{47A8FC9B-DC0D-63C1-F248-E2351B5C6AAA}"/>
                  </a:ext>
                </a:extLst>
              </p:cNvPr>
              <p:cNvSpPr>
                <a:spLocks noChangeShapeType="1"/>
              </p:cNvSpPr>
              <p:nvPr/>
            </p:nvSpPr>
            <p:spPr bwMode="auto">
              <a:xfrm>
                <a:off x="11234999" y="4100722"/>
                <a:ext cx="2218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51" name="Line 27">
                <a:extLst>
                  <a:ext uri="{FF2B5EF4-FFF2-40B4-BE49-F238E27FC236}">
                    <a16:creationId xmlns:a16="http://schemas.microsoft.com/office/drawing/2014/main" id="{3F8D31E1-94E8-0492-0144-A8463746102B}"/>
                  </a:ext>
                </a:extLst>
              </p:cNvPr>
              <p:cNvSpPr>
                <a:spLocks noChangeShapeType="1"/>
              </p:cNvSpPr>
              <p:nvPr/>
            </p:nvSpPr>
            <p:spPr bwMode="auto">
              <a:xfrm>
                <a:off x="11234999" y="5284112"/>
                <a:ext cx="2218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sp>
          <p:nvSpPr>
            <p:cNvPr id="165" name="Arc 156">
              <a:extLst>
                <a:ext uri="{FF2B5EF4-FFF2-40B4-BE49-F238E27FC236}">
                  <a16:creationId xmlns:a16="http://schemas.microsoft.com/office/drawing/2014/main" id="{9543AB14-0F7A-EE96-E50B-60B8F99E6916}"/>
                </a:ext>
              </a:extLst>
            </p:cNvPr>
            <p:cNvSpPr>
              <a:spLocks/>
            </p:cNvSpPr>
            <p:nvPr/>
          </p:nvSpPr>
          <p:spPr bwMode="auto">
            <a:xfrm>
              <a:off x="11200400" y="5340987"/>
              <a:ext cx="208007" cy="307326"/>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66" name="Arc 158">
              <a:extLst>
                <a:ext uri="{FF2B5EF4-FFF2-40B4-BE49-F238E27FC236}">
                  <a16:creationId xmlns:a16="http://schemas.microsoft.com/office/drawing/2014/main" id="{FF6A45BE-0C82-5440-905A-038F019D0048}"/>
                </a:ext>
              </a:extLst>
            </p:cNvPr>
            <p:cNvSpPr>
              <a:spLocks/>
            </p:cNvSpPr>
            <p:nvPr/>
          </p:nvSpPr>
          <p:spPr bwMode="auto">
            <a:xfrm rot="5400000">
              <a:off x="10756230" y="5607426"/>
              <a:ext cx="318132" cy="447215"/>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sp>
          <p:nvSpPr>
            <p:cNvPr id="167" name="Arc 158">
              <a:extLst>
                <a:ext uri="{FF2B5EF4-FFF2-40B4-BE49-F238E27FC236}">
                  <a16:creationId xmlns:a16="http://schemas.microsoft.com/office/drawing/2014/main" id="{3CB2A776-8852-D805-09FF-08F4DF7F335F}"/>
                </a:ext>
              </a:extLst>
            </p:cNvPr>
            <p:cNvSpPr>
              <a:spLocks/>
            </p:cNvSpPr>
            <p:nvPr/>
          </p:nvSpPr>
          <p:spPr bwMode="auto">
            <a:xfrm rot="5400000">
              <a:off x="10756229" y="4947336"/>
              <a:ext cx="318132" cy="447215"/>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accent5">
                    <a:lumMod val="75000"/>
                  </a:schemeClr>
                </a:solidFill>
                <a:latin typeface="Microsoft YaHei" panose="020B0503020204020204" pitchFamily="34" charset="-122"/>
                <a:ea typeface="Microsoft YaHei" panose="020B0503020204020204" pitchFamily="34" charset="-122"/>
              </a:endParaRPr>
            </a:p>
          </p:txBody>
        </p:sp>
        <p:grpSp>
          <p:nvGrpSpPr>
            <p:cNvPr id="168" name="组合 167">
              <a:extLst>
                <a:ext uri="{FF2B5EF4-FFF2-40B4-BE49-F238E27FC236}">
                  <a16:creationId xmlns:a16="http://schemas.microsoft.com/office/drawing/2014/main" id="{916C9F9D-AC0C-7D06-99E2-8E51AB473BB0}"/>
                </a:ext>
              </a:extLst>
            </p:cNvPr>
            <p:cNvGrpSpPr/>
            <p:nvPr/>
          </p:nvGrpSpPr>
          <p:grpSpPr>
            <a:xfrm>
              <a:off x="7252303" y="1542041"/>
              <a:ext cx="3886601" cy="4288992"/>
              <a:chOff x="10578353" y="1325224"/>
              <a:chExt cx="392771" cy="4288992"/>
            </a:xfrm>
          </p:grpSpPr>
          <p:sp>
            <p:nvSpPr>
              <p:cNvPr id="436" name="Line 27">
                <a:extLst>
                  <a:ext uri="{FF2B5EF4-FFF2-40B4-BE49-F238E27FC236}">
                    <a16:creationId xmlns:a16="http://schemas.microsoft.com/office/drawing/2014/main" id="{1BA6732F-7E42-F66D-E4D6-B792E795CA8D}"/>
                  </a:ext>
                </a:extLst>
              </p:cNvPr>
              <p:cNvSpPr>
                <a:spLocks noChangeShapeType="1"/>
              </p:cNvSpPr>
              <p:nvPr/>
            </p:nvSpPr>
            <p:spPr bwMode="auto">
              <a:xfrm>
                <a:off x="10578353" y="2885603"/>
                <a:ext cx="392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37" name="Line 27">
                <a:extLst>
                  <a:ext uri="{FF2B5EF4-FFF2-40B4-BE49-F238E27FC236}">
                    <a16:creationId xmlns:a16="http://schemas.microsoft.com/office/drawing/2014/main" id="{44B02EEC-192A-5B16-BBEE-D86AEBFF31DD}"/>
                  </a:ext>
                </a:extLst>
              </p:cNvPr>
              <p:cNvSpPr>
                <a:spLocks noChangeShapeType="1"/>
              </p:cNvSpPr>
              <p:nvPr/>
            </p:nvSpPr>
            <p:spPr bwMode="auto">
              <a:xfrm>
                <a:off x="10578353" y="3215706"/>
                <a:ext cx="392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38" name="Line 27">
                <a:extLst>
                  <a:ext uri="{FF2B5EF4-FFF2-40B4-BE49-F238E27FC236}">
                    <a16:creationId xmlns:a16="http://schemas.microsoft.com/office/drawing/2014/main" id="{FD698D6E-A5CC-66E3-76E2-48DFA25FFEFD}"/>
                  </a:ext>
                </a:extLst>
              </p:cNvPr>
              <p:cNvSpPr>
                <a:spLocks noChangeShapeType="1"/>
              </p:cNvSpPr>
              <p:nvPr/>
            </p:nvSpPr>
            <p:spPr bwMode="auto">
              <a:xfrm>
                <a:off x="10578353" y="2554787"/>
                <a:ext cx="392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39" name="Line 27">
                <a:extLst>
                  <a:ext uri="{FF2B5EF4-FFF2-40B4-BE49-F238E27FC236}">
                    <a16:creationId xmlns:a16="http://schemas.microsoft.com/office/drawing/2014/main" id="{CAE54983-87A9-2BA0-6578-8990FA5F72EE}"/>
                  </a:ext>
                </a:extLst>
              </p:cNvPr>
              <p:cNvSpPr>
                <a:spLocks noChangeShapeType="1"/>
              </p:cNvSpPr>
              <p:nvPr/>
            </p:nvSpPr>
            <p:spPr bwMode="auto">
              <a:xfrm>
                <a:off x="10578353" y="1656040"/>
                <a:ext cx="392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40" name="Line 27">
                <a:extLst>
                  <a:ext uri="{FF2B5EF4-FFF2-40B4-BE49-F238E27FC236}">
                    <a16:creationId xmlns:a16="http://schemas.microsoft.com/office/drawing/2014/main" id="{07837671-593F-E4AA-EBC9-AF2F04DA773A}"/>
                  </a:ext>
                </a:extLst>
              </p:cNvPr>
              <p:cNvSpPr>
                <a:spLocks noChangeShapeType="1"/>
              </p:cNvSpPr>
              <p:nvPr/>
            </p:nvSpPr>
            <p:spPr bwMode="auto">
              <a:xfrm>
                <a:off x="10578353" y="1986143"/>
                <a:ext cx="392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41" name="Line 27">
                <a:extLst>
                  <a:ext uri="{FF2B5EF4-FFF2-40B4-BE49-F238E27FC236}">
                    <a16:creationId xmlns:a16="http://schemas.microsoft.com/office/drawing/2014/main" id="{9A1F0F3C-6473-1AA7-F46B-E7875C7B7B25}"/>
                  </a:ext>
                </a:extLst>
              </p:cNvPr>
              <p:cNvSpPr>
                <a:spLocks noChangeShapeType="1"/>
              </p:cNvSpPr>
              <p:nvPr/>
            </p:nvSpPr>
            <p:spPr bwMode="auto">
              <a:xfrm>
                <a:off x="10578353" y="1325224"/>
                <a:ext cx="392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42" name="Line 27">
                <a:extLst>
                  <a:ext uri="{FF2B5EF4-FFF2-40B4-BE49-F238E27FC236}">
                    <a16:creationId xmlns:a16="http://schemas.microsoft.com/office/drawing/2014/main" id="{0E9686AB-235E-C048-4805-AA97CE8BF499}"/>
                  </a:ext>
                </a:extLst>
              </p:cNvPr>
              <p:cNvSpPr>
                <a:spLocks noChangeShapeType="1"/>
              </p:cNvSpPr>
              <p:nvPr/>
            </p:nvSpPr>
            <p:spPr bwMode="auto">
              <a:xfrm>
                <a:off x="10578353" y="4100723"/>
                <a:ext cx="392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43" name="Line 27">
                <a:extLst>
                  <a:ext uri="{FF2B5EF4-FFF2-40B4-BE49-F238E27FC236}">
                    <a16:creationId xmlns:a16="http://schemas.microsoft.com/office/drawing/2014/main" id="{6F1DA9E3-F8D4-3288-187F-234FA723FD37}"/>
                  </a:ext>
                </a:extLst>
              </p:cNvPr>
              <p:cNvSpPr>
                <a:spLocks noChangeShapeType="1"/>
              </p:cNvSpPr>
              <p:nvPr/>
            </p:nvSpPr>
            <p:spPr bwMode="auto">
              <a:xfrm>
                <a:off x="10578353" y="4430826"/>
                <a:ext cx="392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44" name="Line 27">
                <a:extLst>
                  <a:ext uri="{FF2B5EF4-FFF2-40B4-BE49-F238E27FC236}">
                    <a16:creationId xmlns:a16="http://schemas.microsoft.com/office/drawing/2014/main" id="{32EC6584-D5A1-4EDB-F0A9-62EBD935831E}"/>
                  </a:ext>
                </a:extLst>
              </p:cNvPr>
              <p:cNvSpPr>
                <a:spLocks noChangeShapeType="1"/>
              </p:cNvSpPr>
              <p:nvPr/>
            </p:nvSpPr>
            <p:spPr bwMode="auto">
              <a:xfrm>
                <a:off x="10578353" y="3769907"/>
                <a:ext cx="392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45" name="Line 27">
                <a:extLst>
                  <a:ext uri="{FF2B5EF4-FFF2-40B4-BE49-F238E27FC236}">
                    <a16:creationId xmlns:a16="http://schemas.microsoft.com/office/drawing/2014/main" id="{B1A90D3C-73BC-74AD-DF78-27F04EF1AE27}"/>
                  </a:ext>
                </a:extLst>
              </p:cNvPr>
              <p:cNvSpPr>
                <a:spLocks noChangeShapeType="1"/>
              </p:cNvSpPr>
              <p:nvPr/>
            </p:nvSpPr>
            <p:spPr bwMode="auto">
              <a:xfrm>
                <a:off x="10578353" y="5284113"/>
                <a:ext cx="392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46" name="Line 27">
                <a:extLst>
                  <a:ext uri="{FF2B5EF4-FFF2-40B4-BE49-F238E27FC236}">
                    <a16:creationId xmlns:a16="http://schemas.microsoft.com/office/drawing/2014/main" id="{0B1599AD-6A4C-03CC-CB9B-2EF02E95C539}"/>
                  </a:ext>
                </a:extLst>
              </p:cNvPr>
              <p:cNvSpPr>
                <a:spLocks noChangeShapeType="1"/>
              </p:cNvSpPr>
              <p:nvPr/>
            </p:nvSpPr>
            <p:spPr bwMode="auto">
              <a:xfrm>
                <a:off x="10578353" y="5614216"/>
                <a:ext cx="392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47" name="Line 27">
                <a:extLst>
                  <a:ext uri="{FF2B5EF4-FFF2-40B4-BE49-F238E27FC236}">
                    <a16:creationId xmlns:a16="http://schemas.microsoft.com/office/drawing/2014/main" id="{EFBADC1F-C807-D595-A59C-6AC9BE7A12FE}"/>
                  </a:ext>
                </a:extLst>
              </p:cNvPr>
              <p:cNvSpPr>
                <a:spLocks noChangeShapeType="1"/>
              </p:cNvSpPr>
              <p:nvPr/>
            </p:nvSpPr>
            <p:spPr bwMode="auto">
              <a:xfrm>
                <a:off x="10578353" y="4953297"/>
                <a:ext cx="392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grpSp>
        <p:sp>
          <p:nvSpPr>
            <p:cNvPr id="169" name="流程图: 延期 168">
              <a:extLst>
                <a:ext uri="{FF2B5EF4-FFF2-40B4-BE49-F238E27FC236}">
                  <a16:creationId xmlns:a16="http://schemas.microsoft.com/office/drawing/2014/main" id="{B252020E-DCDF-5FA2-3BAA-EA1064B4B6CF}"/>
                </a:ext>
              </a:extLst>
            </p:cNvPr>
            <p:cNvSpPr/>
            <p:nvPr/>
          </p:nvSpPr>
          <p:spPr>
            <a:xfrm>
              <a:off x="10420002" y="2635187"/>
              <a:ext cx="326131" cy="274188"/>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sp>
          <p:nvSpPr>
            <p:cNvPr id="170" name="流程图: 延期 169">
              <a:extLst>
                <a:ext uri="{FF2B5EF4-FFF2-40B4-BE49-F238E27FC236}">
                  <a16:creationId xmlns:a16="http://schemas.microsoft.com/office/drawing/2014/main" id="{64A4EE08-2777-55E9-4D7F-367E72CA2189}"/>
                </a:ext>
              </a:extLst>
            </p:cNvPr>
            <p:cNvSpPr/>
            <p:nvPr/>
          </p:nvSpPr>
          <p:spPr>
            <a:xfrm>
              <a:off x="10419148" y="2965308"/>
              <a:ext cx="326131" cy="274188"/>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sp>
          <p:nvSpPr>
            <p:cNvPr id="171" name="流程图: 延期 170">
              <a:extLst>
                <a:ext uri="{FF2B5EF4-FFF2-40B4-BE49-F238E27FC236}">
                  <a16:creationId xmlns:a16="http://schemas.microsoft.com/office/drawing/2014/main" id="{82A2A5FE-A794-023B-9BAF-764B8C7B9FF9}"/>
                </a:ext>
              </a:extLst>
            </p:cNvPr>
            <p:cNvSpPr/>
            <p:nvPr/>
          </p:nvSpPr>
          <p:spPr>
            <a:xfrm>
              <a:off x="10420002" y="3295429"/>
              <a:ext cx="326131" cy="274188"/>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sp>
          <p:nvSpPr>
            <p:cNvPr id="172" name="流程图: 延期 171">
              <a:extLst>
                <a:ext uri="{FF2B5EF4-FFF2-40B4-BE49-F238E27FC236}">
                  <a16:creationId xmlns:a16="http://schemas.microsoft.com/office/drawing/2014/main" id="{644466FF-A80C-C1A0-20DD-568EB80D4F76}"/>
                </a:ext>
              </a:extLst>
            </p:cNvPr>
            <p:cNvSpPr/>
            <p:nvPr/>
          </p:nvSpPr>
          <p:spPr>
            <a:xfrm>
              <a:off x="10420002" y="1405624"/>
              <a:ext cx="326131" cy="274188"/>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sp>
          <p:nvSpPr>
            <p:cNvPr id="173" name="流程图: 延期 172">
              <a:extLst>
                <a:ext uri="{FF2B5EF4-FFF2-40B4-BE49-F238E27FC236}">
                  <a16:creationId xmlns:a16="http://schemas.microsoft.com/office/drawing/2014/main" id="{CA1D1783-FD29-7E38-75BB-BA813AA52756}"/>
                </a:ext>
              </a:extLst>
            </p:cNvPr>
            <p:cNvSpPr/>
            <p:nvPr/>
          </p:nvSpPr>
          <p:spPr>
            <a:xfrm>
              <a:off x="10419148" y="1735745"/>
              <a:ext cx="326131" cy="274188"/>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sp>
          <p:nvSpPr>
            <p:cNvPr id="174" name="流程图: 延期 173">
              <a:extLst>
                <a:ext uri="{FF2B5EF4-FFF2-40B4-BE49-F238E27FC236}">
                  <a16:creationId xmlns:a16="http://schemas.microsoft.com/office/drawing/2014/main" id="{0EF38ADB-7454-EDDB-155C-C427760BB234}"/>
                </a:ext>
              </a:extLst>
            </p:cNvPr>
            <p:cNvSpPr/>
            <p:nvPr/>
          </p:nvSpPr>
          <p:spPr>
            <a:xfrm>
              <a:off x="10420002" y="2065866"/>
              <a:ext cx="326131" cy="274188"/>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sp>
          <p:nvSpPr>
            <p:cNvPr id="175" name="流程图: 延期 174">
              <a:extLst>
                <a:ext uri="{FF2B5EF4-FFF2-40B4-BE49-F238E27FC236}">
                  <a16:creationId xmlns:a16="http://schemas.microsoft.com/office/drawing/2014/main" id="{FAE98E12-3D7C-0B2D-F005-8D400DEBEAB5}"/>
                </a:ext>
              </a:extLst>
            </p:cNvPr>
            <p:cNvSpPr/>
            <p:nvPr/>
          </p:nvSpPr>
          <p:spPr>
            <a:xfrm>
              <a:off x="10420002" y="3850307"/>
              <a:ext cx="326131" cy="274188"/>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sp>
          <p:nvSpPr>
            <p:cNvPr id="176" name="流程图: 延期 175">
              <a:extLst>
                <a:ext uri="{FF2B5EF4-FFF2-40B4-BE49-F238E27FC236}">
                  <a16:creationId xmlns:a16="http://schemas.microsoft.com/office/drawing/2014/main" id="{27010452-6751-8A87-89B0-E4C5051900E9}"/>
                </a:ext>
              </a:extLst>
            </p:cNvPr>
            <p:cNvSpPr/>
            <p:nvPr/>
          </p:nvSpPr>
          <p:spPr>
            <a:xfrm>
              <a:off x="10419148" y="4180428"/>
              <a:ext cx="326131" cy="274188"/>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sp>
          <p:nvSpPr>
            <p:cNvPr id="177" name="流程图: 延期 176">
              <a:extLst>
                <a:ext uri="{FF2B5EF4-FFF2-40B4-BE49-F238E27FC236}">
                  <a16:creationId xmlns:a16="http://schemas.microsoft.com/office/drawing/2014/main" id="{AE47A8E2-3E9D-CE9E-BA5A-6830BBC1AD4D}"/>
                </a:ext>
              </a:extLst>
            </p:cNvPr>
            <p:cNvSpPr/>
            <p:nvPr/>
          </p:nvSpPr>
          <p:spPr>
            <a:xfrm>
              <a:off x="10420002" y="4510549"/>
              <a:ext cx="326131" cy="274188"/>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sp>
          <p:nvSpPr>
            <p:cNvPr id="178" name="流程图: 延期 177">
              <a:extLst>
                <a:ext uri="{FF2B5EF4-FFF2-40B4-BE49-F238E27FC236}">
                  <a16:creationId xmlns:a16="http://schemas.microsoft.com/office/drawing/2014/main" id="{2E3283CD-AA7B-32B2-927A-C5EF2EBDE005}"/>
                </a:ext>
              </a:extLst>
            </p:cNvPr>
            <p:cNvSpPr/>
            <p:nvPr/>
          </p:nvSpPr>
          <p:spPr>
            <a:xfrm>
              <a:off x="10420002" y="5033697"/>
              <a:ext cx="326131" cy="274188"/>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sp>
          <p:nvSpPr>
            <p:cNvPr id="179" name="流程图: 延期 178">
              <a:extLst>
                <a:ext uri="{FF2B5EF4-FFF2-40B4-BE49-F238E27FC236}">
                  <a16:creationId xmlns:a16="http://schemas.microsoft.com/office/drawing/2014/main" id="{0C39F9F8-CAE9-A0F4-3DDB-098ECF27B8E4}"/>
                </a:ext>
              </a:extLst>
            </p:cNvPr>
            <p:cNvSpPr/>
            <p:nvPr/>
          </p:nvSpPr>
          <p:spPr>
            <a:xfrm>
              <a:off x="10419148" y="5363818"/>
              <a:ext cx="326131" cy="274188"/>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sp>
          <p:nvSpPr>
            <p:cNvPr id="180" name="流程图: 延期 179">
              <a:extLst>
                <a:ext uri="{FF2B5EF4-FFF2-40B4-BE49-F238E27FC236}">
                  <a16:creationId xmlns:a16="http://schemas.microsoft.com/office/drawing/2014/main" id="{4527865E-4317-B81D-8C6F-6BB3136FF676}"/>
                </a:ext>
              </a:extLst>
            </p:cNvPr>
            <p:cNvSpPr/>
            <p:nvPr/>
          </p:nvSpPr>
          <p:spPr>
            <a:xfrm>
              <a:off x="10420002" y="5693939"/>
              <a:ext cx="326131" cy="274188"/>
            </a:xfrm>
            <a:prstGeom prst="flowChartDelay">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accent5">
                    <a:lumMod val="75000"/>
                  </a:schemeClr>
                </a:solidFill>
              </a:endParaRPr>
            </a:p>
          </p:txBody>
        </p:sp>
        <p:grpSp>
          <p:nvGrpSpPr>
            <p:cNvPr id="181" name="组合 180">
              <a:extLst>
                <a:ext uri="{FF2B5EF4-FFF2-40B4-BE49-F238E27FC236}">
                  <a16:creationId xmlns:a16="http://schemas.microsoft.com/office/drawing/2014/main" id="{17E66D4C-D3ED-B7B9-A701-2AA4D16520C5}"/>
                </a:ext>
              </a:extLst>
            </p:cNvPr>
            <p:cNvGrpSpPr/>
            <p:nvPr/>
          </p:nvGrpSpPr>
          <p:grpSpPr>
            <a:xfrm>
              <a:off x="7438320" y="1300465"/>
              <a:ext cx="2291606" cy="5077454"/>
              <a:chOff x="7636372" y="1083648"/>
              <a:chExt cx="2291606" cy="5432136"/>
            </a:xfrm>
          </p:grpSpPr>
          <p:sp>
            <p:nvSpPr>
              <p:cNvPr id="426" name="Line 27">
                <a:extLst>
                  <a:ext uri="{FF2B5EF4-FFF2-40B4-BE49-F238E27FC236}">
                    <a16:creationId xmlns:a16="http://schemas.microsoft.com/office/drawing/2014/main" id="{EE590661-F75B-6DD8-610F-FEC0AC7A048C}"/>
                  </a:ext>
                </a:extLst>
              </p:cNvPr>
              <p:cNvSpPr>
                <a:spLocks noChangeShapeType="1"/>
              </p:cNvSpPr>
              <p:nvPr/>
            </p:nvSpPr>
            <p:spPr bwMode="auto">
              <a:xfrm rot="5400000">
                <a:off x="7211910" y="3799716"/>
                <a:ext cx="54321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27" name="Line 27">
                <a:extLst>
                  <a:ext uri="{FF2B5EF4-FFF2-40B4-BE49-F238E27FC236}">
                    <a16:creationId xmlns:a16="http://schemas.microsoft.com/office/drawing/2014/main" id="{489D948D-ECC2-24C8-846A-F230EF88EF1B}"/>
                  </a:ext>
                </a:extLst>
              </p:cNvPr>
              <p:cNvSpPr>
                <a:spLocks noChangeShapeType="1"/>
              </p:cNvSpPr>
              <p:nvPr/>
            </p:nvSpPr>
            <p:spPr bwMode="auto">
              <a:xfrm rot="5400000">
                <a:off x="6958846" y="3799717"/>
                <a:ext cx="54321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28" name="Line 27">
                <a:extLst>
                  <a:ext uri="{FF2B5EF4-FFF2-40B4-BE49-F238E27FC236}">
                    <a16:creationId xmlns:a16="http://schemas.microsoft.com/office/drawing/2014/main" id="{33C7F1D5-0A2E-2746-2A46-81A2D61835FC}"/>
                  </a:ext>
                </a:extLst>
              </p:cNvPr>
              <p:cNvSpPr>
                <a:spLocks noChangeShapeType="1"/>
              </p:cNvSpPr>
              <p:nvPr/>
            </p:nvSpPr>
            <p:spPr bwMode="auto">
              <a:xfrm rot="5400000">
                <a:off x="6705782" y="3799716"/>
                <a:ext cx="54321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29" name="Line 27">
                <a:extLst>
                  <a:ext uri="{FF2B5EF4-FFF2-40B4-BE49-F238E27FC236}">
                    <a16:creationId xmlns:a16="http://schemas.microsoft.com/office/drawing/2014/main" id="{4C3B307F-4FAA-34C9-258D-1DB95730ED3C}"/>
                  </a:ext>
                </a:extLst>
              </p:cNvPr>
              <p:cNvSpPr>
                <a:spLocks noChangeShapeType="1"/>
              </p:cNvSpPr>
              <p:nvPr/>
            </p:nvSpPr>
            <p:spPr bwMode="auto">
              <a:xfrm rot="5400000">
                <a:off x="6452718" y="3799717"/>
                <a:ext cx="54321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30" name="Line 27">
                <a:extLst>
                  <a:ext uri="{FF2B5EF4-FFF2-40B4-BE49-F238E27FC236}">
                    <a16:creationId xmlns:a16="http://schemas.microsoft.com/office/drawing/2014/main" id="{14750CF4-6875-F5DB-66A2-8262012E682B}"/>
                  </a:ext>
                </a:extLst>
              </p:cNvPr>
              <p:cNvSpPr>
                <a:spLocks noChangeShapeType="1"/>
              </p:cNvSpPr>
              <p:nvPr/>
            </p:nvSpPr>
            <p:spPr bwMode="auto">
              <a:xfrm rot="5400000">
                <a:off x="6199654" y="3799716"/>
                <a:ext cx="54321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31" name="Line 27">
                <a:extLst>
                  <a:ext uri="{FF2B5EF4-FFF2-40B4-BE49-F238E27FC236}">
                    <a16:creationId xmlns:a16="http://schemas.microsoft.com/office/drawing/2014/main" id="{9D5093C4-8417-BFAE-CE35-DABF5E9ABC41}"/>
                  </a:ext>
                </a:extLst>
              </p:cNvPr>
              <p:cNvSpPr>
                <a:spLocks noChangeShapeType="1"/>
              </p:cNvSpPr>
              <p:nvPr/>
            </p:nvSpPr>
            <p:spPr bwMode="auto">
              <a:xfrm rot="5400000">
                <a:off x="5946590" y="3799717"/>
                <a:ext cx="54321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32" name="Line 27">
                <a:extLst>
                  <a:ext uri="{FF2B5EF4-FFF2-40B4-BE49-F238E27FC236}">
                    <a16:creationId xmlns:a16="http://schemas.microsoft.com/office/drawing/2014/main" id="{056AB128-987D-CC6D-038F-B8787A2E09B1}"/>
                  </a:ext>
                </a:extLst>
              </p:cNvPr>
              <p:cNvSpPr>
                <a:spLocks noChangeShapeType="1"/>
              </p:cNvSpPr>
              <p:nvPr/>
            </p:nvSpPr>
            <p:spPr bwMode="auto">
              <a:xfrm rot="5400000">
                <a:off x="5693526" y="3799716"/>
                <a:ext cx="54321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33" name="Line 27">
                <a:extLst>
                  <a:ext uri="{FF2B5EF4-FFF2-40B4-BE49-F238E27FC236}">
                    <a16:creationId xmlns:a16="http://schemas.microsoft.com/office/drawing/2014/main" id="{B27A3BA0-3536-DD64-F419-FBDA8351FAB5}"/>
                  </a:ext>
                </a:extLst>
              </p:cNvPr>
              <p:cNvSpPr>
                <a:spLocks noChangeShapeType="1"/>
              </p:cNvSpPr>
              <p:nvPr/>
            </p:nvSpPr>
            <p:spPr bwMode="auto">
              <a:xfrm rot="5400000">
                <a:off x="5440462" y="3799717"/>
                <a:ext cx="54321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34" name="Line 27">
                <a:extLst>
                  <a:ext uri="{FF2B5EF4-FFF2-40B4-BE49-F238E27FC236}">
                    <a16:creationId xmlns:a16="http://schemas.microsoft.com/office/drawing/2014/main" id="{3DDD5D8A-0CB1-ADFD-BE99-F097D760EB82}"/>
                  </a:ext>
                </a:extLst>
              </p:cNvPr>
              <p:cNvSpPr>
                <a:spLocks noChangeShapeType="1"/>
              </p:cNvSpPr>
              <p:nvPr/>
            </p:nvSpPr>
            <p:spPr bwMode="auto">
              <a:xfrm rot="5400000">
                <a:off x="5173368" y="3799716"/>
                <a:ext cx="54321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435" name="Line 27">
                <a:extLst>
                  <a:ext uri="{FF2B5EF4-FFF2-40B4-BE49-F238E27FC236}">
                    <a16:creationId xmlns:a16="http://schemas.microsoft.com/office/drawing/2014/main" id="{35F8605F-4172-DB2A-027B-6F70970A3DD9}"/>
                  </a:ext>
                </a:extLst>
              </p:cNvPr>
              <p:cNvSpPr>
                <a:spLocks noChangeShapeType="1"/>
              </p:cNvSpPr>
              <p:nvPr/>
            </p:nvSpPr>
            <p:spPr bwMode="auto">
              <a:xfrm rot="5400000">
                <a:off x="4920304" y="3799717"/>
                <a:ext cx="54321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grpSp>
        <p:sp>
          <p:nvSpPr>
            <p:cNvPr id="182" name="等腰三角形 181">
              <a:extLst>
                <a:ext uri="{FF2B5EF4-FFF2-40B4-BE49-F238E27FC236}">
                  <a16:creationId xmlns:a16="http://schemas.microsoft.com/office/drawing/2014/main" id="{00934F25-C630-D6F9-37A0-9A7A5C69E286}"/>
                </a:ext>
              </a:extLst>
            </p:cNvPr>
            <p:cNvSpPr/>
            <p:nvPr/>
          </p:nvSpPr>
          <p:spPr>
            <a:xfrm rot="5400000" flipH="1">
              <a:off x="6888519" y="2343519"/>
              <a:ext cx="284697" cy="265767"/>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183" name="椭圆 182">
              <a:extLst>
                <a:ext uri="{FF2B5EF4-FFF2-40B4-BE49-F238E27FC236}">
                  <a16:creationId xmlns:a16="http://schemas.microsoft.com/office/drawing/2014/main" id="{E514155F-6F00-F7F9-423E-1E0C85B337A4}"/>
                </a:ext>
              </a:extLst>
            </p:cNvPr>
            <p:cNvSpPr/>
            <p:nvPr/>
          </p:nvSpPr>
          <p:spPr>
            <a:xfrm flipH="1">
              <a:off x="7025876" y="2540633"/>
              <a:ext cx="78120" cy="7812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184" name="Line 27">
              <a:extLst>
                <a:ext uri="{FF2B5EF4-FFF2-40B4-BE49-F238E27FC236}">
                  <a16:creationId xmlns:a16="http://schemas.microsoft.com/office/drawing/2014/main" id="{E3F4EA61-FBD3-DF41-F224-4801DD8EFA1E}"/>
                </a:ext>
              </a:extLst>
            </p:cNvPr>
            <p:cNvSpPr>
              <a:spLocks noChangeShapeType="1"/>
            </p:cNvSpPr>
            <p:nvPr/>
          </p:nvSpPr>
          <p:spPr bwMode="auto">
            <a:xfrm flipH="1">
              <a:off x="7103996" y="2576920"/>
              <a:ext cx="5942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185" name="Line 27">
              <a:extLst>
                <a:ext uri="{FF2B5EF4-FFF2-40B4-BE49-F238E27FC236}">
                  <a16:creationId xmlns:a16="http://schemas.microsoft.com/office/drawing/2014/main" id="{F3A94E9D-E41E-5B20-5FB2-D1011B35EC1F}"/>
                </a:ext>
              </a:extLst>
            </p:cNvPr>
            <p:cNvSpPr>
              <a:spLocks noChangeShapeType="1"/>
            </p:cNvSpPr>
            <p:nvPr/>
          </p:nvSpPr>
          <p:spPr bwMode="auto">
            <a:xfrm flipH="1">
              <a:off x="6986537" y="2383091"/>
              <a:ext cx="45861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186" name="Line 27">
              <a:extLst>
                <a:ext uri="{FF2B5EF4-FFF2-40B4-BE49-F238E27FC236}">
                  <a16:creationId xmlns:a16="http://schemas.microsoft.com/office/drawing/2014/main" id="{C1D8433E-85AA-E8CA-BE44-9D251C8AE40D}"/>
                </a:ext>
              </a:extLst>
            </p:cNvPr>
            <p:cNvSpPr>
              <a:spLocks noChangeShapeType="1"/>
            </p:cNvSpPr>
            <p:nvPr/>
          </p:nvSpPr>
          <p:spPr bwMode="auto">
            <a:xfrm flipH="1">
              <a:off x="6644686" y="2475530"/>
              <a:ext cx="2532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187" name="等腰三角形 186">
              <a:extLst>
                <a:ext uri="{FF2B5EF4-FFF2-40B4-BE49-F238E27FC236}">
                  <a16:creationId xmlns:a16="http://schemas.microsoft.com/office/drawing/2014/main" id="{31A95444-44EB-6DB1-7A08-6E573DC83F7F}"/>
                </a:ext>
              </a:extLst>
            </p:cNvPr>
            <p:cNvSpPr/>
            <p:nvPr/>
          </p:nvSpPr>
          <p:spPr>
            <a:xfrm rot="5400000" flipH="1">
              <a:off x="6888519" y="3575333"/>
              <a:ext cx="284697" cy="265767"/>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188" name="椭圆 187">
              <a:extLst>
                <a:ext uri="{FF2B5EF4-FFF2-40B4-BE49-F238E27FC236}">
                  <a16:creationId xmlns:a16="http://schemas.microsoft.com/office/drawing/2014/main" id="{AF83F01B-3609-2459-BD78-21A088C1938B}"/>
                </a:ext>
              </a:extLst>
            </p:cNvPr>
            <p:cNvSpPr/>
            <p:nvPr/>
          </p:nvSpPr>
          <p:spPr>
            <a:xfrm flipH="1">
              <a:off x="7025876" y="3772447"/>
              <a:ext cx="78120" cy="7812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189" name="Line 27">
              <a:extLst>
                <a:ext uri="{FF2B5EF4-FFF2-40B4-BE49-F238E27FC236}">
                  <a16:creationId xmlns:a16="http://schemas.microsoft.com/office/drawing/2014/main" id="{B4F763E0-2A95-0344-88DE-80DE9C3C624A}"/>
                </a:ext>
              </a:extLst>
            </p:cNvPr>
            <p:cNvSpPr>
              <a:spLocks noChangeShapeType="1"/>
            </p:cNvSpPr>
            <p:nvPr/>
          </p:nvSpPr>
          <p:spPr bwMode="auto">
            <a:xfrm flipH="1">
              <a:off x="7103996" y="3808734"/>
              <a:ext cx="111467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190" name="Line 27">
              <a:extLst>
                <a:ext uri="{FF2B5EF4-FFF2-40B4-BE49-F238E27FC236}">
                  <a16:creationId xmlns:a16="http://schemas.microsoft.com/office/drawing/2014/main" id="{A1FA669F-A6B6-E026-F395-B1DBF5F1B061}"/>
                </a:ext>
              </a:extLst>
            </p:cNvPr>
            <p:cNvSpPr>
              <a:spLocks noChangeShapeType="1"/>
            </p:cNvSpPr>
            <p:nvPr/>
          </p:nvSpPr>
          <p:spPr bwMode="auto">
            <a:xfrm flipH="1">
              <a:off x="6986537" y="3614905"/>
              <a:ext cx="97598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191" name="Line 27">
              <a:extLst>
                <a:ext uri="{FF2B5EF4-FFF2-40B4-BE49-F238E27FC236}">
                  <a16:creationId xmlns:a16="http://schemas.microsoft.com/office/drawing/2014/main" id="{6F24A785-5D29-C829-1AFA-7FBB910DA930}"/>
                </a:ext>
              </a:extLst>
            </p:cNvPr>
            <p:cNvSpPr>
              <a:spLocks noChangeShapeType="1"/>
            </p:cNvSpPr>
            <p:nvPr/>
          </p:nvSpPr>
          <p:spPr bwMode="auto">
            <a:xfrm flipH="1">
              <a:off x="6644686" y="3707344"/>
              <a:ext cx="2532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192" name="等腰三角形 191">
              <a:extLst>
                <a:ext uri="{FF2B5EF4-FFF2-40B4-BE49-F238E27FC236}">
                  <a16:creationId xmlns:a16="http://schemas.microsoft.com/office/drawing/2014/main" id="{D3E581E5-780D-5C48-F7AC-5B09C20937BD}"/>
                </a:ext>
              </a:extLst>
            </p:cNvPr>
            <p:cNvSpPr/>
            <p:nvPr/>
          </p:nvSpPr>
          <p:spPr>
            <a:xfrm rot="5400000" flipH="1">
              <a:off x="6888519" y="4778476"/>
              <a:ext cx="284697" cy="265767"/>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193" name="椭圆 192">
              <a:extLst>
                <a:ext uri="{FF2B5EF4-FFF2-40B4-BE49-F238E27FC236}">
                  <a16:creationId xmlns:a16="http://schemas.microsoft.com/office/drawing/2014/main" id="{F2A341C6-E456-AE3E-758E-8EF38BC670AB}"/>
                </a:ext>
              </a:extLst>
            </p:cNvPr>
            <p:cNvSpPr/>
            <p:nvPr/>
          </p:nvSpPr>
          <p:spPr>
            <a:xfrm flipH="1">
              <a:off x="7025876" y="4975590"/>
              <a:ext cx="78120" cy="7812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194" name="Line 27">
              <a:extLst>
                <a:ext uri="{FF2B5EF4-FFF2-40B4-BE49-F238E27FC236}">
                  <a16:creationId xmlns:a16="http://schemas.microsoft.com/office/drawing/2014/main" id="{6AE6E205-02BA-3903-FD84-46DEA068DBBD}"/>
                </a:ext>
              </a:extLst>
            </p:cNvPr>
            <p:cNvSpPr>
              <a:spLocks noChangeShapeType="1"/>
            </p:cNvSpPr>
            <p:nvPr/>
          </p:nvSpPr>
          <p:spPr bwMode="auto">
            <a:xfrm flipH="1">
              <a:off x="7103996" y="5011877"/>
              <a:ext cx="16172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195" name="Line 27">
              <a:extLst>
                <a:ext uri="{FF2B5EF4-FFF2-40B4-BE49-F238E27FC236}">
                  <a16:creationId xmlns:a16="http://schemas.microsoft.com/office/drawing/2014/main" id="{1ECB1FDB-0BAA-69BD-C64A-765FE0E6B0CB}"/>
                </a:ext>
              </a:extLst>
            </p:cNvPr>
            <p:cNvSpPr>
              <a:spLocks noChangeShapeType="1"/>
            </p:cNvSpPr>
            <p:nvPr/>
          </p:nvSpPr>
          <p:spPr bwMode="auto">
            <a:xfrm flipH="1">
              <a:off x="6986537" y="4818048"/>
              <a:ext cx="1481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196" name="Line 27">
              <a:extLst>
                <a:ext uri="{FF2B5EF4-FFF2-40B4-BE49-F238E27FC236}">
                  <a16:creationId xmlns:a16="http://schemas.microsoft.com/office/drawing/2014/main" id="{32567AFE-1818-5507-3E5B-1C53CB06207C}"/>
                </a:ext>
              </a:extLst>
            </p:cNvPr>
            <p:cNvSpPr>
              <a:spLocks noChangeShapeType="1"/>
            </p:cNvSpPr>
            <p:nvPr/>
          </p:nvSpPr>
          <p:spPr bwMode="auto">
            <a:xfrm flipH="1">
              <a:off x="6644686" y="4910487"/>
              <a:ext cx="2532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197" name="等腰三角形 196">
              <a:extLst>
                <a:ext uri="{FF2B5EF4-FFF2-40B4-BE49-F238E27FC236}">
                  <a16:creationId xmlns:a16="http://schemas.microsoft.com/office/drawing/2014/main" id="{590AD2A8-3CBE-EBE2-09C1-EC4238B03CA6}"/>
                </a:ext>
              </a:extLst>
            </p:cNvPr>
            <p:cNvSpPr/>
            <p:nvPr/>
          </p:nvSpPr>
          <p:spPr>
            <a:xfrm rot="5400000" flipH="1">
              <a:off x="6888519" y="5978017"/>
              <a:ext cx="284697" cy="265767"/>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198" name="椭圆 197">
              <a:extLst>
                <a:ext uri="{FF2B5EF4-FFF2-40B4-BE49-F238E27FC236}">
                  <a16:creationId xmlns:a16="http://schemas.microsoft.com/office/drawing/2014/main" id="{63D348B4-7BFE-3426-90F8-1670EF0B98F2}"/>
                </a:ext>
              </a:extLst>
            </p:cNvPr>
            <p:cNvSpPr/>
            <p:nvPr/>
          </p:nvSpPr>
          <p:spPr>
            <a:xfrm flipH="1">
              <a:off x="7025876" y="6175131"/>
              <a:ext cx="78120" cy="7812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199" name="Line 27">
              <a:extLst>
                <a:ext uri="{FF2B5EF4-FFF2-40B4-BE49-F238E27FC236}">
                  <a16:creationId xmlns:a16="http://schemas.microsoft.com/office/drawing/2014/main" id="{72ADAA53-9EA3-34CE-4F0E-5A97314DBACB}"/>
                </a:ext>
              </a:extLst>
            </p:cNvPr>
            <p:cNvSpPr>
              <a:spLocks noChangeShapeType="1"/>
            </p:cNvSpPr>
            <p:nvPr/>
          </p:nvSpPr>
          <p:spPr bwMode="auto">
            <a:xfrm flipH="1">
              <a:off x="7103996" y="6211418"/>
              <a:ext cx="21049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200" name="Line 27">
              <a:extLst>
                <a:ext uri="{FF2B5EF4-FFF2-40B4-BE49-F238E27FC236}">
                  <a16:creationId xmlns:a16="http://schemas.microsoft.com/office/drawing/2014/main" id="{C3787944-40AC-0AC0-E561-7E7C31D98B7B}"/>
                </a:ext>
              </a:extLst>
            </p:cNvPr>
            <p:cNvSpPr>
              <a:spLocks noChangeShapeType="1"/>
            </p:cNvSpPr>
            <p:nvPr/>
          </p:nvSpPr>
          <p:spPr bwMode="auto">
            <a:xfrm flipH="1">
              <a:off x="6986537" y="6017589"/>
              <a:ext cx="1983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201" name="Line 27">
              <a:extLst>
                <a:ext uri="{FF2B5EF4-FFF2-40B4-BE49-F238E27FC236}">
                  <a16:creationId xmlns:a16="http://schemas.microsoft.com/office/drawing/2014/main" id="{1DDE0E23-FC89-9CDC-02EE-3DA1297E2FCE}"/>
                </a:ext>
              </a:extLst>
            </p:cNvPr>
            <p:cNvSpPr>
              <a:spLocks noChangeShapeType="1"/>
            </p:cNvSpPr>
            <p:nvPr/>
          </p:nvSpPr>
          <p:spPr bwMode="auto">
            <a:xfrm flipH="1">
              <a:off x="6644686" y="6110028"/>
              <a:ext cx="2532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202" name="椭圆 201">
              <a:extLst>
                <a:ext uri="{FF2B5EF4-FFF2-40B4-BE49-F238E27FC236}">
                  <a16:creationId xmlns:a16="http://schemas.microsoft.com/office/drawing/2014/main" id="{746ABCD5-DC68-6D1E-2A08-56E7691A7D90}"/>
                </a:ext>
              </a:extLst>
            </p:cNvPr>
            <p:cNvSpPr/>
            <p:nvPr/>
          </p:nvSpPr>
          <p:spPr>
            <a:xfrm>
              <a:off x="7910834" y="3565077"/>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203" name="椭圆 202">
              <a:extLst>
                <a:ext uri="{FF2B5EF4-FFF2-40B4-BE49-F238E27FC236}">
                  <a16:creationId xmlns:a16="http://schemas.microsoft.com/office/drawing/2014/main" id="{FB2D4DA8-0246-DE55-3FFE-2D1E90841FD7}"/>
                </a:ext>
              </a:extLst>
            </p:cNvPr>
            <p:cNvSpPr/>
            <p:nvPr/>
          </p:nvSpPr>
          <p:spPr>
            <a:xfrm>
              <a:off x="8165011" y="3758826"/>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204" name="椭圆 203">
              <a:extLst>
                <a:ext uri="{FF2B5EF4-FFF2-40B4-BE49-F238E27FC236}">
                  <a16:creationId xmlns:a16="http://schemas.microsoft.com/office/drawing/2014/main" id="{14084FB7-D23A-1926-72F3-016A6F502561}"/>
                </a:ext>
              </a:extLst>
            </p:cNvPr>
            <p:cNvSpPr/>
            <p:nvPr/>
          </p:nvSpPr>
          <p:spPr>
            <a:xfrm>
              <a:off x="7390289" y="2333217"/>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205" name="椭圆 204">
              <a:extLst>
                <a:ext uri="{FF2B5EF4-FFF2-40B4-BE49-F238E27FC236}">
                  <a16:creationId xmlns:a16="http://schemas.microsoft.com/office/drawing/2014/main" id="{37C42EB8-944A-5700-2DED-D113CD955844}"/>
                </a:ext>
              </a:extLst>
            </p:cNvPr>
            <p:cNvSpPr/>
            <p:nvPr/>
          </p:nvSpPr>
          <p:spPr>
            <a:xfrm>
              <a:off x="7644466" y="2526966"/>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207" name="椭圆 206">
              <a:extLst>
                <a:ext uri="{FF2B5EF4-FFF2-40B4-BE49-F238E27FC236}">
                  <a16:creationId xmlns:a16="http://schemas.microsoft.com/office/drawing/2014/main" id="{A24FFAED-BB5C-6386-CA09-8465465EFC77}"/>
                </a:ext>
              </a:extLst>
            </p:cNvPr>
            <p:cNvSpPr/>
            <p:nvPr/>
          </p:nvSpPr>
          <p:spPr>
            <a:xfrm>
              <a:off x="8415627" y="4769806"/>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208" name="椭圆 207">
              <a:extLst>
                <a:ext uri="{FF2B5EF4-FFF2-40B4-BE49-F238E27FC236}">
                  <a16:creationId xmlns:a16="http://schemas.microsoft.com/office/drawing/2014/main" id="{72B18D44-E48C-52F8-175C-B1AE9A863FCD}"/>
                </a:ext>
              </a:extLst>
            </p:cNvPr>
            <p:cNvSpPr/>
            <p:nvPr/>
          </p:nvSpPr>
          <p:spPr>
            <a:xfrm>
              <a:off x="8669804" y="4963555"/>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215" name="椭圆 214">
              <a:extLst>
                <a:ext uri="{FF2B5EF4-FFF2-40B4-BE49-F238E27FC236}">
                  <a16:creationId xmlns:a16="http://schemas.microsoft.com/office/drawing/2014/main" id="{7E6E0BB2-418C-160F-718F-7C509830C34E}"/>
                </a:ext>
              </a:extLst>
            </p:cNvPr>
            <p:cNvSpPr/>
            <p:nvPr/>
          </p:nvSpPr>
          <p:spPr>
            <a:xfrm>
              <a:off x="8920383" y="5967715"/>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216" name="椭圆 215">
              <a:extLst>
                <a:ext uri="{FF2B5EF4-FFF2-40B4-BE49-F238E27FC236}">
                  <a16:creationId xmlns:a16="http://schemas.microsoft.com/office/drawing/2014/main" id="{3D4DDD5E-9C73-C0BB-754D-D6FE1DAA80EB}"/>
                </a:ext>
              </a:extLst>
            </p:cNvPr>
            <p:cNvSpPr/>
            <p:nvPr/>
          </p:nvSpPr>
          <p:spPr>
            <a:xfrm>
              <a:off x="9174560" y="6161464"/>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217" name="文本框 216">
              <a:extLst>
                <a:ext uri="{FF2B5EF4-FFF2-40B4-BE49-F238E27FC236}">
                  <a16:creationId xmlns:a16="http://schemas.microsoft.com/office/drawing/2014/main" id="{D97C03F7-2943-F7FC-B22F-8C830BAB6840}"/>
                </a:ext>
              </a:extLst>
            </p:cNvPr>
            <p:cNvSpPr txBox="1"/>
            <p:nvPr/>
          </p:nvSpPr>
          <p:spPr>
            <a:xfrm flipH="1">
              <a:off x="7337931" y="983694"/>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1</a:t>
              </a:r>
            </a:p>
          </p:txBody>
        </p:sp>
        <p:sp>
          <p:nvSpPr>
            <p:cNvPr id="218" name="文本框 217">
              <a:extLst>
                <a:ext uri="{FF2B5EF4-FFF2-40B4-BE49-F238E27FC236}">
                  <a16:creationId xmlns:a16="http://schemas.microsoft.com/office/drawing/2014/main" id="{8CB921D9-43A4-349E-2013-B373A1372A8B}"/>
                </a:ext>
              </a:extLst>
            </p:cNvPr>
            <p:cNvSpPr txBox="1"/>
            <p:nvPr/>
          </p:nvSpPr>
          <p:spPr>
            <a:xfrm flipH="1">
              <a:off x="7592108" y="983694"/>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2</a:t>
              </a:r>
            </a:p>
          </p:txBody>
        </p:sp>
        <p:sp>
          <p:nvSpPr>
            <p:cNvPr id="219" name="文本框 218">
              <a:extLst>
                <a:ext uri="{FF2B5EF4-FFF2-40B4-BE49-F238E27FC236}">
                  <a16:creationId xmlns:a16="http://schemas.microsoft.com/office/drawing/2014/main" id="{736191EA-D3E2-021E-7662-AD98D1BBA9F9}"/>
                </a:ext>
              </a:extLst>
            </p:cNvPr>
            <p:cNvSpPr txBox="1"/>
            <p:nvPr/>
          </p:nvSpPr>
          <p:spPr>
            <a:xfrm flipH="1">
              <a:off x="7858236" y="983694"/>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3</a:t>
              </a:r>
            </a:p>
          </p:txBody>
        </p:sp>
        <p:sp>
          <p:nvSpPr>
            <p:cNvPr id="220" name="文本框 219">
              <a:extLst>
                <a:ext uri="{FF2B5EF4-FFF2-40B4-BE49-F238E27FC236}">
                  <a16:creationId xmlns:a16="http://schemas.microsoft.com/office/drawing/2014/main" id="{24E03458-B2D1-866E-D964-09386D83D83B}"/>
                </a:ext>
              </a:extLst>
            </p:cNvPr>
            <p:cNvSpPr txBox="1"/>
            <p:nvPr/>
          </p:nvSpPr>
          <p:spPr>
            <a:xfrm flipH="1">
              <a:off x="8112923" y="983694"/>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4</a:t>
              </a:r>
            </a:p>
          </p:txBody>
        </p:sp>
        <p:sp>
          <p:nvSpPr>
            <p:cNvPr id="221" name="文本框 220">
              <a:extLst>
                <a:ext uri="{FF2B5EF4-FFF2-40B4-BE49-F238E27FC236}">
                  <a16:creationId xmlns:a16="http://schemas.microsoft.com/office/drawing/2014/main" id="{4B9C37EC-885D-6E26-5CE7-08999FC7F592}"/>
                </a:ext>
              </a:extLst>
            </p:cNvPr>
            <p:cNvSpPr txBox="1"/>
            <p:nvPr/>
          </p:nvSpPr>
          <p:spPr>
            <a:xfrm flipH="1">
              <a:off x="8616938" y="983694"/>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6</a:t>
              </a:r>
            </a:p>
          </p:txBody>
        </p:sp>
        <p:sp>
          <p:nvSpPr>
            <p:cNvPr id="222" name="文本框 221">
              <a:extLst>
                <a:ext uri="{FF2B5EF4-FFF2-40B4-BE49-F238E27FC236}">
                  <a16:creationId xmlns:a16="http://schemas.microsoft.com/office/drawing/2014/main" id="{4CBD076A-05CF-19B1-7713-7B804CDFD51E}"/>
                </a:ext>
              </a:extLst>
            </p:cNvPr>
            <p:cNvSpPr txBox="1"/>
            <p:nvPr/>
          </p:nvSpPr>
          <p:spPr>
            <a:xfrm flipH="1">
              <a:off x="8869297" y="983694"/>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7</a:t>
              </a:r>
            </a:p>
          </p:txBody>
        </p:sp>
        <p:sp>
          <p:nvSpPr>
            <p:cNvPr id="223" name="文本框 222">
              <a:extLst>
                <a:ext uri="{FF2B5EF4-FFF2-40B4-BE49-F238E27FC236}">
                  <a16:creationId xmlns:a16="http://schemas.microsoft.com/office/drawing/2014/main" id="{DF84B63E-BE31-1CC1-FCF8-C5EE102E734B}"/>
                </a:ext>
              </a:extLst>
            </p:cNvPr>
            <p:cNvSpPr txBox="1"/>
            <p:nvPr/>
          </p:nvSpPr>
          <p:spPr>
            <a:xfrm flipH="1">
              <a:off x="9122699" y="983694"/>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8</a:t>
              </a:r>
            </a:p>
          </p:txBody>
        </p:sp>
        <p:sp>
          <p:nvSpPr>
            <p:cNvPr id="224" name="文本框 223">
              <a:extLst>
                <a:ext uri="{FF2B5EF4-FFF2-40B4-BE49-F238E27FC236}">
                  <a16:creationId xmlns:a16="http://schemas.microsoft.com/office/drawing/2014/main" id="{025DE18E-3B3D-A833-B7C5-9813215DF34A}"/>
                </a:ext>
              </a:extLst>
            </p:cNvPr>
            <p:cNvSpPr txBox="1"/>
            <p:nvPr/>
          </p:nvSpPr>
          <p:spPr>
            <a:xfrm flipH="1">
              <a:off x="9375188" y="983694"/>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9</a:t>
              </a:r>
            </a:p>
          </p:txBody>
        </p:sp>
        <p:sp>
          <p:nvSpPr>
            <p:cNvPr id="225" name="文本框 224">
              <a:extLst>
                <a:ext uri="{FF2B5EF4-FFF2-40B4-BE49-F238E27FC236}">
                  <a16:creationId xmlns:a16="http://schemas.microsoft.com/office/drawing/2014/main" id="{EAEBB5AB-CF68-0ACE-2050-EB7FC2333DC0}"/>
                </a:ext>
              </a:extLst>
            </p:cNvPr>
            <p:cNvSpPr txBox="1"/>
            <p:nvPr/>
          </p:nvSpPr>
          <p:spPr>
            <a:xfrm flipH="1">
              <a:off x="8363269" y="983694"/>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5</a:t>
              </a:r>
            </a:p>
          </p:txBody>
        </p:sp>
        <p:sp>
          <p:nvSpPr>
            <p:cNvPr id="226" name="文本框 225">
              <a:extLst>
                <a:ext uri="{FF2B5EF4-FFF2-40B4-BE49-F238E27FC236}">
                  <a16:creationId xmlns:a16="http://schemas.microsoft.com/office/drawing/2014/main" id="{CF4EC031-ED29-97EF-0E7F-153C16C63C94}"/>
                </a:ext>
              </a:extLst>
            </p:cNvPr>
            <p:cNvSpPr txBox="1"/>
            <p:nvPr/>
          </p:nvSpPr>
          <p:spPr>
            <a:xfrm flipH="1">
              <a:off x="9494176" y="983694"/>
              <a:ext cx="467102"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10</a:t>
              </a:r>
            </a:p>
          </p:txBody>
        </p:sp>
        <p:sp>
          <p:nvSpPr>
            <p:cNvPr id="227" name="文本框 226">
              <a:extLst>
                <a:ext uri="{FF2B5EF4-FFF2-40B4-BE49-F238E27FC236}">
                  <a16:creationId xmlns:a16="http://schemas.microsoft.com/office/drawing/2014/main" id="{02D814AD-37A3-2382-055C-FA86651179A0}"/>
                </a:ext>
              </a:extLst>
            </p:cNvPr>
            <p:cNvSpPr txBox="1"/>
            <p:nvPr/>
          </p:nvSpPr>
          <p:spPr>
            <a:xfrm flipH="1">
              <a:off x="7025876" y="1340015"/>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1</a:t>
              </a:r>
            </a:p>
          </p:txBody>
        </p:sp>
        <p:sp>
          <p:nvSpPr>
            <p:cNvPr id="228" name="文本框 227">
              <a:extLst>
                <a:ext uri="{FF2B5EF4-FFF2-40B4-BE49-F238E27FC236}">
                  <a16:creationId xmlns:a16="http://schemas.microsoft.com/office/drawing/2014/main" id="{1943C72A-76A8-45C5-B3A0-6DD4E951146A}"/>
                </a:ext>
              </a:extLst>
            </p:cNvPr>
            <p:cNvSpPr txBox="1"/>
            <p:nvPr/>
          </p:nvSpPr>
          <p:spPr>
            <a:xfrm flipH="1">
              <a:off x="7025876" y="1673053"/>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2</a:t>
              </a:r>
            </a:p>
          </p:txBody>
        </p:sp>
        <p:sp>
          <p:nvSpPr>
            <p:cNvPr id="229" name="文本框 228">
              <a:extLst>
                <a:ext uri="{FF2B5EF4-FFF2-40B4-BE49-F238E27FC236}">
                  <a16:creationId xmlns:a16="http://schemas.microsoft.com/office/drawing/2014/main" id="{14CD57A2-04BD-EEDF-CFFE-0E230C3E15A3}"/>
                </a:ext>
              </a:extLst>
            </p:cNvPr>
            <p:cNvSpPr txBox="1"/>
            <p:nvPr/>
          </p:nvSpPr>
          <p:spPr>
            <a:xfrm flipH="1">
              <a:off x="7023890" y="2002905"/>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3</a:t>
              </a:r>
            </a:p>
          </p:txBody>
        </p:sp>
        <p:sp>
          <p:nvSpPr>
            <p:cNvPr id="230" name="文本框 229">
              <a:extLst>
                <a:ext uri="{FF2B5EF4-FFF2-40B4-BE49-F238E27FC236}">
                  <a16:creationId xmlns:a16="http://schemas.microsoft.com/office/drawing/2014/main" id="{0A6AA1A3-81D0-12A3-5278-A520A4AE08FD}"/>
                </a:ext>
              </a:extLst>
            </p:cNvPr>
            <p:cNvSpPr txBox="1"/>
            <p:nvPr/>
          </p:nvSpPr>
          <p:spPr>
            <a:xfrm flipH="1">
              <a:off x="7029003" y="2571752"/>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4</a:t>
              </a:r>
            </a:p>
          </p:txBody>
        </p:sp>
        <p:sp>
          <p:nvSpPr>
            <p:cNvPr id="231" name="文本框 230">
              <a:extLst>
                <a:ext uri="{FF2B5EF4-FFF2-40B4-BE49-F238E27FC236}">
                  <a16:creationId xmlns:a16="http://schemas.microsoft.com/office/drawing/2014/main" id="{D2A2BDB4-9E5B-06A2-96D6-4099DA6CC771}"/>
                </a:ext>
              </a:extLst>
            </p:cNvPr>
            <p:cNvSpPr txBox="1"/>
            <p:nvPr/>
          </p:nvSpPr>
          <p:spPr>
            <a:xfrm flipH="1">
              <a:off x="7029003" y="2904790"/>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5</a:t>
              </a:r>
            </a:p>
          </p:txBody>
        </p:sp>
        <p:sp>
          <p:nvSpPr>
            <p:cNvPr id="232" name="文本框 231">
              <a:extLst>
                <a:ext uri="{FF2B5EF4-FFF2-40B4-BE49-F238E27FC236}">
                  <a16:creationId xmlns:a16="http://schemas.microsoft.com/office/drawing/2014/main" id="{F0B38BDE-5E31-6119-84CA-F4C856A8590A}"/>
                </a:ext>
              </a:extLst>
            </p:cNvPr>
            <p:cNvSpPr txBox="1"/>
            <p:nvPr/>
          </p:nvSpPr>
          <p:spPr>
            <a:xfrm flipH="1">
              <a:off x="7027017" y="3234642"/>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6</a:t>
              </a:r>
            </a:p>
          </p:txBody>
        </p:sp>
        <p:sp>
          <p:nvSpPr>
            <p:cNvPr id="233" name="文本框 232">
              <a:extLst>
                <a:ext uri="{FF2B5EF4-FFF2-40B4-BE49-F238E27FC236}">
                  <a16:creationId xmlns:a16="http://schemas.microsoft.com/office/drawing/2014/main" id="{54027655-1ED4-E558-0936-C2DB5266F0F5}"/>
                </a:ext>
              </a:extLst>
            </p:cNvPr>
            <p:cNvSpPr txBox="1"/>
            <p:nvPr/>
          </p:nvSpPr>
          <p:spPr>
            <a:xfrm flipH="1">
              <a:off x="7031565" y="3789229"/>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7</a:t>
              </a:r>
            </a:p>
          </p:txBody>
        </p:sp>
        <p:sp>
          <p:nvSpPr>
            <p:cNvPr id="234" name="文本框 233">
              <a:extLst>
                <a:ext uri="{FF2B5EF4-FFF2-40B4-BE49-F238E27FC236}">
                  <a16:creationId xmlns:a16="http://schemas.microsoft.com/office/drawing/2014/main" id="{C282ABDC-B343-D6A8-8B74-75BFF0B8055C}"/>
                </a:ext>
              </a:extLst>
            </p:cNvPr>
            <p:cNvSpPr txBox="1"/>
            <p:nvPr/>
          </p:nvSpPr>
          <p:spPr>
            <a:xfrm flipH="1">
              <a:off x="7031565" y="4122267"/>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8</a:t>
              </a:r>
            </a:p>
          </p:txBody>
        </p:sp>
        <p:sp>
          <p:nvSpPr>
            <p:cNvPr id="235" name="文本框 234">
              <a:extLst>
                <a:ext uri="{FF2B5EF4-FFF2-40B4-BE49-F238E27FC236}">
                  <a16:creationId xmlns:a16="http://schemas.microsoft.com/office/drawing/2014/main" id="{7C9FEEB6-62E3-50F8-4001-045E45CC832D}"/>
                </a:ext>
              </a:extLst>
            </p:cNvPr>
            <p:cNvSpPr txBox="1"/>
            <p:nvPr/>
          </p:nvSpPr>
          <p:spPr>
            <a:xfrm flipH="1">
              <a:off x="7029579" y="4452119"/>
              <a:ext cx="201357"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9</a:t>
              </a:r>
            </a:p>
          </p:txBody>
        </p:sp>
        <p:sp>
          <p:nvSpPr>
            <p:cNvPr id="236" name="文本框 235">
              <a:extLst>
                <a:ext uri="{FF2B5EF4-FFF2-40B4-BE49-F238E27FC236}">
                  <a16:creationId xmlns:a16="http://schemas.microsoft.com/office/drawing/2014/main" id="{5305B0BF-A34E-9016-0FA6-8F4B6A65BE2C}"/>
                </a:ext>
              </a:extLst>
            </p:cNvPr>
            <p:cNvSpPr txBox="1"/>
            <p:nvPr/>
          </p:nvSpPr>
          <p:spPr>
            <a:xfrm flipH="1">
              <a:off x="6780311" y="4974551"/>
              <a:ext cx="580561"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10</a:t>
              </a:r>
            </a:p>
          </p:txBody>
        </p:sp>
        <p:sp>
          <p:nvSpPr>
            <p:cNvPr id="237" name="文本框 236">
              <a:extLst>
                <a:ext uri="{FF2B5EF4-FFF2-40B4-BE49-F238E27FC236}">
                  <a16:creationId xmlns:a16="http://schemas.microsoft.com/office/drawing/2014/main" id="{6A98B37F-2CFD-4139-EC0B-3B18C90AB8FE}"/>
                </a:ext>
              </a:extLst>
            </p:cNvPr>
            <p:cNvSpPr txBox="1"/>
            <p:nvPr/>
          </p:nvSpPr>
          <p:spPr>
            <a:xfrm flipH="1">
              <a:off x="6780310" y="5307589"/>
              <a:ext cx="580560"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11</a:t>
              </a:r>
            </a:p>
          </p:txBody>
        </p:sp>
        <p:sp>
          <p:nvSpPr>
            <p:cNvPr id="238" name="文本框 237">
              <a:extLst>
                <a:ext uri="{FF2B5EF4-FFF2-40B4-BE49-F238E27FC236}">
                  <a16:creationId xmlns:a16="http://schemas.microsoft.com/office/drawing/2014/main" id="{BD45FDF8-67F2-7CD1-427B-4E8142B234F2}"/>
                </a:ext>
              </a:extLst>
            </p:cNvPr>
            <p:cNvSpPr txBox="1"/>
            <p:nvPr/>
          </p:nvSpPr>
          <p:spPr>
            <a:xfrm flipH="1">
              <a:off x="6780310" y="5637441"/>
              <a:ext cx="578574"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12</a:t>
              </a:r>
            </a:p>
          </p:txBody>
        </p:sp>
        <mc:AlternateContent xmlns:mc="http://schemas.openxmlformats.org/markup-compatibility/2006" xmlns:a14="http://schemas.microsoft.com/office/drawing/2010/main">
          <mc:Choice Requires="a14">
            <p:sp>
              <p:nvSpPr>
                <p:cNvPr id="239" name="文本框 238">
                  <a:extLst>
                    <a:ext uri="{FF2B5EF4-FFF2-40B4-BE49-F238E27FC236}">
                      <a16:creationId xmlns:a16="http://schemas.microsoft.com/office/drawing/2014/main" id="{31EC1014-81A8-7374-8EA9-07D3EC327C05}"/>
                    </a:ext>
                  </a:extLst>
                </p:cNvPr>
                <p:cNvSpPr txBox="1"/>
                <p:nvPr/>
              </p:nvSpPr>
              <p:spPr>
                <a:xfrm flipH="1">
                  <a:off x="6256578" y="2238654"/>
                  <a:ext cx="492876" cy="477054"/>
                </a:xfrm>
                <a:prstGeom prst="rect">
                  <a:avLst/>
                </a:prstGeom>
                <a:noFill/>
              </p:spPr>
              <p:txBody>
                <a:bodyPr wrap="square">
                  <a:spAutoFit/>
                </a:bodyPr>
                <a:lstStyle/>
                <a:p>
                  <a:pPr algn="ctr">
                    <a:spcAft>
                      <a:spcPts val="600"/>
                    </a:spcAft>
                  </a:pPr>
                  <a14:m>
                    <m:oMathPara xmlns:m="http://schemas.openxmlformats.org/officeDocument/2006/math">
                      <m:oMathParaPr>
                        <m:jc m:val="centerGroup"/>
                      </m:oMathParaPr>
                      <m:oMath xmlns:m="http://schemas.openxmlformats.org/officeDocument/2006/math">
                        <m:r>
                          <m:rPr>
                            <m:sty m:val="p"/>
                          </m:rPr>
                          <a:rPr kumimoji="1" lang="en-US" altLang="zh-CN" sz="2000" b="0" i="0" dirty="0" smtClean="0">
                            <a:solidFill>
                              <a:schemeClr val="accent5">
                                <a:lumMod val="75000"/>
                              </a:schemeClr>
                            </a:solidFill>
                            <a:latin typeface="Cambria Math" panose="02040503050406030204" pitchFamily="18" charset="0"/>
                          </a:rPr>
                          <m:t>A</m:t>
                        </m:r>
                      </m:oMath>
                    </m:oMathPara>
                  </a14:m>
                  <a:endParaRPr kumimoji="1" lang="en-US" altLang="zh-CN" sz="2000" dirty="0">
                    <a:solidFill>
                      <a:schemeClr val="accent5">
                        <a:lumMod val="75000"/>
                      </a:schemeClr>
                    </a:solidFill>
                    <a:latin typeface="Cambria Math" panose="02040503050406030204" pitchFamily="18" charset="0"/>
                  </a:endParaRPr>
                </a:p>
              </p:txBody>
            </p:sp>
          </mc:Choice>
          <mc:Fallback xmlns="">
            <p:sp>
              <p:nvSpPr>
                <p:cNvPr id="239" name="文本框 238">
                  <a:extLst>
                    <a:ext uri="{FF2B5EF4-FFF2-40B4-BE49-F238E27FC236}">
                      <a16:creationId xmlns:a16="http://schemas.microsoft.com/office/drawing/2014/main" id="{31EC1014-81A8-7374-8EA9-07D3EC327C05}"/>
                    </a:ext>
                  </a:extLst>
                </p:cNvPr>
                <p:cNvSpPr txBox="1">
                  <a:spLocks noRot="1" noChangeAspect="1" noMove="1" noResize="1" noEditPoints="1" noAdjustHandles="1" noChangeArrowheads="1" noChangeShapeType="1" noTextEdit="1"/>
                </p:cNvSpPr>
                <p:nvPr/>
              </p:nvSpPr>
              <p:spPr>
                <a:xfrm flipH="1">
                  <a:off x="6256578" y="2238654"/>
                  <a:ext cx="492876" cy="47705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0" name="文本框 239">
                  <a:extLst>
                    <a:ext uri="{FF2B5EF4-FFF2-40B4-BE49-F238E27FC236}">
                      <a16:creationId xmlns:a16="http://schemas.microsoft.com/office/drawing/2014/main" id="{69DFAA3B-EB0F-CD3B-B285-F645FCFC4B3E}"/>
                    </a:ext>
                  </a:extLst>
                </p:cNvPr>
                <p:cNvSpPr txBox="1"/>
                <p:nvPr/>
              </p:nvSpPr>
              <p:spPr>
                <a:xfrm flipH="1">
                  <a:off x="6269265" y="3470619"/>
                  <a:ext cx="492876" cy="477054"/>
                </a:xfrm>
                <a:prstGeom prst="rect">
                  <a:avLst/>
                </a:prstGeom>
                <a:noFill/>
              </p:spPr>
              <p:txBody>
                <a:bodyPr wrap="square">
                  <a:spAutoFit/>
                </a:bodyPr>
                <a:lstStyle/>
                <a:p>
                  <a:pPr algn="ctr">
                    <a:spcAft>
                      <a:spcPts val="600"/>
                    </a:spcAft>
                  </a:pPr>
                  <a14:m>
                    <m:oMathPara xmlns:m="http://schemas.openxmlformats.org/officeDocument/2006/math">
                      <m:oMathParaPr>
                        <m:jc m:val="centerGroup"/>
                      </m:oMathParaPr>
                      <m:oMath xmlns:m="http://schemas.openxmlformats.org/officeDocument/2006/math">
                        <m:r>
                          <m:rPr>
                            <m:sty m:val="p"/>
                          </m:rPr>
                          <a:rPr kumimoji="1" lang="en-US" altLang="zh-CN" sz="2000" b="0" i="0" smtClean="0">
                            <a:solidFill>
                              <a:schemeClr val="accent5">
                                <a:lumMod val="75000"/>
                              </a:schemeClr>
                            </a:solidFill>
                            <a:latin typeface="Cambria Math" panose="02040503050406030204" pitchFamily="18" charset="0"/>
                          </a:rPr>
                          <m:t>B</m:t>
                        </m:r>
                      </m:oMath>
                    </m:oMathPara>
                  </a14:m>
                  <a:endParaRPr kumimoji="1" lang="en-US" altLang="zh-CN" sz="2000" dirty="0">
                    <a:solidFill>
                      <a:schemeClr val="accent5">
                        <a:lumMod val="75000"/>
                      </a:schemeClr>
                    </a:solidFill>
                    <a:latin typeface="Cambria Math" panose="02040503050406030204" pitchFamily="18" charset="0"/>
                  </a:endParaRPr>
                </a:p>
              </p:txBody>
            </p:sp>
          </mc:Choice>
          <mc:Fallback xmlns="">
            <p:sp>
              <p:nvSpPr>
                <p:cNvPr id="240" name="文本框 239">
                  <a:extLst>
                    <a:ext uri="{FF2B5EF4-FFF2-40B4-BE49-F238E27FC236}">
                      <a16:creationId xmlns:a16="http://schemas.microsoft.com/office/drawing/2014/main" id="{69DFAA3B-EB0F-CD3B-B285-F645FCFC4B3E}"/>
                    </a:ext>
                  </a:extLst>
                </p:cNvPr>
                <p:cNvSpPr txBox="1">
                  <a:spLocks noRot="1" noChangeAspect="1" noMove="1" noResize="1" noEditPoints="1" noAdjustHandles="1" noChangeArrowheads="1" noChangeShapeType="1" noTextEdit="1"/>
                </p:cNvSpPr>
                <p:nvPr/>
              </p:nvSpPr>
              <p:spPr>
                <a:xfrm flipH="1">
                  <a:off x="6269265" y="3470619"/>
                  <a:ext cx="492876" cy="477054"/>
                </a:xfrm>
                <a:prstGeom prst="rect">
                  <a:avLst/>
                </a:prstGeom>
                <a:blipFill>
                  <a:blip r:embed="rId7"/>
                  <a:stretch>
                    <a:fillRect/>
                  </a:stretch>
                </a:blipFill>
              </p:spPr>
              <p:txBody>
                <a:bodyPr/>
                <a:lstStyle/>
                <a:p>
                  <a:r>
                    <a:rPr lang="zh-CN" altLang="en-US">
                      <a:noFill/>
                    </a:rPr>
                    <a:t> </a:t>
                  </a:r>
                </a:p>
              </p:txBody>
            </p:sp>
          </mc:Fallback>
        </mc:AlternateContent>
        <p:sp>
          <p:nvSpPr>
            <p:cNvPr id="241" name="文本框 240">
              <a:extLst>
                <a:ext uri="{FF2B5EF4-FFF2-40B4-BE49-F238E27FC236}">
                  <a16:creationId xmlns:a16="http://schemas.microsoft.com/office/drawing/2014/main" id="{BA27A05E-523A-97B4-0DFC-4A9118B3C9C0}"/>
                </a:ext>
              </a:extLst>
            </p:cNvPr>
            <p:cNvSpPr txBox="1"/>
            <p:nvPr/>
          </p:nvSpPr>
          <p:spPr>
            <a:xfrm flipH="1">
              <a:off x="6258775" y="4710502"/>
              <a:ext cx="492876"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C</a:t>
              </a:r>
            </a:p>
          </p:txBody>
        </p:sp>
        <p:sp>
          <p:nvSpPr>
            <p:cNvPr id="242" name="文本框 241">
              <a:extLst>
                <a:ext uri="{FF2B5EF4-FFF2-40B4-BE49-F238E27FC236}">
                  <a16:creationId xmlns:a16="http://schemas.microsoft.com/office/drawing/2014/main" id="{75187535-2F52-2F9C-0A75-BB0E33303317}"/>
                </a:ext>
              </a:extLst>
            </p:cNvPr>
            <p:cNvSpPr txBox="1"/>
            <p:nvPr/>
          </p:nvSpPr>
          <p:spPr>
            <a:xfrm flipH="1">
              <a:off x="6262405" y="5909973"/>
              <a:ext cx="492876" cy="400110"/>
            </a:xfrm>
            <a:prstGeom prst="rect">
              <a:avLst/>
            </a:prstGeom>
            <a:noFill/>
          </p:spPr>
          <p:txBody>
            <a:bodyPr wrap="square">
              <a:spAutoFit/>
            </a:bodyPr>
            <a:lstStyle/>
            <a:p>
              <a:pPr algn="ctr">
                <a:spcAft>
                  <a:spcPts val="600"/>
                </a:spcAft>
              </a:pPr>
              <a:r>
                <a:rPr kumimoji="1" lang="en-US" altLang="zh-CN" sz="2000" dirty="0">
                  <a:solidFill>
                    <a:schemeClr val="accent5">
                      <a:lumMod val="75000"/>
                    </a:schemeClr>
                  </a:solidFill>
                  <a:latin typeface="Cambria Math" panose="02040503050406030204" pitchFamily="18" charset="0"/>
                </a:rPr>
                <a:t>D</a:t>
              </a:r>
            </a:p>
          </p:txBody>
        </p:sp>
        <p:grpSp>
          <p:nvGrpSpPr>
            <p:cNvPr id="243" name="组合 242">
              <a:extLst>
                <a:ext uri="{FF2B5EF4-FFF2-40B4-BE49-F238E27FC236}">
                  <a16:creationId xmlns:a16="http://schemas.microsoft.com/office/drawing/2014/main" id="{A46BDCB1-F5E9-BD70-84DB-3C12A10210A2}"/>
                </a:ext>
              </a:extLst>
            </p:cNvPr>
            <p:cNvGrpSpPr/>
            <p:nvPr/>
          </p:nvGrpSpPr>
          <p:grpSpPr>
            <a:xfrm>
              <a:off x="10433517" y="2103904"/>
              <a:ext cx="211434" cy="211434"/>
              <a:chOff x="5127488" y="4220120"/>
              <a:chExt cx="182538" cy="182538"/>
            </a:xfrm>
          </p:grpSpPr>
          <p:sp>
            <p:nvSpPr>
              <p:cNvPr id="424" name="Line 27">
                <a:extLst>
                  <a:ext uri="{FF2B5EF4-FFF2-40B4-BE49-F238E27FC236}">
                    <a16:creationId xmlns:a16="http://schemas.microsoft.com/office/drawing/2014/main" id="{F42305D3-56DC-8766-B600-2BEAE70330EB}"/>
                  </a:ext>
                </a:extLst>
              </p:cNvPr>
              <p:cNvSpPr>
                <a:spLocks noChangeShapeType="1"/>
              </p:cNvSpPr>
              <p:nvPr/>
            </p:nvSpPr>
            <p:spPr bwMode="auto">
              <a:xfrm rot="2700000">
                <a:off x="5127488" y="4311389"/>
                <a:ext cx="1825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25" name="Line 27">
                <a:extLst>
                  <a:ext uri="{FF2B5EF4-FFF2-40B4-BE49-F238E27FC236}">
                    <a16:creationId xmlns:a16="http://schemas.microsoft.com/office/drawing/2014/main" id="{89C7D937-73F5-BB78-9E18-0B247D3B98ED}"/>
                  </a:ext>
                </a:extLst>
              </p:cNvPr>
              <p:cNvSpPr>
                <a:spLocks noChangeShapeType="1"/>
              </p:cNvSpPr>
              <p:nvPr/>
            </p:nvSpPr>
            <p:spPr bwMode="auto">
              <a:xfrm rot="18900000" flipV="1">
                <a:off x="5127488" y="4309696"/>
                <a:ext cx="1825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44" name="组合 243">
              <a:extLst>
                <a:ext uri="{FF2B5EF4-FFF2-40B4-BE49-F238E27FC236}">
                  <a16:creationId xmlns:a16="http://schemas.microsoft.com/office/drawing/2014/main" id="{DDF1EB7A-6714-FF33-79AB-9F1D56047453}"/>
                </a:ext>
              </a:extLst>
            </p:cNvPr>
            <p:cNvGrpSpPr/>
            <p:nvPr/>
          </p:nvGrpSpPr>
          <p:grpSpPr>
            <a:xfrm>
              <a:off x="10431905" y="4541926"/>
              <a:ext cx="211434" cy="211434"/>
              <a:chOff x="5127488" y="4220120"/>
              <a:chExt cx="182538" cy="182538"/>
            </a:xfrm>
          </p:grpSpPr>
          <p:sp>
            <p:nvSpPr>
              <p:cNvPr id="422" name="Line 27">
                <a:extLst>
                  <a:ext uri="{FF2B5EF4-FFF2-40B4-BE49-F238E27FC236}">
                    <a16:creationId xmlns:a16="http://schemas.microsoft.com/office/drawing/2014/main" id="{748F7FE2-38D8-9FBC-2421-2B6BF4A70869}"/>
                  </a:ext>
                </a:extLst>
              </p:cNvPr>
              <p:cNvSpPr>
                <a:spLocks noChangeShapeType="1"/>
              </p:cNvSpPr>
              <p:nvPr/>
            </p:nvSpPr>
            <p:spPr bwMode="auto">
              <a:xfrm rot="2700000">
                <a:off x="5127488" y="4311389"/>
                <a:ext cx="1825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23" name="Line 27">
                <a:extLst>
                  <a:ext uri="{FF2B5EF4-FFF2-40B4-BE49-F238E27FC236}">
                    <a16:creationId xmlns:a16="http://schemas.microsoft.com/office/drawing/2014/main" id="{22136517-7DEF-5223-58D4-735326141FD6}"/>
                  </a:ext>
                </a:extLst>
              </p:cNvPr>
              <p:cNvSpPr>
                <a:spLocks noChangeShapeType="1"/>
              </p:cNvSpPr>
              <p:nvPr/>
            </p:nvSpPr>
            <p:spPr bwMode="auto">
              <a:xfrm rot="18900000" flipV="1">
                <a:off x="5127488" y="4309696"/>
                <a:ext cx="1825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45" name="组合 244">
              <a:extLst>
                <a:ext uri="{FF2B5EF4-FFF2-40B4-BE49-F238E27FC236}">
                  <a16:creationId xmlns:a16="http://schemas.microsoft.com/office/drawing/2014/main" id="{6A31DAAC-C67C-3046-993E-0D3F40FAFF2E}"/>
                </a:ext>
              </a:extLst>
            </p:cNvPr>
            <p:cNvGrpSpPr/>
            <p:nvPr/>
          </p:nvGrpSpPr>
          <p:grpSpPr>
            <a:xfrm>
              <a:off x="9430347" y="1823307"/>
              <a:ext cx="2102989" cy="811880"/>
              <a:chOff x="9430347" y="1823307"/>
              <a:chExt cx="2102989" cy="811880"/>
            </a:xfrm>
            <a:solidFill>
              <a:schemeClr val="tx1"/>
            </a:solidFill>
          </p:grpSpPr>
          <p:sp>
            <p:nvSpPr>
              <p:cNvPr id="413" name="等腰三角形 412">
                <a:extLst>
                  <a:ext uri="{FF2B5EF4-FFF2-40B4-BE49-F238E27FC236}">
                    <a16:creationId xmlns:a16="http://schemas.microsoft.com/office/drawing/2014/main" id="{0971B23C-63DA-F431-B007-EF14E7EAF9F9}"/>
                  </a:ext>
                </a:extLst>
              </p:cNvPr>
              <p:cNvSpPr/>
              <p:nvPr/>
            </p:nvSpPr>
            <p:spPr>
              <a:xfrm rot="16200000">
                <a:off x="9993565" y="2354398"/>
                <a:ext cx="284697" cy="265767"/>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414" name="椭圆 413">
                <a:extLst>
                  <a:ext uri="{FF2B5EF4-FFF2-40B4-BE49-F238E27FC236}">
                    <a16:creationId xmlns:a16="http://schemas.microsoft.com/office/drawing/2014/main" id="{E056620A-3CFC-19DA-6A10-C5AE310FE807}"/>
                  </a:ext>
                </a:extLst>
              </p:cNvPr>
              <p:cNvSpPr/>
              <p:nvPr/>
            </p:nvSpPr>
            <p:spPr>
              <a:xfrm>
                <a:off x="10062785" y="2551512"/>
                <a:ext cx="78120" cy="7812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415" name="Line 27">
                <a:extLst>
                  <a:ext uri="{FF2B5EF4-FFF2-40B4-BE49-F238E27FC236}">
                    <a16:creationId xmlns:a16="http://schemas.microsoft.com/office/drawing/2014/main" id="{D2FE20DC-FD64-E96F-A5C9-45F47EDD8C6E}"/>
                  </a:ext>
                </a:extLst>
              </p:cNvPr>
              <p:cNvSpPr>
                <a:spLocks noChangeShapeType="1"/>
              </p:cNvSpPr>
              <p:nvPr/>
            </p:nvSpPr>
            <p:spPr bwMode="auto">
              <a:xfrm>
                <a:off x="9729925" y="2587799"/>
                <a:ext cx="332859" cy="0"/>
              </a:xfrm>
              <a:prstGeom prst="line">
                <a:avLst/>
              </a:prstGeom>
              <a:grpFill/>
              <a:ln w="25400">
                <a:solidFill>
                  <a:schemeClr val="tx1"/>
                </a:solidFill>
                <a:round/>
                <a:headEnd/>
                <a:tailEnd/>
              </a:ln>
            </p:spPr>
            <p:txBody>
              <a:bodyPr wrap="none" anchor="ctr"/>
              <a:lstStyle/>
              <a:p>
                <a:endParaRPr lang="zh-CN" altLang="en-US">
                  <a:solidFill>
                    <a:schemeClr val="accent5">
                      <a:lumMod val="75000"/>
                    </a:schemeClr>
                  </a:solidFill>
                </a:endParaRPr>
              </a:p>
            </p:txBody>
          </p:sp>
          <p:sp>
            <p:nvSpPr>
              <p:cNvPr id="416" name="Line 27">
                <a:extLst>
                  <a:ext uri="{FF2B5EF4-FFF2-40B4-BE49-F238E27FC236}">
                    <a16:creationId xmlns:a16="http://schemas.microsoft.com/office/drawing/2014/main" id="{9EE5640E-4001-EFF5-EEF2-0FBDF9408E88}"/>
                  </a:ext>
                </a:extLst>
              </p:cNvPr>
              <p:cNvSpPr>
                <a:spLocks noChangeShapeType="1"/>
              </p:cNvSpPr>
              <p:nvPr/>
            </p:nvSpPr>
            <p:spPr bwMode="auto">
              <a:xfrm>
                <a:off x="9476861" y="2393970"/>
                <a:ext cx="703383" cy="0"/>
              </a:xfrm>
              <a:prstGeom prst="line">
                <a:avLst/>
              </a:prstGeom>
              <a:grpFill/>
              <a:ln w="25400">
                <a:solidFill>
                  <a:schemeClr val="tx1"/>
                </a:solidFill>
                <a:round/>
                <a:headEnd/>
                <a:tailEnd/>
              </a:ln>
            </p:spPr>
            <p:txBody>
              <a:bodyPr wrap="none" anchor="ctr"/>
              <a:lstStyle/>
              <a:p>
                <a:endParaRPr lang="zh-CN" altLang="en-US">
                  <a:solidFill>
                    <a:schemeClr val="accent5">
                      <a:lumMod val="75000"/>
                    </a:schemeClr>
                  </a:solidFill>
                </a:endParaRPr>
              </a:p>
            </p:txBody>
          </p:sp>
          <p:sp>
            <p:nvSpPr>
              <p:cNvPr id="417" name="Line 27">
                <a:extLst>
                  <a:ext uri="{FF2B5EF4-FFF2-40B4-BE49-F238E27FC236}">
                    <a16:creationId xmlns:a16="http://schemas.microsoft.com/office/drawing/2014/main" id="{5C1092F0-2BD1-ED95-D69E-528A8CF4BBE9}"/>
                  </a:ext>
                </a:extLst>
              </p:cNvPr>
              <p:cNvSpPr>
                <a:spLocks noChangeShapeType="1"/>
              </p:cNvSpPr>
              <p:nvPr/>
            </p:nvSpPr>
            <p:spPr bwMode="auto">
              <a:xfrm>
                <a:off x="10268805" y="2486409"/>
                <a:ext cx="1228208" cy="0"/>
              </a:xfrm>
              <a:prstGeom prst="line">
                <a:avLst/>
              </a:prstGeom>
              <a:grpFill/>
              <a:ln w="25400">
                <a:solidFill>
                  <a:schemeClr val="tx1"/>
                </a:solidFill>
                <a:round/>
                <a:headEnd/>
                <a:tailEnd/>
              </a:ln>
            </p:spPr>
            <p:txBody>
              <a:bodyPr wrap="none" anchor="ctr"/>
              <a:lstStyle/>
              <a:p>
                <a:endParaRPr lang="zh-CN" altLang="en-US">
                  <a:solidFill>
                    <a:schemeClr val="accent5">
                      <a:lumMod val="75000"/>
                    </a:schemeClr>
                  </a:solidFill>
                </a:endParaRPr>
              </a:p>
            </p:txBody>
          </p:sp>
          <p:sp>
            <p:nvSpPr>
              <p:cNvPr id="418" name="Line 27">
                <a:extLst>
                  <a:ext uri="{FF2B5EF4-FFF2-40B4-BE49-F238E27FC236}">
                    <a16:creationId xmlns:a16="http://schemas.microsoft.com/office/drawing/2014/main" id="{5E2E64E2-8FFE-41E9-347D-7F74C02FEA02}"/>
                  </a:ext>
                </a:extLst>
              </p:cNvPr>
              <p:cNvSpPr>
                <a:spLocks noChangeShapeType="1"/>
              </p:cNvSpPr>
              <p:nvPr/>
            </p:nvSpPr>
            <p:spPr bwMode="auto">
              <a:xfrm rot="5400000">
                <a:off x="11178916" y="2180310"/>
                <a:ext cx="612198" cy="0"/>
              </a:xfrm>
              <a:prstGeom prst="line">
                <a:avLst/>
              </a:prstGeom>
              <a:grpFill/>
              <a:ln w="25400">
                <a:solidFill>
                  <a:schemeClr val="tx1"/>
                </a:solidFill>
                <a:round/>
                <a:headEnd/>
                <a:tailEnd/>
              </a:ln>
            </p:spPr>
            <p:txBody>
              <a:bodyPr wrap="none" anchor="ctr"/>
              <a:lstStyle/>
              <a:p>
                <a:endParaRPr lang="zh-CN" altLang="en-US">
                  <a:solidFill>
                    <a:schemeClr val="accent5">
                      <a:lumMod val="75000"/>
                    </a:schemeClr>
                  </a:solidFill>
                </a:endParaRPr>
              </a:p>
            </p:txBody>
          </p:sp>
          <p:sp>
            <p:nvSpPr>
              <p:cNvPr id="419" name="椭圆 418">
                <a:extLst>
                  <a:ext uri="{FF2B5EF4-FFF2-40B4-BE49-F238E27FC236}">
                    <a16:creationId xmlns:a16="http://schemas.microsoft.com/office/drawing/2014/main" id="{248836C2-89D3-7288-D0E7-B9781CD4CF0F}"/>
                  </a:ext>
                </a:extLst>
              </p:cNvPr>
              <p:cNvSpPr/>
              <p:nvPr/>
            </p:nvSpPr>
            <p:spPr>
              <a:xfrm>
                <a:off x="9430347" y="2344795"/>
                <a:ext cx="96643" cy="96643"/>
              </a:xfrm>
              <a:prstGeom prst="ellipse">
                <a:avLst/>
              </a:prstGeom>
              <a:grp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420" name="椭圆 419">
                <a:extLst>
                  <a:ext uri="{FF2B5EF4-FFF2-40B4-BE49-F238E27FC236}">
                    <a16:creationId xmlns:a16="http://schemas.microsoft.com/office/drawing/2014/main" id="{BD9B6B7B-7FFA-93F6-45C4-A8D0DB337A11}"/>
                  </a:ext>
                </a:extLst>
              </p:cNvPr>
              <p:cNvSpPr/>
              <p:nvPr/>
            </p:nvSpPr>
            <p:spPr>
              <a:xfrm>
                <a:off x="9682802" y="2538544"/>
                <a:ext cx="96643" cy="96643"/>
              </a:xfrm>
              <a:prstGeom prst="ellipse">
                <a:avLst/>
              </a:prstGeom>
              <a:grp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421" name="椭圆 420">
                <a:extLst>
                  <a:ext uri="{FF2B5EF4-FFF2-40B4-BE49-F238E27FC236}">
                    <a16:creationId xmlns:a16="http://schemas.microsoft.com/office/drawing/2014/main" id="{2785A57A-99A3-BF6F-0E28-7085030DC7B4}"/>
                  </a:ext>
                </a:extLst>
              </p:cNvPr>
              <p:cNvSpPr/>
              <p:nvPr/>
            </p:nvSpPr>
            <p:spPr>
              <a:xfrm>
                <a:off x="11436693" y="1823307"/>
                <a:ext cx="96643" cy="96643"/>
              </a:xfrm>
              <a:prstGeom prst="ellipse">
                <a:avLst/>
              </a:prstGeom>
              <a:grp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grpSp>
        <p:grpSp>
          <p:nvGrpSpPr>
            <p:cNvPr id="246" name="组合 245">
              <a:extLst>
                <a:ext uri="{FF2B5EF4-FFF2-40B4-BE49-F238E27FC236}">
                  <a16:creationId xmlns:a16="http://schemas.microsoft.com/office/drawing/2014/main" id="{0D6ED66E-5657-590C-D7A5-425CADA6F2CC}"/>
                </a:ext>
              </a:extLst>
            </p:cNvPr>
            <p:cNvGrpSpPr/>
            <p:nvPr/>
          </p:nvGrpSpPr>
          <p:grpSpPr>
            <a:xfrm>
              <a:off x="7350379" y="1452098"/>
              <a:ext cx="182538" cy="182538"/>
              <a:chOff x="5130526" y="4220120"/>
              <a:chExt cx="182538" cy="182538"/>
            </a:xfrm>
          </p:grpSpPr>
          <p:sp>
            <p:nvSpPr>
              <p:cNvPr id="411" name="Line 27">
                <a:extLst>
                  <a:ext uri="{FF2B5EF4-FFF2-40B4-BE49-F238E27FC236}">
                    <a16:creationId xmlns:a16="http://schemas.microsoft.com/office/drawing/2014/main" id="{C502E901-999B-6473-A6FE-C8F85B7811E6}"/>
                  </a:ext>
                </a:extLst>
              </p:cNvPr>
              <p:cNvSpPr>
                <a:spLocks noChangeShapeType="1"/>
              </p:cNvSpPr>
              <p:nvPr/>
            </p:nvSpPr>
            <p:spPr bwMode="auto">
              <a:xfrm rot="2700000">
                <a:off x="5130526"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12" name="Line 27">
                <a:extLst>
                  <a:ext uri="{FF2B5EF4-FFF2-40B4-BE49-F238E27FC236}">
                    <a16:creationId xmlns:a16="http://schemas.microsoft.com/office/drawing/2014/main" id="{029FC270-C1B6-CD95-F798-CC72AD139542}"/>
                  </a:ext>
                </a:extLst>
              </p:cNvPr>
              <p:cNvSpPr>
                <a:spLocks noChangeShapeType="1"/>
              </p:cNvSpPr>
              <p:nvPr/>
            </p:nvSpPr>
            <p:spPr bwMode="auto">
              <a:xfrm rot="18900000" flipV="1">
                <a:off x="5130526"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47" name="组合 246">
              <a:extLst>
                <a:ext uri="{FF2B5EF4-FFF2-40B4-BE49-F238E27FC236}">
                  <a16:creationId xmlns:a16="http://schemas.microsoft.com/office/drawing/2014/main" id="{E16365FE-5542-AEE0-C12F-ABFFF5D56924}"/>
                </a:ext>
              </a:extLst>
            </p:cNvPr>
            <p:cNvGrpSpPr/>
            <p:nvPr/>
          </p:nvGrpSpPr>
          <p:grpSpPr>
            <a:xfrm>
              <a:off x="7867886" y="1452625"/>
              <a:ext cx="182538" cy="182538"/>
              <a:chOff x="5127488" y="4220120"/>
              <a:chExt cx="182538" cy="182538"/>
            </a:xfrm>
          </p:grpSpPr>
          <p:sp>
            <p:nvSpPr>
              <p:cNvPr id="409" name="Line 27">
                <a:extLst>
                  <a:ext uri="{FF2B5EF4-FFF2-40B4-BE49-F238E27FC236}">
                    <a16:creationId xmlns:a16="http://schemas.microsoft.com/office/drawing/2014/main" id="{9D385A93-7615-3D15-8A3F-59AD540EC406}"/>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10" name="Line 27">
                <a:extLst>
                  <a:ext uri="{FF2B5EF4-FFF2-40B4-BE49-F238E27FC236}">
                    <a16:creationId xmlns:a16="http://schemas.microsoft.com/office/drawing/2014/main" id="{783E5EA8-412E-287B-D271-F814E42D967A}"/>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48" name="组合 247">
              <a:extLst>
                <a:ext uri="{FF2B5EF4-FFF2-40B4-BE49-F238E27FC236}">
                  <a16:creationId xmlns:a16="http://schemas.microsoft.com/office/drawing/2014/main" id="{A36F79DD-F1C0-842D-E7CD-88E3F56B771F}"/>
                </a:ext>
              </a:extLst>
            </p:cNvPr>
            <p:cNvGrpSpPr/>
            <p:nvPr/>
          </p:nvGrpSpPr>
          <p:grpSpPr>
            <a:xfrm>
              <a:off x="8626856" y="1454551"/>
              <a:ext cx="182538" cy="182538"/>
              <a:chOff x="5127488" y="4220120"/>
              <a:chExt cx="182538" cy="182538"/>
            </a:xfrm>
          </p:grpSpPr>
          <p:sp>
            <p:nvSpPr>
              <p:cNvPr id="407" name="Line 27">
                <a:extLst>
                  <a:ext uri="{FF2B5EF4-FFF2-40B4-BE49-F238E27FC236}">
                    <a16:creationId xmlns:a16="http://schemas.microsoft.com/office/drawing/2014/main" id="{67FA00E6-8579-1CBE-C1CE-0A5458BB093C}"/>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08" name="Line 27">
                <a:extLst>
                  <a:ext uri="{FF2B5EF4-FFF2-40B4-BE49-F238E27FC236}">
                    <a16:creationId xmlns:a16="http://schemas.microsoft.com/office/drawing/2014/main" id="{CC44A0C1-60B1-7E59-6ADB-D7F38E9FDEEB}"/>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49" name="组合 248">
              <a:extLst>
                <a:ext uri="{FF2B5EF4-FFF2-40B4-BE49-F238E27FC236}">
                  <a16:creationId xmlns:a16="http://schemas.microsoft.com/office/drawing/2014/main" id="{46A18F8A-2393-A71C-228A-D29EE28368A4}"/>
                </a:ext>
              </a:extLst>
            </p:cNvPr>
            <p:cNvGrpSpPr/>
            <p:nvPr/>
          </p:nvGrpSpPr>
          <p:grpSpPr>
            <a:xfrm>
              <a:off x="7601518" y="1786258"/>
              <a:ext cx="182538" cy="182538"/>
              <a:chOff x="5127488" y="4220120"/>
              <a:chExt cx="182538" cy="182538"/>
            </a:xfrm>
          </p:grpSpPr>
          <p:sp>
            <p:nvSpPr>
              <p:cNvPr id="405" name="Line 27">
                <a:extLst>
                  <a:ext uri="{FF2B5EF4-FFF2-40B4-BE49-F238E27FC236}">
                    <a16:creationId xmlns:a16="http://schemas.microsoft.com/office/drawing/2014/main" id="{62F6B923-104C-CE8F-D0E1-3CA8D791F6DB}"/>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06" name="Line 27">
                <a:extLst>
                  <a:ext uri="{FF2B5EF4-FFF2-40B4-BE49-F238E27FC236}">
                    <a16:creationId xmlns:a16="http://schemas.microsoft.com/office/drawing/2014/main" id="{5C130422-2A00-B5CF-A4F9-339820B2E550}"/>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50" name="组合 249">
              <a:extLst>
                <a:ext uri="{FF2B5EF4-FFF2-40B4-BE49-F238E27FC236}">
                  <a16:creationId xmlns:a16="http://schemas.microsoft.com/office/drawing/2014/main" id="{93EB4B5D-5B34-7F95-AFFB-684C4BAA833A}"/>
                </a:ext>
              </a:extLst>
            </p:cNvPr>
            <p:cNvGrpSpPr/>
            <p:nvPr/>
          </p:nvGrpSpPr>
          <p:grpSpPr>
            <a:xfrm>
              <a:off x="7347341" y="2678891"/>
              <a:ext cx="182538" cy="182538"/>
              <a:chOff x="5127488" y="4220120"/>
              <a:chExt cx="182538" cy="182538"/>
            </a:xfrm>
          </p:grpSpPr>
          <p:sp>
            <p:nvSpPr>
              <p:cNvPr id="403" name="Line 27">
                <a:extLst>
                  <a:ext uri="{FF2B5EF4-FFF2-40B4-BE49-F238E27FC236}">
                    <a16:creationId xmlns:a16="http://schemas.microsoft.com/office/drawing/2014/main" id="{2337B391-170D-E1E4-01DC-679392E0681D}"/>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04" name="Line 27">
                <a:extLst>
                  <a:ext uri="{FF2B5EF4-FFF2-40B4-BE49-F238E27FC236}">
                    <a16:creationId xmlns:a16="http://schemas.microsoft.com/office/drawing/2014/main" id="{914C8CCF-F6AA-A841-0171-EB0AA2F7AB63}"/>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51" name="组合 250">
              <a:extLst>
                <a:ext uri="{FF2B5EF4-FFF2-40B4-BE49-F238E27FC236}">
                  <a16:creationId xmlns:a16="http://schemas.microsoft.com/office/drawing/2014/main" id="{909E5DBF-17A4-34C2-BCC3-397396329869}"/>
                </a:ext>
              </a:extLst>
            </p:cNvPr>
            <p:cNvGrpSpPr/>
            <p:nvPr/>
          </p:nvGrpSpPr>
          <p:grpSpPr>
            <a:xfrm>
              <a:off x="8374608" y="1780812"/>
              <a:ext cx="182538" cy="182538"/>
              <a:chOff x="5127488" y="4220120"/>
              <a:chExt cx="182538" cy="182538"/>
            </a:xfrm>
          </p:grpSpPr>
          <p:sp>
            <p:nvSpPr>
              <p:cNvPr id="401" name="Line 27">
                <a:extLst>
                  <a:ext uri="{FF2B5EF4-FFF2-40B4-BE49-F238E27FC236}">
                    <a16:creationId xmlns:a16="http://schemas.microsoft.com/office/drawing/2014/main" id="{12493939-2802-E000-9ED9-D511A70697EB}"/>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02" name="Line 27">
                <a:extLst>
                  <a:ext uri="{FF2B5EF4-FFF2-40B4-BE49-F238E27FC236}">
                    <a16:creationId xmlns:a16="http://schemas.microsoft.com/office/drawing/2014/main" id="{2CE2ABC6-DF94-BBDE-E8B6-DB24325419B1}"/>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52" name="组合 251">
              <a:extLst>
                <a:ext uri="{FF2B5EF4-FFF2-40B4-BE49-F238E27FC236}">
                  <a16:creationId xmlns:a16="http://schemas.microsoft.com/office/drawing/2014/main" id="{98F8D818-2F55-A0F5-C2A4-D82A7B1A2954}"/>
                </a:ext>
              </a:extLst>
            </p:cNvPr>
            <p:cNvGrpSpPr/>
            <p:nvPr/>
          </p:nvGrpSpPr>
          <p:grpSpPr>
            <a:xfrm>
              <a:off x="8122063" y="1784953"/>
              <a:ext cx="182538" cy="182538"/>
              <a:chOff x="5127488" y="4220120"/>
              <a:chExt cx="182538" cy="182538"/>
            </a:xfrm>
          </p:grpSpPr>
          <p:sp>
            <p:nvSpPr>
              <p:cNvPr id="399" name="Line 27">
                <a:extLst>
                  <a:ext uri="{FF2B5EF4-FFF2-40B4-BE49-F238E27FC236}">
                    <a16:creationId xmlns:a16="http://schemas.microsoft.com/office/drawing/2014/main" id="{DF5E319F-4BC0-EDF8-2BE7-4B3239A7964E}"/>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00" name="Line 27">
                <a:extLst>
                  <a:ext uri="{FF2B5EF4-FFF2-40B4-BE49-F238E27FC236}">
                    <a16:creationId xmlns:a16="http://schemas.microsoft.com/office/drawing/2014/main" id="{B15C5773-6DB2-F716-F284-7D793B0ED248}"/>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53" name="组合 252">
              <a:extLst>
                <a:ext uri="{FF2B5EF4-FFF2-40B4-BE49-F238E27FC236}">
                  <a16:creationId xmlns:a16="http://schemas.microsoft.com/office/drawing/2014/main" id="{94ACDC1F-A1A4-1059-7BC8-57EAC5E78E4B}"/>
                </a:ext>
              </a:extLst>
            </p:cNvPr>
            <p:cNvGrpSpPr/>
            <p:nvPr/>
          </p:nvGrpSpPr>
          <p:grpSpPr>
            <a:xfrm>
              <a:off x="9134425" y="1782427"/>
              <a:ext cx="182538" cy="182538"/>
              <a:chOff x="5127488" y="4220120"/>
              <a:chExt cx="182538" cy="182538"/>
            </a:xfrm>
          </p:grpSpPr>
          <p:sp>
            <p:nvSpPr>
              <p:cNvPr id="397" name="Line 27">
                <a:extLst>
                  <a:ext uri="{FF2B5EF4-FFF2-40B4-BE49-F238E27FC236}">
                    <a16:creationId xmlns:a16="http://schemas.microsoft.com/office/drawing/2014/main" id="{54933B7E-E642-58B5-3653-6A6A77640EAA}"/>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98" name="Line 27">
                <a:extLst>
                  <a:ext uri="{FF2B5EF4-FFF2-40B4-BE49-F238E27FC236}">
                    <a16:creationId xmlns:a16="http://schemas.microsoft.com/office/drawing/2014/main" id="{882E8421-6B27-07EC-118C-FEC6202D5CC5}"/>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54" name="组合 253">
              <a:extLst>
                <a:ext uri="{FF2B5EF4-FFF2-40B4-BE49-F238E27FC236}">
                  <a16:creationId xmlns:a16="http://schemas.microsoft.com/office/drawing/2014/main" id="{EF99510C-9495-12FE-6EC6-D5A4BA6A146C}"/>
                </a:ext>
              </a:extLst>
            </p:cNvPr>
            <p:cNvGrpSpPr/>
            <p:nvPr/>
          </p:nvGrpSpPr>
          <p:grpSpPr>
            <a:xfrm>
              <a:off x="8122063" y="2681012"/>
              <a:ext cx="182538" cy="182538"/>
              <a:chOff x="5127488" y="4220120"/>
              <a:chExt cx="182538" cy="182538"/>
            </a:xfrm>
          </p:grpSpPr>
          <p:sp>
            <p:nvSpPr>
              <p:cNvPr id="395" name="Line 27">
                <a:extLst>
                  <a:ext uri="{FF2B5EF4-FFF2-40B4-BE49-F238E27FC236}">
                    <a16:creationId xmlns:a16="http://schemas.microsoft.com/office/drawing/2014/main" id="{6D9F7839-750B-B4FB-745A-8530AFD4750B}"/>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96" name="Line 27">
                <a:extLst>
                  <a:ext uri="{FF2B5EF4-FFF2-40B4-BE49-F238E27FC236}">
                    <a16:creationId xmlns:a16="http://schemas.microsoft.com/office/drawing/2014/main" id="{E3D3D4F4-3E8D-D41F-A2CD-23627DCB00E0}"/>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55" name="组合 254">
              <a:extLst>
                <a:ext uri="{FF2B5EF4-FFF2-40B4-BE49-F238E27FC236}">
                  <a16:creationId xmlns:a16="http://schemas.microsoft.com/office/drawing/2014/main" id="{4CF659FE-D685-A63E-1203-A6A2A7337EC8}"/>
                </a:ext>
              </a:extLst>
            </p:cNvPr>
            <p:cNvGrpSpPr/>
            <p:nvPr/>
          </p:nvGrpSpPr>
          <p:grpSpPr>
            <a:xfrm>
              <a:off x="8372679" y="2681144"/>
              <a:ext cx="182538" cy="182538"/>
              <a:chOff x="5127488" y="4220120"/>
              <a:chExt cx="182538" cy="182538"/>
            </a:xfrm>
          </p:grpSpPr>
          <p:sp>
            <p:nvSpPr>
              <p:cNvPr id="393" name="Line 27">
                <a:extLst>
                  <a:ext uri="{FF2B5EF4-FFF2-40B4-BE49-F238E27FC236}">
                    <a16:creationId xmlns:a16="http://schemas.microsoft.com/office/drawing/2014/main" id="{53E28EA3-3572-BBD6-64B3-E3DBA53B4F60}"/>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94" name="Line 27">
                <a:extLst>
                  <a:ext uri="{FF2B5EF4-FFF2-40B4-BE49-F238E27FC236}">
                    <a16:creationId xmlns:a16="http://schemas.microsoft.com/office/drawing/2014/main" id="{6FE6F09A-21A0-E7AB-05E6-01FFF9F9B20B}"/>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56" name="组合 255">
              <a:extLst>
                <a:ext uri="{FF2B5EF4-FFF2-40B4-BE49-F238E27FC236}">
                  <a16:creationId xmlns:a16="http://schemas.microsoft.com/office/drawing/2014/main" id="{83046292-AA4C-E5BD-6F42-3871F4FDDB09}"/>
                </a:ext>
              </a:extLst>
            </p:cNvPr>
            <p:cNvGrpSpPr/>
            <p:nvPr/>
          </p:nvGrpSpPr>
          <p:grpSpPr>
            <a:xfrm>
              <a:off x="7347341" y="3011990"/>
              <a:ext cx="182538" cy="182538"/>
              <a:chOff x="5127488" y="4220120"/>
              <a:chExt cx="182538" cy="182538"/>
            </a:xfrm>
          </p:grpSpPr>
          <p:sp>
            <p:nvSpPr>
              <p:cNvPr id="391" name="Line 27">
                <a:extLst>
                  <a:ext uri="{FF2B5EF4-FFF2-40B4-BE49-F238E27FC236}">
                    <a16:creationId xmlns:a16="http://schemas.microsoft.com/office/drawing/2014/main" id="{9A182E7D-3AFD-1D09-F2BB-E5C593A318F5}"/>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92" name="Line 27">
                <a:extLst>
                  <a:ext uri="{FF2B5EF4-FFF2-40B4-BE49-F238E27FC236}">
                    <a16:creationId xmlns:a16="http://schemas.microsoft.com/office/drawing/2014/main" id="{FD529BCD-D5C9-FB98-4845-8F9647052198}"/>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57" name="组合 256">
              <a:extLst>
                <a:ext uri="{FF2B5EF4-FFF2-40B4-BE49-F238E27FC236}">
                  <a16:creationId xmlns:a16="http://schemas.microsoft.com/office/drawing/2014/main" id="{255BE269-1ED3-F8B9-C901-5581725E255C}"/>
                </a:ext>
              </a:extLst>
            </p:cNvPr>
            <p:cNvGrpSpPr/>
            <p:nvPr/>
          </p:nvGrpSpPr>
          <p:grpSpPr>
            <a:xfrm>
              <a:off x="8626856" y="3011990"/>
              <a:ext cx="182538" cy="182538"/>
              <a:chOff x="5127488" y="4220120"/>
              <a:chExt cx="182538" cy="182538"/>
            </a:xfrm>
          </p:grpSpPr>
          <p:sp>
            <p:nvSpPr>
              <p:cNvPr id="389" name="Line 27">
                <a:extLst>
                  <a:ext uri="{FF2B5EF4-FFF2-40B4-BE49-F238E27FC236}">
                    <a16:creationId xmlns:a16="http://schemas.microsoft.com/office/drawing/2014/main" id="{7617E3A5-0866-32EE-A465-B94009D30FEC}"/>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90" name="Line 27">
                <a:extLst>
                  <a:ext uri="{FF2B5EF4-FFF2-40B4-BE49-F238E27FC236}">
                    <a16:creationId xmlns:a16="http://schemas.microsoft.com/office/drawing/2014/main" id="{43E80F3D-A8B5-95EF-6643-8E4294F64D2E}"/>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58" name="组合 257">
              <a:extLst>
                <a:ext uri="{FF2B5EF4-FFF2-40B4-BE49-F238E27FC236}">
                  <a16:creationId xmlns:a16="http://schemas.microsoft.com/office/drawing/2014/main" id="{1E55654C-0BBF-48D2-6D20-37AAA40CBB21}"/>
                </a:ext>
              </a:extLst>
            </p:cNvPr>
            <p:cNvGrpSpPr/>
            <p:nvPr/>
          </p:nvGrpSpPr>
          <p:grpSpPr>
            <a:xfrm>
              <a:off x="9135820" y="3011990"/>
              <a:ext cx="182538" cy="182538"/>
              <a:chOff x="5127488" y="4220120"/>
              <a:chExt cx="182538" cy="182538"/>
            </a:xfrm>
          </p:grpSpPr>
          <p:sp>
            <p:nvSpPr>
              <p:cNvPr id="387" name="Line 27">
                <a:extLst>
                  <a:ext uri="{FF2B5EF4-FFF2-40B4-BE49-F238E27FC236}">
                    <a16:creationId xmlns:a16="http://schemas.microsoft.com/office/drawing/2014/main" id="{5906B340-0846-049D-AFEA-EF29FC611544}"/>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88" name="Line 27">
                <a:extLst>
                  <a:ext uri="{FF2B5EF4-FFF2-40B4-BE49-F238E27FC236}">
                    <a16:creationId xmlns:a16="http://schemas.microsoft.com/office/drawing/2014/main" id="{2CA71042-7D1F-4D07-2FCF-B344713D7E90}"/>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259" name="组合 258">
              <a:extLst>
                <a:ext uri="{FF2B5EF4-FFF2-40B4-BE49-F238E27FC236}">
                  <a16:creationId xmlns:a16="http://schemas.microsoft.com/office/drawing/2014/main" id="{6BE28D4A-92CD-908B-8B92-6A78D999186C}"/>
                </a:ext>
              </a:extLst>
            </p:cNvPr>
            <p:cNvGrpSpPr/>
            <p:nvPr/>
          </p:nvGrpSpPr>
          <p:grpSpPr>
            <a:xfrm>
              <a:off x="9135424" y="3341293"/>
              <a:ext cx="182538" cy="182538"/>
              <a:chOff x="5127488" y="4220120"/>
              <a:chExt cx="182538" cy="182538"/>
            </a:xfrm>
          </p:grpSpPr>
          <p:sp>
            <p:nvSpPr>
              <p:cNvPr id="385" name="Line 27">
                <a:extLst>
                  <a:ext uri="{FF2B5EF4-FFF2-40B4-BE49-F238E27FC236}">
                    <a16:creationId xmlns:a16="http://schemas.microsoft.com/office/drawing/2014/main" id="{1528A9DD-44B1-43DD-D611-43B4C53F0932}"/>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86" name="Line 27">
                <a:extLst>
                  <a:ext uri="{FF2B5EF4-FFF2-40B4-BE49-F238E27FC236}">
                    <a16:creationId xmlns:a16="http://schemas.microsoft.com/office/drawing/2014/main" id="{CEDC185B-501D-B4B3-89D5-CAF588A76667}"/>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360" name="组合 359">
              <a:extLst>
                <a:ext uri="{FF2B5EF4-FFF2-40B4-BE49-F238E27FC236}">
                  <a16:creationId xmlns:a16="http://schemas.microsoft.com/office/drawing/2014/main" id="{351821B1-1680-F117-93D1-4A440DB3EC6B}"/>
                </a:ext>
              </a:extLst>
            </p:cNvPr>
            <p:cNvGrpSpPr/>
            <p:nvPr/>
          </p:nvGrpSpPr>
          <p:grpSpPr>
            <a:xfrm>
              <a:off x="8372679" y="3341254"/>
              <a:ext cx="182538" cy="182538"/>
              <a:chOff x="5127488" y="4220120"/>
              <a:chExt cx="182538" cy="182538"/>
            </a:xfrm>
          </p:grpSpPr>
          <p:sp>
            <p:nvSpPr>
              <p:cNvPr id="383" name="Line 27">
                <a:extLst>
                  <a:ext uri="{FF2B5EF4-FFF2-40B4-BE49-F238E27FC236}">
                    <a16:creationId xmlns:a16="http://schemas.microsoft.com/office/drawing/2014/main" id="{72C96F50-7459-AC81-7CD9-D149BE3D5B48}"/>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84" name="Line 27">
                <a:extLst>
                  <a:ext uri="{FF2B5EF4-FFF2-40B4-BE49-F238E27FC236}">
                    <a16:creationId xmlns:a16="http://schemas.microsoft.com/office/drawing/2014/main" id="{ED109751-946E-3D14-01ED-9E7E8124D623}"/>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362" name="组合 361">
              <a:extLst>
                <a:ext uri="{FF2B5EF4-FFF2-40B4-BE49-F238E27FC236}">
                  <a16:creationId xmlns:a16="http://schemas.microsoft.com/office/drawing/2014/main" id="{6DCDD822-0CC3-A213-2A72-BFBEEBF0C91D}"/>
                </a:ext>
              </a:extLst>
            </p:cNvPr>
            <p:cNvGrpSpPr/>
            <p:nvPr/>
          </p:nvGrpSpPr>
          <p:grpSpPr>
            <a:xfrm>
              <a:off x="7867886" y="3341293"/>
              <a:ext cx="182538" cy="182538"/>
              <a:chOff x="5127488" y="4220120"/>
              <a:chExt cx="182538" cy="182538"/>
            </a:xfrm>
          </p:grpSpPr>
          <p:sp>
            <p:nvSpPr>
              <p:cNvPr id="381" name="Line 27">
                <a:extLst>
                  <a:ext uri="{FF2B5EF4-FFF2-40B4-BE49-F238E27FC236}">
                    <a16:creationId xmlns:a16="http://schemas.microsoft.com/office/drawing/2014/main" id="{775533D0-92F0-E8E3-8B33-07E3E3CA536D}"/>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82" name="Line 27">
                <a:extLst>
                  <a:ext uri="{FF2B5EF4-FFF2-40B4-BE49-F238E27FC236}">
                    <a16:creationId xmlns:a16="http://schemas.microsoft.com/office/drawing/2014/main" id="{4106542B-8E0F-5AC0-BE2A-EA0624A48408}"/>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363" name="组合 362">
              <a:extLst>
                <a:ext uri="{FF2B5EF4-FFF2-40B4-BE49-F238E27FC236}">
                  <a16:creationId xmlns:a16="http://schemas.microsoft.com/office/drawing/2014/main" id="{85F9B262-E35F-A92D-5F99-154145079066}"/>
                </a:ext>
              </a:extLst>
            </p:cNvPr>
            <p:cNvGrpSpPr/>
            <p:nvPr/>
          </p:nvGrpSpPr>
          <p:grpSpPr>
            <a:xfrm>
              <a:off x="7601518" y="3896132"/>
              <a:ext cx="182538" cy="182538"/>
              <a:chOff x="5127488" y="4220120"/>
              <a:chExt cx="182538" cy="182538"/>
            </a:xfrm>
          </p:grpSpPr>
          <p:sp>
            <p:nvSpPr>
              <p:cNvPr id="379" name="Line 27">
                <a:extLst>
                  <a:ext uri="{FF2B5EF4-FFF2-40B4-BE49-F238E27FC236}">
                    <a16:creationId xmlns:a16="http://schemas.microsoft.com/office/drawing/2014/main" id="{74180148-8B71-E23D-9640-B412728EAB69}"/>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80" name="Line 27">
                <a:extLst>
                  <a:ext uri="{FF2B5EF4-FFF2-40B4-BE49-F238E27FC236}">
                    <a16:creationId xmlns:a16="http://schemas.microsoft.com/office/drawing/2014/main" id="{6C8BEBF3-603F-2C87-2E32-5E786BE88347}"/>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364" name="组合 363">
              <a:extLst>
                <a:ext uri="{FF2B5EF4-FFF2-40B4-BE49-F238E27FC236}">
                  <a16:creationId xmlns:a16="http://schemas.microsoft.com/office/drawing/2014/main" id="{760B349D-43C0-CFEA-818F-B8B739E2FF13}"/>
                </a:ext>
              </a:extLst>
            </p:cNvPr>
            <p:cNvGrpSpPr/>
            <p:nvPr/>
          </p:nvGrpSpPr>
          <p:grpSpPr>
            <a:xfrm>
              <a:off x="8119473" y="3896936"/>
              <a:ext cx="182538" cy="182538"/>
              <a:chOff x="5127488" y="4220120"/>
              <a:chExt cx="182538" cy="182538"/>
            </a:xfrm>
          </p:grpSpPr>
          <p:sp>
            <p:nvSpPr>
              <p:cNvPr id="377" name="Line 27">
                <a:extLst>
                  <a:ext uri="{FF2B5EF4-FFF2-40B4-BE49-F238E27FC236}">
                    <a16:creationId xmlns:a16="http://schemas.microsoft.com/office/drawing/2014/main" id="{8E5A1B2A-29BE-FFCE-949C-0D57172A35E2}"/>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solidFill>
                    <a:schemeClr val="accent5">
                      <a:lumMod val="75000"/>
                    </a:schemeClr>
                  </a:solidFill>
                </a:endParaRPr>
              </a:p>
            </p:txBody>
          </p:sp>
          <p:sp>
            <p:nvSpPr>
              <p:cNvPr id="378" name="Line 27">
                <a:extLst>
                  <a:ext uri="{FF2B5EF4-FFF2-40B4-BE49-F238E27FC236}">
                    <a16:creationId xmlns:a16="http://schemas.microsoft.com/office/drawing/2014/main" id="{8A2A2A23-A453-D422-6F9D-3BEFE7C312ED}"/>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365" name="组合 364">
              <a:extLst>
                <a:ext uri="{FF2B5EF4-FFF2-40B4-BE49-F238E27FC236}">
                  <a16:creationId xmlns:a16="http://schemas.microsoft.com/office/drawing/2014/main" id="{0E388CB5-0D51-FE68-7E4A-7A9B2020FC63}"/>
                </a:ext>
              </a:extLst>
            </p:cNvPr>
            <p:cNvGrpSpPr/>
            <p:nvPr/>
          </p:nvGrpSpPr>
          <p:grpSpPr>
            <a:xfrm>
              <a:off x="8372679" y="3893542"/>
              <a:ext cx="182538" cy="182538"/>
              <a:chOff x="5127488" y="4220120"/>
              <a:chExt cx="182538" cy="182538"/>
            </a:xfrm>
          </p:grpSpPr>
          <p:sp>
            <p:nvSpPr>
              <p:cNvPr id="375" name="Line 27">
                <a:extLst>
                  <a:ext uri="{FF2B5EF4-FFF2-40B4-BE49-F238E27FC236}">
                    <a16:creationId xmlns:a16="http://schemas.microsoft.com/office/drawing/2014/main" id="{919A85FF-CC0E-CCEB-65EC-3D635909112F}"/>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76" name="Line 27">
                <a:extLst>
                  <a:ext uri="{FF2B5EF4-FFF2-40B4-BE49-F238E27FC236}">
                    <a16:creationId xmlns:a16="http://schemas.microsoft.com/office/drawing/2014/main" id="{8D6F2A02-9B10-720D-D3BD-2C3C5DC35F03}"/>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366" name="组合 365">
              <a:extLst>
                <a:ext uri="{FF2B5EF4-FFF2-40B4-BE49-F238E27FC236}">
                  <a16:creationId xmlns:a16="http://schemas.microsoft.com/office/drawing/2014/main" id="{B3C6A5E4-00B1-B607-19D5-5E46EEF9A1EB}"/>
                </a:ext>
              </a:extLst>
            </p:cNvPr>
            <p:cNvGrpSpPr/>
            <p:nvPr/>
          </p:nvGrpSpPr>
          <p:grpSpPr>
            <a:xfrm>
              <a:off x="7349931" y="4226282"/>
              <a:ext cx="182538" cy="182538"/>
              <a:chOff x="5127488" y="4220120"/>
              <a:chExt cx="182538" cy="182538"/>
            </a:xfrm>
          </p:grpSpPr>
          <p:sp>
            <p:nvSpPr>
              <p:cNvPr id="373" name="Line 27">
                <a:extLst>
                  <a:ext uri="{FF2B5EF4-FFF2-40B4-BE49-F238E27FC236}">
                    <a16:creationId xmlns:a16="http://schemas.microsoft.com/office/drawing/2014/main" id="{F2F4AF9E-3A87-5904-8CA2-E0CA9CE69499}"/>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74" name="Line 27">
                <a:extLst>
                  <a:ext uri="{FF2B5EF4-FFF2-40B4-BE49-F238E27FC236}">
                    <a16:creationId xmlns:a16="http://schemas.microsoft.com/office/drawing/2014/main" id="{0C505C69-9ED8-80E0-E16A-A2D4D0FC5783}"/>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367" name="组合 366">
              <a:extLst>
                <a:ext uri="{FF2B5EF4-FFF2-40B4-BE49-F238E27FC236}">
                  <a16:creationId xmlns:a16="http://schemas.microsoft.com/office/drawing/2014/main" id="{C7631D7C-6090-AB94-AA38-A2A235F5BB0D}"/>
                </a:ext>
              </a:extLst>
            </p:cNvPr>
            <p:cNvGrpSpPr/>
            <p:nvPr/>
          </p:nvGrpSpPr>
          <p:grpSpPr>
            <a:xfrm>
              <a:off x="8122063" y="4227445"/>
              <a:ext cx="182538" cy="182538"/>
              <a:chOff x="5127488" y="4220120"/>
              <a:chExt cx="182538" cy="182538"/>
            </a:xfrm>
          </p:grpSpPr>
          <p:sp>
            <p:nvSpPr>
              <p:cNvPr id="371" name="Line 27">
                <a:extLst>
                  <a:ext uri="{FF2B5EF4-FFF2-40B4-BE49-F238E27FC236}">
                    <a16:creationId xmlns:a16="http://schemas.microsoft.com/office/drawing/2014/main" id="{3D41B5E1-F0B4-74B6-CB4D-EFD9305C60ED}"/>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72" name="Line 27">
                <a:extLst>
                  <a:ext uri="{FF2B5EF4-FFF2-40B4-BE49-F238E27FC236}">
                    <a16:creationId xmlns:a16="http://schemas.microsoft.com/office/drawing/2014/main" id="{8B82AE40-A317-2E29-6D86-BD0CDC04FBA3}"/>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grpSp>
          <p:nvGrpSpPr>
            <p:cNvPr id="368" name="组合 367">
              <a:extLst>
                <a:ext uri="{FF2B5EF4-FFF2-40B4-BE49-F238E27FC236}">
                  <a16:creationId xmlns:a16="http://schemas.microsoft.com/office/drawing/2014/main" id="{D41DF4F1-E65A-DA4C-5531-8CB6A7E1A449}"/>
                </a:ext>
              </a:extLst>
            </p:cNvPr>
            <p:cNvGrpSpPr/>
            <p:nvPr/>
          </p:nvGrpSpPr>
          <p:grpSpPr>
            <a:xfrm>
              <a:off x="8626856" y="4228513"/>
              <a:ext cx="182538" cy="182538"/>
              <a:chOff x="5127488" y="4220120"/>
              <a:chExt cx="182538" cy="182538"/>
            </a:xfrm>
          </p:grpSpPr>
          <p:sp>
            <p:nvSpPr>
              <p:cNvPr id="369" name="Line 27">
                <a:extLst>
                  <a:ext uri="{FF2B5EF4-FFF2-40B4-BE49-F238E27FC236}">
                    <a16:creationId xmlns:a16="http://schemas.microsoft.com/office/drawing/2014/main" id="{E52F92AF-58D3-83A1-6BF5-BF67D7B3954F}"/>
                  </a:ext>
                </a:extLst>
              </p:cNvPr>
              <p:cNvSpPr>
                <a:spLocks noChangeShapeType="1"/>
              </p:cNvSpPr>
              <p:nvPr/>
            </p:nvSpPr>
            <p:spPr bwMode="auto">
              <a:xfrm rot="2700000">
                <a:off x="5127488" y="431138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370" name="Line 27">
                <a:extLst>
                  <a:ext uri="{FF2B5EF4-FFF2-40B4-BE49-F238E27FC236}">
                    <a16:creationId xmlns:a16="http://schemas.microsoft.com/office/drawing/2014/main" id="{9E58076F-63E2-87B9-27E4-DD4810BDF1D1}"/>
                  </a:ext>
                </a:extLst>
              </p:cNvPr>
              <p:cNvSpPr>
                <a:spLocks noChangeShapeType="1"/>
              </p:cNvSpPr>
              <p:nvPr/>
            </p:nvSpPr>
            <p:spPr bwMode="auto">
              <a:xfrm rot="18900000" flipV="1">
                <a:off x="5127488" y="430969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sp>
          <p:nvSpPr>
            <p:cNvPr id="472" name="Line 27">
              <a:extLst>
                <a:ext uri="{FF2B5EF4-FFF2-40B4-BE49-F238E27FC236}">
                  <a16:creationId xmlns:a16="http://schemas.microsoft.com/office/drawing/2014/main" id="{18774D35-9AA8-7BAE-C4BD-73200B5BF582}"/>
                </a:ext>
              </a:extLst>
            </p:cNvPr>
            <p:cNvSpPr>
              <a:spLocks noChangeShapeType="1"/>
            </p:cNvSpPr>
            <p:nvPr/>
          </p:nvSpPr>
          <p:spPr bwMode="auto">
            <a:xfrm rot="2700000">
              <a:off x="9385592" y="5170791"/>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73" name="Line 27">
              <a:extLst>
                <a:ext uri="{FF2B5EF4-FFF2-40B4-BE49-F238E27FC236}">
                  <a16:creationId xmlns:a16="http://schemas.microsoft.com/office/drawing/2014/main" id="{389B4F76-5F00-6C6D-C26E-ED91C6514245}"/>
                </a:ext>
              </a:extLst>
            </p:cNvPr>
            <p:cNvSpPr>
              <a:spLocks noChangeShapeType="1"/>
            </p:cNvSpPr>
            <p:nvPr/>
          </p:nvSpPr>
          <p:spPr bwMode="auto">
            <a:xfrm rot="18900000" flipV="1">
              <a:off x="9385592" y="5169098"/>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70" name="Line 27">
              <a:extLst>
                <a:ext uri="{FF2B5EF4-FFF2-40B4-BE49-F238E27FC236}">
                  <a16:creationId xmlns:a16="http://schemas.microsoft.com/office/drawing/2014/main" id="{4E298818-B740-D781-7FC2-D0A44E756E03}"/>
                </a:ext>
              </a:extLst>
            </p:cNvPr>
            <p:cNvSpPr>
              <a:spLocks noChangeShapeType="1"/>
            </p:cNvSpPr>
            <p:nvPr/>
          </p:nvSpPr>
          <p:spPr bwMode="auto">
            <a:xfrm rot="2700000">
              <a:off x="7867886" y="550176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71" name="Line 27">
              <a:extLst>
                <a:ext uri="{FF2B5EF4-FFF2-40B4-BE49-F238E27FC236}">
                  <a16:creationId xmlns:a16="http://schemas.microsoft.com/office/drawing/2014/main" id="{0270CF1E-79DB-148C-28C6-3A97B7DC74F2}"/>
                </a:ext>
              </a:extLst>
            </p:cNvPr>
            <p:cNvSpPr>
              <a:spLocks noChangeShapeType="1"/>
            </p:cNvSpPr>
            <p:nvPr/>
          </p:nvSpPr>
          <p:spPr bwMode="auto">
            <a:xfrm rot="18900000" flipV="1">
              <a:off x="7867886" y="550007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68" name="Line 27">
              <a:extLst>
                <a:ext uri="{FF2B5EF4-FFF2-40B4-BE49-F238E27FC236}">
                  <a16:creationId xmlns:a16="http://schemas.microsoft.com/office/drawing/2014/main" id="{3D05D9FC-3745-7DEC-C06A-729EF4982576}"/>
                </a:ext>
              </a:extLst>
            </p:cNvPr>
            <p:cNvSpPr>
              <a:spLocks noChangeShapeType="1"/>
            </p:cNvSpPr>
            <p:nvPr/>
          </p:nvSpPr>
          <p:spPr bwMode="auto">
            <a:xfrm rot="2700000">
              <a:off x="8624266" y="550176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69" name="Line 27">
              <a:extLst>
                <a:ext uri="{FF2B5EF4-FFF2-40B4-BE49-F238E27FC236}">
                  <a16:creationId xmlns:a16="http://schemas.microsoft.com/office/drawing/2014/main" id="{5E4BA594-2896-EA92-3D48-AF19E50413D5}"/>
                </a:ext>
              </a:extLst>
            </p:cNvPr>
            <p:cNvSpPr>
              <a:spLocks noChangeShapeType="1"/>
            </p:cNvSpPr>
            <p:nvPr/>
          </p:nvSpPr>
          <p:spPr bwMode="auto">
            <a:xfrm rot="18900000" flipV="1">
              <a:off x="8624266" y="550007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66" name="Line 27">
              <a:extLst>
                <a:ext uri="{FF2B5EF4-FFF2-40B4-BE49-F238E27FC236}">
                  <a16:creationId xmlns:a16="http://schemas.microsoft.com/office/drawing/2014/main" id="{4EB5211E-E46E-0024-5E5F-2E40AF29586B}"/>
                </a:ext>
              </a:extLst>
            </p:cNvPr>
            <p:cNvSpPr>
              <a:spLocks noChangeShapeType="1"/>
            </p:cNvSpPr>
            <p:nvPr/>
          </p:nvSpPr>
          <p:spPr bwMode="auto">
            <a:xfrm rot="2700000">
              <a:off x="8880025" y="5501769"/>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67" name="Line 27">
              <a:extLst>
                <a:ext uri="{FF2B5EF4-FFF2-40B4-BE49-F238E27FC236}">
                  <a16:creationId xmlns:a16="http://schemas.microsoft.com/office/drawing/2014/main" id="{9F6E1700-CCD9-0CDD-0906-AE7481E76278}"/>
                </a:ext>
              </a:extLst>
            </p:cNvPr>
            <p:cNvSpPr>
              <a:spLocks noChangeShapeType="1"/>
            </p:cNvSpPr>
            <p:nvPr/>
          </p:nvSpPr>
          <p:spPr bwMode="auto">
            <a:xfrm rot="18900000" flipV="1">
              <a:off x="8880025" y="5500076"/>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64" name="Line 27">
              <a:extLst>
                <a:ext uri="{FF2B5EF4-FFF2-40B4-BE49-F238E27FC236}">
                  <a16:creationId xmlns:a16="http://schemas.microsoft.com/office/drawing/2014/main" id="{759F5953-ABF1-C986-8C5A-E20C94871A09}"/>
                </a:ext>
              </a:extLst>
            </p:cNvPr>
            <p:cNvSpPr>
              <a:spLocks noChangeShapeType="1"/>
            </p:cNvSpPr>
            <p:nvPr/>
          </p:nvSpPr>
          <p:spPr bwMode="auto">
            <a:xfrm rot="2700000">
              <a:off x="7347341" y="5831033"/>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65" name="Line 27">
              <a:extLst>
                <a:ext uri="{FF2B5EF4-FFF2-40B4-BE49-F238E27FC236}">
                  <a16:creationId xmlns:a16="http://schemas.microsoft.com/office/drawing/2014/main" id="{31AB0B44-F167-5EA1-A1C3-1D05C1DA6391}"/>
                </a:ext>
              </a:extLst>
            </p:cNvPr>
            <p:cNvSpPr>
              <a:spLocks noChangeShapeType="1"/>
            </p:cNvSpPr>
            <p:nvPr/>
          </p:nvSpPr>
          <p:spPr bwMode="auto">
            <a:xfrm rot="18900000" flipV="1">
              <a:off x="7347341" y="5829340"/>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62" name="Line 27">
              <a:extLst>
                <a:ext uri="{FF2B5EF4-FFF2-40B4-BE49-F238E27FC236}">
                  <a16:creationId xmlns:a16="http://schemas.microsoft.com/office/drawing/2014/main" id="{285C3370-0621-CFA2-516C-9CB34F336281}"/>
                </a:ext>
              </a:extLst>
            </p:cNvPr>
            <p:cNvSpPr>
              <a:spLocks noChangeShapeType="1"/>
            </p:cNvSpPr>
            <p:nvPr/>
          </p:nvSpPr>
          <p:spPr bwMode="auto">
            <a:xfrm rot="2700000">
              <a:off x="8372679" y="5830330"/>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63" name="Line 27">
              <a:extLst>
                <a:ext uri="{FF2B5EF4-FFF2-40B4-BE49-F238E27FC236}">
                  <a16:creationId xmlns:a16="http://schemas.microsoft.com/office/drawing/2014/main" id="{58586299-F7FB-5C23-BE0A-0ACFF5743033}"/>
                </a:ext>
              </a:extLst>
            </p:cNvPr>
            <p:cNvSpPr>
              <a:spLocks noChangeShapeType="1"/>
            </p:cNvSpPr>
            <p:nvPr/>
          </p:nvSpPr>
          <p:spPr bwMode="auto">
            <a:xfrm rot="18900000" flipV="1">
              <a:off x="8372679" y="5828637"/>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60" name="Line 27">
              <a:extLst>
                <a:ext uri="{FF2B5EF4-FFF2-40B4-BE49-F238E27FC236}">
                  <a16:creationId xmlns:a16="http://schemas.microsoft.com/office/drawing/2014/main" id="{2723DCA7-3F06-C2E6-3E92-C7069E83BB5E}"/>
                </a:ext>
              </a:extLst>
            </p:cNvPr>
            <p:cNvSpPr>
              <a:spLocks noChangeShapeType="1"/>
            </p:cNvSpPr>
            <p:nvPr/>
          </p:nvSpPr>
          <p:spPr bwMode="auto">
            <a:xfrm rot="2700000">
              <a:off x="9132504" y="5831033"/>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sp>
          <p:nvSpPr>
            <p:cNvPr id="461" name="Line 27">
              <a:extLst>
                <a:ext uri="{FF2B5EF4-FFF2-40B4-BE49-F238E27FC236}">
                  <a16:creationId xmlns:a16="http://schemas.microsoft.com/office/drawing/2014/main" id="{22B7B77A-6438-6F8B-3FB5-E3B33030A64E}"/>
                </a:ext>
              </a:extLst>
            </p:cNvPr>
            <p:cNvSpPr>
              <a:spLocks noChangeShapeType="1"/>
            </p:cNvSpPr>
            <p:nvPr/>
          </p:nvSpPr>
          <p:spPr bwMode="auto">
            <a:xfrm rot="18900000" flipV="1">
              <a:off x="9132504" y="5829340"/>
              <a:ext cx="182538"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accent5">
                    <a:lumMod val="75000"/>
                  </a:schemeClr>
                </a:solidFill>
              </a:endParaRPr>
            </a:p>
          </p:txBody>
        </p:sp>
      </p:grpSp>
    </p:spTree>
    <p:extLst>
      <p:ext uri="{BB962C8B-B14F-4D97-AF65-F5344CB8AC3E}">
        <p14:creationId xmlns:p14="http://schemas.microsoft.com/office/powerpoint/2010/main" val="27845914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FDA5C-7307-B575-FE99-A56DFDFC4196}"/>
            </a:ext>
          </a:extLst>
        </p:cNvPr>
        <p:cNvGrpSpPr/>
        <p:nvPr/>
      </p:nvGrpSpPr>
      <p:grpSpPr>
        <a:xfrm>
          <a:off x="0" y="0"/>
          <a:ext cx="0" cy="0"/>
          <a:chOff x="0" y="0"/>
          <a:chExt cx="0" cy="0"/>
        </a:xfrm>
      </p:grpSpPr>
      <p:sp>
        <p:nvSpPr>
          <p:cNvPr id="134" name="文本框 133">
            <a:extLst>
              <a:ext uri="{FF2B5EF4-FFF2-40B4-BE49-F238E27FC236}">
                <a16:creationId xmlns:a16="http://schemas.microsoft.com/office/drawing/2014/main" id="{AA81C530-A3DC-1F06-4F5F-8C999E4F9494}"/>
              </a:ext>
            </a:extLst>
          </p:cNvPr>
          <p:cNvSpPr txBox="1"/>
          <p:nvPr/>
        </p:nvSpPr>
        <p:spPr>
          <a:xfrm>
            <a:off x="360000" y="828000"/>
            <a:ext cx="10721084" cy="1612108"/>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CPLD </a:t>
            </a:r>
            <a:r>
              <a:rPr kumimoji="1" lang="zh-CN" altLang="en-US" sz="2800" dirty="0">
                <a:solidFill>
                  <a:srgbClr val="002060"/>
                </a:solidFill>
                <a:latin typeface="微软雅黑" panose="020B0503020204020204" pitchFamily="34" charset="-122"/>
                <a:ea typeface="微软雅黑" panose="020B0503020204020204" pitchFamily="34" charset="-122"/>
              </a:rPr>
              <a:t>和 </a:t>
            </a:r>
            <a:r>
              <a:rPr kumimoji="1" lang="en-US" altLang="zh-CN" sz="2800" dirty="0">
                <a:solidFill>
                  <a:srgbClr val="002060"/>
                </a:solidFill>
                <a:latin typeface="微软雅黑" panose="020B0503020204020204" pitchFamily="34" charset="-122"/>
                <a:ea typeface="微软雅黑" panose="020B0503020204020204" pitchFamily="34" charset="-122"/>
              </a:rPr>
              <a:t>FPGA</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掌握查找表（</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LUT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）思想，会用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ROM/RAM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编码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考试基本不考，将来做具体设计时可能会用到</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09" name="组合 208">
            <a:extLst>
              <a:ext uri="{FF2B5EF4-FFF2-40B4-BE49-F238E27FC236}">
                <a16:creationId xmlns:a16="http://schemas.microsoft.com/office/drawing/2014/main" id="{DD605A8A-4437-34CC-ECDF-5792CEDD741F}"/>
              </a:ext>
            </a:extLst>
          </p:cNvPr>
          <p:cNvGrpSpPr/>
          <p:nvPr/>
        </p:nvGrpSpPr>
        <p:grpSpPr>
          <a:xfrm>
            <a:off x="11449269" y="6198682"/>
            <a:ext cx="786273" cy="548639"/>
            <a:chOff x="11454918" y="5839511"/>
            <a:chExt cx="786273" cy="548639"/>
          </a:xfrm>
        </p:grpSpPr>
        <p:grpSp>
          <p:nvGrpSpPr>
            <p:cNvPr id="210" name="组合 209">
              <a:extLst>
                <a:ext uri="{FF2B5EF4-FFF2-40B4-BE49-F238E27FC236}">
                  <a16:creationId xmlns:a16="http://schemas.microsoft.com/office/drawing/2014/main" id="{CA5D7527-5DD9-2041-C664-75F132F2709B}"/>
                </a:ext>
              </a:extLst>
            </p:cNvPr>
            <p:cNvGrpSpPr/>
            <p:nvPr/>
          </p:nvGrpSpPr>
          <p:grpSpPr>
            <a:xfrm>
              <a:off x="11454918" y="5867450"/>
              <a:ext cx="737081" cy="520700"/>
              <a:chOff x="11454918" y="5867450"/>
              <a:chExt cx="737081" cy="520700"/>
            </a:xfrm>
          </p:grpSpPr>
          <p:sp>
            <p:nvSpPr>
              <p:cNvPr id="212" name="箭头: 五边形 211">
                <a:extLst>
                  <a:ext uri="{FF2B5EF4-FFF2-40B4-BE49-F238E27FC236}">
                    <a16:creationId xmlns:a16="http://schemas.microsoft.com/office/drawing/2014/main" id="{6731A4CD-6AFD-132F-736A-12E52BAD9C63}"/>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3" name="箭头: V 形 212">
                <a:extLst>
                  <a:ext uri="{FF2B5EF4-FFF2-40B4-BE49-F238E27FC236}">
                    <a16:creationId xmlns:a16="http://schemas.microsoft.com/office/drawing/2014/main" id="{D0BF41AB-74FE-960E-7AD0-4221DB33CC4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11" name="灯片编号占位符 3">
              <a:extLst>
                <a:ext uri="{FF2B5EF4-FFF2-40B4-BE49-F238E27FC236}">
                  <a16:creationId xmlns:a16="http://schemas.microsoft.com/office/drawing/2014/main" id="{A8070A38-B913-7845-55AA-8791474434E6}"/>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45</a:t>
              </a:fld>
              <a:endParaRPr lang="zh-CN" altLang="en-US" sz="3200" dirty="0">
                <a:solidFill>
                  <a:schemeClr val="bg1"/>
                </a:solidFill>
                <a:latin typeface="Candara"/>
                <a:ea typeface="微软雅黑"/>
              </a:endParaRPr>
            </a:p>
          </p:txBody>
        </p:sp>
      </p:grpSp>
      <p:pic>
        <p:nvPicPr>
          <p:cNvPr id="136" name="图片 135">
            <a:extLst>
              <a:ext uri="{FF2B5EF4-FFF2-40B4-BE49-F238E27FC236}">
                <a16:creationId xmlns:a16="http://schemas.microsoft.com/office/drawing/2014/main" id="{3DAEF4D9-74A2-7C46-2C78-0D7E134728DA}"/>
              </a:ext>
            </a:extLst>
          </p:cNvPr>
          <p:cNvPicPr>
            <a:picLocks noChangeAspect="1"/>
          </p:cNvPicPr>
          <p:nvPr/>
        </p:nvPicPr>
        <p:blipFill>
          <a:blip r:embed="rId2"/>
          <a:stretch>
            <a:fillRect/>
          </a:stretch>
        </p:blipFill>
        <p:spPr>
          <a:xfrm>
            <a:off x="7920000" y="2880000"/>
            <a:ext cx="4040933" cy="3240000"/>
          </a:xfrm>
          <a:prstGeom prst="rect">
            <a:avLst/>
          </a:prstGeom>
        </p:spPr>
      </p:pic>
      <p:grpSp>
        <p:nvGrpSpPr>
          <p:cNvPr id="137" name="组合 136">
            <a:extLst>
              <a:ext uri="{FF2B5EF4-FFF2-40B4-BE49-F238E27FC236}">
                <a16:creationId xmlns:a16="http://schemas.microsoft.com/office/drawing/2014/main" id="{0F71C7A8-40EA-EDBD-16A4-BC4AAD8F577D}"/>
              </a:ext>
            </a:extLst>
          </p:cNvPr>
          <p:cNvGrpSpPr/>
          <p:nvPr/>
        </p:nvGrpSpPr>
        <p:grpSpPr>
          <a:xfrm>
            <a:off x="5868000" y="4680000"/>
            <a:ext cx="2326529" cy="1120110"/>
            <a:chOff x="3600000" y="5306400"/>
            <a:chExt cx="2326529" cy="1120110"/>
          </a:xfrm>
        </p:grpSpPr>
        <p:sp>
          <p:nvSpPr>
            <p:cNvPr id="138" name="文本框 137">
              <a:extLst>
                <a:ext uri="{FF2B5EF4-FFF2-40B4-BE49-F238E27FC236}">
                  <a16:creationId xmlns:a16="http://schemas.microsoft.com/office/drawing/2014/main" id="{B5F91572-69D7-6E34-9E56-26DA318A72A3}"/>
                </a:ext>
              </a:extLst>
            </p:cNvPr>
            <p:cNvSpPr txBox="1"/>
            <p:nvPr/>
          </p:nvSpPr>
          <p:spPr>
            <a:xfrm>
              <a:off x="4428000" y="5306400"/>
              <a:ext cx="1191193" cy="400110"/>
            </a:xfrm>
            <a:prstGeom prst="rect">
              <a:avLst/>
            </a:prstGeom>
            <a:noFill/>
          </p:spPr>
          <p:txBody>
            <a:bodyPr wrap="square">
              <a:spAutoFit/>
            </a:bodyPr>
            <a:lstStyle/>
            <a:p>
              <a:r>
                <a:rPr lang="zh-CN" altLang="en-US" sz="2000" dirty="0">
                  <a:solidFill>
                    <a:srgbClr val="002060"/>
                  </a:solidFill>
                  <a:latin typeface="微软雅黑" panose="020B0503020204020204" pitchFamily="34" charset="-122"/>
                  <a:ea typeface="微软雅黑" panose="020B0503020204020204" pitchFamily="34" charset="-122"/>
                </a:rPr>
                <a:t>逻辑块</a:t>
              </a:r>
              <a:endParaRPr lang="zh-CN" altLang="en-US" sz="2000" dirty="0">
                <a:solidFill>
                  <a:srgbClr val="002060"/>
                </a:solidFill>
              </a:endParaRPr>
            </a:p>
          </p:txBody>
        </p:sp>
        <p:sp>
          <p:nvSpPr>
            <p:cNvPr id="139" name="矩形 138">
              <a:extLst>
                <a:ext uri="{FF2B5EF4-FFF2-40B4-BE49-F238E27FC236}">
                  <a16:creationId xmlns:a16="http://schemas.microsoft.com/office/drawing/2014/main" id="{AB86DAA1-86C0-ABC3-DCFE-5DB59F30AE75}"/>
                </a:ext>
              </a:extLst>
            </p:cNvPr>
            <p:cNvSpPr/>
            <p:nvPr/>
          </p:nvSpPr>
          <p:spPr>
            <a:xfrm>
              <a:off x="3600000" y="6120000"/>
              <a:ext cx="427438" cy="213719"/>
            </a:xfrm>
            <a:prstGeom prst="rect">
              <a:avLst/>
            </a:prstGeom>
            <a:solidFill>
              <a:schemeClr val="bg1"/>
            </a:solidFill>
            <a:ln w="508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002060"/>
                </a:solidFill>
              </a:endParaRPr>
            </a:p>
          </p:txBody>
        </p:sp>
        <p:sp>
          <p:nvSpPr>
            <p:cNvPr id="140" name="矩形 139">
              <a:extLst>
                <a:ext uri="{FF2B5EF4-FFF2-40B4-BE49-F238E27FC236}">
                  <a16:creationId xmlns:a16="http://schemas.microsoft.com/office/drawing/2014/main" id="{1D590158-525F-D47B-33EC-C91D57C0E885}"/>
                </a:ext>
              </a:extLst>
            </p:cNvPr>
            <p:cNvSpPr/>
            <p:nvPr/>
          </p:nvSpPr>
          <p:spPr>
            <a:xfrm>
              <a:off x="3816000" y="5400000"/>
              <a:ext cx="213719" cy="213719"/>
            </a:xfrm>
            <a:prstGeom prst="rect">
              <a:avLst/>
            </a:prstGeom>
            <a:solidFill>
              <a:srgbClr val="92D050"/>
            </a:solidFill>
            <a:ln w="38100">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2060"/>
                </a:solidFill>
              </a:endParaRPr>
            </a:p>
          </p:txBody>
        </p:sp>
        <p:sp>
          <p:nvSpPr>
            <p:cNvPr id="141" name="矩形 140">
              <a:extLst>
                <a:ext uri="{FF2B5EF4-FFF2-40B4-BE49-F238E27FC236}">
                  <a16:creationId xmlns:a16="http://schemas.microsoft.com/office/drawing/2014/main" id="{EE1DDAB3-2F66-94F0-52CA-DE13CB235415}"/>
                </a:ext>
              </a:extLst>
            </p:cNvPr>
            <p:cNvSpPr/>
            <p:nvPr/>
          </p:nvSpPr>
          <p:spPr>
            <a:xfrm>
              <a:off x="3816000" y="5760000"/>
              <a:ext cx="213719" cy="213719"/>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002060"/>
                </a:solidFill>
              </a:endParaRPr>
            </a:p>
          </p:txBody>
        </p:sp>
        <p:sp>
          <p:nvSpPr>
            <p:cNvPr id="142" name="文本框 141">
              <a:extLst>
                <a:ext uri="{FF2B5EF4-FFF2-40B4-BE49-F238E27FC236}">
                  <a16:creationId xmlns:a16="http://schemas.microsoft.com/office/drawing/2014/main" id="{9DCFD9F8-9B8F-0D4B-7D82-08B3ABFAB421}"/>
                </a:ext>
              </a:extLst>
            </p:cNvPr>
            <p:cNvSpPr txBox="1"/>
            <p:nvPr/>
          </p:nvSpPr>
          <p:spPr>
            <a:xfrm>
              <a:off x="4428000" y="5666804"/>
              <a:ext cx="1498529" cy="400110"/>
            </a:xfrm>
            <a:prstGeom prst="rect">
              <a:avLst/>
            </a:prstGeom>
            <a:noFill/>
          </p:spPr>
          <p:txBody>
            <a:bodyPr wrap="square">
              <a:spAutoFit/>
            </a:bodyPr>
            <a:lstStyle/>
            <a:p>
              <a:r>
                <a:rPr lang="zh-CN" altLang="en-US" sz="2000" dirty="0">
                  <a:solidFill>
                    <a:srgbClr val="002060"/>
                  </a:solidFill>
                  <a:latin typeface="微软雅黑" panose="020B0503020204020204" pitchFamily="34" charset="-122"/>
                  <a:ea typeface="微软雅黑" panose="020B0503020204020204" pitchFamily="34" charset="-122"/>
                </a:rPr>
                <a:t>互连开关</a:t>
              </a:r>
              <a:endParaRPr lang="zh-CN" altLang="en-US" sz="2000" dirty="0">
                <a:solidFill>
                  <a:srgbClr val="002060"/>
                </a:solidFill>
              </a:endParaRPr>
            </a:p>
          </p:txBody>
        </p:sp>
        <p:sp>
          <p:nvSpPr>
            <p:cNvPr id="143" name="文本框 142">
              <a:extLst>
                <a:ext uri="{FF2B5EF4-FFF2-40B4-BE49-F238E27FC236}">
                  <a16:creationId xmlns:a16="http://schemas.microsoft.com/office/drawing/2014/main" id="{AA69F3FC-3420-9557-2058-6E07AA67AC9B}"/>
                </a:ext>
              </a:extLst>
            </p:cNvPr>
            <p:cNvSpPr txBox="1"/>
            <p:nvPr/>
          </p:nvSpPr>
          <p:spPr>
            <a:xfrm>
              <a:off x="4428000" y="6026400"/>
              <a:ext cx="1250594" cy="400110"/>
            </a:xfrm>
            <a:prstGeom prst="rect">
              <a:avLst/>
            </a:prstGeom>
            <a:noFill/>
          </p:spPr>
          <p:txBody>
            <a:bodyPr wrap="square">
              <a:spAutoFit/>
            </a:bodyPr>
            <a:lstStyle/>
            <a:p>
              <a:r>
                <a:rPr lang="en-US" altLang="zh-CN" sz="2000" dirty="0">
                  <a:solidFill>
                    <a:srgbClr val="002060"/>
                  </a:solidFill>
                  <a:latin typeface="微软雅黑" panose="020B0503020204020204" pitchFamily="34" charset="-122"/>
                  <a:ea typeface="微软雅黑" panose="020B0503020204020204" pitchFamily="34" charset="-122"/>
                </a:rPr>
                <a:t>I/O </a:t>
              </a:r>
              <a:r>
                <a:rPr lang="zh-CN" altLang="en-US" sz="2000" dirty="0">
                  <a:solidFill>
                    <a:srgbClr val="002060"/>
                  </a:solidFill>
                  <a:latin typeface="微软雅黑" panose="020B0503020204020204" pitchFamily="34" charset="-122"/>
                  <a:ea typeface="微软雅黑" panose="020B0503020204020204" pitchFamily="34" charset="-122"/>
                </a:rPr>
                <a:t>块</a:t>
              </a:r>
              <a:endParaRPr lang="zh-CN" altLang="en-US" sz="2000" dirty="0">
                <a:solidFill>
                  <a:srgbClr val="002060"/>
                </a:solidFill>
              </a:endParaRPr>
            </a:p>
          </p:txBody>
        </p:sp>
      </p:grpSp>
      <p:grpSp>
        <p:nvGrpSpPr>
          <p:cNvPr id="145" name="组合 144">
            <a:extLst>
              <a:ext uri="{FF2B5EF4-FFF2-40B4-BE49-F238E27FC236}">
                <a16:creationId xmlns:a16="http://schemas.microsoft.com/office/drawing/2014/main" id="{9A92B55F-09CA-935F-9549-443EBA18D15C}"/>
              </a:ext>
            </a:extLst>
          </p:cNvPr>
          <p:cNvGrpSpPr/>
          <p:nvPr/>
        </p:nvGrpSpPr>
        <p:grpSpPr>
          <a:xfrm>
            <a:off x="2520000" y="3168000"/>
            <a:ext cx="2789832" cy="2849983"/>
            <a:chOff x="2359172" y="1400400"/>
            <a:chExt cx="2789832" cy="2849983"/>
          </a:xfrm>
        </p:grpSpPr>
        <p:sp>
          <p:nvSpPr>
            <p:cNvPr id="146" name="矩形 145">
              <a:extLst>
                <a:ext uri="{FF2B5EF4-FFF2-40B4-BE49-F238E27FC236}">
                  <a16:creationId xmlns:a16="http://schemas.microsoft.com/office/drawing/2014/main" id="{5657483F-0131-DE45-C81A-7B59BA410C1D}"/>
                </a:ext>
              </a:extLst>
            </p:cNvPr>
            <p:cNvSpPr/>
            <p:nvPr/>
          </p:nvSpPr>
          <p:spPr>
            <a:xfrm>
              <a:off x="3086372" y="3095629"/>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47" name="矩形 146">
              <a:extLst>
                <a:ext uri="{FF2B5EF4-FFF2-40B4-BE49-F238E27FC236}">
                  <a16:creationId xmlns:a16="http://schemas.microsoft.com/office/drawing/2014/main" id="{0612D607-96F9-0CB6-CA94-4B3177D9C549}"/>
                </a:ext>
              </a:extLst>
            </p:cNvPr>
            <p:cNvSpPr/>
            <p:nvPr/>
          </p:nvSpPr>
          <p:spPr>
            <a:xfrm>
              <a:off x="3086372" y="2077744"/>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48" name="梯形 147">
              <a:extLst>
                <a:ext uri="{FF2B5EF4-FFF2-40B4-BE49-F238E27FC236}">
                  <a16:creationId xmlns:a16="http://schemas.microsoft.com/office/drawing/2014/main" id="{97DB7767-742D-E8C1-0B17-45EC9FB027F8}"/>
                </a:ext>
              </a:extLst>
            </p:cNvPr>
            <p:cNvSpPr/>
            <p:nvPr/>
          </p:nvSpPr>
          <p:spPr>
            <a:xfrm rot="5400000">
              <a:off x="3202664" y="2801188"/>
              <a:ext cx="2038186" cy="591301"/>
            </a:xfrm>
            <a:prstGeom prst="trapezoid">
              <a:avLst>
                <a:gd name="adj" fmla="val 57516"/>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149" name="直接连接符 148">
              <a:extLst>
                <a:ext uri="{FF2B5EF4-FFF2-40B4-BE49-F238E27FC236}">
                  <a16:creationId xmlns:a16="http://schemas.microsoft.com/office/drawing/2014/main" id="{FD4C098F-5E02-72BE-E1D9-637097B3A0E4}"/>
                </a:ext>
              </a:extLst>
            </p:cNvPr>
            <p:cNvCxnSpPr>
              <a:cxnSpLocks/>
              <a:stCxn id="148" idx="0"/>
            </p:cNvCxnSpPr>
            <p:nvPr/>
          </p:nvCxnSpPr>
          <p:spPr>
            <a:xfrm>
              <a:off x="4517408" y="3096839"/>
              <a:ext cx="26622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FDBD1F80-E435-AB45-36AE-35670369B7E6}"/>
                </a:ext>
              </a:extLst>
            </p:cNvPr>
            <p:cNvCxnSpPr>
              <a:cxnSpLocks/>
              <a:stCxn id="147" idx="1"/>
              <a:endCxn id="147" idx="3"/>
            </p:cNvCxnSpPr>
            <p:nvPr/>
          </p:nvCxnSpPr>
          <p:spPr>
            <a:xfrm>
              <a:off x="3086372" y="2587896"/>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079F0C1A-915E-ECFF-18F7-1B7038DDCE91}"/>
                </a:ext>
              </a:extLst>
            </p:cNvPr>
            <p:cNvCxnSpPr>
              <a:cxnSpLocks/>
              <a:stCxn id="146" idx="1"/>
              <a:endCxn id="146" idx="3"/>
            </p:cNvCxnSpPr>
            <p:nvPr/>
          </p:nvCxnSpPr>
          <p:spPr>
            <a:xfrm>
              <a:off x="3086372" y="3605781"/>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CB830AA5-826E-CC13-4D3E-2C5CC1212843}"/>
                </a:ext>
              </a:extLst>
            </p:cNvPr>
            <p:cNvCxnSpPr/>
            <p:nvPr/>
          </p:nvCxnSpPr>
          <p:spPr>
            <a:xfrm>
              <a:off x="3605816" y="337881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996EF10B-19B3-6351-F5CF-BAD4E112467F}"/>
                </a:ext>
              </a:extLst>
            </p:cNvPr>
            <p:cNvCxnSpPr/>
            <p:nvPr/>
          </p:nvCxnSpPr>
          <p:spPr>
            <a:xfrm>
              <a:off x="3605574" y="383601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0636144A-2D12-EF87-E657-066EBDEBF1BF}"/>
                </a:ext>
              </a:extLst>
            </p:cNvPr>
            <p:cNvCxnSpPr/>
            <p:nvPr/>
          </p:nvCxnSpPr>
          <p:spPr>
            <a:xfrm>
              <a:off x="3605816" y="2359947"/>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CE528ED1-DFAB-29D6-C2D4-EB149A904971}"/>
                </a:ext>
              </a:extLst>
            </p:cNvPr>
            <p:cNvCxnSpPr/>
            <p:nvPr/>
          </p:nvCxnSpPr>
          <p:spPr>
            <a:xfrm>
              <a:off x="3605574" y="2818193"/>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BB2A1EF0-4B39-3554-87C7-0AF127BCB6C8}"/>
                </a:ext>
              </a:extLst>
            </p:cNvPr>
            <p:cNvCxnSpPr>
              <a:cxnSpLocks/>
            </p:cNvCxnSpPr>
            <p:nvPr/>
          </p:nvCxnSpPr>
          <p:spPr>
            <a:xfrm>
              <a:off x="2827094" y="1914571"/>
              <a:ext cx="126547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8FDB5A4E-0A42-D322-51DB-CCED07E1FC0A}"/>
                </a:ext>
              </a:extLst>
            </p:cNvPr>
            <p:cNvCxnSpPr>
              <a:cxnSpLocks/>
            </p:cNvCxnSpPr>
            <p:nvPr/>
          </p:nvCxnSpPr>
          <p:spPr>
            <a:xfrm>
              <a:off x="2827094" y="1662158"/>
              <a:ext cx="15238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8" name="文本框 157">
                  <a:extLst>
                    <a:ext uri="{FF2B5EF4-FFF2-40B4-BE49-F238E27FC236}">
                      <a16:creationId xmlns:a16="http://schemas.microsoft.com/office/drawing/2014/main" id="{1AA5A658-75F2-D4BA-88AA-21E7DEC26B51}"/>
                    </a:ext>
                  </a:extLst>
                </p:cNvPr>
                <p:cNvSpPr txBox="1"/>
                <p:nvPr/>
              </p:nvSpPr>
              <p:spPr>
                <a:xfrm>
                  <a:off x="2359172" y="1737210"/>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200" b="0" i="1" smtClean="0">
                                <a:solidFill>
                                  <a:schemeClr val="accent5">
                                    <a:lumMod val="75000"/>
                                  </a:schemeClr>
                                </a:solidFill>
                                <a:latin typeface="Cambria Math" panose="02040503050406030204" pitchFamily="18" charset="0"/>
                                <a:ea typeface="微软雅黑" panose="020B0503020204020204" pitchFamily="34" charset="-122"/>
                              </a:rPr>
                              <m:t>0</m:t>
                            </m:r>
                          </m:sub>
                        </m:sSub>
                      </m:oMath>
                    </m:oMathPara>
                  </a14:m>
                  <a:endParaRPr lang="zh-CN" altLang="en-US" sz="2200" dirty="0"/>
                </a:p>
              </p:txBody>
            </p:sp>
          </mc:Choice>
          <mc:Fallback xmlns="">
            <p:sp>
              <p:nvSpPr>
                <p:cNvPr id="27" name="文本框 26">
                  <a:extLst>
                    <a:ext uri="{FF2B5EF4-FFF2-40B4-BE49-F238E27FC236}">
                      <a16:creationId xmlns:a16="http://schemas.microsoft.com/office/drawing/2014/main" id="{CB5679DC-90A2-BD92-0C59-0B4521EA3A5E}"/>
                    </a:ext>
                  </a:extLst>
                </p:cNvPr>
                <p:cNvSpPr txBox="1">
                  <a:spLocks noRot="1" noChangeAspect="1" noMove="1" noResize="1" noEditPoints="1" noAdjustHandles="1" noChangeArrowheads="1" noChangeShapeType="1" noTextEdit="1"/>
                </p:cNvSpPr>
                <p:nvPr/>
              </p:nvSpPr>
              <p:spPr>
                <a:xfrm>
                  <a:off x="2359172" y="1737210"/>
                  <a:ext cx="380364" cy="430887"/>
                </a:xfrm>
                <a:prstGeom prst="rect">
                  <a:avLst/>
                </a:prstGeom>
                <a:blipFill>
                  <a:blip r:embed="rId11"/>
                  <a:stretch>
                    <a:fillRect l="-1587" r="-79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9" name="文本框 158">
                  <a:extLst>
                    <a:ext uri="{FF2B5EF4-FFF2-40B4-BE49-F238E27FC236}">
                      <a16:creationId xmlns:a16="http://schemas.microsoft.com/office/drawing/2014/main" id="{759F499D-63AA-7014-3C50-B06A7A03FE19}"/>
                    </a:ext>
                  </a:extLst>
                </p:cNvPr>
                <p:cNvSpPr txBox="1"/>
                <p:nvPr/>
              </p:nvSpPr>
              <p:spPr>
                <a:xfrm>
                  <a:off x="2359172" y="1400400"/>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200" b="0" i="1" smtClean="0">
                                <a:solidFill>
                                  <a:schemeClr val="accent5">
                                    <a:lumMod val="75000"/>
                                  </a:schemeClr>
                                </a:solidFill>
                                <a:latin typeface="Cambria Math" panose="02040503050406030204" pitchFamily="18" charset="0"/>
                                <a:ea typeface="微软雅黑" panose="020B0503020204020204" pitchFamily="34" charset="-122"/>
                              </a:rPr>
                              <m:t>1</m:t>
                            </m:r>
                          </m:sub>
                        </m:sSub>
                      </m:oMath>
                    </m:oMathPara>
                  </a14:m>
                  <a:endParaRPr lang="zh-CN" altLang="en-US" sz="2200" dirty="0"/>
                </a:p>
              </p:txBody>
            </p:sp>
          </mc:Choice>
          <mc:Fallback xmlns="">
            <p:sp>
              <p:nvSpPr>
                <p:cNvPr id="28" name="文本框 27">
                  <a:extLst>
                    <a:ext uri="{FF2B5EF4-FFF2-40B4-BE49-F238E27FC236}">
                      <a16:creationId xmlns:a16="http://schemas.microsoft.com/office/drawing/2014/main" id="{5E57BF0C-7DC7-27ED-A947-6E2A0E0DE0DA}"/>
                    </a:ext>
                  </a:extLst>
                </p:cNvPr>
                <p:cNvSpPr txBox="1">
                  <a:spLocks noRot="1" noChangeAspect="1" noMove="1" noResize="1" noEditPoints="1" noAdjustHandles="1" noChangeArrowheads="1" noChangeShapeType="1" noTextEdit="1"/>
                </p:cNvSpPr>
                <p:nvPr/>
              </p:nvSpPr>
              <p:spPr>
                <a:xfrm>
                  <a:off x="2359172" y="1400400"/>
                  <a:ext cx="380364" cy="430887"/>
                </a:xfrm>
                <a:prstGeom prst="rect">
                  <a:avLst/>
                </a:prstGeom>
                <a:blipFill>
                  <a:blip r:embed="rId12"/>
                  <a:stretch>
                    <a:fillRect l="-1587" r="-6349"/>
                  </a:stretch>
                </a:blipFill>
              </p:spPr>
              <p:txBody>
                <a:bodyPr/>
                <a:lstStyle/>
                <a:p>
                  <a:r>
                    <a:rPr lang="zh-CN" altLang="en-US">
                      <a:noFill/>
                    </a:rPr>
                    <a:t> </a:t>
                  </a:r>
                </a:p>
              </p:txBody>
            </p:sp>
          </mc:Fallback>
        </mc:AlternateContent>
        <p:sp>
          <p:nvSpPr>
            <p:cNvPr id="160" name="文本框 159">
              <a:extLst>
                <a:ext uri="{FF2B5EF4-FFF2-40B4-BE49-F238E27FC236}">
                  <a16:creationId xmlns:a16="http://schemas.microsoft.com/office/drawing/2014/main" id="{6E4DABF6-97F1-7537-C56F-5B6A5147265C}"/>
                </a:ext>
              </a:extLst>
            </p:cNvPr>
            <p:cNvSpPr txBox="1"/>
            <p:nvPr/>
          </p:nvSpPr>
          <p:spPr>
            <a:xfrm>
              <a:off x="3871172" y="2185955"/>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00</a:t>
              </a:r>
            </a:p>
          </p:txBody>
        </p:sp>
        <p:sp>
          <p:nvSpPr>
            <p:cNvPr id="161" name="文本框 160">
              <a:extLst>
                <a:ext uri="{FF2B5EF4-FFF2-40B4-BE49-F238E27FC236}">
                  <a16:creationId xmlns:a16="http://schemas.microsoft.com/office/drawing/2014/main" id="{B85D9101-F4D9-0F47-4E24-9539A873168D}"/>
                </a:ext>
              </a:extLst>
            </p:cNvPr>
            <p:cNvSpPr txBox="1"/>
            <p:nvPr/>
          </p:nvSpPr>
          <p:spPr>
            <a:xfrm>
              <a:off x="3871172" y="2644267"/>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62" name="文本框 161">
              <a:extLst>
                <a:ext uri="{FF2B5EF4-FFF2-40B4-BE49-F238E27FC236}">
                  <a16:creationId xmlns:a16="http://schemas.microsoft.com/office/drawing/2014/main" id="{DA32593D-D61D-9BD3-D14B-B4128842F470}"/>
                </a:ext>
              </a:extLst>
            </p:cNvPr>
            <p:cNvSpPr txBox="1"/>
            <p:nvPr/>
          </p:nvSpPr>
          <p:spPr>
            <a:xfrm>
              <a:off x="3082772" y="2165610"/>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63" name="文本框 162">
              <a:extLst>
                <a:ext uri="{FF2B5EF4-FFF2-40B4-BE49-F238E27FC236}">
                  <a16:creationId xmlns:a16="http://schemas.microsoft.com/office/drawing/2014/main" id="{2B3CB17E-EA7F-68F6-FCF6-5EA0D85590C9}"/>
                </a:ext>
              </a:extLst>
            </p:cNvPr>
            <p:cNvSpPr txBox="1"/>
            <p:nvPr/>
          </p:nvSpPr>
          <p:spPr>
            <a:xfrm>
              <a:off x="3082772" y="2675489"/>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64" name="文本框 163">
              <a:extLst>
                <a:ext uri="{FF2B5EF4-FFF2-40B4-BE49-F238E27FC236}">
                  <a16:creationId xmlns:a16="http://schemas.microsoft.com/office/drawing/2014/main" id="{E576016E-9744-B4B1-66C4-3E6C1D7F0A93}"/>
                </a:ext>
              </a:extLst>
            </p:cNvPr>
            <p:cNvSpPr txBox="1"/>
            <p:nvPr/>
          </p:nvSpPr>
          <p:spPr>
            <a:xfrm>
              <a:off x="3082772" y="3184650"/>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65" name="文本框 164">
              <a:extLst>
                <a:ext uri="{FF2B5EF4-FFF2-40B4-BE49-F238E27FC236}">
                  <a16:creationId xmlns:a16="http://schemas.microsoft.com/office/drawing/2014/main" id="{F1E81567-8924-DE46-7E13-5230DBD8452B}"/>
                </a:ext>
              </a:extLst>
            </p:cNvPr>
            <p:cNvSpPr txBox="1"/>
            <p:nvPr/>
          </p:nvSpPr>
          <p:spPr>
            <a:xfrm>
              <a:off x="3082772" y="3693344"/>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66" name="矩形 165">
              <a:extLst>
                <a:ext uri="{FF2B5EF4-FFF2-40B4-BE49-F238E27FC236}">
                  <a16:creationId xmlns:a16="http://schemas.microsoft.com/office/drawing/2014/main" id="{BAA9A7EC-5374-3B0E-8991-1BEF11091E52}"/>
                </a:ext>
              </a:extLst>
            </p:cNvPr>
            <p:cNvSpPr/>
            <p:nvPr/>
          </p:nvSpPr>
          <p:spPr>
            <a:xfrm>
              <a:off x="2947819" y="1547355"/>
              <a:ext cx="1703343" cy="2703028"/>
            </a:xfrm>
            <a:prstGeom prst="rect">
              <a:avLst/>
            </a:prstGeom>
            <a:noFill/>
            <a:ln w="3810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67" name="文本框 166">
              <a:extLst>
                <a:ext uri="{FF2B5EF4-FFF2-40B4-BE49-F238E27FC236}">
                  <a16:creationId xmlns:a16="http://schemas.microsoft.com/office/drawing/2014/main" id="{B6808B48-AABC-506C-40A0-78220F104CAB}"/>
                </a:ext>
              </a:extLst>
            </p:cNvPr>
            <p:cNvSpPr txBox="1"/>
            <p:nvPr/>
          </p:nvSpPr>
          <p:spPr>
            <a:xfrm>
              <a:off x="3871172" y="3213117"/>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10</a:t>
              </a:r>
            </a:p>
          </p:txBody>
        </p:sp>
        <p:sp>
          <p:nvSpPr>
            <p:cNvPr id="168" name="文本框 167">
              <a:extLst>
                <a:ext uri="{FF2B5EF4-FFF2-40B4-BE49-F238E27FC236}">
                  <a16:creationId xmlns:a16="http://schemas.microsoft.com/office/drawing/2014/main" id="{0B305C75-6DAA-C996-850C-84ACA7343524}"/>
                </a:ext>
              </a:extLst>
            </p:cNvPr>
            <p:cNvSpPr txBox="1"/>
            <p:nvPr/>
          </p:nvSpPr>
          <p:spPr>
            <a:xfrm>
              <a:off x="3871172" y="3671429"/>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11</a:t>
              </a:r>
            </a:p>
          </p:txBody>
        </p:sp>
        <p:cxnSp>
          <p:nvCxnSpPr>
            <p:cNvPr id="169" name="直接连接符 168">
              <a:extLst>
                <a:ext uri="{FF2B5EF4-FFF2-40B4-BE49-F238E27FC236}">
                  <a16:creationId xmlns:a16="http://schemas.microsoft.com/office/drawing/2014/main" id="{1E6425D2-EE71-FF6F-25FF-E2489EF85CB3}"/>
                </a:ext>
              </a:extLst>
            </p:cNvPr>
            <p:cNvCxnSpPr>
              <a:cxnSpLocks/>
            </p:cNvCxnSpPr>
            <p:nvPr/>
          </p:nvCxnSpPr>
          <p:spPr>
            <a:xfrm flipV="1">
              <a:off x="4092572" y="1914571"/>
              <a:ext cx="0" cy="2602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FBC2FE01-7261-5256-F145-6A613B002353}"/>
                </a:ext>
              </a:extLst>
            </p:cNvPr>
            <p:cNvCxnSpPr>
              <a:cxnSpLocks/>
            </p:cNvCxnSpPr>
            <p:nvPr/>
          </p:nvCxnSpPr>
          <p:spPr>
            <a:xfrm flipV="1">
              <a:off x="4350942" y="1662158"/>
              <a:ext cx="0" cy="6524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1" name="文本框 170">
                  <a:extLst>
                    <a:ext uri="{FF2B5EF4-FFF2-40B4-BE49-F238E27FC236}">
                      <a16:creationId xmlns:a16="http://schemas.microsoft.com/office/drawing/2014/main" id="{DA8552CA-4649-2068-9ACF-EB71B3778FB9}"/>
                    </a:ext>
                  </a:extLst>
                </p:cNvPr>
                <p:cNvSpPr txBox="1"/>
                <p:nvPr/>
              </p:nvSpPr>
              <p:spPr>
                <a:xfrm>
                  <a:off x="4801748" y="2864796"/>
                  <a:ext cx="3472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Y</m:t>
                        </m:r>
                      </m:oMath>
                    </m:oMathPara>
                  </a14:m>
                  <a:endParaRPr lang="zh-CN" altLang="en-US" sz="2400" dirty="0"/>
                </a:p>
              </p:txBody>
            </p:sp>
          </mc:Choice>
          <mc:Fallback xmlns="">
            <p:sp>
              <p:nvSpPr>
                <p:cNvPr id="54" name="文本框 53">
                  <a:extLst>
                    <a:ext uri="{FF2B5EF4-FFF2-40B4-BE49-F238E27FC236}">
                      <a16:creationId xmlns:a16="http://schemas.microsoft.com/office/drawing/2014/main" id="{E87043DA-6F77-77A5-06EE-A50657360CEC}"/>
                    </a:ext>
                  </a:extLst>
                </p:cNvPr>
                <p:cNvSpPr txBox="1">
                  <a:spLocks noRot="1" noChangeAspect="1" noMove="1" noResize="1" noEditPoints="1" noAdjustHandles="1" noChangeArrowheads="1" noChangeShapeType="1" noTextEdit="1"/>
                </p:cNvSpPr>
                <p:nvPr/>
              </p:nvSpPr>
              <p:spPr>
                <a:xfrm>
                  <a:off x="4801748" y="2864796"/>
                  <a:ext cx="347256" cy="461665"/>
                </a:xfrm>
                <a:prstGeom prst="rect">
                  <a:avLst/>
                </a:prstGeom>
                <a:blipFill>
                  <a:blip r:embed="rId13"/>
                  <a:stretch>
                    <a:fillRect l="-3509" r="-8772"/>
                  </a:stretch>
                </a:blipFill>
              </p:spPr>
              <p:txBody>
                <a:bodyPr/>
                <a:lstStyle/>
                <a:p>
                  <a:r>
                    <a:rPr lang="zh-CN" altLang="en-US">
                      <a:noFill/>
                    </a:rPr>
                    <a:t> </a:t>
                  </a:r>
                </a:p>
              </p:txBody>
            </p:sp>
          </mc:Fallback>
        </mc:AlternateContent>
      </p:grpSp>
      <p:grpSp>
        <p:nvGrpSpPr>
          <p:cNvPr id="172" name="组合 171">
            <a:extLst>
              <a:ext uri="{FF2B5EF4-FFF2-40B4-BE49-F238E27FC236}">
                <a16:creationId xmlns:a16="http://schemas.microsoft.com/office/drawing/2014/main" id="{5AD616CC-DB8A-B02F-1983-ED7D9A058E60}"/>
              </a:ext>
            </a:extLst>
          </p:cNvPr>
          <p:cNvGrpSpPr/>
          <p:nvPr/>
        </p:nvGrpSpPr>
        <p:grpSpPr>
          <a:xfrm>
            <a:off x="359999" y="4320000"/>
            <a:ext cx="2567566" cy="1219364"/>
            <a:chOff x="5445233" y="4325081"/>
            <a:chExt cx="2567566" cy="1219364"/>
          </a:xfrm>
        </p:grpSpPr>
        <p:cxnSp>
          <p:nvCxnSpPr>
            <p:cNvPr id="173" name="直接连接符 172">
              <a:extLst>
                <a:ext uri="{FF2B5EF4-FFF2-40B4-BE49-F238E27FC236}">
                  <a16:creationId xmlns:a16="http://schemas.microsoft.com/office/drawing/2014/main" id="{180FC3E3-5897-10FF-3C6A-68590A5DFFFA}"/>
                </a:ext>
              </a:extLst>
            </p:cNvPr>
            <p:cNvCxnSpPr>
              <a:cxnSpLocks/>
              <a:stCxn id="174" idx="3"/>
            </p:cNvCxnSpPr>
            <p:nvPr/>
          </p:nvCxnSpPr>
          <p:spPr>
            <a:xfrm>
              <a:off x="7368208" y="4934763"/>
              <a:ext cx="3313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4" name="矩形 173">
              <a:extLst>
                <a:ext uri="{FF2B5EF4-FFF2-40B4-BE49-F238E27FC236}">
                  <a16:creationId xmlns:a16="http://schemas.microsoft.com/office/drawing/2014/main" id="{EE788DFA-3C2A-852C-13BB-40284F41423E}"/>
                </a:ext>
              </a:extLst>
            </p:cNvPr>
            <p:cNvSpPr/>
            <p:nvPr/>
          </p:nvSpPr>
          <p:spPr>
            <a:xfrm>
              <a:off x="6257999" y="4325081"/>
              <a:ext cx="1110209" cy="1219364"/>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latin typeface="微软雅黑" panose="020B0503020204020204" pitchFamily="34" charset="-122"/>
                  <a:ea typeface="微软雅黑" panose="020B0503020204020204" pitchFamily="34" charset="-122"/>
                </a:rPr>
                <a:t>LUT</a:t>
              </a:r>
              <a:endParaRPr lang="zh-CN" altLang="en-US" sz="2400" dirty="0">
                <a:latin typeface="微软雅黑" panose="020B0503020204020204" pitchFamily="34" charset="-122"/>
                <a:ea typeface="微软雅黑" panose="020B0503020204020204" pitchFamily="34" charset="-122"/>
              </a:endParaRPr>
            </a:p>
          </p:txBody>
        </p:sp>
        <p:cxnSp>
          <p:nvCxnSpPr>
            <p:cNvPr id="175" name="直接连接符 174">
              <a:extLst>
                <a:ext uri="{FF2B5EF4-FFF2-40B4-BE49-F238E27FC236}">
                  <a16:creationId xmlns:a16="http://schemas.microsoft.com/office/drawing/2014/main" id="{D6C57124-7F1D-5C67-345B-4B13F670400D}"/>
                </a:ext>
              </a:extLst>
            </p:cNvPr>
            <p:cNvCxnSpPr>
              <a:cxnSpLocks/>
            </p:cNvCxnSpPr>
            <p:nvPr/>
          </p:nvCxnSpPr>
          <p:spPr>
            <a:xfrm>
              <a:off x="5857461" y="4590000"/>
              <a:ext cx="4005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62C720F4-4540-FAAF-B303-CC5F0B323E73}"/>
                </a:ext>
              </a:extLst>
            </p:cNvPr>
            <p:cNvCxnSpPr>
              <a:cxnSpLocks/>
            </p:cNvCxnSpPr>
            <p:nvPr/>
          </p:nvCxnSpPr>
          <p:spPr>
            <a:xfrm>
              <a:off x="5857461" y="5284800"/>
              <a:ext cx="4005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7" name="文本框 176">
                  <a:extLst>
                    <a:ext uri="{FF2B5EF4-FFF2-40B4-BE49-F238E27FC236}">
                      <a16:creationId xmlns:a16="http://schemas.microsoft.com/office/drawing/2014/main" id="{1D75B57A-1824-1F57-BEFD-E77BFCEADD8A}"/>
                    </a:ext>
                  </a:extLst>
                </p:cNvPr>
                <p:cNvSpPr txBox="1"/>
                <p:nvPr/>
              </p:nvSpPr>
              <p:spPr>
                <a:xfrm>
                  <a:off x="5445233" y="4358950"/>
                  <a:ext cx="41222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1</m:t>
                            </m:r>
                          </m:sub>
                        </m:sSub>
                      </m:oMath>
                    </m:oMathPara>
                  </a14:m>
                  <a:endParaRPr lang="zh-CN" altLang="en-US" sz="2400" dirty="0"/>
                </a:p>
              </p:txBody>
            </p:sp>
          </mc:Choice>
          <mc:Fallback xmlns="">
            <p:sp>
              <p:nvSpPr>
                <p:cNvPr id="67" name="文本框 66">
                  <a:extLst>
                    <a:ext uri="{FF2B5EF4-FFF2-40B4-BE49-F238E27FC236}">
                      <a16:creationId xmlns:a16="http://schemas.microsoft.com/office/drawing/2014/main" id="{655DEBE0-9D9E-4D78-0565-7E4AB2231A6A}"/>
                    </a:ext>
                  </a:extLst>
                </p:cNvPr>
                <p:cNvSpPr txBox="1">
                  <a:spLocks noRot="1" noChangeAspect="1" noMove="1" noResize="1" noEditPoints="1" noAdjustHandles="1" noChangeArrowheads="1" noChangeShapeType="1" noTextEdit="1"/>
                </p:cNvSpPr>
                <p:nvPr/>
              </p:nvSpPr>
              <p:spPr>
                <a:xfrm>
                  <a:off x="5445233" y="4358950"/>
                  <a:ext cx="412228" cy="461665"/>
                </a:xfrm>
                <a:prstGeom prst="rect">
                  <a:avLst/>
                </a:prstGeom>
                <a:blipFill>
                  <a:blip r:embed="rId14"/>
                  <a:stretch>
                    <a:fillRect l="-2941" r="-5882"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8" name="文本框 177">
                  <a:extLst>
                    <a:ext uri="{FF2B5EF4-FFF2-40B4-BE49-F238E27FC236}">
                      <a16:creationId xmlns:a16="http://schemas.microsoft.com/office/drawing/2014/main" id="{5209D18E-E01C-CF97-6541-FECF3BC91CAD}"/>
                    </a:ext>
                  </a:extLst>
                </p:cNvPr>
                <p:cNvSpPr txBox="1"/>
                <p:nvPr/>
              </p:nvSpPr>
              <p:spPr>
                <a:xfrm>
                  <a:off x="5445233" y="5052432"/>
                  <a:ext cx="41222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0</m:t>
                            </m:r>
                          </m:sub>
                        </m:sSub>
                      </m:oMath>
                    </m:oMathPara>
                  </a14:m>
                  <a:endParaRPr lang="zh-CN" altLang="en-US" sz="2400" dirty="0"/>
                </a:p>
              </p:txBody>
            </p:sp>
          </mc:Choice>
          <mc:Fallback xmlns="">
            <p:sp>
              <p:nvSpPr>
                <p:cNvPr id="171" name="文本框 170">
                  <a:extLst>
                    <a:ext uri="{FF2B5EF4-FFF2-40B4-BE49-F238E27FC236}">
                      <a16:creationId xmlns:a16="http://schemas.microsoft.com/office/drawing/2014/main" id="{E1C00F09-FEDF-CE0B-B78B-CDF7840451CE}"/>
                    </a:ext>
                  </a:extLst>
                </p:cNvPr>
                <p:cNvSpPr txBox="1">
                  <a:spLocks noRot="1" noChangeAspect="1" noMove="1" noResize="1" noEditPoints="1" noAdjustHandles="1" noChangeArrowheads="1" noChangeShapeType="1" noTextEdit="1"/>
                </p:cNvSpPr>
                <p:nvPr/>
              </p:nvSpPr>
              <p:spPr>
                <a:xfrm>
                  <a:off x="5445233" y="5052432"/>
                  <a:ext cx="412228" cy="461665"/>
                </a:xfrm>
                <a:prstGeom prst="rect">
                  <a:avLst/>
                </a:prstGeom>
                <a:blipFill>
                  <a:blip r:embed="rId4"/>
                  <a:stretch>
                    <a:fillRect l="-4412" r="-73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9" name="文本框 178">
                  <a:extLst>
                    <a:ext uri="{FF2B5EF4-FFF2-40B4-BE49-F238E27FC236}">
                      <a16:creationId xmlns:a16="http://schemas.microsoft.com/office/drawing/2014/main" id="{EC331F5F-52E0-8667-2DD5-F1E003F70A56}"/>
                    </a:ext>
                  </a:extLst>
                </p:cNvPr>
                <p:cNvSpPr txBox="1"/>
                <p:nvPr/>
              </p:nvSpPr>
              <p:spPr>
                <a:xfrm>
                  <a:off x="7665543" y="4703929"/>
                  <a:ext cx="3472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Y</m:t>
                        </m:r>
                      </m:oMath>
                    </m:oMathPara>
                  </a14:m>
                  <a:endParaRPr lang="zh-CN" altLang="en-US" sz="2400" dirty="0"/>
                </a:p>
              </p:txBody>
            </p:sp>
          </mc:Choice>
          <mc:Fallback xmlns="">
            <p:sp>
              <p:nvSpPr>
                <p:cNvPr id="173" name="文本框 172">
                  <a:extLst>
                    <a:ext uri="{FF2B5EF4-FFF2-40B4-BE49-F238E27FC236}">
                      <a16:creationId xmlns:a16="http://schemas.microsoft.com/office/drawing/2014/main" id="{37AD5CE8-A618-0A61-71F0-E6B79A58F8A0}"/>
                    </a:ext>
                  </a:extLst>
                </p:cNvPr>
                <p:cNvSpPr txBox="1">
                  <a:spLocks noRot="1" noChangeAspect="1" noMove="1" noResize="1" noEditPoints="1" noAdjustHandles="1" noChangeArrowheads="1" noChangeShapeType="1" noTextEdit="1"/>
                </p:cNvSpPr>
                <p:nvPr/>
              </p:nvSpPr>
              <p:spPr>
                <a:xfrm>
                  <a:off x="7665543" y="4703929"/>
                  <a:ext cx="347256" cy="461665"/>
                </a:xfrm>
                <a:prstGeom prst="rect">
                  <a:avLst/>
                </a:prstGeom>
                <a:blipFill>
                  <a:blip r:embed="rId6"/>
                  <a:stretch>
                    <a:fillRect l="-3509" r="-8772"/>
                  </a:stretch>
                </a:blipFill>
              </p:spPr>
              <p:txBody>
                <a:bodyPr/>
                <a:lstStyle/>
                <a:p>
                  <a:r>
                    <a:rPr lang="zh-CN" altLang="en-US">
                      <a:noFill/>
                    </a:rPr>
                    <a:t> </a:t>
                  </a:r>
                </a:p>
              </p:txBody>
            </p:sp>
          </mc:Fallback>
        </mc:AlternateContent>
      </p:grpSp>
      <p:sp>
        <p:nvSpPr>
          <p:cNvPr id="180" name="标题 1">
            <a:extLst>
              <a:ext uri="{FF2B5EF4-FFF2-40B4-BE49-F238E27FC236}">
                <a16:creationId xmlns:a16="http://schemas.microsoft.com/office/drawing/2014/main" id="{835B97C3-BD61-95F6-037E-1F642C42866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a:t>
            </a:r>
            <a:r>
              <a:rPr lang="en-US" altLang="zh-CN" sz="3000" dirty="0">
                <a:solidFill>
                  <a:srgbClr val="FFFF00"/>
                </a:solidFill>
              </a:rPr>
              <a:t>PLD</a:t>
            </a:r>
            <a:r>
              <a:rPr lang="zh-CN" altLang="en-US" sz="3000" dirty="0">
                <a:solidFill>
                  <a:srgbClr val="FFFF00"/>
                </a:solidFill>
              </a:rPr>
              <a:t>）</a:t>
            </a:r>
          </a:p>
        </p:txBody>
      </p:sp>
    </p:spTree>
    <p:extLst>
      <p:ext uri="{BB962C8B-B14F-4D97-AF65-F5344CB8AC3E}">
        <p14:creationId xmlns:p14="http://schemas.microsoft.com/office/powerpoint/2010/main" val="21538531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85DAA20E-1152-A627-93D4-1F020EDC134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模拟部分（电路理论补充）</a:t>
            </a:r>
          </a:p>
        </p:txBody>
      </p:sp>
      <p:sp>
        <p:nvSpPr>
          <p:cNvPr id="4" name="文本框 3">
            <a:extLst>
              <a:ext uri="{FF2B5EF4-FFF2-40B4-BE49-F238E27FC236}">
                <a16:creationId xmlns:a16="http://schemas.microsoft.com/office/drawing/2014/main" id="{A414A370-B01A-26F6-A6AE-4F68624EAB1F}"/>
              </a:ext>
            </a:extLst>
          </p:cNvPr>
          <p:cNvSpPr txBox="1"/>
          <p:nvPr/>
        </p:nvSpPr>
        <p:spPr>
          <a:xfrm>
            <a:off x="360000" y="828000"/>
            <a:ext cx="10721084" cy="4129657"/>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分析电路时，电流要标注参考方向，电压要标注参考极性</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独立电源和受控源</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基尔霍夫电压定律 </a:t>
            </a:r>
            <a:r>
              <a:rPr kumimoji="1" lang="en-US" altLang="zh-CN" sz="2800" dirty="0">
                <a:solidFill>
                  <a:srgbClr val="002060"/>
                </a:solidFill>
                <a:latin typeface="微软雅黑" panose="020B0503020204020204" pitchFamily="34" charset="-122"/>
                <a:ea typeface="微软雅黑" panose="020B0503020204020204" pitchFamily="34" charset="-122"/>
              </a:rPr>
              <a:t>KVL</a:t>
            </a:r>
            <a:r>
              <a:rPr kumimoji="1" lang="zh-CN" altLang="en-US" sz="2800" dirty="0">
                <a:solidFill>
                  <a:srgbClr val="002060"/>
                </a:solidFill>
                <a:latin typeface="微软雅黑" panose="020B0503020204020204" pitchFamily="34" charset="-122"/>
                <a:ea typeface="微软雅黑" panose="020B0503020204020204" pitchFamily="34" charset="-122"/>
              </a:rPr>
              <a:t>（环路电压代数和为 </a:t>
            </a:r>
            <a:r>
              <a:rPr kumimoji="1" lang="en-US" altLang="zh-CN" sz="2800" dirty="0">
                <a:solidFill>
                  <a:srgbClr val="002060"/>
                </a:solidFill>
                <a:latin typeface="微软雅黑" panose="020B0503020204020204" pitchFamily="34" charset="-122"/>
                <a:ea typeface="微软雅黑" panose="020B0503020204020204" pitchFamily="34" charset="-122"/>
              </a:rPr>
              <a:t>0</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基尔霍夫电流定律 </a:t>
            </a:r>
            <a:r>
              <a:rPr kumimoji="1" lang="en-US" altLang="zh-CN" sz="2800" dirty="0">
                <a:solidFill>
                  <a:srgbClr val="002060"/>
                </a:solidFill>
                <a:latin typeface="微软雅黑" panose="020B0503020204020204" pitchFamily="34" charset="-122"/>
                <a:ea typeface="微软雅黑" panose="020B0503020204020204" pitchFamily="34" charset="-122"/>
              </a:rPr>
              <a:t>KCL</a:t>
            </a:r>
            <a:r>
              <a:rPr kumimoji="1" lang="zh-CN" altLang="en-US" sz="2800" dirty="0">
                <a:solidFill>
                  <a:srgbClr val="002060"/>
                </a:solidFill>
                <a:latin typeface="微软雅黑" panose="020B0503020204020204" pitchFamily="34" charset="-122"/>
                <a:ea typeface="微软雅黑" panose="020B0503020204020204" pitchFamily="34" charset="-122"/>
              </a:rPr>
              <a:t>（流入电流等于流出电流）</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叠加定理</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等效电路（戴维南、诺顿）</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电容两端的电压及其变化时在电路中形成的电流</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356B9B3A-D526-6042-0C81-889045AC7D96}"/>
              </a:ext>
            </a:extLst>
          </p:cNvPr>
          <p:cNvGrpSpPr/>
          <p:nvPr/>
        </p:nvGrpSpPr>
        <p:grpSpPr>
          <a:xfrm>
            <a:off x="11449269" y="6198682"/>
            <a:ext cx="786273" cy="548639"/>
            <a:chOff x="11454918" y="5839511"/>
            <a:chExt cx="786273" cy="548639"/>
          </a:xfrm>
        </p:grpSpPr>
        <p:grpSp>
          <p:nvGrpSpPr>
            <p:cNvPr id="6" name="组合 5">
              <a:extLst>
                <a:ext uri="{FF2B5EF4-FFF2-40B4-BE49-F238E27FC236}">
                  <a16:creationId xmlns:a16="http://schemas.microsoft.com/office/drawing/2014/main" id="{67C656A6-EA83-D196-86A1-A69C5FC9C2D6}"/>
                </a:ext>
              </a:extLst>
            </p:cNvPr>
            <p:cNvGrpSpPr/>
            <p:nvPr/>
          </p:nvGrpSpPr>
          <p:grpSpPr>
            <a:xfrm>
              <a:off x="11454918" y="5867450"/>
              <a:ext cx="737081" cy="520700"/>
              <a:chOff x="11454918" y="5867450"/>
              <a:chExt cx="737081" cy="520700"/>
            </a:xfrm>
          </p:grpSpPr>
          <p:sp>
            <p:nvSpPr>
              <p:cNvPr id="8" name="箭头: 五边形 7">
                <a:extLst>
                  <a:ext uri="{FF2B5EF4-FFF2-40B4-BE49-F238E27FC236}">
                    <a16:creationId xmlns:a16="http://schemas.microsoft.com/office/drawing/2014/main" id="{A2E38980-E304-1B4F-32FB-CA47DF24277E}"/>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箭头: V 形 8">
                <a:extLst>
                  <a:ext uri="{FF2B5EF4-FFF2-40B4-BE49-F238E27FC236}">
                    <a16:creationId xmlns:a16="http://schemas.microsoft.com/office/drawing/2014/main" id="{2A5E9E5B-E534-D8F0-DEF4-E310204625D3}"/>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7" name="灯片编号占位符 3">
              <a:extLst>
                <a:ext uri="{FF2B5EF4-FFF2-40B4-BE49-F238E27FC236}">
                  <a16:creationId xmlns:a16="http://schemas.microsoft.com/office/drawing/2014/main" id="{9F54A54A-37C6-F5C7-EA93-E5E67AD8C2D7}"/>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46</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23514560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B49764-A52B-B40E-E1C8-A3F2E5B63EA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模拟部分（二极管）</a:t>
            </a:r>
          </a:p>
        </p:txBody>
      </p:sp>
      <p:grpSp>
        <p:nvGrpSpPr>
          <p:cNvPr id="3" name="组合 2">
            <a:extLst>
              <a:ext uri="{FF2B5EF4-FFF2-40B4-BE49-F238E27FC236}">
                <a16:creationId xmlns:a16="http://schemas.microsoft.com/office/drawing/2014/main" id="{AA5B105A-E347-8883-37F8-23481314C8B7}"/>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C64C1948-C42D-240A-5C78-A3FF8B6122D0}"/>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BC34D4D1-B673-25F7-D301-C991DE132300}"/>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F947611D-DD25-927E-FE98-52CE674BF1E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536712F4-20DF-640E-7B7B-DC55B6791013}"/>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47</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C38B4EC9-3418-F51D-11D9-09FA75373DF5}"/>
              </a:ext>
            </a:extLst>
          </p:cNvPr>
          <p:cNvSpPr txBox="1"/>
          <p:nvPr/>
        </p:nvSpPr>
        <p:spPr>
          <a:xfrm>
            <a:off x="360000" y="827999"/>
            <a:ext cx="7056800" cy="213225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半导体基本概念</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本征半导体、杂质半导体（</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N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型、</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多子、少子、载流子</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PN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结及其单向导电性</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p:txBody>
      </p:sp>
      <p:sp>
        <p:nvSpPr>
          <p:cNvPr id="9" name="文本框 8">
            <a:extLst>
              <a:ext uri="{FF2B5EF4-FFF2-40B4-BE49-F238E27FC236}">
                <a16:creationId xmlns:a16="http://schemas.microsoft.com/office/drawing/2014/main" id="{A5181A12-9A15-74EB-9797-A7CD707583C2}"/>
              </a:ext>
            </a:extLst>
          </p:cNvPr>
          <p:cNvSpPr txBox="1"/>
          <p:nvPr/>
        </p:nvSpPr>
        <p:spPr>
          <a:xfrm>
            <a:off x="6480000" y="5472000"/>
            <a:ext cx="4680000" cy="792000"/>
          </a:xfrm>
          <a:prstGeom prst="rect">
            <a:avLst/>
          </a:prstGeom>
          <a:noFill/>
        </p:spPr>
        <p:txBody>
          <a:bodyPr wrap="square">
            <a:spAutoFit/>
          </a:bodyPr>
          <a:lstStyle/>
          <a:p>
            <a:pPr algn="ctr"/>
            <a:r>
              <a:rPr kumimoji="1" lang="en-US" altLang="zh-CN" sz="2400" dirty="0">
                <a:solidFill>
                  <a:srgbClr val="002060"/>
                </a:solidFill>
                <a:latin typeface="微软雅黑" panose="020B0503020204020204" pitchFamily="34" charset="-122"/>
                <a:ea typeface="微软雅黑" panose="020B0503020204020204" pitchFamily="34" charset="-122"/>
              </a:rPr>
              <a:t>PN </a:t>
            </a:r>
            <a:r>
              <a:rPr kumimoji="1" lang="zh-CN" altLang="en-US" sz="2400" dirty="0">
                <a:solidFill>
                  <a:srgbClr val="002060"/>
                </a:solidFill>
                <a:latin typeface="微软雅黑" panose="020B0503020204020204" pitchFamily="34" charset="-122"/>
                <a:ea typeface="微软雅黑" panose="020B0503020204020204" pitchFamily="34" charset="-122"/>
              </a:rPr>
              <a:t>结</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algn="ctr"/>
            <a:r>
              <a:rPr kumimoji="1" lang="zh-CN" altLang="en-US" sz="2000" dirty="0">
                <a:solidFill>
                  <a:srgbClr val="002060"/>
                </a:solidFill>
                <a:latin typeface="微软雅黑" panose="020B0503020204020204" pitchFamily="34" charset="-122"/>
                <a:ea typeface="微软雅黑" panose="020B0503020204020204" pitchFamily="34" charset="-122"/>
              </a:rPr>
              <a:t>（空间电荷区</a:t>
            </a:r>
            <a:r>
              <a:rPr kumimoji="1" lang="en-US" altLang="zh-CN" sz="2000" dirty="0">
                <a:solidFill>
                  <a:srgbClr val="002060"/>
                </a:solidFill>
                <a:latin typeface="微软雅黑" panose="020B0503020204020204" pitchFamily="34" charset="-122"/>
                <a:ea typeface="微软雅黑" panose="020B0503020204020204" pitchFamily="34" charset="-122"/>
              </a:rPr>
              <a:t>/</a:t>
            </a:r>
            <a:r>
              <a:rPr kumimoji="1" lang="zh-CN" altLang="en-US" sz="2000" dirty="0">
                <a:solidFill>
                  <a:srgbClr val="002060"/>
                </a:solidFill>
                <a:latin typeface="微软雅黑" panose="020B0503020204020204" pitchFamily="34" charset="-122"/>
                <a:ea typeface="微软雅黑" panose="020B0503020204020204" pitchFamily="34" charset="-122"/>
              </a:rPr>
              <a:t>耗尽区</a:t>
            </a:r>
            <a:r>
              <a:rPr kumimoji="1" lang="en-US" altLang="zh-CN" sz="2000" dirty="0">
                <a:solidFill>
                  <a:srgbClr val="002060"/>
                </a:solidFill>
                <a:latin typeface="微软雅黑" panose="020B0503020204020204" pitchFamily="34" charset="-122"/>
                <a:ea typeface="微软雅黑" panose="020B0503020204020204" pitchFamily="34" charset="-122"/>
              </a:rPr>
              <a:t>/</a:t>
            </a:r>
            <a:r>
              <a:rPr kumimoji="1" lang="zh-CN" altLang="en-US" sz="2000" dirty="0">
                <a:solidFill>
                  <a:srgbClr val="002060"/>
                </a:solidFill>
                <a:latin typeface="微软雅黑" panose="020B0503020204020204" pitchFamily="34" charset="-122"/>
                <a:ea typeface="微软雅黑" panose="020B0503020204020204" pitchFamily="34" charset="-122"/>
              </a:rPr>
              <a:t>势垒区）</a:t>
            </a:r>
            <a:endParaRPr lang="zh-CN" altLang="en-US" sz="2000" dirty="0">
              <a:solidFill>
                <a:srgbClr val="002060"/>
              </a:solidFill>
            </a:endParaRPr>
          </a:p>
        </p:txBody>
      </p:sp>
      <p:grpSp>
        <p:nvGrpSpPr>
          <p:cNvPr id="10" name="组合 9">
            <a:extLst>
              <a:ext uri="{FF2B5EF4-FFF2-40B4-BE49-F238E27FC236}">
                <a16:creationId xmlns:a16="http://schemas.microsoft.com/office/drawing/2014/main" id="{1C3CC542-4041-A11A-6D9C-1F6D1A206D2F}"/>
              </a:ext>
            </a:extLst>
          </p:cNvPr>
          <p:cNvGrpSpPr/>
          <p:nvPr/>
        </p:nvGrpSpPr>
        <p:grpSpPr>
          <a:xfrm>
            <a:off x="828000" y="3348000"/>
            <a:ext cx="4680000" cy="2088000"/>
            <a:chOff x="828000" y="3348000"/>
            <a:chExt cx="4680000" cy="2088000"/>
          </a:xfrm>
        </p:grpSpPr>
        <p:sp>
          <p:nvSpPr>
            <p:cNvPr id="11" name="文本框 10">
              <a:extLst>
                <a:ext uri="{FF2B5EF4-FFF2-40B4-BE49-F238E27FC236}">
                  <a16:creationId xmlns:a16="http://schemas.microsoft.com/office/drawing/2014/main" id="{2AC5553B-C8DB-B66A-1452-FE31C50536C9}"/>
                </a:ext>
              </a:extLst>
            </p:cNvPr>
            <p:cNvSpPr txBox="1"/>
            <p:nvPr/>
          </p:nvSpPr>
          <p:spPr>
            <a:xfrm>
              <a:off x="828000" y="3348000"/>
              <a:ext cx="2340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P </a:t>
              </a:r>
              <a:r>
                <a:rPr kumimoji="1" lang="zh-CN" altLang="en-US" sz="2400" dirty="0">
                  <a:latin typeface="微软雅黑" panose="020B0503020204020204" pitchFamily="34" charset="-122"/>
                  <a:ea typeface="微软雅黑" panose="020B0503020204020204" pitchFamily="34" charset="-122"/>
                </a:rPr>
                <a:t>型</a:t>
              </a:r>
              <a:endParaRPr lang="zh-CN" altLang="en-US" sz="2400" dirty="0"/>
            </a:p>
          </p:txBody>
        </p:sp>
        <p:sp>
          <p:nvSpPr>
            <p:cNvPr id="12" name="文本框 11">
              <a:extLst>
                <a:ext uri="{FF2B5EF4-FFF2-40B4-BE49-F238E27FC236}">
                  <a16:creationId xmlns:a16="http://schemas.microsoft.com/office/drawing/2014/main" id="{0BEE5C11-2EE4-6865-D9B3-B42BBBB0010B}"/>
                </a:ext>
              </a:extLst>
            </p:cNvPr>
            <p:cNvSpPr txBox="1"/>
            <p:nvPr/>
          </p:nvSpPr>
          <p:spPr>
            <a:xfrm>
              <a:off x="3168000" y="3348000"/>
              <a:ext cx="2340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N </a:t>
              </a:r>
              <a:r>
                <a:rPr kumimoji="1" lang="zh-CN" altLang="en-US" sz="2400" dirty="0">
                  <a:latin typeface="微软雅黑" panose="020B0503020204020204" pitchFamily="34" charset="-122"/>
                  <a:ea typeface="微软雅黑" panose="020B0503020204020204" pitchFamily="34" charset="-122"/>
                </a:rPr>
                <a:t>型</a:t>
              </a:r>
              <a:endParaRPr lang="zh-CN" altLang="en-US" sz="2400" dirty="0"/>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FD3887B5-5259-D903-B92A-4AAED09A4B15}"/>
                    </a:ext>
                  </a:extLst>
                </p:cNvPr>
                <p:cNvSpPr/>
                <p:nvPr/>
              </p:nvSpPr>
              <p:spPr>
                <a:xfrm>
                  <a:off x="828000" y="3780000"/>
                  <a:ext cx="2340000" cy="1656000"/>
                </a:xfrm>
                <a:prstGeom prst="rect">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spcAft>
                      <a:spcPts val="1200"/>
                    </a:spcAft>
                  </a:pPr>
                  <a14:m>
                    <m:oMath xmlns:m="http://schemas.openxmlformats.org/officeDocument/2006/math">
                      <m:r>
                        <a:rPr kumimoji="1" lang="en-US" altLang="zh-CN" sz="2200" i="1" smtClean="0">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zh-CN" altLang="en-US" sz="2200" dirty="0"/>
                </a:p>
                <a:p>
                  <a:pPr algn="ctr">
                    <a:spcAft>
                      <a:spcPts val="1200"/>
                    </a:spcAft>
                  </a:pP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zh-CN" altLang="en-US" sz="2200" dirty="0"/>
                </a:p>
                <a:p>
                  <a:pPr algn="ctr">
                    <a:spcAft>
                      <a:spcPts val="1200"/>
                    </a:spcAft>
                  </a:pP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p>
              </p:txBody>
            </p:sp>
          </mc:Choice>
          <mc:Fallback xmlns="">
            <p:sp>
              <p:nvSpPr>
                <p:cNvPr id="520" name="矩形 519">
                  <a:extLst>
                    <a:ext uri="{FF2B5EF4-FFF2-40B4-BE49-F238E27FC236}">
                      <a16:creationId xmlns:a16="http://schemas.microsoft.com/office/drawing/2014/main" id="{C267CD10-E205-F482-5E9C-40C69C2A7F4E}"/>
                    </a:ext>
                  </a:extLst>
                </p:cNvPr>
                <p:cNvSpPr>
                  <a:spLocks noRot="1" noChangeAspect="1" noMove="1" noResize="1" noEditPoints="1" noAdjustHandles="1" noChangeArrowheads="1" noChangeShapeType="1" noTextEdit="1"/>
                </p:cNvSpPr>
                <p:nvPr/>
              </p:nvSpPr>
              <p:spPr>
                <a:xfrm>
                  <a:off x="828000" y="3780000"/>
                  <a:ext cx="2340000" cy="1656000"/>
                </a:xfrm>
                <a:prstGeom prst="rect">
                  <a:avLst/>
                </a:prstGeom>
                <a:blipFill>
                  <a:blip r:embed="rId3"/>
                  <a:stretch>
                    <a:fillRect/>
                  </a:stretch>
                </a:blipFill>
                <a:ln w="2540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4F6088DF-94B4-5888-9B22-CF99AB8CD1E2}"/>
                    </a:ext>
                  </a:extLst>
                </p:cNvPr>
                <p:cNvSpPr/>
                <p:nvPr/>
              </p:nvSpPr>
              <p:spPr>
                <a:xfrm>
                  <a:off x="3168000" y="3780000"/>
                  <a:ext cx="2340000" cy="1656000"/>
                </a:xfrm>
                <a:prstGeom prst="rect">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spcAft>
                      <a:spcPts val="1200"/>
                    </a:spcAft>
                  </a:pPr>
                  <a14:m>
                    <m:oMath xmlns:m="http://schemas.openxmlformats.org/officeDocument/2006/math">
                      <m:r>
                        <a:rPr kumimoji="1" lang="en-US" altLang="zh-CN" sz="2200" i="1" smtClean="0">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en-US" altLang="zh-CN" sz="2200" dirty="0"/>
                </a:p>
                <a:p>
                  <a:pPr algn="ctr">
                    <a:spcAft>
                      <a:spcPts val="1200"/>
                    </a:spcAft>
                  </a:pPr>
                  <a14:m>
                    <m:oMath xmlns:m="http://schemas.openxmlformats.org/officeDocument/2006/math">
                      <m:r>
                        <a:rPr kumimoji="1" lang="en-US" altLang="zh-CN" sz="2200" i="1" smtClean="0">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en-US" altLang="zh-CN" sz="2200" dirty="0"/>
                </a:p>
                <a:p>
                  <a:pPr algn="ctr">
                    <a:spcAft>
                      <a:spcPts val="1200"/>
                    </a:spcAft>
                  </a:pP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zh-CN" altLang="en-US" sz="2200" dirty="0"/>
                </a:p>
              </p:txBody>
            </p:sp>
          </mc:Choice>
          <mc:Fallback xmlns="">
            <p:sp>
              <p:nvSpPr>
                <p:cNvPr id="521" name="矩形 520">
                  <a:extLst>
                    <a:ext uri="{FF2B5EF4-FFF2-40B4-BE49-F238E27FC236}">
                      <a16:creationId xmlns:a16="http://schemas.microsoft.com/office/drawing/2014/main" id="{56A0EBD0-C87A-D9B1-1EBA-F351FAB7A112}"/>
                    </a:ext>
                  </a:extLst>
                </p:cNvPr>
                <p:cNvSpPr>
                  <a:spLocks noRot="1" noChangeAspect="1" noMove="1" noResize="1" noEditPoints="1" noAdjustHandles="1" noChangeArrowheads="1" noChangeShapeType="1" noTextEdit="1"/>
                </p:cNvSpPr>
                <p:nvPr/>
              </p:nvSpPr>
              <p:spPr>
                <a:xfrm>
                  <a:off x="3168000" y="3780000"/>
                  <a:ext cx="2340000" cy="1656000"/>
                </a:xfrm>
                <a:prstGeom prst="rect">
                  <a:avLst/>
                </a:prstGeom>
                <a:blipFill>
                  <a:blip r:embed="rId4"/>
                  <a:stretch>
                    <a:fillRect/>
                  </a:stretch>
                </a:blipFill>
                <a:ln w="25400"/>
              </p:spPr>
              <p:txBody>
                <a:bodyPr/>
                <a:lstStyle/>
                <a:p>
                  <a:r>
                    <a:rPr lang="zh-CN" altLang="en-US">
                      <a:noFill/>
                    </a:rPr>
                    <a:t> </a:t>
                  </a:r>
                </a:p>
              </p:txBody>
            </p:sp>
          </mc:Fallback>
        </mc:AlternateContent>
        <p:sp>
          <p:nvSpPr>
            <p:cNvPr id="15" name="椭圆 14">
              <a:extLst>
                <a:ext uri="{FF2B5EF4-FFF2-40B4-BE49-F238E27FC236}">
                  <a16:creationId xmlns:a16="http://schemas.microsoft.com/office/drawing/2014/main" id="{F1F17B45-5987-9166-613B-BC1645880E27}"/>
                </a:ext>
              </a:extLst>
            </p:cNvPr>
            <p:cNvSpPr/>
            <p:nvPr/>
          </p:nvSpPr>
          <p:spPr>
            <a:xfrm>
              <a:off x="1188000" y="3888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4CBFF952-CF49-4F02-35F6-11AB5F461C83}"/>
                </a:ext>
              </a:extLst>
            </p:cNvPr>
            <p:cNvSpPr/>
            <p:nvPr/>
          </p:nvSpPr>
          <p:spPr>
            <a:xfrm>
              <a:off x="1260000" y="4320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41DA2626-9DCE-605B-5E94-18E9DD43C56C}"/>
                </a:ext>
              </a:extLst>
            </p:cNvPr>
            <p:cNvSpPr/>
            <p:nvPr/>
          </p:nvSpPr>
          <p:spPr>
            <a:xfrm>
              <a:off x="1188000" y="4824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5E4E7B5D-6A7F-05A2-C8AE-6D830B00A684}"/>
                </a:ext>
              </a:extLst>
            </p:cNvPr>
            <p:cNvSpPr/>
            <p:nvPr/>
          </p:nvSpPr>
          <p:spPr>
            <a:xfrm>
              <a:off x="1656000" y="489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3C98A516-66A2-6AF8-4CF6-F1D94F227DBD}"/>
                </a:ext>
              </a:extLst>
            </p:cNvPr>
            <p:cNvSpPr/>
            <p:nvPr/>
          </p:nvSpPr>
          <p:spPr>
            <a:xfrm>
              <a:off x="1800000" y="4284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EAF6AC3A-B11E-F93A-943A-3C8B0EA6AB29}"/>
                </a:ext>
              </a:extLst>
            </p:cNvPr>
            <p:cNvSpPr/>
            <p:nvPr/>
          </p:nvSpPr>
          <p:spPr>
            <a:xfrm>
              <a:off x="2196000" y="4320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8FE8C0BD-2876-65C6-3E4F-0F07CF53F868}"/>
                </a:ext>
              </a:extLst>
            </p:cNvPr>
            <p:cNvSpPr/>
            <p:nvPr/>
          </p:nvSpPr>
          <p:spPr>
            <a:xfrm>
              <a:off x="2592000" y="3852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23EE530A-3309-F8C4-6461-BFE830D91CF8}"/>
                </a:ext>
              </a:extLst>
            </p:cNvPr>
            <p:cNvSpPr/>
            <p:nvPr/>
          </p:nvSpPr>
          <p:spPr>
            <a:xfrm>
              <a:off x="2592000" y="4392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D5EB7AEA-3463-F8A4-9FE1-E85C93F7EF73}"/>
                </a:ext>
              </a:extLst>
            </p:cNvPr>
            <p:cNvSpPr/>
            <p:nvPr/>
          </p:nvSpPr>
          <p:spPr>
            <a:xfrm>
              <a:off x="2700000" y="4860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04E74E0D-7D8F-8092-F60E-AFD8B99FA233}"/>
                </a:ext>
              </a:extLst>
            </p:cNvPr>
            <p:cNvSpPr/>
            <p:nvPr/>
          </p:nvSpPr>
          <p:spPr>
            <a:xfrm>
              <a:off x="2196916" y="4788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6645AA9E-A210-96FC-A26E-1471684C986E}"/>
                </a:ext>
              </a:extLst>
            </p:cNvPr>
            <p:cNvSpPr/>
            <p:nvPr/>
          </p:nvSpPr>
          <p:spPr>
            <a:xfrm>
              <a:off x="864000" y="5220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B9C346B2-94DD-7F36-67AD-A31F34B148DE}"/>
                </a:ext>
              </a:extLst>
            </p:cNvPr>
            <p:cNvSpPr/>
            <p:nvPr/>
          </p:nvSpPr>
          <p:spPr>
            <a:xfrm>
              <a:off x="2592000" y="525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82F04C45-D955-7301-E5EE-5B8B10FBA9F2}"/>
                </a:ext>
              </a:extLst>
            </p:cNvPr>
            <p:cNvSpPr/>
            <p:nvPr/>
          </p:nvSpPr>
          <p:spPr>
            <a:xfrm>
              <a:off x="3492000" y="4320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9493DDE8-6C05-CDBC-B70F-D43122BF071F}"/>
                </a:ext>
              </a:extLst>
            </p:cNvPr>
            <p:cNvSpPr/>
            <p:nvPr/>
          </p:nvSpPr>
          <p:spPr>
            <a:xfrm>
              <a:off x="3276000" y="4788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A4F86A20-711D-51E9-ED92-D299C8DE042F}"/>
                </a:ext>
              </a:extLst>
            </p:cNvPr>
            <p:cNvSpPr/>
            <p:nvPr/>
          </p:nvSpPr>
          <p:spPr>
            <a:xfrm>
              <a:off x="3312000" y="3888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7A053E5A-4A22-C046-4FC3-64D1D64B3BAD}"/>
                </a:ext>
              </a:extLst>
            </p:cNvPr>
            <p:cNvSpPr/>
            <p:nvPr/>
          </p:nvSpPr>
          <p:spPr>
            <a:xfrm>
              <a:off x="3348000" y="529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BDECEB-5636-308E-EE88-75978CC455C5}"/>
                </a:ext>
              </a:extLst>
            </p:cNvPr>
            <p:cNvSpPr/>
            <p:nvPr/>
          </p:nvSpPr>
          <p:spPr>
            <a:xfrm>
              <a:off x="3960000" y="4356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4DDEF3A9-C965-17F9-7B23-E4F6A11128C0}"/>
                </a:ext>
              </a:extLst>
            </p:cNvPr>
            <p:cNvSpPr/>
            <p:nvPr/>
          </p:nvSpPr>
          <p:spPr>
            <a:xfrm>
              <a:off x="3852000" y="4824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A2883A2A-BA92-D5AE-3298-D83847F22A4B}"/>
                </a:ext>
              </a:extLst>
            </p:cNvPr>
            <p:cNvSpPr/>
            <p:nvPr/>
          </p:nvSpPr>
          <p:spPr>
            <a:xfrm>
              <a:off x="4392000" y="3888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00DDBAA6-391F-7084-32AB-CEF005B7033A}"/>
                </a:ext>
              </a:extLst>
            </p:cNvPr>
            <p:cNvSpPr/>
            <p:nvPr/>
          </p:nvSpPr>
          <p:spPr>
            <a:xfrm>
              <a:off x="4500000" y="4788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A107CDE6-7BC7-7894-9478-89B18F6A0A39}"/>
                </a:ext>
              </a:extLst>
            </p:cNvPr>
            <p:cNvSpPr/>
            <p:nvPr/>
          </p:nvSpPr>
          <p:spPr>
            <a:xfrm>
              <a:off x="4968000" y="5220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51FB212B-A798-1B46-BB2E-235D26E2D037}"/>
                </a:ext>
              </a:extLst>
            </p:cNvPr>
            <p:cNvSpPr/>
            <p:nvPr/>
          </p:nvSpPr>
          <p:spPr>
            <a:xfrm>
              <a:off x="4896000" y="4284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842D12BC-070C-8DAF-E4BC-6C071F15715E}"/>
                </a:ext>
              </a:extLst>
            </p:cNvPr>
            <p:cNvSpPr/>
            <p:nvPr/>
          </p:nvSpPr>
          <p:spPr>
            <a:xfrm>
              <a:off x="5364000" y="4824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BBAB473-788C-398E-EE8B-9B83CC33DD27}"/>
                </a:ext>
              </a:extLst>
            </p:cNvPr>
            <p:cNvSpPr/>
            <p:nvPr/>
          </p:nvSpPr>
          <p:spPr>
            <a:xfrm>
              <a:off x="5040000" y="385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箭头连接符 38">
              <a:extLst>
                <a:ext uri="{FF2B5EF4-FFF2-40B4-BE49-F238E27FC236}">
                  <a16:creationId xmlns:a16="http://schemas.microsoft.com/office/drawing/2014/main" id="{8D44B5F6-9210-9B3E-1C70-46CC4E172F5D}"/>
                </a:ext>
              </a:extLst>
            </p:cNvPr>
            <p:cNvCxnSpPr>
              <a:cxnSpLocks/>
              <a:stCxn id="21" idx="6"/>
            </p:cNvCxnSpPr>
            <p:nvPr/>
          </p:nvCxnSpPr>
          <p:spPr>
            <a:xfrm>
              <a:off x="2700000" y="3906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C46EB490-DA0E-19DA-14B5-FEBE58873EDF}"/>
                </a:ext>
              </a:extLst>
            </p:cNvPr>
            <p:cNvCxnSpPr>
              <a:cxnSpLocks/>
              <a:stCxn id="22" idx="6"/>
            </p:cNvCxnSpPr>
            <p:nvPr/>
          </p:nvCxnSpPr>
          <p:spPr>
            <a:xfrm>
              <a:off x="2700000" y="4446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9D4ADCCE-29AF-7330-9CFB-5FBCBBA57B1A}"/>
                </a:ext>
              </a:extLst>
            </p:cNvPr>
            <p:cNvCxnSpPr>
              <a:cxnSpLocks/>
              <a:stCxn id="23" idx="6"/>
            </p:cNvCxnSpPr>
            <p:nvPr/>
          </p:nvCxnSpPr>
          <p:spPr>
            <a:xfrm>
              <a:off x="2808000" y="4914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A40C21DE-A650-96AD-2EDB-CED5E2380DF0}"/>
                </a:ext>
              </a:extLst>
            </p:cNvPr>
            <p:cNvCxnSpPr>
              <a:cxnSpLocks/>
              <a:stCxn id="24" idx="6"/>
            </p:cNvCxnSpPr>
            <p:nvPr/>
          </p:nvCxnSpPr>
          <p:spPr>
            <a:xfrm>
              <a:off x="2304916" y="4842000"/>
              <a:ext cx="251084"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3743FCEA-EC1F-5B57-C47E-66E6AB8DFBCE}"/>
                </a:ext>
              </a:extLst>
            </p:cNvPr>
            <p:cNvCxnSpPr>
              <a:cxnSpLocks/>
              <a:stCxn id="20" idx="6"/>
            </p:cNvCxnSpPr>
            <p:nvPr/>
          </p:nvCxnSpPr>
          <p:spPr>
            <a:xfrm>
              <a:off x="2304000" y="4374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97E6C556-8E80-41F4-E05E-228D7AC6F596}"/>
                </a:ext>
              </a:extLst>
            </p:cNvPr>
            <p:cNvCxnSpPr>
              <a:cxnSpLocks/>
              <a:stCxn id="26" idx="6"/>
            </p:cNvCxnSpPr>
            <p:nvPr/>
          </p:nvCxnSpPr>
          <p:spPr>
            <a:xfrm>
              <a:off x="2700000" y="5310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37701564-7DAD-FA7B-B883-B68512A2C98D}"/>
                </a:ext>
              </a:extLst>
            </p:cNvPr>
            <p:cNvCxnSpPr>
              <a:cxnSpLocks/>
            </p:cNvCxnSpPr>
            <p:nvPr/>
          </p:nvCxnSpPr>
          <p:spPr>
            <a:xfrm flipH="1">
              <a:off x="3096000" y="5346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248EAB56-BB81-2E8F-6BF9-794369F99E26}"/>
                </a:ext>
              </a:extLst>
            </p:cNvPr>
            <p:cNvCxnSpPr>
              <a:cxnSpLocks/>
            </p:cNvCxnSpPr>
            <p:nvPr/>
          </p:nvCxnSpPr>
          <p:spPr>
            <a:xfrm flipH="1">
              <a:off x="3024000" y="4842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6B1477A8-4121-6A70-525F-DF65B9A84E7C}"/>
                </a:ext>
              </a:extLst>
            </p:cNvPr>
            <p:cNvCxnSpPr>
              <a:cxnSpLocks/>
            </p:cNvCxnSpPr>
            <p:nvPr/>
          </p:nvCxnSpPr>
          <p:spPr>
            <a:xfrm flipH="1">
              <a:off x="3708000" y="4410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81397841-500D-4BBA-23C8-819D4E5DF3AD}"/>
                </a:ext>
              </a:extLst>
            </p:cNvPr>
            <p:cNvCxnSpPr>
              <a:cxnSpLocks/>
            </p:cNvCxnSpPr>
            <p:nvPr/>
          </p:nvCxnSpPr>
          <p:spPr>
            <a:xfrm flipH="1" flipV="1">
              <a:off x="3600000" y="4878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C6FBAA25-D3C9-D2D0-7DDA-F9D694942F40}"/>
                </a:ext>
              </a:extLst>
            </p:cNvPr>
            <p:cNvCxnSpPr>
              <a:cxnSpLocks/>
            </p:cNvCxnSpPr>
            <p:nvPr/>
          </p:nvCxnSpPr>
          <p:spPr>
            <a:xfrm flipH="1">
              <a:off x="3240000" y="4374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15E3048D-EB9B-A2AF-0D64-61BC16D53008}"/>
                </a:ext>
              </a:extLst>
            </p:cNvPr>
            <p:cNvCxnSpPr>
              <a:cxnSpLocks/>
            </p:cNvCxnSpPr>
            <p:nvPr/>
          </p:nvCxnSpPr>
          <p:spPr>
            <a:xfrm flipH="1">
              <a:off x="3060000" y="3942000"/>
              <a:ext cx="288895"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1" name="椭圆 50">
              <a:extLst>
                <a:ext uri="{FF2B5EF4-FFF2-40B4-BE49-F238E27FC236}">
                  <a16:creationId xmlns:a16="http://schemas.microsoft.com/office/drawing/2014/main" id="{6D7FBAEE-371E-AE4E-711E-72AE664C7799}"/>
                </a:ext>
              </a:extLst>
            </p:cNvPr>
            <p:cNvSpPr/>
            <p:nvPr/>
          </p:nvSpPr>
          <p:spPr>
            <a:xfrm>
              <a:off x="3816000" y="5256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 name="直接箭头连接符 51">
              <a:extLst>
                <a:ext uri="{FF2B5EF4-FFF2-40B4-BE49-F238E27FC236}">
                  <a16:creationId xmlns:a16="http://schemas.microsoft.com/office/drawing/2014/main" id="{EE74B681-7F97-37E0-4FF0-5D3EA1FFB283}"/>
                </a:ext>
              </a:extLst>
            </p:cNvPr>
            <p:cNvCxnSpPr>
              <a:cxnSpLocks/>
            </p:cNvCxnSpPr>
            <p:nvPr/>
          </p:nvCxnSpPr>
          <p:spPr>
            <a:xfrm flipH="1">
              <a:off x="3564000" y="5310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3" name="椭圆 52">
              <a:extLst>
                <a:ext uri="{FF2B5EF4-FFF2-40B4-BE49-F238E27FC236}">
                  <a16:creationId xmlns:a16="http://schemas.microsoft.com/office/drawing/2014/main" id="{5D087E40-7885-725D-B059-576431913D88}"/>
                </a:ext>
              </a:extLst>
            </p:cNvPr>
            <p:cNvSpPr/>
            <p:nvPr/>
          </p:nvSpPr>
          <p:spPr>
            <a:xfrm>
              <a:off x="3816000" y="385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箭头连接符 53">
              <a:extLst>
                <a:ext uri="{FF2B5EF4-FFF2-40B4-BE49-F238E27FC236}">
                  <a16:creationId xmlns:a16="http://schemas.microsoft.com/office/drawing/2014/main" id="{77953D73-585F-D7C5-3796-C44F809A1A04}"/>
                </a:ext>
              </a:extLst>
            </p:cNvPr>
            <p:cNvCxnSpPr>
              <a:cxnSpLocks/>
            </p:cNvCxnSpPr>
            <p:nvPr/>
          </p:nvCxnSpPr>
          <p:spPr>
            <a:xfrm flipH="1">
              <a:off x="3564000" y="3906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ACD27207-4BF0-E2D6-D2F0-BA5F00422798}"/>
                </a:ext>
              </a:extLst>
            </p:cNvPr>
            <p:cNvSpPr/>
            <p:nvPr/>
          </p:nvSpPr>
          <p:spPr>
            <a:xfrm>
              <a:off x="4428000" y="4320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a:extLst>
                <a:ext uri="{FF2B5EF4-FFF2-40B4-BE49-F238E27FC236}">
                  <a16:creationId xmlns:a16="http://schemas.microsoft.com/office/drawing/2014/main" id="{7FC24467-64F9-C4D4-599B-50FB78E30F68}"/>
                </a:ext>
              </a:extLst>
            </p:cNvPr>
            <p:cNvSpPr/>
            <p:nvPr/>
          </p:nvSpPr>
          <p:spPr>
            <a:xfrm>
              <a:off x="2160000" y="3888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 name="直接箭头连接符 56">
              <a:extLst>
                <a:ext uri="{FF2B5EF4-FFF2-40B4-BE49-F238E27FC236}">
                  <a16:creationId xmlns:a16="http://schemas.microsoft.com/office/drawing/2014/main" id="{B0E4D1F6-5119-B219-8021-23ED3E7B4994}"/>
                </a:ext>
              </a:extLst>
            </p:cNvPr>
            <p:cNvCxnSpPr>
              <a:cxnSpLocks/>
              <a:stCxn id="56" idx="6"/>
            </p:cNvCxnSpPr>
            <p:nvPr/>
          </p:nvCxnSpPr>
          <p:spPr>
            <a:xfrm>
              <a:off x="2268000" y="3942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8" name="椭圆 57">
              <a:extLst>
                <a:ext uri="{FF2B5EF4-FFF2-40B4-BE49-F238E27FC236}">
                  <a16:creationId xmlns:a16="http://schemas.microsoft.com/office/drawing/2014/main" id="{36F44618-0026-94CD-85C6-E595F25E0BC1}"/>
                </a:ext>
              </a:extLst>
            </p:cNvPr>
            <p:cNvSpPr/>
            <p:nvPr/>
          </p:nvSpPr>
          <p:spPr>
            <a:xfrm>
              <a:off x="2160000" y="525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箭头连接符 58">
              <a:extLst>
                <a:ext uri="{FF2B5EF4-FFF2-40B4-BE49-F238E27FC236}">
                  <a16:creationId xmlns:a16="http://schemas.microsoft.com/office/drawing/2014/main" id="{6E98074B-3E04-52AE-12C4-333CE68ABCCA}"/>
                </a:ext>
              </a:extLst>
            </p:cNvPr>
            <p:cNvCxnSpPr>
              <a:cxnSpLocks/>
              <a:stCxn id="58" idx="6"/>
            </p:cNvCxnSpPr>
            <p:nvPr/>
          </p:nvCxnSpPr>
          <p:spPr>
            <a:xfrm>
              <a:off x="2268000" y="5310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5810F6B2-6FCA-DF0A-A782-A646932A5796}"/>
                </a:ext>
              </a:extLst>
            </p:cNvPr>
            <p:cNvSpPr/>
            <p:nvPr/>
          </p:nvSpPr>
          <p:spPr>
            <a:xfrm>
              <a:off x="1620000" y="525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a:extLst>
                <a:ext uri="{FF2B5EF4-FFF2-40B4-BE49-F238E27FC236}">
                  <a16:creationId xmlns:a16="http://schemas.microsoft.com/office/drawing/2014/main" id="{CA68110E-8427-7E89-2C33-D473F9A6EB64}"/>
                </a:ext>
              </a:extLst>
            </p:cNvPr>
            <p:cNvSpPr/>
            <p:nvPr/>
          </p:nvSpPr>
          <p:spPr>
            <a:xfrm>
              <a:off x="864000" y="439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a:extLst>
                <a:ext uri="{FF2B5EF4-FFF2-40B4-BE49-F238E27FC236}">
                  <a16:creationId xmlns:a16="http://schemas.microsoft.com/office/drawing/2014/main" id="{6E445943-59FD-CD83-AA6A-28402101BE22}"/>
                </a:ext>
              </a:extLst>
            </p:cNvPr>
            <p:cNvSpPr/>
            <p:nvPr/>
          </p:nvSpPr>
          <p:spPr>
            <a:xfrm>
              <a:off x="1764000" y="475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a:extLst>
                <a:ext uri="{FF2B5EF4-FFF2-40B4-BE49-F238E27FC236}">
                  <a16:creationId xmlns:a16="http://schemas.microsoft.com/office/drawing/2014/main" id="{E4A8C9E6-E75D-4089-FC89-10CCAB360789}"/>
                </a:ext>
              </a:extLst>
            </p:cNvPr>
            <p:cNvSpPr/>
            <p:nvPr/>
          </p:nvSpPr>
          <p:spPr>
            <a:xfrm>
              <a:off x="4320000" y="525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a:extLst>
                <a:ext uri="{FF2B5EF4-FFF2-40B4-BE49-F238E27FC236}">
                  <a16:creationId xmlns:a16="http://schemas.microsoft.com/office/drawing/2014/main" id="{CF26E1AB-1358-E585-6396-F542E1967B78}"/>
                </a:ext>
              </a:extLst>
            </p:cNvPr>
            <p:cNvSpPr/>
            <p:nvPr/>
          </p:nvSpPr>
          <p:spPr>
            <a:xfrm>
              <a:off x="4932000" y="471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5" name="组合 64">
            <a:extLst>
              <a:ext uri="{FF2B5EF4-FFF2-40B4-BE49-F238E27FC236}">
                <a16:creationId xmlns:a16="http://schemas.microsoft.com/office/drawing/2014/main" id="{6CBE7F84-9DA4-D36D-CC07-FA42D4BAEB87}"/>
              </a:ext>
            </a:extLst>
          </p:cNvPr>
          <p:cNvGrpSpPr/>
          <p:nvPr/>
        </p:nvGrpSpPr>
        <p:grpSpPr>
          <a:xfrm>
            <a:off x="6480000" y="3348000"/>
            <a:ext cx="4680000" cy="2088000"/>
            <a:chOff x="6480000" y="3348000"/>
            <a:chExt cx="4680000" cy="2088000"/>
          </a:xfrm>
        </p:grpSpPr>
        <p:sp>
          <p:nvSpPr>
            <p:cNvPr id="66" name="矩形 65">
              <a:extLst>
                <a:ext uri="{FF2B5EF4-FFF2-40B4-BE49-F238E27FC236}">
                  <a16:creationId xmlns:a16="http://schemas.microsoft.com/office/drawing/2014/main" id="{15A1CD7F-C3A3-554D-5571-1ED61B210C3F}"/>
                </a:ext>
              </a:extLst>
            </p:cNvPr>
            <p:cNvSpPr/>
            <p:nvPr/>
          </p:nvSpPr>
          <p:spPr>
            <a:xfrm>
              <a:off x="7830000" y="3780000"/>
              <a:ext cx="1980000" cy="1656000"/>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C0762365-DC67-38D6-FEC4-7A83FDCB78CA}"/>
                </a:ext>
              </a:extLst>
            </p:cNvPr>
            <p:cNvSpPr txBox="1"/>
            <p:nvPr/>
          </p:nvSpPr>
          <p:spPr>
            <a:xfrm>
              <a:off x="6480000" y="3348000"/>
              <a:ext cx="2340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P </a:t>
              </a:r>
              <a:r>
                <a:rPr kumimoji="1" lang="zh-CN" altLang="en-US" sz="2400" dirty="0">
                  <a:latin typeface="微软雅黑" panose="020B0503020204020204" pitchFamily="34" charset="-122"/>
                  <a:ea typeface="微软雅黑" panose="020B0503020204020204" pitchFamily="34" charset="-122"/>
                </a:rPr>
                <a:t>型</a:t>
              </a:r>
              <a:endParaRPr lang="zh-CN" altLang="en-US" sz="2400" dirty="0"/>
            </a:p>
          </p:txBody>
        </p:sp>
        <p:sp>
          <p:nvSpPr>
            <p:cNvPr id="68" name="文本框 67">
              <a:extLst>
                <a:ext uri="{FF2B5EF4-FFF2-40B4-BE49-F238E27FC236}">
                  <a16:creationId xmlns:a16="http://schemas.microsoft.com/office/drawing/2014/main" id="{2DC086C9-88A0-8BE8-8139-A5AF7F0B3878}"/>
                </a:ext>
              </a:extLst>
            </p:cNvPr>
            <p:cNvSpPr txBox="1"/>
            <p:nvPr/>
          </p:nvSpPr>
          <p:spPr>
            <a:xfrm>
              <a:off x="8820000" y="3348000"/>
              <a:ext cx="2340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N </a:t>
              </a:r>
              <a:r>
                <a:rPr kumimoji="1" lang="zh-CN" altLang="en-US" sz="2400" dirty="0">
                  <a:latin typeface="微软雅黑" panose="020B0503020204020204" pitchFamily="34" charset="-122"/>
                  <a:ea typeface="微软雅黑" panose="020B0503020204020204" pitchFamily="34" charset="-122"/>
                </a:rPr>
                <a:t>型</a:t>
              </a:r>
              <a:endParaRPr lang="zh-CN" altLang="en-US" sz="2400" dirty="0"/>
            </a:p>
          </p:txBody>
        </p:sp>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9A336F0B-1812-A61D-EC81-4C84486B5841}"/>
                    </a:ext>
                  </a:extLst>
                </p:cNvPr>
                <p:cNvSpPr/>
                <p:nvPr/>
              </p:nvSpPr>
              <p:spPr>
                <a:xfrm>
                  <a:off x="6480000" y="3780000"/>
                  <a:ext cx="2340000" cy="1656000"/>
                </a:xfrm>
                <a:prstGeom prst="rect">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spcAft>
                      <a:spcPts val="1200"/>
                    </a:spcAft>
                  </a:pPr>
                  <a14:m>
                    <m:oMath xmlns:m="http://schemas.openxmlformats.org/officeDocument/2006/math">
                      <m:r>
                        <a:rPr kumimoji="1" lang="en-US" altLang="zh-CN" sz="2200" i="1" smtClean="0">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zh-CN" altLang="en-US" sz="2200" dirty="0"/>
                </a:p>
                <a:p>
                  <a:pPr algn="ctr">
                    <a:spcAft>
                      <a:spcPts val="1200"/>
                    </a:spcAft>
                  </a:pP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zh-CN" altLang="en-US" sz="2200" dirty="0"/>
                </a:p>
                <a:p>
                  <a:pPr algn="ctr">
                    <a:spcAft>
                      <a:spcPts val="1200"/>
                    </a:spcAft>
                  </a:pP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p>
              </p:txBody>
            </p:sp>
          </mc:Choice>
          <mc:Fallback xmlns="">
            <p:sp>
              <p:nvSpPr>
                <p:cNvPr id="47" name="矩形 46">
                  <a:extLst>
                    <a:ext uri="{FF2B5EF4-FFF2-40B4-BE49-F238E27FC236}">
                      <a16:creationId xmlns:a16="http://schemas.microsoft.com/office/drawing/2014/main" id="{446B99EF-6D78-A002-DFBC-10ABE89C4C8B}"/>
                    </a:ext>
                  </a:extLst>
                </p:cNvPr>
                <p:cNvSpPr>
                  <a:spLocks noRot="1" noChangeAspect="1" noMove="1" noResize="1" noEditPoints="1" noAdjustHandles="1" noChangeArrowheads="1" noChangeShapeType="1" noTextEdit="1"/>
                </p:cNvSpPr>
                <p:nvPr/>
              </p:nvSpPr>
              <p:spPr>
                <a:xfrm>
                  <a:off x="6480000" y="3780000"/>
                  <a:ext cx="2340000" cy="1656000"/>
                </a:xfrm>
                <a:prstGeom prst="rect">
                  <a:avLst/>
                </a:prstGeom>
                <a:blipFill>
                  <a:blip r:embed="rId5"/>
                  <a:stretch>
                    <a:fillRect/>
                  </a:stretch>
                </a:blipFill>
                <a:ln w="2540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E3ECBDC1-EAA0-6766-4511-3C8D7B78BD12}"/>
                    </a:ext>
                  </a:extLst>
                </p:cNvPr>
                <p:cNvSpPr/>
                <p:nvPr/>
              </p:nvSpPr>
              <p:spPr>
                <a:xfrm>
                  <a:off x="8820000" y="3780000"/>
                  <a:ext cx="2340000" cy="1656000"/>
                </a:xfrm>
                <a:prstGeom prst="rect">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spcAft>
                      <a:spcPts val="1200"/>
                    </a:spcAft>
                  </a:pPr>
                  <a14:m>
                    <m:oMath xmlns:m="http://schemas.openxmlformats.org/officeDocument/2006/math">
                      <m:r>
                        <a:rPr kumimoji="1" lang="en-US" altLang="zh-CN" sz="2200" i="1" smtClean="0">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en-US" altLang="zh-CN" sz="2200" dirty="0"/>
                </a:p>
                <a:p>
                  <a:pPr algn="ctr">
                    <a:spcAft>
                      <a:spcPts val="1200"/>
                    </a:spcAft>
                  </a:pPr>
                  <a14:m>
                    <m:oMath xmlns:m="http://schemas.openxmlformats.org/officeDocument/2006/math">
                      <m:r>
                        <a:rPr kumimoji="1" lang="en-US" altLang="zh-CN" sz="2200" i="1" smtClean="0">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en-US" altLang="zh-CN" sz="2200" dirty="0"/>
                </a:p>
                <a:p>
                  <a:pPr algn="ctr">
                    <a:spcAft>
                      <a:spcPts val="1200"/>
                    </a:spcAft>
                  </a:pP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zh-CN" altLang="en-US" sz="2200" dirty="0"/>
                </a:p>
              </p:txBody>
            </p:sp>
          </mc:Choice>
          <mc:Fallback xmlns="">
            <p:sp>
              <p:nvSpPr>
                <p:cNvPr id="48" name="矩形 47">
                  <a:extLst>
                    <a:ext uri="{FF2B5EF4-FFF2-40B4-BE49-F238E27FC236}">
                      <a16:creationId xmlns:a16="http://schemas.microsoft.com/office/drawing/2014/main" id="{70A15BCA-C75C-EE7F-85BA-FD27916E6851}"/>
                    </a:ext>
                  </a:extLst>
                </p:cNvPr>
                <p:cNvSpPr>
                  <a:spLocks noRot="1" noChangeAspect="1" noMove="1" noResize="1" noEditPoints="1" noAdjustHandles="1" noChangeArrowheads="1" noChangeShapeType="1" noTextEdit="1"/>
                </p:cNvSpPr>
                <p:nvPr/>
              </p:nvSpPr>
              <p:spPr>
                <a:xfrm>
                  <a:off x="8820000" y="3780000"/>
                  <a:ext cx="2340000" cy="1656000"/>
                </a:xfrm>
                <a:prstGeom prst="rect">
                  <a:avLst/>
                </a:prstGeom>
                <a:blipFill>
                  <a:blip r:embed="rId6"/>
                  <a:stretch>
                    <a:fillRect/>
                  </a:stretch>
                </a:blipFill>
                <a:ln w="25400"/>
              </p:spPr>
              <p:txBody>
                <a:bodyPr/>
                <a:lstStyle/>
                <a:p>
                  <a:r>
                    <a:rPr lang="zh-CN" altLang="en-US">
                      <a:noFill/>
                    </a:rPr>
                    <a:t> </a:t>
                  </a:r>
                </a:p>
              </p:txBody>
            </p:sp>
          </mc:Fallback>
        </mc:AlternateContent>
        <p:sp>
          <p:nvSpPr>
            <p:cNvPr id="71" name="椭圆 70">
              <a:extLst>
                <a:ext uri="{FF2B5EF4-FFF2-40B4-BE49-F238E27FC236}">
                  <a16:creationId xmlns:a16="http://schemas.microsoft.com/office/drawing/2014/main" id="{E934FE0A-5101-0A16-59D2-8AEA17543595}"/>
                </a:ext>
              </a:extLst>
            </p:cNvPr>
            <p:cNvSpPr/>
            <p:nvPr/>
          </p:nvSpPr>
          <p:spPr>
            <a:xfrm>
              <a:off x="6840000" y="3888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15C3F2DC-6185-073F-2082-9266F36190CB}"/>
                </a:ext>
              </a:extLst>
            </p:cNvPr>
            <p:cNvSpPr/>
            <p:nvPr/>
          </p:nvSpPr>
          <p:spPr>
            <a:xfrm>
              <a:off x="6912000" y="4320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a:extLst>
                <a:ext uri="{FF2B5EF4-FFF2-40B4-BE49-F238E27FC236}">
                  <a16:creationId xmlns:a16="http://schemas.microsoft.com/office/drawing/2014/main" id="{0968F6BE-B6EB-0727-F5A8-37078E5BBCEF}"/>
                </a:ext>
              </a:extLst>
            </p:cNvPr>
            <p:cNvSpPr/>
            <p:nvPr/>
          </p:nvSpPr>
          <p:spPr>
            <a:xfrm>
              <a:off x="6840000" y="4824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0E433A07-BD75-F838-78E6-3353E7393450}"/>
                </a:ext>
              </a:extLst>
            </p:cNvPr>
            <p:cNvSpPr/>
            <p:nvPr/>
          </p:nvSpPr>
          <p:spPr>
            <a:xfrm>
              <a:off x="7308000" y="489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682057C4-14C6-7AE6-82C4-201E53082EE5}"/>
                </a:ext>
              </a:extLst>
            </p:cNvPr>
            <p:cNvSpPr/>
            <p:nvPr/>
          </p:nvSpPr>
          <p:spPr>
            <a:xfrm>
              <a:off x="7452000" y="4284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D824B34B-FE94-4952-1D93-5BFA374A3693}"/>
                </a:ext>
              </a:extLst>
            </p:cNvPr>
            <p:cNvSpPr/>
            <p:nvPr/>
          </p:nvSpPr>
          <p:spPr>
            <a:xfrm>
              <a:off x="6516000" y="5220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8C00D684-185E-DC3E-3558-81A16DE9933C}"/>
                </a:ext>
              </a:extLst>
            </p:cNvPr>
            <p:cNvSpPr/>
            <p:nvPr/>
          </p:nvSpPr>
          <p:spPr>
            <a:xfrm>
              <a:off x="10044000" y="3888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7C952BCB-DC16-2216-B850-AE39B2FE8544}"/>
                </a:ext>
              </a:extLst>
            </p:cNvPr>
            <p:cNvSpPr/>
            <p:nvPr/>
          </p:nvSpPr>
          <p:spPr>
            <a:xfrm>
              <a:off x="10152000" y="4788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512BCD64-1C3C-3F4D-AD8B-2BC247F79524}"/>
                </a:ext>
              </a:extLst>
            </p:cNvPr>
            <p:cNvSpPr/>
            <p:nvPr/>
          </p:nvSpPr>
          <p:spPr>
            <a:xfrm>
              <a:off x="10620000" y="5220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6C6F569D-671D-A316-5507-DC29C7056A73}"/>
                </a:ext>
              </a:extLst>
            </p:cNvPr>
            <p:cNvSpPr/>
            <p:nvPr/>
          </p:nvSpPr>
          <p:spPr>
            <a:xfrm>
              <a:off x="10548000" y="4284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90432B6A-D299-A537-56C0-6A7335220805}"/>
                </a:ext>
              </a:extLst>
            </p:cNvPr>
            <p:cNvSpPr/>
            <p:nvPr/>
          </p:nvSpPr>
          <p:spPr>
            <a:xfrm>
              <a:off x="11016000" y="4824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3BCB544F-C762-6382-AE3D-6636821330F4}"/>
                </a:ext>
              </a:extLst>
            </p:cNvPr>
            <p:cNvSpPr/>
            <p:nvPr/>
          </p:nvSpPr>
          <p:spPr>
            <a:xfrm>
              <a:off x="10692000" y="385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EE566FCD-B09A-55E5-C081-F6D7D2DE9761}"/>
                </a:ext>
              </a:extLst>
            </p:cNvPr>
            <p:cNvSpPr/>
            <p:nvPr/>
          </p:nvSpPr>
          <p:spPr>
            <a:xfrm>
              <a:off x="10080000" y="4320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52374B3C-7C35-FEAD-ADA4-C4B43C3AC2D8}"/>
                </a:ext>
              </a:extLst>
            </p:cNvPr>
            <p:cNvSpPr/>
            <p:nvPr/>
          </p:nvSpPr>
          <p:spPr>
            <a:xfrm>
              <a:off x="7272000" y="525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8EDB1B76-CD7F-52FB-C5B4-3A9E6AE92B80}"/>
                </a:ext>
              </a:extLst>
            </p:cNvPr>
            <p:cNvSpPr/>
            <p:nvPr/>
          </p:nvSpPr>
          <p:spPr>
            <a:xfrm>
              <a:off x="6516000" y="439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105A49F9-1086-327C-84CD-D65C6EB87248}"/>
                </a:ext>
              </a:extLst>
            </p:cNvPr>
            <p:cNvSpPr/>
            <p:nvPr/>
          </p:nvSpPr>
          <p:spPr>
            <a:xfrm>
              <a:off x="7416000" y="475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42BE4710-4E7A-CAEC-9F0A-1C6EA6149679}"/>
                </a:ext>
              </a:extLst>
            </p:cNvPr>
            <p:cNvSpPr/>
            <p:nvPr/>
          </p:nvSpPr>
          <p:spPr>
            <a:xfrm>
              <a:off x="9972000" y="525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80A7BD76-3E39-E647-B238-2F6154B149F3}"/>
                </a:ext>
              </a:extLst>
            </p:cNvPr>
            <p:cNvSpPr/>
            <p:nvPr/>
          </p:nvSpPr>
          <p:spPr>
            <a:xfrm>
              <a:off x="10584000" y="471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5030692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DD2B9-40F2-9CE9-EE08-FAEDBECE2270}"/>
            </a:ext>
          </a:extLst>
        </p:cNvPr>
        <p:cNvGrpSpPr/>
        <p:nvPr/>
      </p:nvGrpSpPr>
      <p:grpSpPr>
        <a:xfrm>
          <a:off x="0" y="0"/>
          <a:ext cx="0" cy="0"/>
          <a:chOff x="0" y="0"/>
          <a:chExt cx="0" cy="0"/>
        </a:xfrm>
      </p:grpSpPr>
      <p:pic>
        <p:nvPicPr>
          <p:cNvPr id="82" name="图片 81">
            <a:extLst>
              <a:ext uri="{FF2B5EF4-FFF2-40B4-BE49-F238E27FC236}">
                <a16:creationId xmlns:a16="http://schemas.microsoft.com/office/drawing/2014/main" id="{88397DEF-C5C2-87EC-8D9D-A6DFAD3361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0000" y="2448000"/>
            <a:ext cx="3114875" cy="2592000"/>
          </a:xfrm>
          <a:prstGeom prst="rect">
            <a:avLst/>
          </a:prstGeom>
        </p:spPr>
      </p:pic>
      <p:sp>
        <p:nvSpPr>
          <p:cNvPr id="3" name="标题 1">
            <a:extLst>
              <a:ext uri="{FF2B5EF4-FFF2-40B4-BE49-F238E27FC236}">
                <a16:creationId xmlns:a16="http://schemas.microsoft.com/office/drawing/2014/main" id="{49772906-7FC2-2DE0-4F6F-426D15C4285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模拟部分（二极管）</a:t>
            </a:r>
          </a:p>
        </p:txBody>
      </p:sp>
      <p:sp>
        <p:nvSpPr>
          <p:cNvPr id="4" name="文本框 3">
            <a:extLst>
              <a:ext uri="{FF2B5EF4-FFF2-40B4-BE49-F238E27FC236}">
                <a16:creationId xmlns:a16="http://schemas.microsoft.com/office/drawing/2014/main" id="{1D524A4A-C3F1-91C4-E227-9F07CAAC23C8}"/>
              </a:ext>
            </a:extLst>
          </p:cNvPr>
          <p:cNvSpPr txBox="1"/>
          <p:nvPr/>
        </p:nvSpPr>
        <p:spPr>
          <a:xfrm>
            <a:off x="360000" y="827999"/>
            <a:ext cx="6480000" cy="1612108"/>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二极管（</a:t>
            </a:r>
            <a:r>
              <a:rPr kumimoji="1" lang="en-US" altLang="zh-CN" sz="2800" dirty="0">
                <a:solidFill>
                  <a:srgbClr val="002060"/>
                </a:solidFill>
                <a:latin typeface="微软雅黑" panose="020B0503020204020204" pitchFamily="34" charset="-122"/>
                <a:ea typeface="微软雅黑" panose="020B0503020204020204" pitchFamily="34" charset="-122"/>
              </a:rPr>
              <a:t>PN </a:t>
            </a:r>
            <a:r>
              <a:rPr kumimoji="1" lang="zh-CN" altLang="en-US" sz="2800" dirty="0">
                <a:solidFill>
                  <a:srgbClr val="002060"/>
                </a:solidFill>
                <a:latin typeface="微软雅黑" panose="020B0503020204020204" pitchFamily="34" charset="-122"/>
                <a:ea typeface="微软雅黑" panose="020B0503020204020204" pitchFamily="34" charset="-122"/>
              </a:rPr>
              <a:t>结的物化器件）</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符号，伏安特性（四个区）</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两种简化模型（理想、恒压降）</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4683C71B-61F6-ED91-EA36-A7D1D6A9BA43}"/>
                  </a:ext>
                </a:extLst>
              </p:cNvPr>
              <p:cNvSpPr txBox="1"/>
              <p:nvPr/>
            </p:nvSpPr>
            <p:spPr>
              <a:xfrm>
                <a:off x="359999" y="5039999"/>
                <a:ext cx="6768000" cy="1080000"/>
              </a:xfrm>
              <a:prstGeom prst="rect">
                <a:avLst/>
              </a:prstGeom>
              <a:noFill/>
            </p:spPr>
            <p:txBody>
              <a:bodyPr wrap="square">
                <a:spAutoFit/>
              </a:bodyPr>
              <a:lstStyle/>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小信号工作情况（用于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th</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的情况）</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先求直流（静态工作点，再求交流）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40" name="文本框 39">
                <a:extLst>
                  <a:ext uri="{FF2B5EF4-FFF2-40B4-BE49-F238E27FC236}">
                    <a16:creationId xmlns:a16="http://schemas.microsoft.com/office/drawing/2014/main" id="{4683C71B-61F6-ED91-EA36-A7D1D6A9BA43}"/>
                  </a:ext>
                </a:extLst>
              </p:cNvPr>
              <p:cNvSpPr txBox="1">
                <a:spLocks noRot="1" noChangeAspect="1" noMove="1" noResize="1" noEditPoints="1" noAdjustHandles="1" noChangeArrowheads="1" noChangeShapeType="1" noTextEdit="1"/>
              </p:cNvSpPr>
              <p:nvPr/>
            </p:nvSpPr>
            <p:spPr>
              <a:xfrm>
                <a:off x="359999" y="5039999"/>
                <a:ext cx="6768000" cy="1080000"/>
              </a:xfrm>
              <a:prstGeom prst="rect">
                <a:avLst/>
              </a:prstGeom>
              <a:blipFill>
                <a:blip r:embed="rId4"/>
                <a:stretch>
                  <a:fillRect t="-1130" r="-631" b="-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Rectangle 8">
                <a:extLst>
                  <a:ext uri="{FF2B5EF4-FFF2-40B4-BE49-F238E27FC236}">
                    <a16:creationId xmlns:a16="http://schemas.microsoft.com/office/drawing/2014/main" id="{A532D779-E2AB-3E4D-12F4-1F836C1EB82F}"/>
                  </a:ext>
                </a:extLst>
              </p:cNvPr>
              <p:cNvSpPr>
                <a:spLocks noChangeArrowheads="1"/>
              </p:cNvSpPr>
              <p:nvPr/>
            </p:nvSpPr>
            <p:spPr bwMode="auto">
              <a:xfrm>
                <a:off x="1439999" y="6048000"/>
                <a:ext cx="2880000" cy="720838"/>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left"/>
                    </m:oMathParaPr>
                    <m:oMath xmlns:m="http://schemas.openxmlformats.org/officeDocument/2006/math">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𝑟</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fPr>
                        <m:num>
                          <m:r>
                            <m:rPr>
                              <m:sty m:val="p"/>
                            </m:rPr>
                            <a:rPr kumimoji="1" lang="el-GR" altLang="zh-CN" sz="2000" b="0" i="1" smtClean="0">
                              <a:solidFill>
                                <a:schemeClr val="accent5">
                                  <a:lumMod val="75000"/>
                                </a:schemeClr>
                              </a:solidFill>
                              <a:latin typeface="Cambria Math" panose="02040503050406030204" pitchFamily="18" charset="0"/>
                              <a:ea typeface="Cambria Math" panose="02040503050406030204" pitchFamily="18" charset="0"/>
                            </a:rPr>
                            <m:t>Δ</m:t>
                          </m:r>
                          <m:sSub>
                            <m:sSubPr>
                              <m:ctrlP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num>
                        <m:den>
                          <m:r>
                            <m:rPr>
                              <m:sty m:val="p"/>
                            </m:rPr>
                            <a:rPr kumimoji="1" lang="el-GR" altLang="zh-CN" sz="2000" b="0" i="1">
                              <a:solidFill>
                                <a:schemeClr val="accent5">
                                  <a:lumMod val="75000"/>
                                </a:schemeClr>
                              </a:solidFill>
                              <a:latin typeface="Cambria Math" panose="02040503050406030204" pitchFamily="18" charset="0"/>
                              <a:ea typeface="Cambria Math" panose="02040503050406030204" pitchFamily="18" charset="0"/>
                            </a:rPr>
                            <m:t>Δ</m:t>
                          </m:r>
                          <m:sSub>
                            <m:sSubPr>
                              <m:ctrlP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den>
                      </m:f>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fPr>
                        <m:num>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T</m:t>
                              </m:r>
                            </m:sub>
                          </m:sSub>
                        </m:num>
                        <m:den>
                          <m:sSub>
                            <m:sSubPr>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den>
                      </m:f>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ctrlPr>
                        </m:fPr>
                        <m:num>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26 </m:t>
                          </m:r>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m</m:t>
                          </m:r>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𝑉</m:t>
                          </m:r>
                        </m:num>
                        <m:den>
                          <m:sSub>
                            <m:sSubPr>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000" b="0">
                                  <a:solidFill>
                                    <a:schemeClr val="accent5">
                                      <a:lumMod val="75000"/>
                                    </a:schemeClr>
                                  </a:solidFill>
                                  <a:latin typeface="Cambria Math" panose="02040503050406030204" pitchFamily="18" charset="0"/>
                                  <a:ea typeface="微软雅黑" panose="020B0503020204020204" pitchFamily="34" charset="-122"/>
                                </a:rPr>
                                <m:t>D</m:t>
                              </m:r>
                            </m:sub>
                          </m:sSub>
                        </m:den>
                      </m:f>
                    </m:oMath>
                  </m:oMathPara>
                </a14:m>
                <a:endParaRPr kumimoji="1" lang="zh-CN" altLang="en-US" sz="2000" b="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41" name="Rectangle 8">
                <a:extLst>
                  <a:ext uri="{FF2B5EF4-FFF2-40B4-BE49-F238E27FC236}">
                    <a16:creationId xmlns:a16="http://schemas.microsoft.com/office/drawing/2014/main" id="{A532D779-E2AB-3E4D-12F4-1F836C1EB82F}"/>
                  </a:ext>
                </a:extLst>
              </p:cNvPr>
              <p:cNvSpPr>
                <a:spLocks noRot="1" noChangeAspect="1" noMove="1" noResize="1" noEditPoints="1" noAdjustHandles="1" noChangeArrowheads="1" noChangeShapeType="1" noTextEdit="1"/>
              </p:cNvSpPr>
              <p:nvPr/>
            </p:nvSpPr>
            <p:spPr bwMode="auto">
              <a:xfrm>
                <a:off x="1439999" y="6048000"/>
                <a:ext cx="2880000" cy="720838"/>
              </a:xfrm>
              <a:prstGeom prst="rect">
                <a:avLst/>
              </a:prstGeom>
              <a:blipFill>
                <a:blip r:embed="rId5"/>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44" name="组合 43">
            <a:extLst>
              <a:ext uri="{FF2B5EF4-FFF2-40B4-BE49-F238E27FC236}">
                <a16:creationId xmlns:a16="http://schemas.microsoft.com/office/drawing/2014/main" id="{7B89B60B-5908-331F-E9C9-E77B057BDA92}"/>
              </a:ext>
            </a:extLst>
          </p:cNvPr>
          <p:cNvGrpSpPr/>
          <p:nvPr/>
        </p:nvGrpSpPr>
        <p:grpSpPr>
          <a:xfrm>
            <a:off x="11449269" y="6198682"/>
            <a:ext cx="786273" cy="548639"/>
            <a:chOff x="11454918" y="5839511"/>
            <a:chExt cx="786273" cy="548639"/>
          </a:xfrm>
        </p:grpSpPr>
        <p:grpSp>
          <p:nvGrpSpPr>
            <p:cNvPr id="45" name="组合 44">
              <a:extLst>
                <a:ext uri="{FF2B5EF4-FFF2-40B4-BE49-F238E27FC236}">
                  <a16:creationId xmlns:a16="http://schemas.microsoft.com/office/drawing/2014/main" id="{CEF90B46-9A36-67EE-D3DE-48180EFA165C}"/>
                </a:ext>
              </a:extLst>
            </p:cNvPr>
            <p:cNvGrpSpPr/>
            <p:nvPr/>
          </p:nvGrpSpPr>
          <p:grpSpPr>
            <a:xfrm>
              <a:off x="11454918" y="5867450"/>
              <a:ext cx="737081" cy="520700"/>
              <a:chOff x="11454918" y="5867450"/>
              <a:chExt cx="737081" cy="520700"/>
            </a:xfrm>
          </p:grpSpPr>
          <p:sp>
            <p:nvSpPr>
              <p:cNvPr id="47" name="箭头: 五边形 46">
                <a:extLst>
                  <a:ext uri="{FF2B5EF4-FFF2-40B4-BE49-F238E27FC236}">
                    <a16:creationId xmlns:a16="http://schemas.microsoft.com/office/drawing/2014/main" id="{BE5ACA32-76FB-438E-89E3-F9735CBE825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箭头: V 形 47">
                <a:extLst>
                  <a:ext uri="{FF2B5EF4-FFF2-40B4-BE49-F238E27FC236}">
                    <a16:creationId xmlns:a16="http://schemas.microsoft.com/office/drawing/2014/main" id="{11B60A13-6C3A-058B-FE30-EFFA2182310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6" name="灯片编号占位符 3">
              <a:extLst>
                <a:ext uri="{FF2B5EF4-FFF2-40B4-BE49-F238E27FC236}">
                  <a16:creationId xmlns:a16="http://schemas.microsoft.com/office/drawing/2014/main" id="{88F1C271-04BE-5358-3175-7BD8CF12D10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48</a:t>
              </a:fld>
              <a:endParaRPr lang="zh-CN" altLang="en-US" sz="3200" dirty="0">
                <a:solidFill>
                  <a:schemeClr val="bg1"/>
                </a:solidFill>
                <a:latin typeface="Candara"/>
                <a:ea typeface="微软雅黑"/>
              </a:endParaRPr>
            </a:p>
          </p:txBody>
        </p:sp>
      </p:grpSp>
      <p:sp>
        <p:nvSpPr>
          <p:cNvPr id="49" name="文本框 48">
            <a:extLst>
              <a:ext uri="{FF2B5EF4-FFF2-40B4-BE49-F238E27FC236}">
                <a16:creationId xmlns:a16="http://schemas.microsoft.com/office/drawing/2014/main" id="{455E9CD8-FCE8-4F7C-E3BA-CD9E29E684FA}"/>
              </a:ext>
            </a:extLst>
          </p:cNvPr>
          <p:cNvSpPr txBox="1"/>
          <p:nvPr/>
        </p:nvSpPr>
        <p:spPr>
          <a:xfrm>
            <a:off x="8172000" y="6156000"/>
            <a:ext cx="2520000" cy="504000"/>
          </a:xfrm>
          <a:prstGeom prst="rect">
            <a:avLst/>
          </a:prstGeom>
          <a:noFill/>
        </p:spPr>
        <p:txBody>
          <a:bodyPr wrap="square">
            <a:spAutoFit/>
          </a:bodyPr>
          <a:lstStyle/>
          <a:p>
            <a:pPr algn="ct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二极管伏安曲线</a:t>
            </a:r>
            <a:endParaRPr lang="zh-CN" altLang="en-US" sz="2400" dirty="0">
              <a:solidFill>
                <a:schemeClr val="accent5">
                  <a:lumMod val="75000"/>
                </a:schemeClr>
              </a:solidFill>
            </a:endParaRPr>
          </a:p>
        </p:txBody>
      </p:sp>
      <p:grpSp>
        <p:nvGrpSpPr>
          <p:cNvPr id="50" name="组合 49">
            <a:extLst>
              <a:ext uri="{FF2B5EF4-FFF2-40B4-BE49-F238E27FC236}">
                <a16:creationId xmlns:a16="http://schemas.microsoft.com/office/drawing/2014/main" id="{A5F1D3E9-620F-19C8-CCBA-0493256EB8B1}"/>
              </a:ext>
            </a:extLst>
          </p:cNvPr>
          <p:cNvGrpSpPr/>
          <p:nvPr/>
        </p:nvGrpSpPr>
        <p:grpSpPr>
          <a:xfrm>
            <a:off x="8999999" y="576000"/>
            <a:ext cx="1656001" cy="1152000"/>
            <a:chOff x="8782253" y="699638"/>
            <a:chExt cx="1656001" cy="1152000"/>
          </a:xfrm>
        </p:grpSpPr>
        <mc:AlternateContent xmlns:mc="http://schemas.openxmlformats.org/markup-compatibility/2006" xmlns:a14="http://schemas.microsoft.com/office/drawing/2010/main">
          <mc:Choice Requires="a14">
            <p:sp>
              <p:nvSpPr>
                <p:cNvPr id="51" name="Rectangle 8">
                  <a:extLst>
                    <a:ext uri="{FF2B5EF4-FFF2-40B4-BE49-F238E27FC236}">
                      <a16:creationId xmlns:a16="http://schemas.microsoft.com/office/drawing/2014/main" id="{C6CC0AA6-72B9-EC04-C8B8-C33D2F658F50}"/>
                    </a:ext>
                  </a:extLst>
                </p:cNvPr>
                <p:cNvSpPr>
                  <a:spLocks noChangeArrowheads="1"/>
                </p:cNvSpPr>
                <p:nvPr/>
              </p:nvSpPr>
              <p:spPr bwMode="auto">
                <a:xfrm>
                  <a:off x="8962254" y="699638"/>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57" name="Rectangle 8">
                  <a:extLst>
                    <a:ext uri="{FF2B5EF4-FFF2-40B4-BE49-F238E27FC236}">
                      <a16:creationId xmlns:a16="http://schemas.microsoft.com/office/drawing/2014/main" id="{7D1A18F0-4FDD-AC28-809F-EB70838AE6D2}"/>
                    </a:ext>
                  </a:extLst>
                </p:cNvPr>
                <p:cNvSpPr>
                  <a:spLocks noRot="1" noChangeAspect="1" noMove="1" noResize="1" noEditPoints="1" noAdjustHandles="1" noChangeArrowheads="1" noChangeShapeType="1" noTextEdit="1"/>
                </p:cNvSpPr>
                <p:nvPr/>
              </p:nvSpPr>
              <p:spPr bwMode="auto">
                <a:xfrm>
                  <a:off x="8962254" y="699638"/>
                  <a:ext cx="360000" cy="432000"/>
                </a:xfrm>
                <a:prstGeom prst="rect">
                  <a:avLst/>
                </a:prstGeom>
                <a:blipFill>
                  <a:blip r:embed="rId6"/>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2" name="等腰三角形 51">
              <a:extLst>
                <a:ext uri="{FF2B5EF4-FFF2-40B4-BE49-F238E27FC236}">
                  <a16:creationId xmlns:a16="http://schemas.microsoft.com/office/drawing/2014/main" id="{AAAA7439-ABE2-7071-CD36-D47E41BCE2D6}"/>
                </a:ext>
              </a:extLst>
            </p:cNvPr>
            <p:cNvSpPr/>
            <p:nvPr/>
          </p:nvSpPr>
          <p:spPr>
            <a:xfrm rot="5400000">
              <a:off x="9358254" y="1023638"/>
              <a:ext cx="504000" cy="360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53" name="直接连接符 52">
              <a:extLst>
                <a:ext uri="{FF2B5EF4-FFF2-40B4-BE49-F238E27FC236}">
                  <a16:creationId xmlns:a16="http://schemas.microsoft.com/office/drawing/2014/main" id="{5EE14C44-F44B-6883-480D-2B096F4452CC}"/>
                </a:ext>
              </a:extLst>
            </p:cNvPr>
            <p:cNvCxnSpPr>
              <a:cxnSpLocks/>
            </p:cNvCxnSpPr>
            <p:nvPr/>
          </p:nvCxnSpPr>
          <p:spPr>
            <a:xfrm>
              <a:off x="8854254" y="1203638"/>
              <a:ext cx="144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6038A5DA-422C-4CC7-6779-5882E713D157}"/>
                </a:ext>
              </a:extLst>
            </p:cNvPr>
            <p:cNvCxnSpPr>
              <a:cxnSpLocks/>
            </p:cNvCxnSpPr>
            <p:nvPr/>
          </p:nvCxnSpPr>
          <p:spPr>
            <a:xfrm>
              <a:off x="9790254" y="933638"/>
              <a:ext cx="0" cy="5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Rectangle 8">
                  <a:extLst>
                    <a:ext uri="{FF2B5EF4-FFF2-40B4-BE49-F238E27FC236}">
                      <a16:creationId xmlns:a16="http://schemas.microsoft.com/office/drawing/2014/main" id="{95096A69-1698-6E23-EBA2-84C6E4E5BDDA}"/>
                    </a:ext>
                  </a:extLst>
                </p:cNvPr>
                <p:cNvSpPr>
                  <a:spLocks noChangeArrowheads="1"/>
                </p:cNvSpPr>
                <p:nvPr/>
              </p:nvSpPr>
              <p:spPr bwMode="auto">
                <a:xfrm>
                  <a:off x="8782254" y="1419638"/>
                  <a:ext cx="1656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53" name="Rectangle 8">
                  <a:extLst>
                    <a:ext uri="{FF2B5EF4-FFF2-40B4-BE49-F238E27FC236}">
                      <a16:creationId xmlns:a16="http://schemas.microsoft.com/office/drawing/2014/main" id="{1FAA1F17-9C6C-0BF0-3200-E7E05602B66C}"/>
                    </a:ext>
                  </a:extLst>
                </p:cNvPr>
                <p:cNvSpPr>
                  <a:spLocks noRot="1" noChangeAspect="1" noMove="1" noResize="1" noEditPoints="1" noAdjustHandles="1" noChangeArrowheads="1" noChangeShapeType="1" noTextEdit="1"/>
                </p:cNvSpPr>
                <p:nvPr/>
              </p:nvSpPr>
              <p:spPr bwMode="auto">
                <a:xfrm>
                  <a:off x="8782254" y="1419638"/>
                  <a:ext cx="1656000" cy="432000"/>
                </a:xfrm>
                <a:prstGeom prst="rect">
                  <a:avLst/>
                </a:prstGeom>
                <a:blipFill>
                  <a:blip r:embed="rId7"/>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6" name="椭圆 55">
              <a:extLst>
                <a:ext uri="{FF2B5EF4-FFF2-40B4-BE49-F238E27FC236}">
                  <a16:creationId xmlns:a16="http://schemas.microsoft.com/office/drawing/2014/main" id="{BAA90A53-3C12-09D4-2D06-70A3D18A95C1}"/>
                </a:ext>
              </a:extLst>
            </p:cNvPr>
            <p:cNvSpPr/>
            <p:nvPr/>
          </p:nvSpPr>
          <p:spPr>
            <a:xfrm>
              <a:off x="10222254" y="1131638"/>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7" name="椭圆 56">
              <a:extLst>
                <a:ext uri="{FF2B5EF4-FFF2-40B4-BE49-F238E27FC236}">
                  <a16:creationId xmlns:a16="http://schemas.microsoft.com/office/drawing/2014/main" id="{B5B894B5-6061-862F-F06F-D558C04E28A9}"/>
                </a:ext>
              </a:extLst>
            </p:cNvPr>
            <p:cNvSpPr/>
            <p:nvPr/>
          </p:nvSpPr>
          <p:spPr>
            <a:xfrm>
              <a:off x="8782253" y="1131638"/>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58" name="直接箭头连接符 57">
              <a:extLst>
                <a:ext uri="{FF2B5EF4-FFF2-40B4-BE49-F238E27FC236}">
                  <a16:creationId xmlns:a16="http://schemas.microsoft.com/office/drawing/2014/main" id="{B85922D2-D8C6-A523-F7DC-16121FB2C054}"/>
                </a:ext>
              </a:extLst>
            </p:cNvPr>
            <p:cNvCxnSpPr>
              <a:cxnSpLocks/>
            </p:cNvCxnSpPr>
            <p:nvPr/>
          </p:nvCxnSpPr>
          <p:spPr>
            <a:xfrm>
              <a:off x="8962254" y="1095638"/>
              <a:ext cx="396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59" name="组合 58">
            <a:extLst>
              <a:ext uri="{FF2B5EF4-FFF2-40B4-BE49-F238E27FC236}">
                <a16:creationId xmlns:a16="http://schemas.microsoft.com/office/drawing/2014/main" id="{B3D81681-BAB4-312F-DDFD-089DF7A6E18E}"/>
              </a:ext>
            </a:extLst>
          </p:cNvPr>
          <p:cNvGrpSpPr/>
          <p:nvPr/>
        </p:nvGrpSpPr>
        <p:grpSpPr>
          <a:xfrm>
            <a:off x="7200000" y="2160000"/>
            <a:ext cx="4499999" cy="3816000"/>
            <a:chOff x="7356809" y="2154206"/>
            <a:chExt cx="4499999" cy="3816000"/>
          </a:xfrm>
        </p:grpSpPr>
        <p:sp>
          <p:nvSpPr>
            <p:cNvPr id="60" name="Line 6">
              <a:extLst>
                <a:ext uri="{FF2B5EF4-FFF2-40B4-BE49-F238E27FC236}">
                  <a16:creationId xmlns:a16="http://schemas.microsoft.com/office/drawing/2014/main" id="{5B5BA664-D5DF-239B-8129-2190740163F1}"/>
                </a:ext>
              </a:extLst>
            </p:cNvPr>
            <p:cNvSpPr>
              <a:spLocks noChangeShapeType="1"/>
            </p:cNvSpPr>
            <p:nvPr/>
          </p:nvSpPr>
          <p:spPr bwMode="auto">
            <a:xfrm>
              <a:off x="9588809" y="2370206"/>
              <a:ext cx="0" cy="3600000"/>
            </a:xfrm>
            <a:prstGeom prst="line">
              <a:avLst/>
            </a:prstGeom>
            <a:noFill/>
            <a:ln w="25400">
              <a:solidFill>
                <a:schemeClr val="tx1"/>
              </a:solidFill>
              <a:round/>
              <a:headEnd type="triangle" w="med" len="lg"/>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dirty="0"/>
            </a:p>
          </p:txBody>
        </p:sp>
        <p:sp>
          <p:nvSpPr>
            <p:cNvPr id="61" name="Line 7">
              <a:extLst>
                <a:ext uri="{FF2B5EF4-FFF2-40B4-BE49-F238E27FC236}">
                  <a16:creationId xmlns:a16="http://schemas.microsoft.com/office/drawing/2014/main" id="{D51F85F6-0AE9-354D-5EF2-D78E596A7859}"/>
                </a:ext>
              </a:extLst>
            </p:cNvPr>
            <p:cNvSpPr>
              <a:spLocks noChangeShapeType="1"/>
            </p:cNvSpPr>
            <p:nvPr/>
          </p:nvSpPr>
          <p:spPr bwMode="auto">
            <a:xfrm flipH="1">
              <a:off x="7788809" y="4476206"/>
              <a:ext cx="3492000" cy="0"/>
            </a:xfrm>
            <a:prstGeom prst="line">
              <a:avLst/>
            </a:prstGeom>
            <a:noFill/>
            <a:ln w="25400">
              <a:solidFill>
                <a:schemeClr val="tx1"/>
              </a:solidFill>
              <a:round/>
              <a:headEnd type="triangle" w="med" len="lg"/>
              <a:tailEnd type="none" w="sm" len="sm"/>
            </a:ln>
            <a:extLst>
              <a:ext uri="{909E8E84-426E-40dd-AFC4-6F175D3DCCD1}">
                <a14:hiddenFill xmlns="" xmlns:a14="http://schemas.microsoft.com/office/drawing/2010/main">
                  <a:noFill/>
                </a14:hiddenFill>
              </a:ext>
            </a:extLst>
          </p:spPr>
          <p:txBody>
            <a:bodyPr wrap="square" lIns="90000" tIns="46800" rIns="90000" bIns="46800" anchor="ctr">
              <a:spAutoFit/>
            </a:bodyPr>
            <a:lstStyle/>
            <a:p>
              <a:endParaRPr lang="zh-CN" altLang="en-US"/>
            </a:p>
          </p:txBody>
        </p:sp>
        <mc:AlternateContent xmlns:mc="http://schemas.openxmlformats.org/markup-compatibility/2006" xmlns:a14="http://schemas.microsoft.com/office/drawing/2010/main">
          <mc:Choice Requires="a14">
            <p:sp>
              <p:nvSpPr>
                <p:cNvPr id="62" name="Text Box 8">
                  <a:extLst>
                    <a:ext uri="{FF2B5EF4-FFF2-40B4-BE49-F238E27FC236}">
                      <a16:creationId xmlns:a16="http://schemas.microsoft.com/office/drawing/2014/main" id="{E89DB525-CEA0-0E72-6950-061F122BFA36}"/>
                    </a:ext>
                  </a:extLst>
                </p:cNvPr>
                <p:cNvSpPr txBox="1">
                  <a:spLocks noChangeArrowheads="1"/>
                </p:cNvSpPr>
                <p:nvPr/>
              </p:nvSpPr>
              <p:spPr bwMode="auto">
                <a:xfrm>
                  <a:off x="9552809" y="2154206"/>
                  <a:ext cx="576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a:latin typeface="Cambria Math" panose="02040503050406030204" pitchFamily="18" charset="0"/>
                                <a:ea typeface="微软雅黑" panose="020B0503020204020204" pitchFamily="34" charset="-122"/>
                              </a:rPr>
                              <m:t>𝑖</m:t>
                            </m:r>
                          </m:e>
                          <m:sub>
                            <m:r>
                              <m:rPr>
                                <m:sty m:val="p"/>
                              </m:rPr>
                              <a:rPr kumimoji="1" lang="en-US" altLang="zh-CN" sz="2400" b="0" i="0" smtClean="0">
                                <a:latin typeface="Cambria Math" panose="02040503050406030204" pitchFamily="18" charset="0"/>
                                <a:ea typeface="微软雅黑" panose="020B0503020204020204" pitchFamily="34" charset="-122"/>
                              </a:rPr>
                              <m:t>D</m:t>
                            </m:r>
                          </m:sub>
                        </m:sSub>
                      </m:oMath>
                    </m:oMathPara>
                  </a14:m>
                  <a:endParaRPr kumimoji="1" lang="en-US" altLang="zh-CN" sz="2400" i="1" dirty="0">
                    <a:ea typeface="楷体_GB2312" pitchFamily="49" charset="-122"/>
                  </a:endParaRPr>
                </a:p>
              </p:txBody>
            </p:sp>
          </mc:Choice>
          <mc:Fallback xmlns="">
            <p:sp>
              <p:nvSpPr>
                <p:cNvPr id="92" name="Text Box 8">
                  <a:extLst>
                    <a:ext uri="{FF2B5EF4-FFF2-40B4-BE49-F238E27FC236}">
                      <a16:creationId xmlns:a16="http://schemas.microsoft.com/office/drawing/2014/main" id="{6A82C561-E6A8-C511-51DF-A6EF0F33A137}"/>
                    </a:ext>
                  </a:extLst>
                </p:cNvPr>
                <p:cNvSpPr txBox="1">
                  <a:spLocks noRot="1" noChangeAspect="1" noMove="1" noResize="1" noEditPoints="1" noAdjustHandles="1" noChangeArrowheads="1" noChangeShapeType="1" noTextEdit="1"/>
                </p:cNvSpPr>
                <p:nvPr/>
              </p:nvSpPr>
              <p:spPr bwMode="auto">
                <a:xfrm>
                  <a:off x="9552809" y="2154206"/>
                  <a:ext cx="576000" cy="504000"/>
                </a:xfrm>
                <a:prstGeom prst="rect">
                  <a:avLst/>
                </a:prstGeom>
                <a:blipFill>
                  <a:blip r:embed="rId8"/>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Text Box 8">
                  <a:extLst>
                    <a:ext uri="{FF2B5EF4-FFF2-40B4-BE49-F238E27FC236}">
                      <a16:creationId xmlns:a16="http://schemas.microsoft.com/office/drawing/2014/main" id="{65E5B8DB-CEF6-F79E-1BE4-8D6317B4B926}"/>
                    </a:ext>
                  </a:extLst>
                </p:cNvPr>
                <p:cNvSpPr txBox="1">
                  <a:spLocks noChangeArrowheads="1"/>
                </p:cNvSpPr>
                <p:nvPr/>
              </p:nvSpPr>
              <p:spPr bwMode="auto">
                <a:xfrm>
                  <a:off x="11244808" y="4170206"/>
                  <a:ext cx="612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𝑣</m:t>
                            </m:r>
                          </m:e>
                          <m:sub>
                            <m:r>
                              <m:rPr>
                                <m:sty m:val="p"/>
                              </m:rPr>
                              <a:rPr kumimoji="1" lang="en-US" altLang="zh-CN" sz="2400" b="0" i="0" smtClean="0">
                                <a:latin typeface="Cambria Math" panose="02040503050406030204" pitchFamily="18" charset="0"/>
                                <a:ea typeface="微软雅黑" panose="020B0503020204020204" pitchFamily="34" charset="-122"/>
                              </a:rPr>
                              <m:t>D</m:t>
                            </m:r>
                          </m:sub>
                        </m:sSub>
                      </m:oMath>
                    </m:oMathPara>
                  </a14:m>
                  <a:endParaRPr kumimoji="1" lang="en-US" altLang="zh-CN" sz="2400" i="1" dirty="0">
                    <a:ea typeface="楷体_GB2312" pitchFamily="49" charset="-122"/>
                  </a:endParaRPr>
                </a:p>
              </p:txBody>
            </p:sp>
          </mc:Choice>
          <mc:Fallback xmlns="">
            <p:sp>
              <p:nvSpPr>
                <p:cNvPr id="93" name="Text Box 8">
                  <a:extLst>
                    <a:ext uri="{FF2B5EF4-FFF2-40B4-BE49-F238E27FC236}">
                      <a16:creationId xmlns:a16="http://schemas.microsoft.com/office/drawing/2014/main" id="{51CF5406-0D55-96CA-0AFE-9123F8ED8180}"/>
                    </a:ext>
                  </a:extLst>
                </p:cNvPr>
                <p:cNvSpPr txBox="1">
                  <a:spLocks noRot="1" noChangeAspect="1" noMove="1" noResize="1" noEditPoints="1" noAdjustHandles="1" noChangeArrowheads="1" noChangeShapeType="1" noTextEdit="1"/>
                </p:cNvSpPr>
                <p:nvPr/>
              </p:nvSpPr>
              <p:spPr bwMode="auto">
                <a:xfrm>
                  <a:off x="11244808" y="4170206"/>
                  <a:ext cx="612000" cy="504000"/>
                </a:xfrm>
                <a:prstGeom prst="rect">
                  <a:avLst/>
                </a:prstGeom>
                <a:blipFill>
                  <a:blip r:embed="rId9"/>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sp>
          <p:nvSpPr>
            <p:cNvPr id="64" name="任意多边形: 形状 63">
              <a:extLst>
                <a:ext uri="{FF2B5EF4-FFF2-40B4-BE49-F238E27FC236}">
                  <a16:creationId xmlns:a16="http://schemas.microsoft.com/office/drawing/2014/main" id="{04498924-CB39-72A2-4BEC-AEB0952D4580}"/>
                </a:ext>
              </a:extLst>
            </p:cNvPr>
            <p:cNvSpPr/>
            <p:nvPr/>
          </p:nvSpPr>
          <p:spPr>
            <a:xfrm>
              <a:off x="9948809" y="2442206"/>
              <a:ext cx="648000" cy="2034000"/>
            </a:xfrm>
            <a:custGeom>
              <a:avLst/>
              <a:gdLst>
                <a:gd name="connsiteX0" fmla="*/ 0 w 605831"/>
                <a:gd name="connsiteY0" fmla="*/ 1277899 h 1278370"/>
                <a:gd name="connsiteX1" fmla="*/ 428120 w 605831"/>
                <a:gd name="connsiteY1" fmla="*/ 1069493 h 1278370"/>
                <a:gd name="connsiteX2" fmla="*/ 605831 w 605831"/>
                <a:gd name="connsiteY2" fmla="*/ 0 h 1278370"/>
              </a:gdLst>
              <a:ahLst/>
              <a:cxnLst>
                <a:cxn ang="0">
                  <a:pos x="connsiteX0" y="connsiteY0"/>
                </a:cxn>
                <a:cxn ang="0">
                  <a:pos x="connsiteX1" y="connsiteY1"/>
                </a:cxn>
                <a:cxn ang="0">
                  <a:pos x="connsiteX2" y="connsiteY2"/>
                </a:cxn>
              </a:cxnLst>
              <a:rect l="l" t="t" r="r" b="b"/>
              <a:pathLst>
                <a:path w="605831" h="1278370">
                  <a:moveTo>
                    <a:pt x="0" y="1277899"/>
                  </a:moveTo>
                  <a:cubicBezTo>
                    <a:pt x="163574" y="1280187"/>
                    <a:pt x="327148" y="1282476"/>
                    <a:pt x="428120" y="1069493"/>
                  </a:cubicBezTo>
                  <a:cubicBezTo>
                    <a:pt x="529092" y="856510"/>
                    <a:pt x="605831" y="0"/>
                    <a:pt x="605831" y="0"/>
                  </a:cubicBez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5" name="直接连接符 64">
              <a:extLst>
                <a:ext uri="{FF2B5EF4-FFF2-40B4-BE49-F238E27FC236}">
                  <a16:creationId xmlns:a16="http://schemas.microsoft.com/office/drawing/2014/main" id="{D310F0AE-A373-0A97-FFED-484CC80C4B83}"/>
                </a:ext>
              </a:extLst>
            </p:cNvPr>
            <p:cNvCxnSpPr/>
            <p:nvPr/>
          </p:nvCxnSpPr>
          <p:spPr>
            <a:xfrm flipH="1">
              <a:off x="9588809" y="4476206"/>
              <a:ext cx="36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 Box 10">
              <a:extLst>
                <a:ext uri="{FF2B5EF4-FFF2-40B4-BE49-F238E27FC236}">
                  <a16:creationId xmlns:a16="http://schemas.microsoft.com/office/drawing/2014/main" id="{1B419DD3-441C-A566-EA66-6350ED779BB9}"/>
                </a:ext>
              </a:extLst>
            </p:cNvPr>
            <p:cNvSpPr txBox="1">
              <a:spLocks noChangeArrowheads="1"/>
            </p:cNvSpPr>
            <p:nvPr/>
          </p:nvSpPr>
          <p:spPr bwMode="auto">
            <a:xfrm>
              <a:off x="9624809" y="3378206"/>
              <a:ext cx="433387" cy="64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kumimoji="1" lang="zh-CN" altLang="en-US" sz="2000" b="0" dirty="0">
                  <a:latin typeface="微软雅黑" panose="020B0503020204020204" pitchFamily="34" charset="-122"/>
                  <a:ea typeface="微软雅黑" panose="020B0503020204020204" pitchFamily="34" charset="-122"/>
                </a:rPr>
                <a:t>死</a:t>
              </a:r>
            </a:p>
            <a:p>
              <a:pPr eaLnBrk="1" hangingPunct="1">
                <a:lnSpc>
                  <a:spcPct val="90000"/>
                </a:lnSpc>
                <a:spcAft>
                  <a:spcPct val="0"/>
                </a:spcAft>
                <a:buFontTx/>
                <a:buNone/>
              </a:pPr>
              <a:r>
                <a:rPr kumimoji="1" lang="zh-CN" altLang="en-US" sz="2000" b="0" dirty="0">
                  <a:latin typeface="微软雅黑" panose="020B0503020204020204" pitchFamily="34" charset="-122"/>
                  <a:ea typeface="微软雅黑" panose="020B0503020204020204" pitchFamily="34" charset="-122"/>
                </a:rPr>
                <a:t>区</a:t>
              </a:r>
            </a:p>
          </p:txBody>
        </p:sp>
        <p:sp>
          <p:nvSpPr>
            <p:cNvPr id="67" name="Line 13">
              <a:extLst>
                <a:ext uri="{FF2B5EF4-FFF2-40B4-BE49-F238E27FC236}">
                  <a16:creationId xmlns:a16="http://schemas.microsoft.com/office/drawing/2014/main" id="{667F2503-1A5F-24A7-E769-70F01531AF3B}"/>
                </a:ext>
              </a:extLst>
            </p:cNvPr>
            <p:cNvSpPr>
              <a:spLocks noChangeShapeType="1"/>
            </p:cNvSpPr>
            <p:nvPr/>
          </p:nvSpPr>
          <p:spPr bwMode="auto">
            <a:xfrm>
              <a:off x="10092809" y="2622206"/>
              <a:ext cx="0" cy="3312000"/>
            </a:xfrm>
            <a:prstGeom prst="line">
              <a:avLst/>
            </a:prstGeom>
            <a:noFill/>
            <a:ln w="19050">
              <a:solidFill>
                <a:srgbClr val="0033CC"/>
              </a:solidFill>
              <a:prstDash val="dash"/>
              <a:round/>
              <a:headEnd type="none" w="sm" len="sm"/>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68" name="Text Box 14">
              <a:extLst>
                <a:ext uri="{FF2B5EF4-FFF2-40B4-BE49-F238E27FC236}">
                  <a16:creationId xmlns:a16="http://schemas.microsoft.com/office/drawing/2014/main" id="{ED824AFD-393F-A6EE-B300-A94DEF9125CF}"/>
                </a:ext>
              </a:extLst>
            </p:cNvPr>
            <p:cNvSpPr txBox="1">
              <a:spLocks noChangeArrowheads="1"/>
            </p:cNvSpPr>
            <p:nvPr/>
          </p:nvSpPr>
          <p:spPr bwMode="auto">
            <a:xfrm>
              <a:off x="8292809" y="3522206"/>
              <a:ext cx="1296000" cy="36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kumimoji="1" lang="zh-CN" altLang="en-US" sz="2000" b="0" dirty="0">
                  <a:latin typeface="微软雅黑" panose="020B0503020204020204" pitchFamily="34" charset="-122"/>
                  <a:ea typeface="微软雅黑" panose="020B0503020204020204" pitchFamily="34" charset="-122"/>
                </a:rPr>
                <a:t>截止区</a:t>
              </a:r>
              <a:endParaRPr kumimoji="1" lang="en-US" altLang="zh-CN" sz="2000" b="0" dirty="0">
                <a:latin typeface="微软雅黑" panose="020B0503020204020204" pitchFamily="34" charset="-122"/>
                <a:ea typeface="微软雅黑" panose="020B0503020204020204" pitchFamily="34" charset="-122"/>
              </a:endParaRPr>
            </a:p>
          </p:txBody>
        </p:sp>
        <p:sp>
          <p:nvSpPr>
            <p:cNvPr id="69" name="Text Box 15">
              <a:extLst>
                <a:ext uri="{FF2B5EF4-FFF2-40B4-BE49-F238E27FC236}">
                  <a16:creationId xmlns:a16="http://schemas.microsoft.com/office/drawing/2014/main" id="{23E52620-F7FB-FC7F-5514-F03112E6B780}"/>
                </a:ext>
              </a:extLst>
            </p:cNvPr>
            <p:cNvSpPr txBox="1">
              <a:spLocks noChangeArrowheads="1"/>
            </p:cNvSpPr>
            <p:nvPr/>
          </p:nvSpPr>
          <p:spPr bwMode="auto">
            <a:xfrm>
              <a:off x="10416809" y="3522206"/>
              <a:ext cx="1189037" cy="36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kumimoji="1" lang="zh-CN" altLang="en-US" sz="2000" b="0" dirty="0">
                  <a:latin typeface="微软雅黑" panose="020B0503020204020204" pitchFamily="34" charset="-122"/>
                  <a:ea typeface="微软雅黑" panose="020B0503020204020204" pitchFamily="34" charset="-122"/>
                </a:rPr>
                <a:t>导通区</a:t>
              </a:r>
            </a:p>
          </p:txBody>
        </p:sp>
        <p:sp>
          <p:nvSpPr>
            <p:cNvPr id="70" name="Text Box 16">
              <a:extLst>
                <a:ext uri="{FF2B5EF4-FFF2-40B4-BE49-F238E27FC236}">
                  <a16:creationId xmlns:a16="http://schemas.microsoft.com/office/drawing/2014/main" id="{3C021F62-8B84-A19E-CFB3-B869AC27CB16}"/>
                </a:ext>
              </a:extLst>
            </p:cNvPr>
            <p:cNvSpPr txBox="1">
              <a:spLocks noChangeArrowheads="1"/>
            </p:cNvSpPr>
            <p:nvPr/>
          </p:nvSpPr>
          <p:spPr bwMode="auto">
            <a:xfrm>
              <a:off x="7716809" y="3234206"/>
              <a:ext cx="540000" cy="93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kumimoji="1" lang="zh-CN" altLang="en-US" sz="2000" b="0" dirty="0">
                  <a:latin typeface="微软雅黑" panose="020B0503020204020204" pitchFamily="34" charset="-122"/>
                  <a:ea typeface="微软雅黑" panose="020B0503020204020204" pitchFamily="34" charset="-122"/>
                </a:rPr>
                <a:t>击穿区</a:t>
              </a:r>
            </a:p>
          </p:txBody>
        </p:sp>
        <p:sp>
          <p:nvSpPr>
            <p:cNvPr id="71" name="AutoShape 18">
              <a:extLst>
                <a:ext uri="{FF2B5EF4-FFF2-40B4-BE49-F238E27FC236}">
                  <a16:creationId xmlns:a16="http://schemas.microsoft.com/office/drawing/2014/main" id="{B98F2427-CA46-CCE4-0423-667A81539F0C}"/>
                </a:ext>
              </a:extLst>
            </p:cNvPr>
            <p:cNvSpPr>
              <a:spLocks noChangeArrowheads="1"/>
            </p:cNvSpPr>
            <p:nvPr/>
          </p:nvSpPr>
          <p:spPr bwMode="auto">
            <a:xfrm>
              <a:off x="8364572" y="4926206"/>
              <a:ext cx="1080000" cy="540000"/>
            </a:xfrm>
            <a:prstGeom prst="wedgeEllipseCallout">
              <a:avLst>
                <a:gd name="adj1" fmla="val -21503"/>
                <a:gd name="adj2" fmla="val -99457"/>
              </a:avLst>
            </a:prstGeom>
            <a:solidFill>
              <a:srgbClr val="FFFF99"/>
            </a:solidFill>
            <a:ln w="9525">
              <a:solidFill>
                <a:schemeClr val="tx1"/>
              </a:solidFill>
              <a:miter lim="800000"/>
              <a:headEnd/>
              <a:tailEnd/>
            </a:ln>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1600" b="0">
                  <a:latin typeface="微软雅黑" panose="020B0503020204020204" pitchFamily="34" charset="-122"/>
                  <a:ea typeface="微软雅黑" panose="020B0503020204020204" pitchFamily="34" charset="-122"/>
                </a:rPr>
                <a:t>反向特性</a:t>
              </a:r>
            </a:p>
          </p:txBody>
        </p:sp>
        <mc:AlternateContent xmlns:mc="http://schemas.openxmlformats.org/markup-compatibility/2006" xmlns:a14="http://schemas.microsoft.com/office/drawing/2010/main">
          <mc:Choice Requires="a14">
            <p:sp>
              <p:nvSpPr>
                <p:cNvPr id="72" name="Text Box 20">
                  <a:extLst>
                    <a:ext uri="{FF2B5EF4-FFF2-40B4-BE49-F238E27FC236}">
                      <a16:creationId xmlns:a16="http://schemas.microsoft.com/office/drawing/2014/main" id="{426F457A-CBF1-36E8-5263-011146702F7C}"/>
                    </a:ext>
                  </a:extLst>
                </p:cNvPr>
                <p:cNvSpPr txBox="1">
                  <a:spLocks noChangeArrowheads="1"/>
                </p:cNvSpPr>
                <p:nvPr/>
              </p:nvSpPr>
              <p:spPr bwMode="auto">
                <a:xfrm>
                  <a:off x="7356809" y="4386206"/>
                  <a:ext cx="936025" cy="468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nSpc>
                      <a:spcPct val="120000"/>
                    </a:lnSpc>
                    <a:spcAft>
                      <a:spcPct val="0"/>
                    </a:spcAft>
                    <a:buNone/>
                  </a:pPr>
                  <a14:m>
                    <m:oMathPara xmlns:m="http://schemas.openxmlformats.org/officeDocument/2006/math">
                      <m:oMathParaPr>
                        <m:jc m:val="centerGroup"/>
                      </m:oMathParaPr>
                      <m:oMath xmlns:m="http://schemas.openxmlformats.org/officeDocument/2006/math">
                        <m:r>
                          <a:rPr kumimoji="1" lang="en-US" altLang="zh-CN" sz="2400" b="0" i="0" smtClean="0">
                            <a:latin typeface="Cambria Math" panose="02040503050406030204" pitchFamily="18" charset="0"/>
                            <a:ea typeface="微软雅黑" panose="020B0503020204020204" pitchFamily="34" charset="-122"/>
                          </a:rPr>
                          <m:t>−</m:t>
                        </m:r>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𝑉</m:t>
                            </m:r>
                          </m:e>
                          <m:sub>
                            <m:r>
                              <m:rPr>
                                <m:sty m:val="p"/>
                              </m:rPr>
                              <a:rPr kumimoji="1" lang="en-US" altLang="zh-CN" sz="2400" b="0" i="0" smtClean="0">
                                <a:latin typeface="Cambria Math" panose="02040503050406030204" pitchFamily="18" charset="0"/>
                                <a:ea typeface="微软雅黑" panose="020B0503020204020204" pitchFamily="34" charset="-122"/>
                              </a:rPr>
                              <m:t>BR</m:t>
                            </m:r>
                          </m:sub>
                        </m:sSub>
                      </m:oMath>
                    </m:oMathPara>
                  </a14:m>
                  <a:endParaRPr lang="en-US" altLang="zh-CN" sz="2400" b="0" baseline="-25000" dirty="0"/>
                </a:p>
              </p:txBody>
            </p:sp>
          </mc:Choice>
          <mc:Fallback xmlns="">
            <p:sp>
              <p:nvSpPr>
                <p:cNvPr id="103" name="Text Box 20">
                  <a:extLst>
                    <a:ext uri="{FF2B5EF4-FFF2-40B4-BE49-F238E27FC236}">
                      <a16:creationId xmlns:a16="http://schemas.microsoft.com/office/drawing/2014/main" id="{D2A9FD2E-8A42-B381-0481-BCC51FAF9583}"/>
                    </a:ext>
                  </a:extLst>
                </p:cNvPr>
                <p:cNvSpPr txBox="1">
                  <a:spLocks noRot="1" noChangeAspect="1" noMove="1" noResize="1" noEditPoints="1" noAdjustHandles="1" noChangeArrowheads="1" noChangeShapeType="1" noTextEdit="1"/>
                </p:cNvSpPr>
                <p:nvPr/>
              </p:nvSpPr>
              <p:spPr bwMode="auto">
                <a:xfrm>
                  <a:off x="7356809" y="4386206"/>
                  <a:ext cx="936025" cy="468000"/>
                </a:xfrm>
                <a:prstGeom prst="rect">
                  <a:avLst/>
                </a:prstGeom>
                <a:blipFill>
                  <a:blip r:embed="rId10"/>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Text Box 20">
                  <a:extLst>
                    <a:ext uri="{FF2B5EF4-FFF2-40B4-BE49-F238E27FC236}">
                      <a16:creationId xmlns:a16="http://schemas.microsoft.com/office/drawing/2014/main" id="{18EDE75C-48F1-796F-AAF5-6D1846618CDD}"/>
                    </a:ext>
                  </a:extLst>
                </p:cNvPr>
                <p:cNvSpPr txBox="1">
                  <a:spLocks noChangeArrowheads="1"/>
                </p:cNvSpPr>
                <p:nvPr/>
              </p:nvSpPr>
              <p:spPr bwMode="auto">
                <a:xfrm>
                  <a:off x="9984809" y="4386206"/>
                  <a:ext cx="648000" cy="54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nSpc>
                      <a:spcPct val="120000"/>
                    </a:lnSpc>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𝑉</m:t>
                            </m:r>
                          </m:e>
                          <m:sub>
                            <m:r>
                              <m:rPr>
                                <m:sty m:val="p"/>
                              </m:rPr>
                              <a:rPr kumimoji="1" lang="en-US" altLang="zh-CN" sz="2400" b="0" i="0" smtClean="0">
                                <a:latin typeface="Cambria Math" panose="02040503050406030204" pitchFamily="18" charset="0"/>
                                <a:ea typeface="微软雅黑" panose="020B0503020204020204" pitchFamily="34" charset="-122"/>
                              </a:rPr>
                              <m:t>th</m:t>
                            </m:r>
                          </m:sub>
                        </m:sSub>
                      </m:oMath>
                    </m:oMathPara>
                  </a14:m>
                  <a:endParaRPr lang="en-US" altLang="zh-CN" sz="2400" b="0" baseline="-25000" dirty="0"/>
                </a:p>
              </p:txBody>
            </p:sp>
          </mc:Choice>
          <mc:Fallback xmlns="">
            <p:sp>
              <p:nvSpPr>
                <p:cNvPr id="104" name="Text Box 20">
                  <a:extLst>
                    <a:ext uri="{FF2B5EF4-FFF2-40B4-BE49-F238E27FC236}">
                      <a16:creationId xmlns:a16="http://schemas.microsoft.com/office/drawing/2014/main" id="{8456FA52-8E8B-24C3-5664-A1FF81940995}"/>
                    </a:ext>
                  </a:extLst>
                </p:cNvPr>
                <p:cNvSpPr txBox="1">
                  <a:spLocks noRot="1" noChangeAspect="1" noMove="1" noResize="1" noEditPoints="1" noAdjustHandles="1" noChangeArrowheads="1" noChangeShapeType="1" noTextEdit="1"/>
                </p:cNvSpPr>
                <p:nvPr/>
              </p:nvSpPr>
              <p:spPr bwMode="auto">
                <a:xfrm>
                  <a:off x="9984809" y="4386206"/>
                  <a:ext cx="648000" cy="540000"/>
                </a:xfrm>
                <a:prstGeom prst="rect">
                  <a:avLst/>
                </a:prstGeom>
                <a:blipFill>
                  <a:blip r:embed="rId11"/>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74" name="AutoShape 18">
              <a:extLst>
                <a:ext uri="{FF2B5EF4-FFF2-40B4-BE49-F238E27FC236}">
                  <a16:creationId xmlns:a16="http://schemas.microsoft.com/office/drawing/2014/main" id="{061368F1-A095-5C68-A216-B04AF18CDCB0}"/>
                </a:ext>
              </a:extLst>
            </p:cNvPr>
            <p:cNvSpPr>
              <a:spLocks noChangeArrowheads="1"/>
            </p:cNvSpPr>
            <p:nvPr/>
          </p:nvSpPr>
          <p:spPr bwMode="auto">
            <a:xfrm>
              <a:off x="10703708" y="2334206"/>
              <a:ext cx="1080000" cy="540000"/>
            </a:xfrm>
            <a:prstGeom prst="wedgeEllipseCallout">
              <a:avLst>
                <a:gd name="adj1" fmla="val -57763"/>
                <a:gd name="adj2" fmla="val 87560"/>
              </a:avLst>
            </a:prstGeom>
            <a:solidFill>
              <a:srgbClr val="FFFF99"/>
            </a:solidFill>
            <a:ln w="9525">
              <a:solidFill>
                <a:schemeClr val="tx1"/>
              </a:solidFill>
              <a:miter lim="800000"/>
              <a:headEnd/>
              <a:tailEnd/>
            </a:ln>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1600" b="0" dirty="0">
                  <a:latin typeface="微软雅黑" panose="020B0503020204020204" pitchFamily="34" charset="-122"/>
                  <a:ea typeface="微软雅黑" panose="020B0503020204020204" pitchFamily="34" charset="-122"/>
                </a:rPr>
                <a:t>正向特性</a:t>
              </a:r>
            </a:p>
          </p:txBody>
        </p:sp>
        <p:sp>
          <p:nvSpPr>
            <p:cNvPr id="75" name="Line 11">
              <a:extLst>
                <a:ext uri="{FF2B5EF4-FFF2-40B4-BE49-F238E27FC236}">
                  <a16:creationId xmlns:a16="http://schemas.microsoft.com/office/drawing/2014/main" id="{46E52EB1-9343-88BF-CFCB-BD0E40B1841D}"/>
                </a:ext>
              </a:extLst>
            </p:cNvPr>
            <p:cNvSpPr>
              <a:spLocks noChangeShapeType="1"/>
            </p:cNvSpPr>
            <p:nvPr/>
          </p:nvSpPr>
          <p:spPr bwMode="auto">
            <a:xfrm>
              <a:off x="8256809" y="2622206"/>
              <a:ext cx="0" cy="3312000"/>
            </a:xfrm>
            <a:prstGeom prst="line">
              <a:avLst/>
            </a:prstGeom>
            <a:noFill/>
            <a:ln w="19050">
              <a:solidFill>
                <a:srgbClr val="0033CC"/>
              </a:solidFill>
              <a:prstDash val="dash"/>
              <a:round/>
              <a:headEnd/>
              <a:tailEnd/>
            </a:ln>
            <a:extLst>
              <a:ext uri="{909E8E84-426E-40dd-AFC4-6F175D3DCCD1}">
                <a14:hiddenFill xmlns="" xmlns:a14="http://schemas.microsoft.com/office/drawing/2010/main">
                  <a:noFill/>
                </a14:hiddenFill>
              </a:ext>
            </a:extLst>
          </p:spPr>
          <p:txBody>
            <a:bodyPr wrap="none" anchor="ctr"/>
            <a:lstStyle/>
            <a:p>
              <a:endParaRPr lang="zh-CN" altLang="en-US" dirty="0"/>
            </a:p>
          </p:txBody>
        </p:sp>
        <p:cxnSp>
          <p:nvCxnSpPr>
            <p:cNvPr id="76" name="直接连接符 75">
              <a:extLst>
                <a:ext uri="{FF2B5EF4-FFF2-40B4-BE49-F238E27FC236}">
                  <a16:creationId xmlns:a16="http://schemas.microsoft.com/office/drawing/2014/main" id="{964CAD1D-B494-2833-F09B-E8E0C48BA3C5}"/>
                </a:ext>
              </a:extLst>
            </p:cNvPr>
            <p:cNvCxnSpPr>
              <a:cxnSpLocks/>
            </p:cNvCxnSpPr>
            <p:nvPr/>
          </p:nvCxnSpPr>
          <p:spPr>
            <a:xfrm flipH="1">
              <a:off x="8177609" y="4836206"/>
              <a:ext cx="43730" cy="996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任意多边形: 形状 76">
              <a:extLst>
                <a:ext uri="{FF2B5EF4-FFF2-40B4-BE49-F238E27FC236}">
                  <a16:creationId xmlns:a16="http://schemas.microsoft.com/office/drawing/2014/main" id="{DDF716D9-7C75-8C44-1729-F42F2E3E24E3}"/>
                </a:ext>
              </a:extLst>
            </p:cNvPr>
            <p:cNvSpPr/>
            <p:nvPr/>
          </p:nvSpPr>
          <p:spPr>
            <a:xfrm>
              <a:off x="8220809" y="4476206"/>
              <a:ext cx="1368000" cy="360000"/>
            </a:xfrm>
            <a:custGeom>
              <a:avLst/>
              <a:gdLst>
                <a:gd name="connsiteX0" fmla="*/ 1396678 w 1396678"/>
                <a:gd name="connsiteY0" fmla="*/ 0 h 437908"/>
                <a:gd name="connsiteX1" fmla="*/ 1049438 w 1396678"/>
                <a:gd name="connsiteY1" fmla="*/ 131179 h 437908"/>
                <a:gd name="connsiteX2" fmla="*/ 185195 w 1396678"/>
                <a:gd name="connsiteY2" fmla="*/ 162045 h 437908"/>
                <a:gd name="connsiteX3" fmla="*/ 0 w 1396678"/>
                <a:gd name="connsiteY3" fmla="*/ 437908 h 437908"/>
              </a:gdLst>
              <a:ahLst/>
              <a:cxnLst>
                <a:cxn ang="0">
                  <a:pos x="connsiteX0" y="connsiteY0"/>
                </a:cxn>
                <a:cxn ang="0">
                  <a:pos x="connsiteX1" y="connsiteY1"/>
                </a:cxn>
                <a:cxn ang="0">
                  <a:pos x="connsiteX2" y="connsiteY2"/>
                </a:cxn>
                <a:cxn ang="0">
                  <a:pos x="connsiteX3" y="connsiteY3"/>
                </a:cxn>
              </a:cxnLst>
              <a:rect l="l" t="t" r="r" b="b"/>
              <a:pathLst>
                <a:path w="1396678" h="437908">
                  <a:moveTo>
                    <a:pt x="1396678" y="0"/>
                  </a:moveTo>
                  <a:cubicBezTo>
                    <a:pt x="1324015" y="52086"/>
                    <a:pt x="1251352" y="104172"/>
                    <a:pt x="1049438" y="131179"/>
                  </a:cubicBezTo>
                  <a:cubicBezTo>
                    <a:pt x="847524" y="158186"/>
                    <a:pt x="360101" y="110924"/>
                    <a:pt x="185195" y="162045"/>
                  </a:cubicBezTo>
                  <a:cubicBezTo>
                    <a:pt x="10289" y="213166"/>
                    <a:pt x="5144" y="325537"/>
                    <a:pt x="0" y="437908"/>
                  </a:cubicBez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a:extLst>
                <a:ext uri="{FF2B5EF4-FFF2-40B4-BE49-F238E27FC236}">
                  <a16:creationId xmlns:a16="http://schemas.microsoft.com/office/drawing/2014/main" id="{C5F1D25F-0913-9ADD-1AB1-9B05F880C0ED}"/>
                </a:ext>
              </a:extLst>
            </p:cNvPr>
            <p:cNvSpPr txBox="1"/>
            <p:nvPr/>
          </p:nvSpPr>
          <p:spPr>
            <a:xfrm>
              <a:off x="9246809" y="4098206"/>
              <a:ext cx="360000" cy="468000"/>
            </a:xfrm>
            <a:prstGeom prst="rect">
              <a:avLst/>
            </a:prstGeom>
            <a:noFill/>
          </p:spPr>
          <p:txBody>
            <a:bodyPr wrap="square">
              <a:spAutoFit/>
            </a:bodyPr>
            <a:lstStyle/>
            <a:p>
              <a:pPr algn="ctr"/>
              <a:r>
                <a:rPr kumimoji="1" lang="en-US" altLang="zh-CN" sz="2400" b="0" dirty="0">
                  <a:latin typeface="微软雅黑" panose="020B0503020204020204" pitchFamily="34" charset="-122"/>
                  <a:ea typeface="微软雅黑" panose="020B0503020204020204" pitchFamily="34" charset="-122"/>
                </a:rPr>
                <a:t>0</a:t>
              </a:r>
              <a:endParaRPr lang="zh-CN" altLang="en-US" sz="2400" dirty="0"/>
            </a:p>
          </p:txBody>
        </p:sp>
      </p:grpSp>
    </p:spTree>
    <p:extLst>
      <p:ext uri="{BB962C8B-B14F-4D97-AF65-F5344CB8AC3E}">
        <p14:creationId xmlns:p14="http://schemas.microsoft.com/office/powerpoint/2010/main" val="41749994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9EE27-93E9-FE21-A8E2-29CA8782A129}"/>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D65E7E30-A819-BADA-380D-80EB01F1761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模拟部分（二极管）</a:t>
            </a:r>
          </a:p>
        </p:txBody>
      </p:sp>
      <p:sp>
        <p:nvSpPr>
          <p:cNvPr id="4" name="文本框 3">
            <a:extLst>
              <a:ext uri="{FF2B5EF4-FFF2-40B4-BE49-F238E27FC236}">
                <a16:creationId xmlns:a16="http://schemas.microsoft.com/office/drawing/2014/main" id="{92DA34B9-D6DA-91DE-C2EE-6C74C00BCD56}"/>
              </a:ext>
            </a:extLst>
          </p:cNvPr>
          <p:cNvSpPr txBox="1"/>
          <p:nvPr/>
        </p:nvSpPr>
        <p:spPr>
          <a:xfrm>
            <a:off x="360000" y="827999"/>
            <a:ext cx="11643110" cy="3538789"/>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二极管的开关、限幅、整流电路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先假设二极管断路，求其两边电压；如果超过门槛电压，按短路</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恒压降处理，否则按断路处理；通常，假设有电流从高电压向下走，能顺着走通就是导通</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例外：稳压二极管（齐纳二极管），工作在反向的击穿区</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通常是串个电阻接到某个电压上，只要该电压大于其稳压电压（固定值），该稳压二极管两端电压就是固定值</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两个稳压二极管背对背，构成双向稳压二极管</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29A01231-6C55-D140-9EAF-4E209BA914CC}"/>
              </a:ext>
            </a:extLst>
          </p:cNvPr>
          <p:cNvGrpSpPr/>
          <p:nvPr/>
        </p:nvGrpSpPr>
        <p:grpSpPr>
          <a:xfrm>
            <a:off x="11449269" y="6198682"/>
            <a:ext cx="786273" cy="548639"/>
            <a:chOff x="11454918" y="5839511"/>
            <a:chExt cx="786273" cy="548639"/>
          </a:xfrm>
        </p:grpSpPr>
        <p:grpSp>
          <p:nvGrpSpPr>
            <p:cNvPr id="6" name="组合 5">
              <a:extLst>
                <a:ext uri="{FF2B5EF4-FFF2-40B4-BE49-F238E27FC236}">
                  <a16:creationId xmlns:a16="http://schemas.microsoft.com/office/drawing/2014/main" id="{F19FC1E8-A417-6509-16AD-F5F28E7B6940}"/>
                </a:ext>
              </a:extLst>
            </p:cNvPr>
            <p:cNvGrpSpPr/>
            <p:nvPr/>
          </p:nvGrpSpPr>
          <p:grpSpPr>
            <a:xfrm>
              <a:off x="11454918" y="5867450"/>
              <a:ext cx="737081" cy="520700"/>
              <a:chOff x="11454918" y="5867450"/>
              <a:chExt cx="737081" cy="520700"/>
            </a:xfrm>
          </p:grpSpPr>
          <p:sp>
            <p:nvSpPr>
              <p:cNvPr id="8" name="箭头: 五边形 7">
                <a:extLst>
                  <a:ext uri="{FF2B5EF4-FFF2-40B4-BE49-F238E27FC236}">
                    <a16:creationId xmlns:a16="http://schemas.microsoft.com/office/drawing/2014/main" id="{8A0ED945-85FE-F028-B9E0-192AB8A0A7B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箭头: V 形 8">
                <a:extLst>
                  <a:ext uri="{FF2B5EF4-FFF2-40B4-BE49-F238E27FC236}">
                    <a16:creationId xmlns:a16="http://schemas.microsoft.com/office/drawing/2014/main" id="{4D7A1951-2639-061F-FB41-99108543A88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7" name="灯片编号占位符 3">
              <a:extLst>
                <a:ext uri="{FF2B5EF4-FFF2-40B4-BE49-F238E27FC236}">
                  <a16:creationId xmlns:a16="http://schemas.microsoft.com/office/drawing/2014/main" id="{40EC8E58-0FA7-582A-C83D-B709F712CBA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49</a:t>
              </a:fld>
              <a:endParaRPr lang="zh-CN" altLang="en-US" sz="3200" dirty="0">
                <a:solidFill>
                  <a:schemeClr val="bg1"/>
                </a:solidFill>
                <a:latin typeface="Candara"/>
                <a:ea typeface="微软雅黑"/>
              </a:endParaRPr>
            </a:p>
          </p:txBody>
        </p:sp>
      </p:grpSp>
      <p:grpSp>
        <p:nvGrpSpPr>
          <p:cNvPr id="104" name="组合 103">
            <a:extLst>
              <a:ext uri="{FF2B5EF4-FFF2-40B4-BE49-F238E27FC236}">
                <a16:creationId xmlns:a16="http://schemas.microsoft.com/office/drawing/2014/main" id="{3BE9FEA2-8711-22E3-AD94-5AC07A21C7DD}"/>
              </a:ext>
            </a:extLst>
          </p:cNvPr>
          <p:cNvGrpSpPr/>
          <p:nvPr/>
        </p:nvGrpSpPr>
        <p:grpSpPr>
          <a:xfrm>
            <a:off x="7920000" y="4536000"/>
            <a:ext cx="2124000" cy="1908000"/>
            <a:chOff x="9576000" y="1188000"/>
            <a:chExt cx="2124000" cy="1908000"/>
          </a:xfrm>
        </p:grpSpPr>
        <p:cxnSp>
          <p:nvCxnSpPr>
            <p:cNvPr id="105" name="直接连接符 104">
              <a:extLst>
                <a:ext uri="{FF2B5EF4-FFF2-40B4-BE49-F238E27FC236}">
                  <a16:creationId xmlns:a16="http://schemas.microsoft.com/office/drawing/2014/main" id="{C6FFF177-D014-E627-1221-98DC6EBF90E9}"/>
                </a:ext>
              </a:extLst>
            </p:cNvPr>
            <p:cNvCxnSpPr>
              <a:cxnSpLocks/>
            </p:cNvCxnSpPr>
            <p:nvPr/>
          </p:nvCxnSpPr>
          <p:spPr>
            <a:xfrm>
              <a:off x="9612000" y="1656000"/>
              <a:ext cx="1656000" cy="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58ED06E1-6886-F946-6173-009D2302EDB6}"/>
                    </a:ext>
                  </a:extLst>
                </p:cNvPr>
                <p:cNvSpPr txBox="1"/>
                <p:nvPr/>
              </p:nvSpPr>
              <p:spPr>
                <a:xfrm>
                  <a:off x="9576000" y="1188000"/>
                  <a:ext cx="504000" cy="432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b="0" i="1" smtClean="0">
                                <a:latin typeface="Cambria Math" panose="02040503050406030204" pitchFamily="18" charset="0"/>
                              </a:rPr>
                              <m:t>𝑣</m:t>
                            </m:r>
                          </m:e>
                          <m:sub>
                            <m:r>
                              <m:rPr>
                                <m:sty m:val="p"/>
                              </m:rPr>
                              <a:rPr lang="en-US" altLang="zh-CN" sz="2400" b="0" i="0" smtClean="0">
                                <a:latin typeface="Cambria Math" panose="02040503050406030204" pitchFamily="18" charset="0"/>
                              </a:rPr>
                              <m:t>O</m:t>
                            </m:r>
                          </m:sub>
                          <m:sup>
                            <m:r>
                              <a:rPr lang="en-US" altLang="zh-CN" sz="2400" b="0" i="1" smtClean="0">
                                <a:latin typeface="Cambria Math" panose="02040503050406030204" pitchFamily="18" charset="0"/>
                              </a:rPr>
                              <m:t>′</m:t>
                            </m:r>
                          </m:sup>
                        </m:sSubSup>
                      </m:oMath>
                    </m:oMathPara>
                  </a14:m>
                  <a:endParaRPr lang="zh-CN" altLang="en-US" sz="2400" dirty="0"/>
                </a:p>
              </p:txBody>
            </p:sp>
          </mc:Choice>
          <mc:Fallback xmlns="">
            <p:sp>
              <p:nvSpPr>
                <p:cNvPr id="106" name="文本框 105">
                  <a:extLst>
                    <a:ext uri="{FF2B5EF4-FFF2-40B4-BE49-F238E27FC236}">
                      <a16:creationId xmlns:a16="http://schemas.microsoft.com/office/drawing/2014/main" id="{58ED06E1-6886-F946-6173-009D2302EDB6}"/>
                    </a:ext>
                  </a:extLst>
                </p:cNvPr>
                <p:cNvSpPr txBox="1">
                  <a:spLocks noRot="1" noChangeAspect="1" noMove="1" noResize="1" noEditPoints="1" noAdjustHandles="1" noChangeArrowheads="1" noChangeShapeType="1" noTextEdit="1"/>
                </p:cNvSpPr>
                <p:nvPr/>
              </p:nvSpPr>
              <p:spPr>
                <a:xfrm>
                  <a:off x="9576000" y="1188000"/>
                  <a:ext cx="504000" cy="432000"/>
                </a:xfrm>
                <a:prstGeom prst="rect">
                  <a:avLst/>
                </a:prstGeom>
                <a:blipFill>
                  <a:blip r:embed="rId2"/>
                  <a:stretch>
                    <a:fillRect b="-1408"/>
                  </a:stretch>
                </a:blipFill>
              </p:spPr>
              <p:txBody>
                <a:bodyPr/>
                <a:lstStyle/>
                <a:p>
                  <a:r>
                    <a:rPr lang="zh-CN" altLang="en-US">
                      <a:noFill/>
                    </a:rPr>
                    <a:t> </a:t>
                  </a:r>
                </a:p>
              </p:txBody>
            </p:sp>
          </mc:Fallback>
        </mc:AlternateContent>
        <p:sp>
          <p:nvSpPr>
            <p:cNvPr id="107" name="矩形 106">
              <a:extLst>
                <a:ext uri="{FF2B5EF4-FFF2-40B4-BE49-F238E27FC236}">
                  <a16:creationId xmlns:a16="http://schemas.microsoft.com/office/drawing/2014/main" id="{27923F9A-2BF0-E626-DC86-E9E9F8BACD33}"/>
                </a:ext>
              </a:extLst>
            </p:cNvPr>
            <p:cNvSpPr/>
            <p:nvPr/>
          </p:nvSpPr>
          <p:spPr>
            <a:xfrm>
              <a:off x="10116000" y="1584000"/>
              <a:ext cx="504000" cy="14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mc:AlternateContent xmlns:mc="http://schemas.openxmlformats.org/markup-compatibility/2006" xmlns:a14="http://schemas.microsoft.com/office/drawing/2010/main">
          <mc:Choice Requires="a14">
            <p:sp>
              <p:nvSpPr>
                <p:cNvPr id="108" name="文本框 107">
                  <a:extLst>
                    <a:ext uri="{FF2B5EF4-FFF2-40B4-BE49-F238E27FC236}">
                      <a16:creationId xmlns:a16="http://schemas.microsoft.com/office/drawing/2014/main" id="{BAE18367-D805-268B-1A76-95E7BBBF00F1}"/>
                    </a:ext>
                  </a:extLst>
                </p:cNvPr>
                <p:cNvSpPr txBox="1"/>
                <p:nvPr/>
              </p:nvSpPr>
              <p:spPr>
                <a:xfrm>
                  <a:off x="10116000" y="1710000"/>
                  <a:ext cx="504000" cy="432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𝑅</m:t>
                        </m:r>
                      </m:oMath>
                    </m:oMathPara>
                  </a14:m>
                  <a:endParaRPr lang="zh-CN" altLang="en-US" sz="2400" dirty="0"/>
                </a:p>
              </p:txBody>
            </p:sp>
          </mc:Choice>
          <mc:Fallback xmlns="">
            <p:sp>
              <p:nvSpPr>
                <p:cNvPr id="108" name="文本框 107">
                  <a:extLst>
                    <a:ext uri="{FF2B5EF4-FFF2-40B4-BE49-F238E27FC236}">
                      <a16:creationId xmlns:a16="http://schemas.microsoft.com/office/drawing/2014/main" id="{BAE18367-D805-268B-1A76-95E7BBBF00F1}"/>
                    </a:ext>
                  </a:extLst>
                </p:cNvPr>
                <p:cNvSpPr txBox="1">
                  <a:spLocks noRot="1" noChangeAspect="1" noMove="1" noResize="1" noEditPoints="1" noAdjustHandles="1" noChangeArrowheads="1" noChangeShapeType="1" noTextEdit="1"/>
                </p:cNvSpPr>
                <p:nvPr/>
              </p:nvSpPr>
              <p:spPr>
                <a:xfrm>
                  <a:off x="10116000" y="1710000"/>
                  <a:ext cx="504000" cy="432000"/>
                </a:xfrm>
                <a:prstGeom prst="rect">
                  <a:avLst/>
                </a:prstGeom>
                <a:blipFill>
                  <a:blip r:embed="rId3"/>
                  <a:stretch>
                    <a:fillRect/>
                  </a:stretch>
                </a:blipFill>
              </p:spPr>
              <p:txBody>
                <a:bodyPr/>
                <a:lstStyle/>
                <a:p>
                  <a:r>
                    <a:rPr lang="zh-CN" altLang="en-US">
                      <a:noFill/>
                    </a:rPr>
                    <a:t> </a:t>
                  </a:r>
                </a:p>
              </p:txBody>
            </p:sp>
          </mc:Fallback>
        </mc:AlternateContent>
        <p:cxnSp>
          <p:nvCxnSpPr>
            <p:cNvPr id="109" name="直接连接符 108">
              <a:extLst>
                <a:ext uri="{FF2B5EF4-FFF2-40B4-BE49-F238E27FC236}">
                  <a16:creationId xmlns:a16="http://schemas.microsoft.com/office/drawing/2014/main" id="{39A551E5-26A2-EEF1-E8DF-48BBC54E4DB0}"/>
                </a:ext>
              </a:extLst>
            </p:cNvPr>
            <p:cNvCxnSpPr>
              <a:cxnSpLocks/>
            </p:cNvCxnSpPr>
            <p:nvPr/>
          </p:nvCxnSpPr>
          <p:spPr>
            <a:xfrm>
              <a:off x="10908000" y="1656000"/>
              <a:ext cx="0" cy="144000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sp>
          <p:nvSpPr>
            <p:cNvPr id="110" name="椭圆 109">
              <a:extLst>
                <a:ext uri="{FF2B5EF4-FFF2-40B4-BE49-F238E27FC236}">
                  <a16:creationId xmlns:a16="http://schemas.microsoft.com/office/drawing/2014/main" id="{3C941557-79CB-45D6-4CE6-A28ED4E4EBE3}"/>
                </a:ext>
              </a:extLst>
            </p:cNvPr>
            <p:cNvSpPr/>
            <p:nvPr/>
          </p:nvSpPr>
          <p:spPr>
            <a:xfrm>
              <a:off x="10854000" y="160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1" name="等腰三角形 110">
              <a:extLst>
                <a:ext uri="{FF2B5EF4-FFF2-40B4-BE49-F238E27FC236}">
                  <a16:creationId xmlns:a16="http://schemas.microsoft.com/office/drawing/2014/main" id="{E4F2C358-6364-1823-FDB8-49060C0BD049}"/>
                </a:ext>
              </a:extLst>
            </p:cNvPr>
            <p:cNvSpPr/>
            <p:nvPr/>
          </p:nvSpPr>
          <p:spPr>
            <a:xfrm>
              <a:off x="10728000" y="2448000"/>
              <a:ext cx="360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2" name="等腰三角形 111">
              <a:extLst>
                <a:ext uri="{FF2B5EF4-FFF2-40B4-BE49-F238E27FC236}">
                  <a16:creationId xmlns:a16="http://schemas.microsoft.com/office/drawing/2014/main" id="{42AFBD2D-0503-4A75-7CF9-264973065BEA}"/>
                </a:ext>
              </a:extLst>
            </p:cNvPr>
            <p:cNvSpPr/>
            <p:nvPr/>
          </p:nvSpPr>
          <p:spPr>
            <a:xfrm rot="10800000">
              <a:off x="10728000" y="2160000"/>
              <a:ext cx="360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113" name="直接连接符 112">
              <a:extLst>
                <a:ext uri="{FF2B5EF4-FFF2-40B4-BE49-F238E27FC236}">
                  <a16:creationId xmlns:a16="http://schemas.microsoft.com/office/drawing/2014/main" id="{EF67EC1B-EE2D-8139-BD6E-E39108F07BC3}"/>
                </a:ext>
              </a:extLst>
            </p:cNvPr>
            <p:cNvCxnSpPr>
              <a:cxnSpLocks/>
            </p:cNvCxnSpPr>
            <p:nvPr/>
          </p:nvCxnSpPr>
          <p:spPr>
            <a:xfrm flipH="1" flipV="1">
              <a:off x="10692000" y="2448000"/>
              <a:ext cx="432000" cy="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AC5E8F94-5050-B551-DA11-2AE32F709FF3}"/>
                </a:ext>
              </a:extLst>
            </p:cNvPr>
            <p:cNvCxnSpPr>
              <a:cxnSpLocks/>
            </p:cNvCxnSpPr>
            <p:nvPr/>
          </p:nvCxnSpPr>
          <p:spPr>
            <a:xfrm>
              <a:off x="10692000" y="3060000"/>
              <a:ext cx="432000" cy="0"/>
            </a:xfrm>
            <a:prstGeom prst="line">
              <a:avLst/>
            </a:prstGeom>
            <a:ln w="1016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1DF2B5B6-20C7-C0A5-2DFA-608218C2EBE3}"/>
                </a:ext>
              </a:extLst>
            </p:cNvPr>
            <p:cNvCxnSpPr>
              <a:cxnSpLocks/>
            </p:cNvCxnSpPr>
            <p:nvPr/>
          </p:nvCxnSpPr>
          <p:spPr>
            <a:xfrm flipV="1">
              <a:off x="10710000" y="2340000"/>
              <a:ext cx="0" cy="10800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01914B42-9A41-B9FB-99C6-22B79A3E5994}"/>
                </a:ext>
              </a:extLst>
            </p:cNvPr>
            <p:cNvCxnSpPr>
              <a:cxnSpLocks/>
            </p:cNvCxnSpPr>
            <p:nvPr/>
          </p:nvCxnSpPr>
          <p:spPr>
            <a:xfrm flipV="1">
              <a:off x="11106000" y="2448000"/>
              <a:ext cx="0" cy="10800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C633249F-681C-951F-9466-C2425A4C4438}"/>
                    </a:ext>
                  </a:extLst>
                </p:cNvPr>
                <p:cNvSpPr txBox="1"/>
                <p:nvPr/>
              </p:nvSpPr>
              <p:spPr>
                <a:xfrm>
                  <a:off x="11196000" y="1188000"/>
                  <a:ext cx="504000" cy="432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𝑣</m:t>
                            </m:r>
                          </m:e>
                          <m:sub>
                            <m:r>
                              <m:rPr>
                                <m:sty m:val="p"/>
                              </m:rPr>
                              <a:rPr lang="en-US" altLang="zh-CN" sz="2400" b="0" i="0" smtClean="0">
                                <a:latin typeface="Cambria Math" panose="02040503050406030204" pitchFamily="18" charset="0"/>
                              </a:rPr>
                              <m:t>O</m:t>
                            </m:r>
                          </m:sub>
                        </m:sSub>
                      </m:oMath>
                    </m:oMathPara>
                  </a14:m>
                  <a:endParaRPr lang="zh-CN" altLang="en-US" sz="2400" dirty="0"/>
                </a:p>
              </p:txBody>
            </p:sp>
          </mc:Choice>
          <mc:Fallback xmlns="">
            <p:sp>
              <p:nvSpPr>
                <p:cNvPr id="117" name="文本框 116">
                  <a:extLst>
                    <a:ext uri="{FF2B5EF4-FFF2-40B4-BE49-F238E27FC236}">
                      <a16:creationId xmlns:a16="http://schemas.microsoft.com/office/drawing/2014/main" id="{C633249F-681C-951F-9466-C2425A4C4438}"/>
                    </a:ext>
                  </a:extLst>
                </p:cNvPr>
                <p:cNvSpPr txBox="1">
                  <a:spLocks noRot="1" noChangeAspect="1" noMove="1" noResize="1" noEditPoints="1" noAdjustHandles="1" noChangeArrowheads="1" noChangeShapeType="1" noTextEdit="1"/>
                </p:cNvSpPr>
                <p:nvPr/>
              </p:nvSpPr>
              <p:spPr>
                <a:xfrm>
                  <a:off x="11196000" y="1188000"/>
                  <a:ext cx="504000" cy="43200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文本框 117">
                  <a:extLst>
                    <a:ext uri="{FF2B5EF4-FFF2-40B4-BE49-F238E27FC236}">
                      <a16:creationId xmlns:a16="http://schemas.microsoft.com/office/drawing/2014/main" id="{50AB638F-B266-D2B7-F4FB-26B4CCA36BD9}"/>
                    </a:ext>
                  </a:extLst>
                </p:cNvPr>
                <p:cNvSpPr txBox="1"/>
                <p:nvPr/>
              </p:nvSpPr>
              <p:spPr>
                <a:xfrm>
                  <a:off x="11159999" y="2232000"/>
                  <a:ext cx="504000" cy="432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𝐷</m:t>
                            </m:r>
                          </m:e>
                          <m:sub>
                            <m:r>
                              <m:rPr>
                                <m:sty m:val="p"/>
                              </m:rPr>
                              <a:rPr lang="en-US" altLang="zh-CN" sz="2400" b="0" i="0" smtClean="0">
                                <a:solidFill>
                                  <a:schemeClr val="tx1"/>
                                </a:solidFill>
                                <a:latin typeface="Cambria Math" panose="02040503050406030204" pitchFamily="18" charset="0"/>
                              </a:rPr>
                              <m:t>Z</m:t>
                            </m:r>
                          </m:sub>
                        </m:sSub>
                      </m:oMath>
                    </m:oMathPara>
                  </a14:m>
                  <a:endParaRPr lang="zh-CN" altLang="en-US" sz="2400" dirty="0">
                    <a:solidFill>
                      <a:schemeClr val="tx1"/>
                    </a:solidFill>
                  </a:endParaRPr>
                </a:p>
              </p:txBody>
            </p:sp>
          </mc:Choice>
          <mc:Fallback xmlns="">
            <p:sp>
              <p:nvSpPr>
                <p:cNvPr id="118" name="文本框 117">
                  <a:extLst>
                    <a:ext uri="{FF2B5EF4-FFF2-40B4-BE49-F238E27FC236}">
                      <a16:creationId xmlns:a16="http://schemas.microsoft.com/office/drawing/2014/main" id="{50AB638F-B266-D2B7-F4FB-26B4CCA36BD9}"/>
                    </a:ext>
                  </a:extLst>
                </p:cNvPr>
                <p:cNvSpPr txBox="1">
                  <a:spLocks noRot="1" noChangeAspect="1" noMove="1" noResize="1" noEditPoints="1" noAdjustHandles="1" noChangeArrowheads="1" noChangeShapeType="1" noTextEdit="1"/>
                </p:cNvSpPr>
                <p:nvPr/>
              </p:nvSpPr>
              <p:spPr>
                <a:xfrm>
                  <a:off x="11159999" y="2232000"/>
                  <a:ext cx="504000" cy="432000"/>
                </a:xfrm>
                <a:prstGeom prst="rect">
                  <a:avLst/>
                </a:prstGeom>
                <a:blipFill>
                  <a:blip r:embed="rId5"/>
                  <a:stretch>
                    <a:fillRect l="-4819"/>
                  </a:stretch>
                </a:blipFill>
              </p:spPr>
              <p:txBody>
                <a:bodyPr/>
                <a:lstStyle/>
                <a:p>
                  <a:r>
                    <a:rPr lang="zh-CN" altLang="en-US">
                      <a:noFill/>
                    </a:rPr>
                    <a:t> </a:t>
                  </a:r>
                </a:p>
              </p:txBody>
            </p:sp>
          </mc:Fallback>
        </mc:AlternateContent>
      </p:grpSp>
      <p:grpSp>
        <p:nvGrpSpPr>
          <p:cNvPr id="119" name="组合 118">
            <a:extLst>
              <a:ext uri="{FF2B5EF4-FFF2-40B4-BE49-F238E27FC236}">
                <a16:creationId xmlns:a16="http://schemas.microsoft.com/office/drawing/2014/main" id="{948BD291-39F2-F756-5F8B-4B4108B9F070}"/>
              </a:ext>
            </a:extLst>
          </p:cNvPr>
          <p:cNvGrpSpPr/>
          <p:nvPr/>
        </p:nvGrpSpPr>
        <p:grpSpPr>
          <a:xfrm>
            <a:off x="2160000" y="4428000"/>
            <a:ext cx="3492000" cy="2052000"/>
            <a:chOff x="6711057" y="4140000"/>
            <a:chExt cx="3492000" cy="2052000"/>
          </a:xfrm>
        </p:grpSpPr>
        <p:sp>
          <p:nvSpPr>
            <p:cNvPr id="120" name="椭圆 119">
              <a:extLst>
                <a:ext uri="{FF2B5EF4-FFF2-40B4-BE49-F238E27FC236}">
                  <a16:creationId xmlns:a16="http://schemas.microsoft.com/office/drawing/2014/main" id="{CAF2DCD2-3D63-5F91-0303-C9081ED9C44B}"/>
                </a:ext>
              </a:extLst>
            </p:cNvPr>
            <p:cNvSpPr/>
            <p:nvPr/>
          </p:nvSpPr>
          <p:spPr>
            <a:xfrm>
              <a:off x="7179057" y="466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a:extLst>
                <a:ext uri="{FF2B5EF4-FFF2-40B4-BE49-F238E27FC236}">
                  <a16:creationId xmlns:a16="http://schemas.microsoft.com/office/drawing/2014/main" id="{C19F0C91-B92B-40AF-40A8-92EC168487E1}"/>
                </a:ext>
              </a:extLst>
            </p:cNvPr>
            <p:cNvSpPr/>
            <p:nvPr/>
          </p:nvSpPr>
          <p:spPr>
            <a:xfrm>
              <a:off x="7179057" y="597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2" name="直接连接符 121">
              <a:extLst>
                <a:ext uri="{FF2B5EF4-FFF2-40B4-BE49-F238E27FC236}">
                  <a16:creationId xmlns:a16="http://schemas.microsoft.com/office/drawing/2014/main" id="{4E0421F9-6B0E-A5DC-27C2-809D3333745F}"/>
                </a:ext>
              </a:extLst>
            </p:cNvPr>
            <p:cNvCxnSpPr>
              <a:cxnSpLocks/>
            </p:cNvCxnSpPr>
            <p:nvPr/>
          </p:nvCxnSpPr>
          <p:spPr>
            <a:xfrm>
              <a:off x="7287057" y="4716000"/>
              <a:ext cx="237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677D8B5A-8378-D83C-2F85-3A77786460D2}"/>
                </a:ext>
              </a:extLst>
            </p:cNvPr>
            <p:cNvCxnSpPr>
              <a:cxnSpLocks/>
              <a:stCxn id="121" idx="6"/>
            </p:cNvCxnSpPr>
            <p:nvPr/>
          </p:nvCxnSpPr>
          <p:spPr>
            <a:xfrm>
              <a:off x="7287057" y="6030000"/>
              <a:ext cx="237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D4828CF8-8247-A22C-28B9-CE196E7B44E3}"/>
                </a:ext>
              </a:extLst>
            </p:cNvPr>
            <p:cNvCxnSpPr>
              <a:cxnSpLocks/>
            </p:cNvCxnSpPr>
            <p:nvPr/>
          </p:nvCxnSpPr>
          <p:spPr>
            <a:xfrm flipV="1">
              <a:off x="9663057" y="4716000"/>
              <a:ext cx="0" cy="131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CAADCCCC-5CC1-E02D-004E-245F6F520CB6}"/>
                </a:ext>
              </a:extLst>
            </p:cNvPr>
            <p:cNvCxnSpPr>
              <a:cxnSpLocks/>
            </p:cNvCxnSpPr>
            <p:nvPr/>
          </p:nvCxnSpPr>
          <p:spPr>
            <a:xfrm flipV="1">
              <a:off x="8640000" y="4734000"/>
              <a:ext cx="0" cy="129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椭圆 125">
              <a:extLst>
                <a:ext uri="{FF2B5EF4-FFF2-40B4-BE49-F238E27FC236}">
                  <a16:creationId xmlns:a16="http://schemas.microsoft.com/office/drawing/2014/main" id="{04B1379B-9DFA-45E2-AC0D-6062C927543B}"/>
                </a:ext>
              </a:extLst>
            </p:cNvPr>
            <p:cNvSpPr/>
            <p:nvPr/>
          </p:nvSpPr>
          <p:spPr>
            <a:xfrm>
              <a:off x="8586000" y="5974621"/>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a:extLst>
                <a:ext uri="{FF2B5EF4-FFF2-40B4-BE49-F238E27FC236}">
                  <a16:creationId xmlns:a16="http://schemas.microsoft.com/office/drawing/2014/main" id="{0AB24E6E-A838-6A99-F8AA-C6A8C6F0A417}"/>
                </a:ext>
              </a:extLst>
            </p:cNvPr>
            <p:cNvSpPr/>
            <p:nvPr/>
          </p:nvSpPr>
          <p:spPr>
            <a:xfrm>
              <a:off x="8583057" y="4662000"/>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a:extLst>
                <a:ext uri="{FF2B5EF4-FFF2-40B4-BE49-F238E27FC236}">
                  <a16:creationId xmlns:a16="http://schemas.microsoft.com/office/drawing/2014/main" id="{27F3E73D-1FF9-22A1-B17A-1CD89B954EE0}"/>
                </a:ext>
              </a:extLst>
            </p:cNvPr>
            <p:cNvSpPr/>
            <p:nvPr/>
          </p:nvSpPr>
          <p:spPr>
            <a:xfrm>
              <a:off x="9591057" y="5148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29" name="矩形 128">
              <a:extLst>
                <a:ext uri="{FF2B5EF4-FFF2-40B4-BE49-F238E27FC236}">
                  <a16:creationId xmlns:a16="http://schemas.microsoft.com/office/drawing/2014/main" id="{4278D335-39D9-17EA-FA62-59AB3403802E}"/>
                </a:ext>
              </a:extLst>
            </p:cNvPr>
            <p:cNvSpPr/>
            <p:nvPr/>
          </p:nvSpPr>
          <p:spPr>
            <a:xfrm>
              <a:off x="7560001" y="4651200"/>
              <a:ext cx="504000" cy="14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30" name="文本框 129">
                  <a:extLst>
                    <a:ext uri="{FF2B5EF4-FFF2-40B4-BE49-F238E27FC236}">
                      <a16:creationId xmlns:a16="http://schemas.microsoft.com/office/drawing/2014/main" id="{6491CF5D-3A44-A8D9-4507-131C6BDE4C04}"/>
                    </a:ext>
                  </a:extLst>
                </p:cNvPr>
                <p:cNvSpPr txBox="1"/>
                <p:nvPr/>
              </p:nvSpPr>
              <p:spPr>
                <a:xfrm>
                  <a:off x="6711057" y="4536000"/>
                  <a:ext cx="540000" cy="1656000"/>
                </a:xfrm>
                <a:prstGeom prst="rect">
                  <a:avLst/>
                </a:prstGeom>
                <a:noFill/>
              </p:spPr>
              <p:txBody>
                <a:bodyPr wrap="square">
                  <a:spAutoFit/>
                </a:bodyPr>
                <a:lstStyle/>
                <a:p>
                  <a:pPr algn="ctr">
                    <a:spcAft>
                      <a:spcPts val="1800"/>
                    </a:spcAft>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m:oMathPara>
                  </a14:m>
                  <a:endParaRPr kumimoji="1" lang="en-US" altLang="zh-CN" sz="2400" i="1" dirty="0">
                    <a:solidFill>
                      <a:schemeClr val="tx1"/>
                    </a:solidFill>
                    <a:latin typeface="Cambria Math" panose="02040503050406030204" pitchFamily="18" charset="0"/>
                    <a:ea typeface="微软雅黑" panose="020B0503020204020204" pitchFamily="34" charset="-122"/>
                  </a:endParaRPr>
                </a:p>
                <a:p>
                  <a:pPr algn="ctr">
                    <a:spcAft>
                      <a:spcPts val="1800"/>
                    </a:spcAft>
                  </a:pP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I</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a:p>
                  <a:pPr algn="ctr">
                    <a:spcAft>
                      <a:spcPts val="1800"/>
                    </a:spcAft>
                  </a:pPr>
                  <a14:m>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80" name="文本框 79">
                  <a:extLst>
                    <a:ext uri="{FF2B5EF4-FFF2-40B4-BE49-F238E27FC236}">
                      <a16:creationId xmlns:a16="http://schemas.microsoft.com/office/drawing/2014/main" id="{52CB16E9-1DAB-FCEC-8D63-21B784B1F3A5}"/>
                    </a:ext>
                  </a:extLst>
                </p:cNvPr>
                <p:cNvSpPr txBox="1">
                  <a:spLocks noRot="1" noChangeAspect="1" noMove="1" noResize="1" noEditPoints="1" noAdjustHandles="1" noChangeArrowheads="1" noChangeShapeType="1" noTextEdit="1"/>
                </p:cNvSpPr>
                <p:nvPr/>
              </p:nvSpPr>
              <p:spPr>
                <a:xfrm>
                  <a:off x="6711057" y="4536000"/>
                  <a:ext cx="540000" cy="16560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1" name="文本框 130">
                  <a:extLst>
                    <a:ext uri="{FF2B5EF4-FFF2-40B4-BE49-F238E27FC236}">
                      <a16:creationId xmlns:a16="http://schemas.microsoft.com/office/drawing/2014/main" id="{049736AE-060D-BF7F-C382-3B266C82571B}"/>
                    </a:ext>
                  </a:extLst>
                </p:cNvPr>
                <p:cNvSpPr txBox="1"/>
                <p:nvPr/>
              </p:nvSpPr>
              <p:spPr>
                <a:xfrm>
                  <a:off x="7611057" y="4716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kumimoji="1" lang="en-US" altLang="zh-CN" sz="2400" b="0" i="1" smtClean="0">
                            <a:solidFill>
                              <a:schemeClr val="tx1"/>
                            </a:solidFill>
                            <a:latin typeface="Cambria Math" panose="02040503050406030204" pitchFamily="18" charset="0"/>
                            <a:ea typeface="微软雅黑" panose="020B0503020204020204" pitchFamily="34" charset="-122"/>
                          </a:rPr>
                          <m:t>𝑅</m:t>
                        </m:r>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1" name="文本框 80">
                  <a:extLst>
                    <a:ext uri="{FF2B5EF4-FFF2-40B4-BE49-F238E27FC236}">
                      <a16:creationId xmlns:a16="http://schemas.microsoft.com/office/drawing/2014/main" id="{2A881D48-6616-A0FD-7C87-517BC5F8C9AB}"/>
                    </a:ext>
                  </a:extLst>
                </p:cNvPr>
                <p:cNvSpPr txBox="1">
                  <a:spLocks noRot="1" noChangeAspect="1" noMove="1" noResize="1" noEditPoints="1" noAdjustHandles="1" noChangeArrowheads="1" noChangeShapeType="1" noTextEdit="1"/>
                </p:cNvSpPr>
                <p:nvPr/>
              </p:nvSpPr>
              <p:spPr>
                <a:xfrm>
                  <a:off x="7611057" y="4716000"/>
                  <a:ext cx="432000" cy="432000"/>
                </a:xfrm>
                <a:prstGeom prst="rect">
                  <a:avLst/>
                </a:prstGeom>
                <a:blipFill>
                  <a:blip r:embed="rId7"/>
                  <a:stretch>
                    <a:fillRect l="-8451" b="-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2" name="文本框 131">
                  <a:extLst>
                    <a:ext uri="{FF2B5EF4-FFF2-40B4-BE49-F238E27FC236}">
                      <a16:creationId xmlns:a16="http://schemas.microsoft.com/office/drawing/2014/main" id="{910C47B0-4D85-49FA-0840-F3766F091613}"/>
                    </a:ext>
                  </a:extLst>
                </p:cNvPr>
                <p:cNvSpPr txBox="1"/>
                <p:nvPr/>
              </p:nvSpPr>
              <p:spPr>
                <a:xfrm>
                  <a:off x="7611057" y="4140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kumimoji="1" lang="en-US" altLang="zh-CN" sz="2400" b="0" i="1" smtClean="0">
                            <a:solidFill>
                              <a:schemeClr val="tx1"/>
                            </a:solidFill>
                            <a:latin typeface="Cambria Math" panose="02040503050406030204" pitchFamily="18" charset="0"/>
                            <a:ea typeface="微软雅黑" panose="020B0503020204020204" pitchFamily="34" charset="-122"/>
                          </a:rPr>
                          <m:t>𝐼</m:t>
                        </m:r>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2" name="文本框 81">
                  <a:extLst>
                    <a:ext uri="{FF2B5EF4-FFF2-40B4-BE49-F238E27FC236}">
                      <a16:creationId xmlns:a16="http://schemas.microsoft.com/office/drawing/2014/main" id="{01A349BE-8270-72DC-8219-AD6885F52148}"/>
                    </a:ext>
                  </a:extLst>
                </p:cNvPr>
                <p:cNvSpPr txBox="1">
                  <a:spLocks noRot="1" noChangeAspect="1" noMove="1" noResize="1" noEditPoints="1" noAdjustHandles="1" noChangeArrowheads="1" noChangeShapeType="1" noTextEdit="1"/>
                </p:cNvSpPr>
                <p:nvPr/>
              </p:nvSpPr>
              <p:spPr>
                <a:xfrm>
                  <a:off x="7611057" y="4140000"/>
                  <a:ext cx="432000" cy="432000"/>
                </a:xfrm>
                <a:prstGeom prst="rect">
                  <a:avLst/>
                </a:prstGeom>
                <a:blipFill>
                  <a:blip r:embed="rId8"/>
                  <a:stretch>
                    <a:fillRect b="-4286"/>
                  </a:stretch>
                </a:blipFill>
              </p:spPr>
              <p:txBody>
                <a:bodyPr/>
                <a:lstStyle/>
                <a:p>
                  <a:r>
                    <a:rPr lang="zh-CN" altLang="en-US">
                      <a:noFill/>
                    </a:rPr>
                    <a:t> </a:t>
                  </a:r>
                </a:p>
              </p:txBody>
            </p:sp>
          </mc:Fallback>
        </mc:AlternateContent>
        <p:cxnSp>
          <p:nvCxnSpPr>
            <p:cNvPr id="133" name="直接箭头连接符 132">
              <a:extLst>
                <a:ext uri="{FF2B5EF4-FFF2-40B4-BE49-F238E27FC236}">
                  <a16:creationId xmlns:a16="http://schemas.microsoft.com/office/drawing/2014/main" id="{E7F5A305-6FD5-1ECB-1728-C60ED1763BD4}"/>
                </a:ext>
              </a:extLst>
            </p:cNvPr>
            <p:cNvCxnSpPr>
              <a:cxnSpLocks/>
            </p:cNvCxnSpPr>
            <p:nvPr/>
          </p:nvCxnSpPr>
          <p:spPr>
            <a:xfrm flipV="1">
              <a:off x="7575057" y="4536000"/>
              <a:ext cx="504000"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nvGrpSpPr>
            <p:cNvPr id="134" name="组合 133">
              <a:extLst>
                <a:ext uri="{FF2B5EF4-FFF2-40B4-BE49-F238E27FC236}">
                  <a16:creationId xmlns:a16="http://schemas.microsoft.com/office/drawing/2014/main" id="{46885033-3F14-6AF8-E239-16F4331145BE}"/>
                </a:ext>
              </a:extLst>
            </p:cNvPr>
            <p:cNvGrpSpPr/>
            <p:nvPr/>
          </p:nvGrpSpPr>
          <p:grpSpPr>
            <a:xfrm>
              <a:off x="8367057" y="5364000"/>
              <a:ext cx="576000" cy="373869"/>
              <a:chOff x="8367057" y="5229793"/>
              <a:chExt cx="576000" cy="373869"/>
            </a:xfrm>
          </p:grpSpPr>
          <p:sp>
            <p:nvSpPr>
              <p:cNvPr id="142" name="等腰三角形 141">
                <a:extLst>
                  <a:ext uri="{FF2B5EF4-FFF2-40B4-BE49-F238E27FC236}">
                    <a16:creationId xmlns:a16="http://schemas.microsoft.com/office/drawing/2014/main" id="{5095E97C-EDEE-28C9-18D9-79F17F15D5A1}"/>
                  </a:ext>
                </a:extLst>
              </p:cNvPr>
              <p:cNvSpPr/>
              <p:nvPr/>
            </p:nvSpPr>
            <p:spPr>
              <a:xfrm>
                <a:off x="8406000" y="5243662"/>
                <a:ext cx="468000" cy="360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cxnSp>
            <p:nvCxnSpPr>
              <p:cNvPr id="143" name="连接符: 肘形 142">
                <a:extLst>
                  <a:ext uri="{FF2B5EF4-FFF2-40B4-BE49-F238E27FC236}">
                    <a16:creationId xmlns:a16="http://schemas.microsoft.com/office/drawing/2014/main" id="{56E89BDF-5391-73F0-6511-439B8A1EE8B7}"/>
                  </a:ext>
                </a:extLst>
              </p:cNvPr>
              <p:cNvCxnSpPr>
                <a:cxnSpLocks/>
              </p:cNvCxnSpPr>
              <p:nvPr/>
            </p:nvCxnSpPr>
            <p:spPr>
              <a:xfrm>
                <a:off x="8367057" y="5229793"/>
                <a:ext cx="576000" cy="144000"/>
              </a:xfrm>
              <a:prstGeom prst="bentConnector3">
                <a:avLst>
                  <a:gd name="adj1" fmla="val 96738"/>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5" name="文本框 134">
                  <a:extLst>
                    <a:ext uri="{FF2B5EF4-FFF2-40B4-BE49-F238E27FC236}">
                      <a16:creationId xmlns:a16="http://schemas.microsoft.com/office/drawing/2014/main" id="{ECA1C4D5-CB8E-F1B8-94CB-3DC444F986BD}"/>
                    </a:ext>
                  </a:extLst>
                </p:cNvPr>
                <p:cNvSpPr txBox="1"/>
                <p:nvPr/>
              </p:nvSpPr>
              <p:spPr>
                <a:xfrm>
                  <a:off x="8151057" y="4752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𝐼</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Z</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8" name="文本框 87">
                  <a:extLst>
                    <a:ext uri="{FF2B5EF4-FFF2-40B4-BE49-F238E27FC236}">
                      <a16:creationId xmlns:a16="http://schemas.microsoft.com/office/drawing/2014/main" id="{572860FF-43B9-12DD-A2C4-917118E99551}"/>
                    </a:ext>
                  </a:extLst>
                </p:cNvPr>
                <p:cNvSpPr txBox="1">
                  <a:spLocks noRot="1" noChangeAspect="1" noMove="1" noResize="1" noEditPoints="1" noAdjustHandles="1" noChangeArrowheads="1" noChangeShapeType="1" noTextEdit="1"/>
                </p:cNvSpPr>
                <p:nvPr/>
              </p:nvSpPr>
              <p:spPr>
                <a:xfrm>
                  <a:off x="8151057" y="4752000"/>
                  <a:ext cx="432000" cy="432000"/>
                </a:xfrm>
                <a:prstGeom prst="rect">
                  <a:avLst/>
                </a:prstGeom>
                <a:blipFill>
                  <a:blip r:embed="rId9"/>
                  <a:stretch>
                    <a:fillRect l="-12676" b="-9859"/>
                  </a:stretch>
                </a:blipFill>
              </p:spPr>
              <p:txBody>
                <a:bodyPr/>
                <a:lstStyle/>
                <a:p>
                  <a:r>
                    <a:rPr lang="zh-CN" altLang="en-US">
                      <a:noFill/>
                    </a:rPr>
                    <a:t> </a:t>
                  </a:r>
                </a:p>
              </p:txBody>
            </p:sp>
          </mc:Fallback>
        </mc:AlternateContent>
        <p:cxnSp>
          <p:nvCxnSpPr>
            <p:cNvPr id="136" name="直接箭头连接符 135">
              <a:extLst>
                <a:ext uri="{FF2B5EF4-FFF2-40B4-BE49-F238E27FC236}">
                  <a16:creationId xmlns:a16="http://schemas.microsoft.com/office/drawing/2014/main" id="{C3BCCE69-91CA-2F10-88CD-B2631DA54EC2}"/>
                </a:ext>
              </a:extLst>
            </p:cNvPr>
            <p:cNvCxnSpPr>
              <a:cxnSpLocks/>
            </p:cNvCxnSpPr>
            <p:nvPr/>
          </p:nvCxnSpPr>
          <p:spPr>
            <a:xfrm>
              <a:off x="8511057" y="4824000"/>
              <a:ext cx="0" cy="43200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7" name="文本框 136">
                  <a:extLst>
                    <a:ext uri="{FF2B5EF4-FFF2-40B4-BE49-F238E27FC236}">
                      <a16:creationId xmlns:a16="http://schemas.microsoft.com/office/drawing/2014/main" id="{24CF3FB0-831B-B9B3-E1C0-D7F7ED7D3FF6}"/>
                    </a:ext>
                  </a:extLst>
                </p:cNvPr>
                <p:cNvSpPr txBox="1"/>
                <p:nvPr/>
              </p:nvSpPr>
              <p:spPr>
                <a:xfrm>
                  <a:off x="7971057" y="5328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𝐷</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Z</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1" name="文本框 90">
                  <a:extLst>
                    <a:ext uri="{FF2B5EF4-FFF2-40B4-BE49-F238E27FC236}">
                      <a16:creationId xmlns:a16="http://schemas.microsoft.com/office/drawing/2014/main" id="{A3214415-60A8-6042-5E14-75AFFD431747}"/>
                    </a:ext>
                  </a:extLst>
                </p:cNvPr>
                <p:cNvSpPr txBox="1">
                  <a:spLocks noRot="1" noChangeAspect="1" noMove="1" noResize="1" noEditPoints="1" noAdjustHandles="1" noChangeArrowheads="1" noChangeShapeType="1" noTextEdit="1"/>
                </p:cNvSpPr>
                <p:nvPr/>
              </p:nvSpPr>
              <p:spPr>
                <a:xfrm>
                  <a:off x="7971057" y="5328000"/>
                  <a:ext cx="432000" cy="432000"/>
                </a:xfrm>
                <a:prstGeom prst="rect">
                  <a:avLst/>
                </a:prstGeom>
                <a:blipFill>
                  <a:blip r:embed="rId10"/>
                  <a:stretch>
                    <a:fillRect l="-23944" b="-112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8" name="文本框 137">
                  <a:extLst>
                    <a:ext uri="{FF2B5EF4-FFF2-40B4-BE49-F238E27FC236}">
                      <a16:creationId xmlns:a16="http://schemas.microsoft.com/office/drawing/2014/main" id="{2206CD47-6E40-D812-49D7-62D9EE97EF35}"/>
                    </a:ext>
                  </a:extLst>
                </p:cNvPr>
                <p:cNvSpPr txBox="1"/>
                <p:nvPr/>
              </p:nvSpPr>
              <p:spPr>
                <a:xfrm>
                  <a:off x="9231057" y="5148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𝑅</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L</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2" name="文本框 91">
                  <a:extLst>
                    <a:ext uri="{FF2B5EF4-FFF2-40B4-BE49-F238E27FC236}">
                      <a16:creationId xmlns:a16="http://schemas.microsoft.com/office/drawing/2014/main" id="{DDC99598-0AA4-46A7-A372-BE0DB0DFF926}"/>
                    </a:ext>
                  </a:extLst>
                </p:cNvPr>
                <p:cNvSpPr txBox="1">
                  <a:spLocks noRot="1" noChangeAspect="1" noMove="1" noResize="1" noEditPoints="1" noAdjustHandles="1" noChangeArrowheads="1" noChangeShapeType="1" noTextEdit="1"/>
                </p:cNvSpPr>
                <p:nvPr/>
              </p:nvSpPr>
              <p:spPr>
                <a:xfrm>
                  <a:off x="9231057" y="5148000"/>
                  <a:ext cx="432000" cy="432000"/>
                </a:xfrm>
                <a:prstGeom prst="rect">
                  <a:avLst/>
                </a:prstGeom>
                <a:blipFill>
                  <a:blip r:embed="rId11"/>
                  <a:stretch>
                    <a:fillRect l="-24286" b="-9859"/>
                  </a:stretch>
                </a:blipFill>
              </p:spPr>
              <p:txBody>
                <a:bodyPr/>
                <a:lstStyle/>
                <a:p>
                  <a:r>
                    <a:rPr lang="zh-CN" altLang="en-US">
                      <a:noFill/>
                    </a:rPr>
                    <a:t> </a:t>
                  </a:r>
                </a:p>
              </p:txBody>
            </p:sp>
          </mc:Fallback>
        </mc:AlternateContent>
        <p:cxnSp>
          <p:nvCxnSpPr>
            <p:cNvPr id="139" name="直接箭头连接符 138">
              <a:extLst>
                <a:ext uri="{FF2B5EF4-FFF2-40B4-BE49-F238E27FC236}">
                  <a16:creationId xmlns:a16="http://schemas.microsoft.com/office/drawing/2014/main" id="{092857DD-7ADC-8D52-8E91-535870835CF0}"/>
                </a:ext>
              </a:extLst>
            </p:cNvPr>
            <p:cNvCxnSpPr>
              <a:cxnSpLocks/>
            </p:cNvCxnSpPr>
            <p:nvPr/>
          </p:nvCxnSpPr>
          <p:spPr>
            <a:xfrm flipV="1">
              <a:off x="8871057" y="4608000"/>
              <a:ext cx="504000"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0" name="文本框 139">
                  <a:extLst>
                    <a:ext uri="{FF2B5EF4-FFF2-40B4-BE49-F238E27FC236}">
                      <a16:creationId xmlns:a16="http://schemas.microsoft.com/office/drawing/2014/main" id="{5D237D38-25C1-7BE9-01B4-F5A53C07C3EE}"/>
                    </a:ext>
                  </a:extLst>
                </p:cNvPr>
                <p:cNvSpPr txBox="1"/>
                <p:nvPr/>
              </p:nvSpPr>
              <p:spPr>
                <a:xfrm>
                  <a:off x="8943057" y="4176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𝐼</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O</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4" name="文本框 93">
                  <a:extLst>
                    <a:ext uri="{FF2B5EF4-FFF2-40B4-BE49-F238E27FC236}">
                      <a16:creationId xmlns:a16="http://schemas.microsoft.com/office/drawing/2014/main" id="{25510568-2ADD-913B-058F-B27F73BCD099}"/>
                    </a:ext>
                  </a:extLst>
                </p:cNvPr>
                <p:cNvSpPr txBox="1">
                  <a:spLocks noRot="1" noChangeAspect="1" noMove="1" noResize="1" noEditPoints="1" noAdjustHandles="1" noChangeArrowheads="1" noChangeShapeType="1" noTextEdit="1"/>
                </p:cNvSpPr>
                <p:nvPr/>
              </p:nvSpPr>
              <p:spPr>
                <a:xfrm>
                  <a:off x="8943057" y="4176000"/>
                  <a:ext cx="432000" cy="432000"/>
                </a:xfrm>
                <a:prstGeom prst="rect">
                  <a:avLst/>
                </a:prstGeom>
                <a:blipFill>
                  <a:blip r:embed="rId12"/>
                  <a:stretch>
                    <a:fillRect l="-16901" b="-112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1" name="文本框 140">
                  <a:extLst>
                    <a:ext uri="{FF2B5EF4-FFF2-40B4-BE49-F238E27FC236}">
                      <a16:creationId xmlns:a16="http://schemas.microsoft.com/office/drawing/2014/main" id="{C234C13A-18C4-9413-D331-ACD671E378E7}"/>
                    </a:ext>
                  </a:extLst>
                </p:cNvPr>
                <p:cNvSpPr txBox="1"/>
                <p:nvPr/>
              </p:nvSpPr>
              <p:spPr>
                <a:xfrm>
                  <a:off x="9663057" y="4788000"/>
                  <a:ext cx="540000" cy="115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m:oMathPara>
                  </a14:m>
                  <a:endParaRPr kumimoji="1" lang="en-US" altLang="zh-CN" sz="2400" i="1" dirty="0">
                    <a:solidFill>
                      <a:schemeClr val="tx1"/>
                    </a:solidFill>
                    <a:latin typeface="Cambria Math" panose="02040503050406030204" pitchFamily="18" charset="0"/>
                    <a:ea typeface="微软雅黑" panose="020B0503020204020204" pitchFamily="34" charset="-122"/>
                  </a:endParaRPr>
                </a:p>
                <a:p>
                  <a:pPr algn="ctr"/>
                  <a14:m>
                    <m:oMathPara xmlns:m="http://schemas.openxmlformats.org/officeDocument/2006/math">
                      <m:oMathParaPr>
                        <m:jc m:val="centerGroup"/>
                      </m:oMathParaPr>
                      <m:oMath xmlns:m="http://schemas.openxmlformats.org/officeDocument/2006/math">
                        <m:r>
                          <a:rPr kumimoji="1" lang="en-US" altLang="zh-CN" sz="2400" b="0" i="1" smtClean="0">
                            <a:solidFill>
                              <a:schemeClr val="tx1"/>
                            </a:solidFill>
                            <a:latin typeface="Cambria Math" panose="02040503050406030204" pitchFamily="18" charset="0"/>
                            <a:ea typeface="微软雅黑" panose="020B0503020204020204" pitchFamily="34" charset="-122"/>
                          </a:rPr>
                          <m:t> </m:t>
                        </m:r>
                        <m:sSub>
                          <m:sSubPr>
                            <m:ctrlPr>
                              <a:rPr kumimoji="1" lang="en-US" altLang="zh-CN" sz="240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O</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95" name="文本框 94">
                  <a:extLst>
                    <a:ext uri="{FF2B5EF4-FFF2-40B4-BE49-F238E27FC236}">
                      <a16:creationId xmlns:a16="http://schemas.microsoft.com/office/drawing/2014/main" id="{2A61162E-1AD2-0E6B-DE41-7052733E1845}"/>
                    </a:ext>
                  </a:extLst>
                </p:cNvPr>
                <p:cNvSpPr txBox="1">
                  <a:spLocks noRot="1" noChangeAspect="1" noMove="1" noResize="1" noEditPoints="1" noAdjustHandles="1" noChangeArrowheads="1" noChangeShapeType="1" noTextEdit="1"/>
                </p:cNvSpPr>
                <p:nvPr/>
              </p:nvSpPr>
              <p:spPr>
                <a:xfrm>
                  <a:off x="9663057" y="4788000"/>
                  <a:ext cx="540000" cy="1152000"/>
                </a:xfrm>
                <a:prstGeom prst="rect">
                  <a:avLst/>
                </a:prstGeom>
                <a:blipFill>
                  <a:blip r:embed="rId13"/>
                  <a:stretch>
                    <a:fillRect r="-1124"/>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8910462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24D8A-DA0F-F42B-E188-CBCA64B0E3AD}"/>
            </a:ext>
          </a:extLst>
        </p:cNvPr>
        <p:cNvGrpSpPr/>
        <p:nvPr/>
      </p:nvGrpSpPr>
      <p:grpSpPr>
        <a:xfrm>
          <a:off x="0" y="0"/>
          <a:ext cx="0" cy="0"/>
          <a:chOff x="0" y="0"/>
          <a:chExt cx="0" cy="0"/>
        </a:xfrm>
      </p:grpSpPr>
      <p:sp>
        <p:nvSpPr>
          <p:cNvPr id="41" name="标题 1">
            <a:extLst>
              <a:ext uri="{FF2B5EF4-FFF2-40B4-BE49-F238E27FC236}">
                <a16:creationId xmlns:a16="http://schemas.microsoft.com/office/drawing/2014/main" id="{377CA515-01E7-3A9B-3123-1530C59E062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模拟部分（三极管之场效应管）</a:t>
            </a:r>
          </a:p>
        </p:txBody>
      </p:sp>
      <p:grpSp>
        <p:nvGrpSpPr>
          <p:cNvPr id="42" name="组合 41">
            <a:extLst>
              <a:ext uri="{FF2B5EF4-FFF2-40B4-BE49-F238E27FC236}">
                <a16:creationId xmlns:a16="http://schemas.microsoft.com/office/drawing/2014/main" id="{274C6309-0EDF-0ADA-FED2-050F625B79BE}"/>
              </a:ext>
            </a:extLst>
          </p:cNvPr>
          <p:cNvGrpSpPr/>
          <p:nvPr/>
        </p:nvGrpSpPr>
        <p:grpSpPr>
          <a:xfrm>
            <a:off x="11449269" y="6198682"/>
            <a:ext cx="786273" cy="548639"/>
            <a:chOff x="11454918" y="5839511"/>
            <a:chExt cx="786273" cy="548639"/>
          </a:xfrm>
        </p:grpSpPr>
        <p:grpSp>
          <p:nvGrpSpPr>
            <p:cNvPr id="43" name="组合 42">
              <a:extLst>
                <a:ext uri="{FF2B5EF4-FFF2-40B4-BE49-F238E27FC236}">
                  <a16:creationId xmlns:a16="http://schemas.microsoft.com/office/drawing/2014/main" id="{87B3BA10-3427-A0F9-1E34-8FC9AF416D1B}"/>
                </a:ext>
              </a:extLst>
            </p:cNvPr>
            <p:cNvGrpSpPr/>
            <p:nvPr/>
          </p:nvGrpSpPr>
          <p:grpSpPr>
            <a:xfrm>
              <a:off x="11454918" y="5867450"/>
              <a:ext cx="737081" cy="520700"/>
              <a:chOff x="11454918" y="5867450"/>
              <a:chExt cx="737081" cy="520700"/>
            </a:xfrm>
          </p:grpSpPr>
          <p:sp>
            <p:nvSpPr>
              <p:cNvPr id="45" name="箭头: 五边形 44">
                <a:extLst>
                  <a:ext uri="{FF2B5EF4-FFF2-40B4-BE49-F238E27FC236}">
                    <a16:creationId xmlns:a16="http://schemas.microsoft.com/office/drawing/2014/main" id="{9AD11DFE-97CB-766F-CDA3-659E5F86526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箭头: V 形 45">
                <a:extLst>
                  <a:ext uri="{FF2B5EF4-FFF2-40B4-BE49-F238E27FC236}">
                    <a16:creationId xmlns:a16="http://schemas.microsoft.com/office/drawing/2014/main" id="{75EA977B-D486-A6D3-6253-04BD222FCF7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4" name="灯片编号占位符 3">
              <a:extLst>
                <a:ext uri="{FF2B5EF4-FFF2-40B4-BE49-F238E27FC236}">
                  <a16:creationId xmlns:a16="http://schemas.microsoft.com/office/drawing/2014/main" id="{58DEB325-1B26-DEFF-90A2-B1DDBB4316C6}"/>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50</a:t>
              </a:fld>
              <a:endParaRPr lang="zh-CN" altLang="en-US" sz="3200" dirty="0">
                <a:solidFill>
                  <a:schemeClr val="bg1"/>
                </a:solidFill>
                <a:latin typeface="Candara"/>
                <a:ea typeface="微软雅黑"/>
              </a:endParaRPr>
            </a:p>
          </p:txBody>
        </p:sp>
      </p:grpSp>
      <p:sp>
        <p:nvSpPr>
          <p:cNvPr id="48" name="文本框 47">
            <a:extLst>
              <a:ext uri="{FF2B5EF4-FFF2-40B4-BE49-F238E27FC236}">
                <a16:creationId xmlns:a16="http://schemas.microsoft.com/office/drawing/2014/main" id="{076450B2-4C74-8662-EC0F-AC8E2F1C7F0E}"/>
              </a:ext>
            </a:extLst>
          </p:cNvPr>
          <p:cNvSpPr txBox="1"/>
          <p:nvPr/>
        </p:nvSpPr>
        <p:spPr>
          <a:xfrm>
            <a:off x="360000" y="827142"/>
            <a:ext cx="8949867" cy="1159613"/>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场效应管（</a:t>
            </a:r>
            <a:r>
              <a:rPr kumimoji="1" lang="en-US" altLang="zh-CN" sz="2800" dirty="0">
                <a:solidFill>
                  <a:srgbClr val="002060"/>
                </a:solidFill>
                <a:latin typeface="微软雅黑" panose="020B0503020204020204" pitchFamily="34" charset="-122"/>
                <a:ea typeface="微软雅黑" panose="020B0503020204020204" pitchFamily="34" charset="-122"/>
              </a:rPr>
              <a:t>MOSFET</a:t>
            </a:r>
            <a:r>
              <a:rPr kumimoji="1" lang="zh-CN" altLang="en-US" sz="2800" dirty="0">
                <a:solidFill>
                  <a:srgbClr val="002060"/>
                </a:solidFill>
                <a:latin typeface="微软雅黑" panose="020B0503020204020204" pitchFamily="34" charset="-122"/>
                <a:ea typeface="微软雅黑" panose="020B0503020204020204" pitchFamily="34" charset="-122"/>
              </a:rPr>
              <a:t>），按导电沟道类型区分：</a:t>
            </a:r>
          </a:p>
          <a:p>
            <a:pPr marL="914400" lvl="1" indent="-457200">
              <a:lnSpc>
                <a:spcPct val="120000"/>
              </a:lnSpc>
              <a:spcAft>
                <a:spcPts val="600"/>
              </a:spcAft>
              <a:buFont typeface="Wingdings" panose="05000000000000000000" pitchFamily="2" charset="2"/>
              <a:buChar char="Ø"/>
            </a:pPr>
            <a:r>
              <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rPr>
              <a:t>N </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沟道增强型、</a:t>
            </a:r>
            <a:r>
              <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rPr>
              <a:t>N </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沟道耗尽型</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9" name="文本框 48">
            <a:extLst>
              <a:ext uri="{FF2B5EF4-FFF2-40B4-BE49-F238E27FC236}">
                <a16:creationId xmlns:a16="http://schemas.microsoft.com/office/drawing/2014/main" id="{A7895D9D-222F-EFDA-DC42-E4574475CD19}"/>
              </a:ext>
            </a:extLst>
          </p:cNvPr>
          <p:cNvSpPr txBox="1"/>
          <p:nvPr/>
        </p:nvSpPr>
        <p:spPr>
          <a:xfrm>
            <a:off x="360001" y="3780000"/>
            <a:ext cx="6151636" cy="565604"/>
          </a:xfrm>
          <a:prstGeom prst="rect">
            <a:avLst/>
          </a:prstGeom>
          <a:noFill/>
        </p:spPr>
        <p:txBody>
          <a:bodyPr wrap="square">
            <a:spAutoFit/>
          </a:bodyPr>
          <a:lstStyle/>
          <a:p>
            <a:pPr marL="914400" lvl="1" indent="-457200">
              <a:lnSpc>
                <a:spcPct val="120000"/>
              </a:lnSpc>
              <a:spcAft>
                <a:spcPts val="600"/>
              </a:spcAft>
              <a:buFont typeface="Wingdings" panose="05000000000000000000" pitchFamily="2" charset="2"/>
              <a:buChar char="Ø"/>
            </a:pPr>
            <a:r>
              <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rPr>
              <a:t>P </a:t>
            </a:r>
            <a:r>
              <a:rPr kumimoji="1" lang="en-US" altLang="zh-CN" sz="19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沟道增强型、</a:t>
            </a:r>
            <a:r>
              <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rPr>
              <a:t>P </a:t>
            </a:r>
            <a:r>
              <a:rPr kumimoji="1" lang="en-US" altLang="zh-CN" sz="19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沟道耗尽型</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50" name="组合 49">
            <a:extLst>
              <a:ext uri="{FF2B5EF4-FFF2-40B4-BE49-F238E27FC236}">
                <a16:creationId xmlns:a16="http://schemas.microsoft.com/office/drawing/2014/main" id="{3AAA8F00-6AAE-82D3-B06A-FE3C6E1E7A87}"/>
              </a:ext>
            </a:extLst>
          </p:cNvPr>
          <p:cNvGrpSpPr/>
          <p:nvPr/>
        </p:nvGrpSpPr>
        <p:grpSpPr>
          <a:xfrm>
            <a:off x="1332000" y="1908000"/>
            <a:ext cx="1836000" cy="1865665"/>
            <a:chOff x="1332000" y="1872000"/>
            <a:chExt cx="1836000" cy="1865665"/>
          </a:xfrm>
        </p:grpSpPr>
        <p:cxnSp>
          <p:nvCxnSpPr>
            <p:cNvPr id="51" name="直接连接符 50">
              <a:extLst>
                <a:ext uri="{FF2B5EF4-FFF2-40B4-BE49-F238E27FC236}">
                  <a16:creationId xmlns:a16="http://schemas.microsoft.com/office/drawing/2014/main" id="{C4E0AB73-B9F7-338F-4ECF-BBB6F566AACF}"/>
                </a:ext>
              </a:extLst>
            </p:cNvPr>
            <p:cNvCxnSpPr>
              <a:cxnSpLocks/>
            </p:cNvCxnSpPr>
            <p:nvPr/>
          </p:nvCxnSpPr>
          <p:spPr>
            <a:xfrm>
              <a:off x="1512000" y="3096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23DA4D31-0217-8EC8-C980-4EE2F6E160A4}"/>
                </a:ext>
              </a:extLst>
            </p:cNvPr>
            <p:cNvCxnSpPr>
              <a:cxnSpLocks/>
            </p:cNvCxnSpPr>
            <p:nvPr/>
          </p:nvCxnSpPr>
          <p:spPr>
            <a:xfrm flipH="1">
              <a:off x="2052000" y="2808000"/>
              <a:ext cx="720000"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F565CA-9192-C37A-9F22-7024909B2209}"/>
                </a:ext>
              </a:extLst>
            </p:cNvPr>
            <p:cNvCxnSpPr>
              <a:cxnSpLocks/>
            </p:cNvCxnSpPr>
            <p:nvPr/>
          </p:nvCxnSpPr>
          <p:spPr>
            <a:xfrm>
              <a:off x="1872000" y="2520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F2F47FD8-5EC3-45B7-DA51-AD415995F024}"/>
                </a:ext>
              </a:extLst>
            </p:cNvPr>
            <p:cNvCxnSpPr>
              <a:cxnSpLocks/>
            </p:cNvCxnSpPr>
            <p:nvPr/>
          </p:nvCxnSpPr>
          <p:spPr>
            <a:xfrm>
              <a:off x="2051999" y="2520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Rectangle 8">
                  <a:extLst>
                    <a:ext uri="{FF2B5EF4-FFF2-40B4-BE49-F238E27FC236}">
                      <a16:creationId xmlns:a16="http://schemas.microsoft.com/office/drawing/2014/main" id="{1573ED62-3251-FDE1-279D-578AA306B659}"/>
                    </a:ext>
                  </a:extLst>
                </p:cNvPr>
                <p:cNvSpPr>
                  <a:spLocks noChangeArrowheads="1"/>
                </p:cNvSpPr>
                <p:nvPr/>
              </p:nvSpPr>
              <p:spPr bwMode="auto">
                <a:xfrm>
                  <a:off x="1332000" y="2628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g</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12" name="Rectangle 8">
                  <a:extLst>
                    <a:ext uri="{FF2B5EF4-FFF2-40B4-BE49-F238E27FC236}">
                      <a16:creationId xmlns:a16="http://schemas.microsoft.com/office/drawing/2014/main" id="{9F016AE2-30EE-5931-4DA6-6F267A74FD79}"/>
                    </a:ext>
                  </a:extLst>
                </p:cNvPr>
                <p:cNvSpPr>
                  <a:spLocks noRot="1" noChangeAspect="1" noMove="1" noResize="1" noEditPoints="1" noAdjustHandles="1" noChangeArrowheads="1" noChangeShapeType="1" noTextEdit="1"/>
                </p:cNvSpPr>
                <p:nvPr/>
              </p:nvSpPr>
              <p:spPr bwMode="auto">
                <a:xfrm>
                  <a:off x="1332000" y="2628000"/>
                  <a:ext cx="360000" cy="461665"/>
                </a:xfrm>
                <a:prstGeom prst="rect">
                  <a:avLst/>
                </a:prstGeom>
                <a:blipFill>
                  <a:blip r:embed="rId3"/>
                  <a:stretch>
                    <a:fillRect l="-15254" b="-11842"/>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Rectangle 8">
                  <a:extLst>
                    <a:ext uri="{FF2B5EF4-FFF2-40B4-BE49-F238E27FC236}">
                      <a16:creationId xmlns:a16="http://schemas.microsoft.com/office/drawing/2014/main" id="{705E52C6-E247-303F-6767-457B59071071}"/>
                    </a:ext>
                  </a:extLst>
                </p:cNvPr>
                <p:cNvSpPr>
                  <a:spLocks noChangeArrowheads="1"/>
                </p:cNvSpPr>
                <p:nvPr/>
              </p:nvSpPr>
              <p:spPr bwMode="auto">
                <a:xfrm>
                  <a:off x="2412000" y="1872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d</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13" name="Rectangle 8">
                  <a:extLst>
                    <a:ext uri="{FF2B5EF4-FFF2-40B4-BE49-F238E27FC236}">
                      <a16:creationId xmlns:a16="http://schemas.microsoft.com/office/drawing/2014/main" id="{C4E414F8-3CA5-2B86-9F07-827DCB263872}"/>
                    </a:ext>
                  </a:extLst>
                </p:cNvPr>
                <p:cNvSpPr>
                  <a:spLocks noRot="1" noChangeAspect="1" noMove="1" noResize="1" noEditPoints="1" noAdjustHandles="1" noChangeArrowheads="1" noChangeShapeType="1" noTextEdit="1"/>
                </p:cNvSpPr>
                <p:nvPr/>
              </p:nvSpPr>
              <p:spPr bwMode="auto">
                <a:xfrm>
                  <a:off x="2412000" y="1872000"/>
                  <a:ext cx="360000" cy="461665"/>
                </a:xfrm>
                <a:prstGeom prst="rect">
                  <a:avLst/>
                </a:prstGeom>
                <a:blipFill>
                  <a:blip r:embed="rId4"/>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Rectangle 8">
                  <a:extLst>
                    <a:ext uri="{FF2B5EF4-FFF2-40B4-BE49-F238E27FC236}">
                      <a16:creationId xmlns:a16="http://schemas.microsoft.com/office/drawing/2014/main" id="{E343AEE2-C9C9-2B6D-FF8F-DED1DBB0F81E}"/>
                    </a:ext>
                  </a:extLst>
                </p:cNvPr>
                <p:cNvSpPr>
                  <a:spLocks noChangeArrowheads="1"/>
                </p:cNvSpPr>
                <p:nvPr/>
              </p:nvSpPr>
              <p:spPr bwMode="auto">
                <a:xfrm>
                  <a:off x="2376000" y="3276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s</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14" name="Rectangle 8">
                  <a:extLst>
                    <a:ext uri="{FF2B5EF4-FFF2-40B4-BE49-F238E27FC236}">
                      <a16:creationId xmlns:a16="http://schemas.microsoft.com/office/drawing/2014/main" id="{A4ABCD9D-EB66-CE61-7E2B-F13B26B1414F}"/>
                    </a:ext>
                  </a:extLst>
                </p:cNvPr>
                <p:cNvSpPr>
                  <a:spLocks noRot="1" noChangeAspect="1" noMove="1" noResize="1" noEditPoints="1" noAdjustHandles="1" noChangeArrowheads="1" noChangeShapeType="1" noTextEdit="1"/>
                </p:cNvSpPr>
                <p:nvPr/>
              </p:nvSpPr>
              <p:spPr bwMode="auto">
                <a:xfrm>
                  <a:off x="2376000" y="3276000"/>
                  <a:ext cx="360000" cy="461665"/>
                </a:xfrm>
                <a:prstGeom prst="rect">
                  <a:avLst/>
                </a:prstGeom>
                <a:blipFill>
                  <a:blip r:embed="rId5"/>
                  <a:stretch>
                    <a:fillRect l="-169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Rectangle 8">
                  <a:extLst>
                    <a:ext uri="{FF2B5EF4-FFF2-40B4-BE49-F238E27FC236}">
                      <a16:creationId xmlns:a16="http://schemas.microsoft.com/office/drawing/2014/main" id="{847BFC25-F3B2-8B36-B043-1AAFFC0C4D6C}"/>
                    </a:ext>
                  </a:extLst>
                </p:cNvPr>
                <p:cNvSpPr>
                  <a:spLocks noChangeArrowheads="1"/>
                </p:cNvSpPr>
                <p:nvPr/>
              </p:nvSpPr>
              <p:spPr bwMode="auto">
                <a:xfrm>
                  <a:off x="2772000" y="2577600"/>
                  <a:ext cx="396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B</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15" name="Rectangle 8">
                  <a:extLst>
                    <a:ext uri="{FF2B5EF4-FFF2-40B4-BE49-F238E27FC236}">
                      <a16:creationId xmlns:a16="http://schemas.microsoft.com/office/drawing/2014/main" id="{2B3D9A5E-E453-26DC-DF17-686111860F6A}"/>
                    </a:ext>
                  </a:extLst>
                </p:cNvPr>
                <p:cNvSpPr>
                  <a:spLocks noRot="1" noChangeAspect="1" noMove="1" noResize="1" noEditPoints="1" noAdjustHandles="1" noChangeArrowheads="1" noChangeShapeType="1" noTextEdit="1"/>
                </p:cNvSpPr>
                <p:nvPr/>
              </p:nvSpPr>
              <p:spPr bwMode="auto">
                <a:xfrm>
                  <a:off x="2772000" y="2577600"/>
                  <a:ext cx="396000" cy="461665"/>
                </a:xfrm>
                <a:prstGeom prst="rect">
                  <a:avLst/>
                </a:prstGeom>
                <a:blipFill>
                  <a:blip r:embed="rId6"/>
                  <a:stretch>
                    <a:fillRect l="-12308"/>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59" name="直接连接符 58">
              <a:extLst>
                <a:ext uri="{FF2B5EF4-FFF2-40B4-BE49-F238E27FC236}">
                  <a16:creationId xmlns:a16="http://schemas.microsoft.com/office/drawing/2014/main" id="{C3692FC9-2152-345C-5926-1BEE23EB6EFC}"/>
                </a:ext>
              </a:extLst>
            </p:cNvPr>
            <p:cNvCxnSpPr>
              <a:cxnSpLocks/>
            </p:cNvCxnSpPr>
            <p:nvPr/>
          </p:nvCxnSpPr>
          <p:spPr>
            <a:xfrm>
              <a:off x="2052000" y="2430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D012F18F-D7D6-F5BB-FDDE-A509A12BA4F4}"/>
                </a:ext>
              </a:extLst>
            </p:cNvPr>
            <p:cNvCxnSpPr>
              <a:cxnSpLocks/>
            </p:cNvCxnSpPr>
            <p:nvPr/>
          </p:nvCxnSpPr>
          <p:spPr>
            <a:xfrm>
              <a:off x="2052000" y="3006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1EF41FB6-82AF-1838-CE6C-87FDD2DACD94}"/>
                </a:ext>
              </a:extLst>
            </p:cNvPr>
            <p:cNvCxnSpPr>
              <a:cxnSpLocks/>
            </p:cNvCxnSpPr>
            <p:nvPr/>
          </p:nvCxnSpPr>
          <p:spPr>
            <a:xfrm>
              <a:off x="2052000" y="2718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6B11465C-6DA6-7618-B98A-8B4E82ADA74B}"/>
                </a:ext>
              </a:extLst>
            </p:cNvPr>
            <p:cNvCxnSpPr>
              <a:cxnSpLocks/>
            </p:cNvCxnSpPr>
            <p:nvPr/>
          </p:nvCxnSpPr>
          <p:spPr>
            <a:xfrm>
              <a:off x="2052000" y="3096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F389521C-BB06-9F86-F3CA-1DCD1FD8BAA8}"/>
                </a:ext>
              </a:extLst>
            </p:cNvPr>
            <p:cNvCxnSpPr/>
            <p:nvPr/>
          </p:nvCxnSpPr>
          <p:spPr>
            <a:xfrm>
              <a:off x="2412000" y="2160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A1608F8-5480-7696-48C6-6CC3CCD25A34}"/>
                </a:ext>
              </a:extLst>
            </p:cNvPr>
            <p:cNvCxnSpPr/>
            <p:nvPr/>
          </p:nvCxnSpPr>
          <p:spPr>
            <a:xfrm>
              <a:off x="2412000" y="3096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组合 64">
            <a:extLst>
              <a:ext uri="{FF2B5EF4-FFF2-40B4-BE49-F238E27FC236}">
                <a16:creationId xmlns:a16="http://schemas.microsoft.com/office/drawing/2014/main" id="{B070A980-138E-AC47-E67F-2343FD3E7E04}"/>
              </a:ext>
            </a:extLst>
          </p:cNvPr>
          <p:cNvGrpSpPr/>
          <p:nvPr/>
        </p:nvGrpSpPr>
        <p:grpSpPr>
          <a:xfrm>
            <a:off x="3888000" y="1908000"/>
            <a:ext cx="1836000" cy="1865665"/>
            <a:chOff x="1332000" y="1872000"/>
            <a:chExt cx="1836000" cy="1865665"/>
          </a:xfrm>
        </p:grpSpPr>
        <p:cxnSp>
          <p:nvCxnSpPr>
            <p:cNvPr id="66" name="直接连接符 65">
              <a:extLst>
                <a:ext uri="{FF2B5EF4-FFF2-40B4-BE49-F238E27FC236}">
                  <a16:creationId xmlns:a16="http://schemas.microsoft.com/office/drawing/2014/main" id="{2BEF8B16-7292-3311-A009-E8690673DC89}"/>
                </a:ext>
              </a:extLst>
            </p:cNvPr>
            <p:cNvCxnSpPr>
              <a:cxnSpLocks/>
            </p:cNvCxnSpPr>
            <p:nvPr/>
          </p:nvCxnSpPr>
          <p:spPr>
            <a:xfrm>
              <a:off x="1512000" y="3096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25D727C3-26FD-AC79-494A-927263D026FE}"/>
                </a:ext>
              </a:extLst>
            </p:cNvPr>
            <p:cNvCxnSpPr>
              <a:cxnSpLocks/>
            </p:cNvCxnSpPr>
            <p:nvPr/>
          </p:nvCxnSpPr>
          <p:spPr>
            <a:xfrm flipH="1">
              <a:off x="2052000" y="2808000"/>
              <a:ext cx="720000"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01EFC2B8-5F04-5C2C-6161-D53AF9ADD8B1}"/>
                </a:ext>
              </a:extLst>
            </p:cNvPr>
            <p:cNvCxnSpPr>
              <a:cxnSpLocks/>
            </p:cNvCxnSpPr>
            <p:nvPr/>
          </p:nvCxnSpPr>
          <p:spPr>
            <a:xfrm>
              <a:off x="1872000" y="2520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FAC5313E-4FA0-97B9-47ED-B8D4B8FC053F}"/>
                </a:ext>
              </a:extLst>
            </p:cNvPr>
            <p:cNvCxnSpPr>
              <a:cxnSpLocks/>
            </p:cNvCxnSpPr>
            <p:nvPr/>
          </p:nvCxnSpPr>
          <p:spPr>
            <a:xfrm>
              <a:off x="2051999" y="2520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Rectangle 8">
                  <a:extLst>
                    <a:ext uri="{FF2B5EF4-FFF2-40B4-BE49-F238E27FC236}">
                      <a16:creationId xmlns:a16="http://schemas.microsoft.com/office/drawing/2014/main" id="{7FFECB55-50FB-A31C-F5FB-728903918F28}"/>
                    </a:ext>
                  </a:extLst>
                </p:cNvPr>
                <p:cNvSpPr>
                  <a:spLocks noChangeArrowheads="1"/>
                </p:cNvSpPr>
                <p:nvPr/>
              </p:nvSpPr>
              <p:spPr bwMode="auto">
                <a:xfrm>
                  <a:off x="1332000" y="2628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g</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27" name="Rectangle 8">
                  <a:extLst>
                    <a:ext uri="{FF2B5EF4-FFF2-40B4-BE49-F238E27FC236}">
                      <a16:creationId xmlns:a16="http://schemas.microsoft.com/office/drawing/2014/main" id="{C65B1157-0A98-E742-CF0A-76A64DF99C8D}"/>
                    </a:ext>
                  </a:extLst>
                </p:cNvPr>
                <p:cNvSpPr>
                  <a:spLocks noRot="1" noChangeAspect="1" noMove="1" noResize="1" noEditPoints="1" noAdjustHandles="1" noChangeArrowheads="1" noChangeShapeType="1" noTextEdit="1"/>
                </p:cNvSpPr>
                <p:nvPr/>
              </p:nvSpPr>
              <p:spPr bwMode="auto">
                <a:xfrm>
                  <a:off x="1332000" y="2628000"/>
                  <a:ext cx="360000" cy="461665"/>
                </a:xfrm>
                <a:prstGeom prst="rect">
                  <a:avLst/>
                </a:prstGeom>
                <a:blipFill>
                  <a:blip r:embed="rId7"/>
                  <a:stretch>
                    <a:fillRect l="-15254" b="-11842"/>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Rectangle 8">
                  <a:extLst>
                    <a:ext uri="{FF2B5EF4-FFF2-40B4-BE49-F238E27FC236}">
                      <a16:creationId xmlns:a16="http://schemas.microsoft.com/office/drawing/2014/main" id="{1773D980-78A5-752E-E12E-DDE83DFACFAE}"/>
                    </a:ext>
                  </a:extLst>
                </p:cNvPr>
                <p:cNvSpPr>
                  <a:spLocks noChangeArrowheads="1"/>
                </p:cNvSpPr>
                <p:nvPr/>
              </p:nvSpPr>
              <p:spPr bwMode="auto">
                <a:xfrm>
                  <a:off x="2412000" y="1872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d</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28" name="Rectangle 8">
                  <a:extLst>
                    <a:ext uri="{FF2B5EF4-FFF2-40B4-BE49-F238E27FC236}">
                      <a16:creationId xmlns:a16="http://schemas.microsoft.com/office/drawing/2014/main" id="{10534006-8CF0-16A9-5EF5-0E734CEA2448}"/>
                    </a:ext>
                  </a:extLst>
                </p:cNvPr>
                <p:cNvSpPr>
                  <a:spLocks noRot="1" noChangeAspect="1" noMove="1" noResize="1" noEditPoints="1" noAdjustHandles="1" noChangeArrowheads="1" noChangeShapeType="1" noTextEdit="1"/>
                </p:cNvSpPr>
                <p:nvPr/>
              </p:nvSpPr>
              <p:spPr bwMode="auto">
                <a:xfrm>
                  <a:off x="2412000" y="1872000"/>
                  <a:ext cx="360000" cy="461665"/>
                </a:xfrm>
                <a:prstGeom prst="rect">
                  <a:avLst/>
                </a:prstGeom>
                <a:blipFill>
                  <a:blip r:embed="rId8"/>
                  <a:stretch>
                    <a:fillRect l="-1525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Rectangle 8">
                  <a:extLst>
                    <a:ext uri="{FF2B5EF4-FFF2-40B4-BE49-F238E27FC236}">
                      <a16:creationId xmlns:a16="http://schemas.microsoft.com/office/drawing/2014/main" id="{04468703-2BA7-286F-042C-45D7BF128370}"/>
                    </a:ext>
                  </a:extLst>
                </p:cNvPr>
                <p:cNvSpPr>
                  <a:spLocks noChangeArrowheads="1"/>
                </p:cNvSpPr>
                <p:nvPr/>
              </p:nvSpPr>
              <p:spPr bwMode="auto">
                <a:xfrm>
                  <a:off x="2376000" y="3276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s</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29" name="Rectangle 8">
                  <a:extLst>
                    <a:ext uri="{FF2B5EF4-FFF2-40B4-BE49-F238E27FC236}">
                      <a16:creationId xmlns:a16="http://schemas.microsoft.com/office/drawing/2014/main" id="{C0660E28-E718-E77A-97DF-95CE1764AD4E}"/>
                    </a:ext>
                  </a:extLst>
                </p:cNvPr>
                <p:cNvSpPr>
                  <a:spLocks noRot="1" noChangeAspect="1" noMove="1" noResize="1" noEditPoints="1" noAdjustHandles="1" noChangeArrowheads="1" noChangeShapeType="1" noTextEdit="1"/>
                </p:cNvSpPr>
                <p:nvPr/>
              </p:nvSpPr>
              <p:spPr bwMode="auto">
                <a:xfrm>
                  <a:off x="2376000" y="3276000"/>
                  <a:ext cx="360000" cy="461665"/>
                </a:xfrm>
                <a:prstGeom prst="rect">
                  <a:avLst/>
                </a:prstGeom>
                <a:blipFill>
                  <a:blip r:embed="rId9"/>
                  <a:stretch>
                    <a:fillRect l="-169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Rectangle 8">
                  <a:extLst>
                    <a:ext uri="{FF2B5EF4-FFF2-40B4-BE49-F238E27FC236}">
                      <a16:creationId xmlns:a16="http://schemas.microsoft.com/office/drawing/2014/main" id="{32C0EECA-2CE3-20AE-48FB-23C246B0DD44}"/>
                    </a:ext>
                  </a:extLst>
                </p:cNvPr>
                <p:cNvSpPr>
                  <a:spLocks noChangeArrowheads="1"/>
                </p:cNvSpPr>
                <p:nvPr/>
              </p:nvSpPr>
              <p:spPr bwMode="auto">
                <a:xfrm>
                  <a:off x="2772000" y="2577600"/>
                  <a:ext cx="396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B</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30" name="Rectangle 8">
                  <a:extLst>
                    <a:ext uri="{FF2B5EF4-FFF2-40B4-BE49-F238E27FC236}">
                      <a16:creationId xmlns:a16="http://schemas.microsoft.com/office/drawing/2014/main" id="{47C41BE2-928B-0B84-E0CB-B665E8A1500D}"/>
                    </a:ext>
                  </a:extLst>
                </p:cNvPr>
                <p:cNvSpPr>
                  <a:spLocks noRot="1" noChangeAspect="1" noMove="1" noResize="1" noEditPoints="1" noAdjustHandles="1" noChangeArrowheads="1" noChangeShapeType="1" noTextEdit="1"/>
                </p:cNvSpPr>
                <p:nvPr/>
              </p:nvSpPr>
              <p:spPr bwMode="auto">
                <a:xfrm>
                  <a:off x="2772000" y="2577600"/>
                  <a:ext cx="396000" cy="461665"/>
                </a:xfrm>
                <a:prstGeom prst="rect">
                  <a:avLst/>
                </a:prstGeom>
                <a:blipFill>
                  <a:blip r:embed="rId10"/>
                  <a:stretch>
                    <a:fillRect l="-12308"/>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74" name="直接连接符 73">
              <a:extLst>
                <a:ext uri="{FF2B5EF4-FFF2-40B4-BE49-F238E27FC236}">
                  <a16:creationId xmlns:a16="http://schemas.microsoft.com/office/drawing/2014/main" id="{CB9348A5-3602-F2C7-85FE-706C6A22561C}"/>
                </a:ext>
              </a:extLst>
            </p:cNvPr>
            <p:cNvCxnSpPr>
              <a:cxnSpLocks/>
            </p:cNvCxnSpPr>
            <p:nvPr/>
          </p:nvCxnSpPr>
          <p:spPr>
            <a:xfrm>
              <a:off x="2052000" y="2430000"/>
              <a:ext cx="0" cy="75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BDB88D21-EEA1-2B24-3F08-3C32E463C35A}"/>
                </a:ext>
              </a:extLst>
            </p:cNvPr>
            <p:cNvCxnSpPr>
              <a:cxnSpLocks/>
            </p:cNvCxnSpPr>
            <p:nvPr/>
          </p:nvCxnSpPr>
          <p:spPr>
            <a:xfrm>
              <a:off x="2052000" y="3096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31A75AB7-260A-8A94-6B27-36ED47EE944A}"/>
                </a:ext>
              </a:extLst>
            </p:cNvPr>
            <p:cNvCxnSpPr/>
            <p:nvPr/>
          </p:nvCxnSpPr>
          <p:spPr>
            <a:xfrm>
              <a:off x="2412000" y="2160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D17B11AA-BE8B-A198-3AEE-B5E8C965E56B}"/>
                </a:ext>
              </a:extLst>
            </p:cNvPr>
            <p:cNvCxnSpPr/>
            <p:nvPr/>
          </p:nvCxnSpPr>
          <p:spPr>
            <a:xfrm>
              <a:off x="2412000" y="3096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0ADC9C00-A920-446D-32FD-340FA33DFDD5}"/>
              </a:ext>
            </a:extLst>
          </p:cNvPr>
          <p:cNvGrpSpPr/>
          <p:nvPr/>
        </p:nvGrpSpPr>
        <p:grpSpPr>
          <a:xfrm>
            <a:off x="1332000" y="4320000"/>
            <a:ext cx="1836000" cy="1865665"/>
            <a:chOff x="1332000" y="1872000"/>
            <a:chExt cx="1836000" cy="1865665"/>
          </a:xfrm>
        </p:grpSpPr>
        <p:cxnSp>
          <p:nvCxnSpPr>
            <p:cNvPr id="79" name="直接连接符 78">
              <a:extLst>
                <a:ext uri="{FF2B5EF4-FFF2-40B4-BE49-F238E27FC236}">
                  <a16:creationId xmlns:a16="http://schemas.microsoft.com/office/drawing/2014/main" id="{7CF4BE46-B203-F802-0A82-47DF9CBE0D56}"/>
                </a:ext>
              </a:extLst>
            </p:cNvPr>
            <p:cNvCxnSpPr>
              <a:cxnSpLocks/>
            </p:cNvCxnSpPr>
            <p:nvPr/>
          </p:nvCxnSpPr>
          <p:spPr>
            <a:xfrm>
              <a:off x="1512000" y="3096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65FCB315-9648-0E4F-8C63-AAA33DFBACBE}"/>
                </a:ext>
              </a:extLst>
            </p:cNvPr>
            <p:cNvCxnSpPr>
              <a:cxnSpLocks/>
            </p:cNvCxnSpPr>
            <p:nvPr/>
          </p:nvCxnSpPr>
          <p:spPr>
            <a:xfrm flipH="1">
              <a:off x="2052000" y="2808000"/>
              <a:ext cx="720000" cy="0"/>
            </a:xfrm>
            <a:prstGeom prst="straightConnector1">
              <a:avLst/>
            </a:prstGeom>
            <a:ln w="38100">
              <a:solidFill>
                <a:schemeClr val="tx1"/>
              </a:solidFill>
              <a:headEnd type="triangle" w="lg" len="lg"/>
              <a:tailEnd type="none" w="med" len="lg"/>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E367D6D0-D0C7-2DAD-4ECF-8A0BB0D48DB7}"/>
                </a:ext>
              </a:extLst>
            </p:cNvPr>
            <p:cNvCxnSpPr>
              <a:cxnSpLocks/>
            </p:cNvCxnSpPr>
            <p:nvPr/>
          </p:nvCxnSpPr>
          <p:spPr>
            <a:xfrm>
              <a:off x="1872000" y="2520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EBD147C2-5BB2-A22F-DA0C-FA56B63CE6D8}"/>
                </a:ext>
              </a:extLst>
            </p:cNvPr>
            <p:cNvCxnSpPr>
              <a:cxnSpLocks/>
            </p:cNvCxnSpPr>
            <p:nvPr/>
          </p:nvCxnSpPr>
          <p:spPr>
            <a:xfrm>
              <a:off x="2051999" y="2520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3" name="Rectangle 8">
                  <a:extLst>
                    <a:ext uri="{FF2B5EF4-FFF2-40B4-BE49-F238E27FC236}">
                      <a16:creationId xmlns:a16="http://schemas.microsoft.com/office/drawing/2014/main" id="{A0FEF428-2A7A-95A1-77D6-CDA3AE3754A6}"/>
                    </a:ext>
                  </a:extLst>
                </p:cNvPr>
                <p:cNvSpPr>
                  <a:spLocks noChangeArrowheads="1"/>
                </p:cNvSpPr>
                <p:nvPr/>
              </p:nvSpPr>
              <p:spPr bwMode="auto">
                <a:xfrm>
                  <a:off x="1332000" y="2628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g</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42" name="Rectangle 8">
                  <a:extLst>
                    <a:ext uri="{FF2B5EF4-FFF2-40B4-BE49-F238E27FC236}">
                      <a16:creationId xmlns:a16="http://schemas.microsoft.com/office/drawing/2014/main" id="{415C79A2-2E3D-2F1A-6D7B-3C897C8C7899}"/>
                    </a:ext>
                  </a:extLst>
                </p:cNvPr>
                <p:cNvSpPr>
                  <a:spLocks noRot="1" noChangeAspect="1" noMove="1" noResize="1" noEditPoints="1" noAdjustHandles="1" noChangeArrowheads="1" noChangeShapeType="1" noTextEdit="1"/>
                </p:cNvSpPr>
                <p:nvPr/>
              </p:nvSpPr>
              <p:spPr bwMode="auto">
                <a:xfrm>
                  <a:off x="1332000" y="2628000"/>
                  <a:ext cx="360000" cy="461665"/>
                </a:xfrm>
                <a:prstGeom prst="rect">
                  <a:avLst/>
                </a:prstGeom>
                <a:blipFill>
                  <a:blip r:embed="rId11"/>
                  <a:stretch>
                    <a:fillRect l="-15254" b="-11842"/>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Rectangle 8">
                  <a:extLst>
                    <a:ext uri="{FF2B5EF4-FFF2-40B4-BE49-F238E27FC236}">
                      <a16:creationId xmlns:a16="http://schemas.microsoft.com/office/drawing/2014/main" id="{CA2FBDF6-4A39-F7CC-6742-245045E0A774}"/>
                    </a:ext>
                  </a:extLst>
                </p:cNvPr>
                <p:cNvSpPr>
                  <a:spLocks noChangeArrowheads="1"/>
                </p:cNvSpPr>
                <p:nvPr/>
              </p:nvSpPr>
              <p:spPr bwMode="auto">
                <a:xfrm>
                  <a:off x="2412000" y="1872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d</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43" name="Rectangle 8">
                  <a:extLst>
                    <a:ext uri="{FF2B5EF4-FFF2-40B4-BE49-F238E27FC236}">
                      <a16:creationId xmlns:a16="http://schemas.microsoft.com/office/drawing/2014/main" id="{7622E1F4-CA52-E00F-77B7-7A42A680897D}"/>
                    </a:ext>
                  </a:extLst>
                </p:cNvPr>
                <p:cNvSpPr>
                  <a:spLocks noRot="1" noChangeAspect="1" noMove="1" noResize="1" noEditPoints="1" noAdjustHandles="1" noChangeArrowheads="1" noChangeShapeType="1" noTextEdit="1"/>
                </p:cNvSpPr>
                <p:nvPr/>
              </p:nvSpPr>
              <p:spPr bwMode="auto">
                <a:xfrm>
                  <a:off x="2412000" y="1872000"/>
                  <a:ext cx="360000" cy="461665"/>
                </a:xfrm>
                <a:prstGeom prst="rect">
                  <a:avLst/>
                </a:prstGeom>
                <a:blipFill>
                  <a:blip r:embed="rId12"/>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Rectangle 8">
                  <a:extLst>
                    <a:ext uri="{FF2B5EF4-FFF2-40B4-BE49-F238E27FC236}">
                      <a16:creationId xmlns:a16="http://schemas.microsoft.com/office/drawing/2014/main" id="{BC83AAED-4078-09F8-9B62-B4C993FFF33F}"/>
                    </a:ext>
                  </a:extLst>
                </p:cNvPr>
                <p:cNvSpPr>
                  <a:spLocks noChangeArrowheads="1"/>
                </p:cNvSpPr>
                <p:nvPr/>
              </p:nvSpPr>
              <p:spPr bwMode="auto">
                <a:xfrm>
                  <a:off x="2376000" y="3276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s</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44" name="Rectangle 8">
                  <a:extLst>
                    <a:ext uri="{FF2B5EF4-FFF2-40B4-BE49-F238E27FC236}">
                      <a16:creationId xmlns:a16="http://schemas.microsoft.com/office/drawing/2014/main" id="{A1E7BC6F-B246-C2D2-86C3-270C530F68FE}"/>
                    </a:ext>
                  </a:extLst>
                </p:cNvPr>
                <p:cNvSpPr>
                  <a:spLocks noRot="1" noChangeAspect="1" noMove="1" noResize="1" noEditPoints="1" noAdjustHandles="1" noChangeArrowheads="1" noChangeShapeType="1" noTextEdit="1"/>
                </p:cNvSpPr>
                <p:nvPr/>
              </p:nvSpPr>
              <p:spPr bwMode="auto">
                <a:xfrm>
                  <a:off x="2376000" y="3276000"/>
                  <a:ext cx="360000" cy="461665"/>
                </a:xfrm>
                <a:prstGeom prst="rect">
                  <a:avLst/>
                </a:prstGeom>
                <a:blipFill>
                  <a:blip r:embed="rId13"/>
                  <a:stretch>
                    <a:fillRect l="-169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Rectangle 8">
                  <a:extLst>
                    <a:ext uri="{FF2B5EF4-FFF2-40B4-BE49-F238E27FC236}">
                      <a16:creationId xmlns:a16="http://schemas.microsoft.com/office/drawing/2014/main" id="{BC654AA9-E5A0-A1E3-DDD0-80FBAC514BC6}"/>
                    </a:ext>
                  </a:extLst>
                </p:cNvPr>
                <p:cNvSpPr>
                  <a:spLocks noChangeArrowheads="1"/>
                </p:cNvSpPr>
                <p:nvPr/>
              </p:nvSpPr>
              <p:spPr bwMode="auto">
                <a:xfrm>
                  <a:off x="2772000" y="2577600"/>
                  <a:ext cx="396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B</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45" name="Rectangle 8">
                  <a:extLst>
                    <a:ext uri="{FF2B5EF4-FFF2-40B4-BE49-F238E27FC236}">
                      <a16:creationId xmlns:a16="http://schemas.microsoft.com/office/drawing/2014/main" id="{FE90B22B-19BE-5C71-B812-F3FA301BA420}"/>
                    </a:ext>
                  </a:extLst>
                </p:cNvPr>
                <p:cNvSpPr>
                  <a:spLocks noRot="1" noChangeAspect="1" noMove="1" noResize="1" noEditPoints="1" noAdjustHandles="1" noChangeArrowheads="1" noChangeShapeType="1" noTextEdit="1"/>
                </p:cNvSpPr>
                <p:nvPr/>
              </p:nvSpPr>
              <p:spPr bwMode="auto">
                <a:xfrm>
                  <a:off x="2772000" y="2577600"/>
                  <a:ext cx="396000" cy="461665"/>
                </a:xfrm>
                <a:prstGeom prst="rect">
                  <a:avLst/>
                </a:prstGeom>
                <a:blipFill>
                  <a:blip r:embed="rId14"/>
                  <a:stretch>
                    <a:fillRect l="-12308"/>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87" name="直接连接符 86">
              <a:extLst>
                <a:ext uri="{FF2B5EF4-FFF2-40B4-BE49-F238E27FC236}">
                  <a16:creationId xmlns:a16="http://schemas.microsoft.com/office/drawing/2014/main" id="{BF0F329A-09C0-9625-E1DA-A47A35361C51}"/>
                </a:ext>
              </a:extLst>
            </p:cNvPr>
            <p:cNvCxnSpPr>
              <a:cxnSpLocks/>
            </p:cNvCxnSpPr>
            <p:nvPr/>
          </p:nvCxnSpPr>
          <p:spPr>
            <a:xfrm>
              <a:off x="2052000" y="2430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43C7427C-AB49-72F0-75E0-1851D9118D47}"/>
                </a:ext>
              </a:extLst>
            </p:cNvPr>
            <p:cNvCxnSpPr>
              <a:cxnSpLocks/>
            </p:cNvCxnSpPr>
            <p:nvPr/>
          </p:nvCxnSpPr>
          <p:spPr>
            <a:xfrm>
              <a:off x="2052000" y="3006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9BD93DA3-C55E-9366-C546-241CC35CB64F}"/>
                </a:ext>
              </a:extLst>
            </p:cNvPr>
            <p:cNvCxnSpPr>
              <a:cxnSpLocks/>
            </p:cNvCxnSpPr>
            <p:nvPr/>
          </p:nvCxnSpPr>
          <p:spPr>
            <a:xfrm>
              <a:off x="2052000" y="2718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EDAF0287-ACA4-18C5-A8D6-F539B1EE2226}"/>
                </a:ext>
              </a:extLst>
            </p:cNvPr>
            <p:cNvCxnSpPr>
              <a:cxnSpLocks/>
            </p:cNvCxnSpPr>
            <p:nvPr/>
          </p:nvCxnSpPr>
          <p:spPr>
            <a:xfrm>
              <a:off x="2052000" y="3096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C2BAE9BB-8E99-6E9B-7684-4A82EE0555BF}"/>
                </a:ext>
              </a:extLst>
            </p:cNvPr>
            <p:cNvCxnSpPr/>
            <p:nvPr/>
          </p:nvCxnSpPr>
          <p:spPr>
            <a:xfrm>
              <a:off x="2412000" y="2160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4212FA17-36DC-19E9-63D0-D96030ECE842}"/>
                </a:ext>
              </a:extLst>
            </p:cNvPr>
            <p:cNvCxnSpPr/>
            <p:nvPr/>
          </p:nvCxnSpPr>
          <p:spPr>
            <a:xfrm>
              <a:off x="2412000" y="3096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3" name="组合 92">
            <a:extLst>
              <a:ext uri="{FF2B5EF4-FFF2-40B4-BE49-F238E27FC236}">
                <a16:creationId xmlns:a16="http://schemas.microsoft.com/office/drawing/2014/main" id="{76BF1EB8-3ABA-4ED7-225B-DCBBAC8E114C}"/>
              </a:ext>
            </a:extLst>
          </p:cNvPr>
          <p:cNvGrpSpPr/>
          <p:nvPr/>
        </p:nvGrpSpPr>
        <p:grpSpPr>
          <a:xfrm>
            <a:off x="3888000" y="4320000"/>
            <a:ext cx="1836000" cy="1865665"/>
            <a:chOff x="1332000" y="1872000"/>
            <a:chExt cx="1836000" cy="1865665"/>
          </a:xfrm>
        </p:grpSpPr>
        <p:cxnSp>
          <p:nvCxnSpPr>
            <p:cNvPr id="94" name="直接连接符 93">
              <a:extLst>
                <a:ext uri="{FF2B5EF4-FFF2-40B4-BE49-F238E27FC236}">
                  <a16:creationId xmlns:a16="http://schemas.microsoft.com/office/drawing/2014/main" id="{8CF17373-BE29-F4EE-D29C-E8DEF3017E74}"/>
                </a:ext>
              </a:extLst>
            </p:cNvPr>
            <p:cNvCxnSpPr>
              <a:cxnSpLocks/>
            </p:cNvCxnSpPr>
            <p:nvPr/>
          </p:nvCxnSpPr>
          <p:spPr>
            <a:xfrm>
              <a:off x="1512000" y="3096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B731DB24-388F-50E6-35CB-F9C552571399}"/>
                </a:ext>
              </a:extLst>
            </p:cNvPr>
            <p:cNvCxnSpPr>
              <a:cxnSpLocks/>
            </p:cNvCxnSpPr>
            <p:nvPr/>
          </p:nvCxnSpPr>
          <p:spPr>
            <a:xfrm flipH="1">
              <a:off x="2052000" y="2808000"/>
              <a:ext cx="720000" cy="0"/>
            </a:xfrm>
            <a:prstGeom prst="straightConnector1">
              <a:avLst/>
            </a:prstGeom>
            <a:ln w="38100">
              <a:solidFill>
                <a:schemeClr val="tx1"/>
              </a:solidFill>
              <a:headEnd type="triangle" w="lg" len="lg"/>
              <a:tailEnd type="none" w="med" len="lg"/>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F46C9419-8851-5579-7410-A7C19F04F67C}"/>
                </a:ext>
              </a:extLst>
            </p:cNvPr>
            <p:cNvCxnSpPr>
              <a:cxnSpLocks/>
            </p:cNvCxnSpPr>
            <p:nvPr/>
          </p:nvCxnSpPr>
          <p:spPr>
            <a:xfrm>
              <a:off x="1872000" y="2520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568AE15F-D481-CC3C-FE27-03B92E68C08E}"/>
                </a:ext>
              </a:extLst>
            </p:cNvPr>
            <p:cNvCxnSpPr>
              <a:cxnSpLocks/>
            </p:cNvCxnSpPr>
            <p:nvPr/>
          </p:nvCxnSpPr>
          <p:spPr>
            <a:xfrm>
              <a:off x="2051999" y="2520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8" name="Rectangle 8">
                  <a:extLst>
                    <a:ext uri="{FF2B5EF4-FFF2-40B4-BE49-F238E27FC236}">
                      <a16:creationId xmlns:a16="http://schemas.microsoft.com/office/drawing/2014/main" id="{D88F22C9-CDC0-2FE3-045B-B262E4B9966E}"/>
                    </a:ext>
                  </a:extLst>
                </p:cNvPr>
                <p:cNvSpPr>
                  <a:spLocks noChangeArrowheads="1"/>
                </p:cNvSpPr>
                <p:nvPr/>
              </p:nvSpPr>
              <p:spPr bwMode="auto">
                <a:xfrm>
                  <a:off x="1332000" y="2628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g</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57" name="Rectangle 8">
                  <a:extLst>
                    <a:ext uri="{FF2B5EF4-FFF2-40B4-BE49-F238E27FC236}">
                      <a16:creationId xmlns:a16="http://schemas.microsoft.com/office/drawing/2014/main" id="{DD4D77B9-0B7A-8E06-61C3-DEE2B385B4C9}"/>
                    </a:ext>
                  </a:extLst>
                </p:cNvPr>
                <p:cNvSpPr>
                  <a:spLocks noRot="1" noChangeAspect="1" noMove="1" noResize="1" noEditPoints="1" noAdjustHandles="1" noChangeArrowheads="1" noChangeShapeType="1" noTextEdit="1"/>
                </p:cNvSpPr>
                <p:nvPr/>
              </p:nvSpPr>
              <p:spPr bwMode="auto">
                <a:xfrm>
                  <a:off x="1332000" y="2628000"/>
                  <a:ext cx="360000" cy="461665"/>
                </a:xfrm>
                <a:prstGeom prst="rect">
                  <a:avLst/>
                </a:prstGeom>
                <a:blipFill>
                  <a:blip r:embed="rId15"/>
                  <a:stretch>
                    <a:fillRect l="-15254" b="-11842"/>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Rectangle 8">
                  <a:extLst>
                    <a:ext uri="{FF2B5EF4-FFF2-40B4-BE49-F238E27FC236}">
                      <a16:creationId xmlns:a16="http://schemas.microsoft.com/office/drawing/2014/main" id="{3A37D91E-833B-23A9-EB26-1D217E8FBD1F}"/>
                    </a:ext>
                  </a:extLst>
                </p:cNvPr>
                <p:cNvSpPr>
                  <a:spLocks noChangeArrowheads="1"/>
                </p:cNvSpPr>
                <p:nvPr/>
              </p:nvSpPr>
              <p:spPr bwMode="auto">
                <a:xfrm>
                  <a:off x="2412000" y="1872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d</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58" name="Rectangle 8">
                  <a:extLst>
                    <a:ext uri="{FF2B5EF4-FFF2-40B4-BE49-F238E27FC236}">
                      <a16:creationId xmlns:a16="http://schemas.microsoft.com/office/drawing/2014/main" id="{0B7C93C6-8354-270F-64EF-F40E5357B38D}"/>
                    </a:ext>
                  </a:extLst>
                </p:cNvPr>
                <p:cNvSpPr>
                  <a:spLocks noRot="1" noChangeAspect="1" noMove="1" noResize="1" noEditPoints="1" noAdjustHandles="1" noChangeArrowheads="1" noChangeShapeType="1" noTextEdit="1"/>
                </p:cNvSpPr>
                <p:nvPr/>
              </p:nvSpPr>
              <p:spPr bwMode="auto">
                <a:xfrm>
                  <a:off x="2412000" y="1872000"/>
                  <a:ext cx="360000" cy="461665"/>
                </a:xfrm>
                <a:prstGeom prst="rect">
                  <a:avLst/>
                </a:prstGeom>
                <a:blipFill>
                  <a:blip r:embed="rId16"/>
                  <a:stretch>
                    <a:fillRect l="-1525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Rectangle 8">
                  <a:extLst>
                    <a:ext uri="{FF2B5EF4-FFF2-40B4-BE49-F238E27FC236}">
                      <a16:creationId xmlns:a16="http://schemas.microsoft.com/office/drawing/2014/main" id="{2E6CB259-7526-CC6F-7EC8-57A9BEB2B332}"/>
                    </a:ext>
                  </a:extLst>
                </p:cNvPr>
                <p:cNvSpPr>
                  <a:spLocks noChangeArrowheads="1"/>
                </p:cNvSpPr>
                <p:nvPr/>
              </p:nvSpPr>
              <p:spPr bwMode="auto">
                <a:xfrm>
                  <a:off x="2376000" y="3276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s</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59" name="Rectangle 8">
                  <a:extLst>
                    <a:ext uri="{FF2B5EF4-FFF2-40B4-BE49-F238E27FC236}">
                      <a16:creationId xmlns:a16="http://schemas.microsoft.com/office/drawing/2014/main" id="{0E48582B-00A2-045C-F529-344F8FF233CC}"/>
                    </a:ext>
                  </a:extLst>
                </p:cNvPr>
                <p:cNvSpPr>
                  <a:spLocks noRot="1" noChangeAspect="1" noMove="1" noResize="1" noEditPoints="1" noAdjustHandles="1" noChangeArrowheads="1" noChangeShapeType="1" noTextEdit="1"/>
                </p:cNvSpPr>
                <p:nvPr/>
              </p:nvSpPr>
              <p:spPr bwMode="auto">
                <a:xfrm>
                  <a:off x="2376000" y="3276000"/>
                  <a:ext cx="360000" cy="461665"/>
                </a:xfrm>
                <a:prstGeom prst="rect">
                  <a:avLst/>
                </a:prstGeom>
                <a:blipFill>
                  <a:blip r:embed="rId17"/>
                  <a:stretch>
                    <a:fillRect l="-169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Rectangle 8">
                  <a:extLst>
                    <a:ext uri="{FF2B5EF4-FFF2-40B4-BE49-F238E27FC236}">
                      <a16:creationId xmlns:a16="http://schemas.microsoft.com/office/drawing/2014/main" id="{E2197D59-16E8-FB8A-8A3A-7FFBCB9C446D}"/>
                    </a:ext>
                  </a:extLst>
                </p:cNvPr>
                <p:cNvSpPr>
                  <a:spLocks noChangeArrowheads="1"/>
                </p:cNvSpPr>
                <p:nvPr/>
              </p:nvSpPr>
              <p:spPr bwMode="auto">
                <a:xfrm>
                  <a:off x="2772000" y="2577600"/>
                  <a:ext cx="396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B</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60" name="Rectangle 8">
                  <a:extLst>
                    <a:ext uri="{FF2B5EF4-FFF2-40B4-BE49-F238E27FC236}">
                      <a16:creationId xmlns:a16="http://schemas.microsoft.com/office/drawing/2014/main" id="{5ADAA06C-F4CB-272A-7280-6C93C0AC316F}"/>
                    </a:ext>
                  </a:extLst>
                </p:cNvPr>
                <p:cNvSpPr>
                  <a:spLocks noRot="1" noChangeAspect="1" noMove="1" noResize="1" noEditPoints="1" noAdjustHandles="1" noChangeArrowheads="1" noChangeShapeType="1" noTextEdit="1"/>
                </p:cNvSpPr>
                <p:nvPr/>
              </p:nvSpPr>
              <p:spPr bwMode="auto">
                <a:xfrm>
                  <a:off x="2772000" y="2577600"/>
                  <a:ext cx="396000" cy="461665"/>
                </a:xfrm>
                <a:prstGeom prst="rect">
                  <a:avLst/>
                </a:prstGeom>
                <a:blipFill>
                  <a:blip r:embed="rId18"/>
                  <a:stretch>
                    <a:fillRect l="-12308"/>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102" name="直接连接符 101">
              <a:extLst>
                <a:ext uri="{FF2B5EF4-FFF2-40B4-BE49-F238E27FC236}">
                  <a16:creationId xmlns:a16="http://schemas.microsoft.com/office/drawing/2014/main" id="{813801AB-C740-A261-18BC-97C0297673F3}"/>
                </a:ext>
              </a:extLst>
            </p:cNvPr>
            <p:cNvCxnSpPr>
              <a:cxnSpLocks/>
            </p:cNvCxnSpPr>
            <p:nvPr/>
          </p:nvCxnSpPr>
          <p:spPr>
            <a:xfrm>
              <a:off x="2052000" y="2430000"/>
              <a:ext cx="0" cy="75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0F1E8562-72F4-BF1E-5F45-E17540B2B0BB}"/>
                </a:ext>
              </a:extLst>
            </p:cNvPr>
            <p:cNvCxnSpPr>
              <a:cxnSpLocks/>
            </p:cNvCxnSpPr>
            <p:nvPr/>
          </p:nvCxnSpPr>
          <p:spPr>
            <a:xfrm>
              <a:off x="2052000" y="3096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A2E38FF6-0C9D-120F-AEA7-0C8A0EA1531C}"/>
                </a:ext>
              </a:extLst>
            </p:cNvPr>
            <p:cNvCxnSpPr/>
            <p:nvPr/>
          </p:nvCxnSpPr>
          <p:spPr>
            <a:xfrm>
              <a:off x="2412000" y="2160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7DF3559D-6A75-2C96-EE84-A5E986BBF3AA}"/>
                </a:ext>
              </a:extLst>
            </p:cNvPr>
            <p:cNvCxnSpPr/>
            <p:nvPr/>
          </p:nvCxnSpPr>
          <p:spPr>
            <a:xfrm>
              <a:off x="2412000" y="3096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组合 150">
            <a:extLst>
              <a:ext uri="{FF2B5EF4-FFF2-40B4-BE49-F238E27FC236}">
                <a16:creationId xmlns:a16="http://schemas.microsoft.com/office/drawing/2014/main" id="{0D940991-B8A6-A66B-7DF4-842666481D4C}"/>
              </a:ext>
            </a:extLst>
          </p:cNvPr>
          <p:cNvGrpSpPr/>
          <p:nvPr/>
        </p:nvGrpSpPr>
        <p:grpSpPr>
          <a:xfrm>
            <a:off x="7056000" y="1548000"/>
            <a:ext cx="4680000" cy="3094887"/>
            <a:chOff x="7038000" y="2556000"/>
            <a:chExt cx="4680000" cy="3094887"/>
          </a:xfrm>
        </p:grpSpPr>
        <p:sp>
          <p:nvSpPr>
            <p:cNvPr id="109" name="文本框 108">
              <a:extLst>
                <a:ext uri="{FF2B5EF4-FFF2-40B4-BE49-F238E27FC236}">
                  <a16:creationId xmlns:a16="http://schemas.microsoft.com/office/drawing/2014/main" id="{485187CB-20F4-9659-FD0A-1516BCB7995B}"/>
                </a:ext>
              </a:extLst>
            </p:cNvPr>
            <p:cNvSpPr txBox="1"/>
            <p:nvPr/>
          </p:nvSpPr>
          <p:spPr>
            <a:xfrm>
              <a:off x="9378000" y="5220000"/>
              <a:ext cx="1800000" cy="430887"/>
            </a:xfrm>
            <a:prstGeom prst="rect">
              <a:avLst/>
            </a:prstGeom>
            <a:noFill/>
          </p:spPr>
          <p:txBody>
            <a:bodyPr wrap="square">
              <a:spAutoFit/>
            </a:bodyPr>
            <a:lstStyle/>
            <a:p>
              <a:pPr algn="ctr"/>
              <a:r>
                <a:rPr kumimoji="1" lang="en-US" altLang="zh-CN" sz="2200" dirty="0">
                  <a:latin typeface="微软雅黑" panose="020B0503020204020204" pitchFamily="34" charset="-122"/>
                  <a:ea typeface="微软雅黑" panose="020B0503020204020204" pitchFamily="34" charset="-122"/>
                </a:rPr>
                <a:t>B </a:t>
              </a:r>
              <a:r>
                <a:rPr kumimoji="1" lang="zh-CN" altLang="en-US" sz="2200" dirty="0">
                  <a:latin typeface="微软雅黑" panose="020B0503020204020204" pitchFamily="34" charset="-122"/>
                  <a:ea typeface="微软雅黑" panose="020B0503020204020204" pitchFamily="34" charset="-122"/>
                </a:rPr>
                <a:t>衬底引线</a:t>
              </a:r>
              <a:endParaRPr lang="zh-CN" altLang="en-US" sz="2200" dirty="0"/>
            </a:p>
          </p:txBody>
        </p:sp>
        <p:sp>
          <p:nvSpPr>
            <p:cNvPr id="110" name="矩形 109">
              <a:extLst>
                <a:ext uri="{FF2B5EF4-FFF2-40B4-BE49-F238E27FC236}">
                  <a16:creationId xmlns:a16="http://schemas.microsoft.com/office/drawing/2014/main" id="{D7ED9B06-AD7C-1AED-93F6-13DD4676872A}"/>
                </a:ext>
              </a:extLst>
            </p:cNvPr>
            <p:cNvSpPr/>
            <p:nvPr/>
          </p:nvSpPr>
          <p:spPr>
            <a:xfrm>
              <a:off x="7038000" y="3528000"/>
              <a:ext cx="4680000" cy="1440000"/>
            </a:xfrm>
            <a:prstGeom prst="rect">
              <a:avLst/>
            </a:prstGeom>
            <a:solidFill>
              <a:srgbClr val="A7E8FF"/>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11" name="矩形 110">
              <a:extLst>
                <a:ext uri="{FF2B5EF4-FFF2-40B4-BE49-F238E27FC236}">
                  <a16:creationId xmlns:a16="http://schemas.microsoft.com/office/drawing/2014/main" id="{40FA7EBC-D4E2-42D2-669E-E04BCDDD287C}"/>
                </a:ext>
              </a:extLst>
            </p:cNvPr>
            <p:cNvSpPr/>
            <p:nvPr/>
          </p:nvSpPr>
          <p:spPr>
            <a:xfrm>
              <a:off x="7038000" y="3240000"/>
              <a:ext cx="648000" cy="288000"/>
            </a:xfrm>
            <a:prstGeom prst="rect">
              <a:avLst/>
            </a:prstGeom>
            <a:solidFill>
              <a:schemeClr val="bg1"/>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2" name="矩形 111">
              <a:extLst>
                <a:ext uri="{FF2B5EF4-FFF2-40B4-BE49-F238E27FC236}">
                  <a16:creationId xmlns:a16="http://schemas.microsoft.com/office/drawing/2014/main" id="{E94F9CAF-186F-34E2-0D9C-FACDF568BA65}"/>
                </a:ext>
              </a:extLst>
            </p:cNvPr>
            <p:cNvSpPr/>
            <p:nvPr/>
          </p:nvSpPr>
          <p:spPr>
            <a:xfrm>
              <a:off x="11070000" y="3240000"/>
              <a:ext cx="648000" cy="288000"/>
            </a:xfrm>
            <a:prstGeom prst="rect">
              <a:avLst/>
            </a:prstGeom>
            <a:solidFill>
              <a:schemeClr val="bg1"/>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3" name="矩形 112">
              <a:extLst>
                <a:ext uri="{FF2B5EF4-FFF2-40B4-BE49-F238E27FC236}">
                  <a16:creationId xmlns:a16="http://schemas.microsoft.com/office/drawing/2014/main" id="{395E5B4D-1A41-34E0-4C4E-338631CF8B5E}"/>
                </a:ext>
              </a:extLst>
            </p:cNvPr>
            <p:cNvSpPr/>
            <p:nvPr/>
          </p:nvSpPr>
          <p:spPr>
            <a:xfrm>
              <a:off x="8586000" y="3240000"/>
              <a:ext cx="1584000" cy="288000"/>
            </a:xfrm>
            <a:prstGeom prst="rect">
              <a:avLst/>
            </a:prstGeom>
            <a:solidFill>
              <a:schemeClr val="bg1"/>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4" name="矩形 113">
              <a:extLst>
                <a:ext uri="{FF2B5EF4-FFF2-40B4-BE49-F238E27FC236}">
                  <a16:creationId xmlns:a16="http://schemas.microsoft.com/office/drawing/2014/main" id="{6E22F44C-6392-F76D-551B-DE7BAD510DD4}"/>
                </a:ext>
              </a:extLst>
            </p:cNvPr>
            <p:cNvSpPr/>
            <p:nvPr/>
          </p:nvSpPr>
          <p:spPr>
            <a:xfrm>
              <a:off x="8730000" y="3060000"/>
              <a:ext cx="1296000" cy="180000"/>
            </a:xfrm>
            <a:prstGeom prst="rect">
              <a:avLst/>
            </a:prstGeom>
            <a:solidFill>
              <a:schemeClr val="bg2">
                <a:lumMod val="75000"/>
              </a:schemeClr>
            </a:solid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15" name="矩形 114">
              <a:extLst>
                <a:ext uri="{FF2B5EF4-FFF2-40B4-BE49-F238E27FC236}">
                  <a16:creationId xmlns:a16="http://schemas.microsoft.com/office/drawing/2014/main" id="{E3422AC7-60DF-A655-7F3D-5DC908A2E541}"/>
                </a:ext>
              </a:extLst>
            </p:cNvPr>
            <p:cNvSpPr/>
            <p:nvPr/>
          </p:nvSpPr>
          <p:spPr>
            <a:xfrm>
              <a:off x="7686000" y="3348000"/>
              <a:ext cx="900000" cy="180000"/>
            </a:xfrm>
            <a:prstGeom prst="rect">
              <a:avLst/>
            </a:prstGeom>
            <a:solidFill>
              <a:schemeClr val="bg2">
                <a:lumMod val="75000"/>
              </a:schemeClr>
            </a:solid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16" name="矩形 115">
              <a:extLst>
                <a:ext uri="{FF2B5EF4-FFF2-40B4-BE49-F238E27FC236}">
                  <a16:creationId xmlns:a16="http://schemas.microsoft.com/office/drawing/2014/main" id="{073EE137-BC72-33E8-51CB-8BBDF6A05FFE}"/>
                </a:ext>
              </a:extLst>
            </p:cNvPr>
            <p:cNvSpPr/>
            <p:nvPr/>
          </p:nvSpPr>
          <p:spPr>
            <a:xfrm>
              <a:off x="10170000" y="3348000"/>
              <a:ext cx="900000" cy="180000"/>
            </a:xfrm>
            <a:prstGeom prst="rect">
              <a:avLst/>
            </a:prstGeom>
            <a:solidFill>
              <a:schemeClr val="bg2">
                <a:lumMod val="75000"/>
              </a:schemeClr>
            </a:solid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7" name="矩形 116">
              <a:extLst>
                <a:ext uri="{FF2B5EF4-FFF2-40B4-BE49-F238E27FC236}">
                  <a16:creationId xmlns:a16="http://schemas.microsoft.com/office/drawing/2014/main" id="{048BED5E-D28D-F84A-21ED-E6DDD20220FA}"/>
                </a:ext>
              </a:extLst>
            </p:cNvPr>
            <p:cNvSpPr/>
            <p:nvPr/>
          </p:nvSpPr>
          <p:spPr>
            <a:xfrm>
              <a:off x="8730000" y="4968000"/>
              <a:ext cx="1296000" cy="180000"/>
            </a:xfrm>
            <a:prstGeom prst="rect">
              <a:avLst/>
            </a:prstGeom>
            <a:solidFill>
              <a:schemeClr val="bg2">
                <a:lumMod val="75000"/>
              </a:schemeClr>
            </a:solid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18" name="直接连接符 117">
              <a:extLst>
                <a:ext uri="{FF2B5EF4-FFF2-40B4-BE49-F238E27FC236}">
                  <a16:creationId xmlns:a16="http://schemas.microsoft.com/office/drawing/2014/main" id="{E722837C-8FC7-B3CF-3739-F333E159C171}"/>
                </a:ext>
              </a:extLst>
            </p:cNvPr>
            <p:cNvCxnSpPr>
              <a:cxnSpLocks/>
              <a:stCxn id="119" idx="0"/>
              <a:endCxn id="114" idx="0"/>
            </p:cNvCxnSpPr>
            <p:nvPr/>
          </p:nvCxnSpPr>
          <p:spPr>
            <a:xfrm>
              <a:off x="9378000" y="2700000"/>
              <a:ext cx="0" cy="36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椭圆 118">
              <a:extLst>
                <a:ext uri="{FF2B5EF4-FFF2-40B4-BE49-F238E27FC236}">
                  <a16:creationId xmlns:a16="http://schemas.microsoft.com/office/drawing/2014/main" id="{90257DD4-CFA4-403C-FF09-B258B242A61E}"/>
                </a:ext>
              </a:extLst>
            </p:cNvPr>
            <p:cNvSpPr/>
            <p:nvPr/>
          </p:nvSpPr>
          <p:spPr>
            <a:xfrm>
              <a:off x="9306000" y="2700000"/>
              <a:ext cx="144000" cy="14400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120" name="直接连接符 119">
              <a:extLst>
                <a:ext uri="{FF2B5EF4-FFF2-40B4-BE49-F238E27FC236}">
                  <a16:creationId xmlns:a16="http://schemas.microsoft.com/office/drawing/2014/main" id="{13471ADF-A028-26A3-64D1-9B6B16F54ECF}"/>
                </a:ext>
              </a:extLst>
            </p:cNvPr>
            <p:cNvCxnSpPr>
              <a:cxnSpLocks/>
              <a:stCxn id="121" idx="0"/>
              <a:endCxn id="115" idx="0"/>
            </p:cNvCxnSpPr>
            <p:nvPr/>
          </p:nvCxnSpPr>
          <p:spPr>
            <a:xfrm>
              <a:off x="8136000" y="2700000"/>
              <a:ext cx="0" cy="64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椭圆 120">
              <a:extLst>
                <a:ext uri="{FF2B5EF4-FFF2-40B4-BE49-F238E27FC236}">
                  <a16:creationId xmlns:a16="http://schemas.microsoft.com/office/drawing/2014/main" id="{941DD664-12EE-F5E7-B0EC-27B0C8788F28}"/>
                </a:ext>
              </a:extLst>
            </p:cNvPr>
            <p:cNvSpPr/>
            <p:nvPr/>
          </p:nvSpPr>
          <p:spPr>
            <a:xfrm>
              <a:off x="8064000" y="2700000"/>
              <a:ext cx="144000" cy="14400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122" name="直接连接符 121">
              <a:extLst>
                <a:ext uri="{FF2B5EF4-FFF2-40B4-BE49-F238E27FC236}">
                  <a16:creationId xmlns:a16="http://schemas.microsoft.com/office/drawing/2014/main" id="{8B773CDB-927B-48D3-63BE-B12F25B1F01B}"/>
                </a:ext>
              </a:extLst>
            </p:cNvPr>
            <p:cNvCxnSpPr>
              <a:cxnSpLocks/>
              <a:stCxn id="123" idx="0"/>
              <a:endCxn id="116" idx="0"/>
            </p:cNvCxnSpPr>
            <p:nvPr/>
          </p:nvCxnSpPr>
          <p:spPr>
            <a:xfrm>
              <a:off x="10620000" y="2700000"/>
              <a:ext cx="0" cy="64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椭圆 122">
              <a:extLst>
                <a:ext uri="{FF2B5EF4-FFF2-40B4-BE49-F238E27FC236}">
                  <a16:creationId xmlns:a16="http://schemas.microsoft.com/office/drawing/2014/main" id="{87858AA6-2CB3-336D-A82C-4089637134DC}"/>
                </a:ext>
              </a:extLst>
            </p:cNvPr>
            <p:cNvSpPr/>
            <p:nvPr/>
          </p:nvSpPr>
          <p:spPr>
            <a:xfrm>
              <a:off x="10548000" y="2700000"/>
              <a:ext cx="144000" cy="14400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124" name="直接连接符 123">
              <a:extLst>
                <a:ext uri="{FF2B5EF4-FFF2-40B4-BE49-F238E27FC236}">
                  <a16:creationId xmlns:a16="http://schemas.microsoft.com/office/drawing/2014/main" id="{3111DAFC-6F62-37D6-4FA8-36EA31DA83DA}"/>
                </a:ext>
              </a:extLst>
            </p:cNvPr>
            <p:cNvCxnSpPr>
              <a:cxnSpLocks/>
              <a:stCxn id="117" idx="2"/>
              <a:endCxn id="140" idx="4"/>
            </p:cNvCxnSpPr>
            <p:nvPr/>
          </p:nvCxnSpPr>
          <p:spPr>
            <a:xfrm>
              <a:off x="9378000" y="5148000"/>
              <a:ext cx="0" cy="39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矩形: 圆顶角 124">
              <a:extLst>
                <a:ext uri="{FF2B5EF4-FFF2-40B4-BE49-F238E27FC236}">
                  <a16:creationId xmlns:a16="http://schemas.microsoft.com/office/drawing/2014/main" id="{47406C59-319B-7819-A0F3-D932C81312C2}"/>
                </a:ext>
              </a:extLst>
            </p:cNvPr>
            <p:cNvSpPr/>
            <p:nvPr/>
          </p:nvSpPr>
          <p:spPr>
            <a:xfrm>
              <a:off x="7506000" y="3528000"/>
              <a:ext cx="1260000" cy="684000"/>
            </a:xfrm>
            <a:prstGeom prst="round2SameRect">
              <a:avLst>
                <a:gd name="adj1" fmla="val 0"/>
                <a:gd name="adj2" fmla="val 50000"/>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圆顶角 125">
              <a:extLst>
                <a:ext uri="{FF2B5EF4-FFF2-40B4-BE49-F238E27FC236}">
                  <a16:creationId xmlns:a16="http://schemas.microsoft.com/office/drawing/2014/main" id="{B626CDAC-F934-1C95-A0D0-8666CAB3E3E0}"/>
                </a:ext>
              </a:extLst>
            </p:cNvPr>
            <p:cNvSpPr/>
            <p:nvPr/>
          </p:nvSpPr>
          <p:spPr>
            <a:xfrm>
              <a:off x="7686000" y="3528000"/>
              <a:ext cx="900000" cy="504000"/>
            </a:xfrm>
            <a:prstGeom prst="round2SameRect">
              <a:avLst>
                <a:gd name="adj1" fmla="val 0"/>
                <a:gd name="adj2" fmla="val 50000"/>
              </a:avLst>
            </a:prstGeom>
            <a:solidFill>
              <a:srgbClr val="FFB9BB"/>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圆顶角 126">
              <a:extLst>
                <a:ext uri="{FF2B5EF4-FFF2-40B4-BE49-F238E27FC236}">
                  <a16:creationId xmlns:a16="http://schemas.microsoft.com/office/drawing/2014/main" id="{B34BFBD1-0E6A-A79C-E4FE-1FBCE1C72839}"/>
                </a:ext>
              </a:extLst>
            </p:cNvPr>
            <p:cNvSpPr/>
            <p:nvPr/>
          </p:nvSpPr>
          <p:spPr>
            <a:xfrm>
              <a:off x="9990000" y="3528000"/>
              <a:ext cx="1260000" cy="684000"/>
            </a:xfrm>
            <a:prstGeom prst="round2SameRect">
              <a:avLst>
                <a:gd name="adj1" fmla="val 0"/>
                <a:gd name="adj2" fmla="val 50000"/>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圆顶角 127">
              <a:extLst>
                <a:ext uri="{FF2B5EF4-FFF2-40B4-BE49-F238E27FC236}">
                  <a16:creationId xmlns:a16="http://schemas.microsoft.com/office/drawing/2014/main" id="{9A99234A-E626-E7AF-C53D-D99C6AC3F647}"/>
                </a:ext>
              </a:extLst>
            </p:cNvPr>
            <p:cNvSpPr/>
            <p:nvPr/>
          </p:nvSpPr>
          <p:spPr>
            <a:xfrm>
              <a:off x="10170000" y="3528000"/>
              <a:ext cx="900000" cy="504000"/>
            </a:xfrm>
            <a:prstGeom prst="round2SameRect">
              <a:avLst>
                <a:gd name="adj1" fmla="val 0"/>
                <a:gd name="adj2" fmla="val 50000"/>
              </a:avLst>
            </a:prstGeom>
            <a:solidFill>
              <a:srgbClr val="FFB9BB"/>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文本框 128">
              <a:extLst>
                <a:ext uri="{FF2B5EF4-FFF2-40B4-BE49-F238E27FC236}">
                  <a16:creationId xmlns:a16="http://schemas.microsoft.com/office/drawing/2014/main" id="{CA2AAB96-7111-896E-DBE9-A9046A1FFF23}"/>
                </a:ext>
              </a:extLst>
            </p:cNvPr>
            <p:cNvSpPr txBox="1"/>
            <p:nvPr/>
          </p:nvSpPr>
          <p:spPr>
            <a:xfrm>
              <a:off x="8730000" y="3888000"/>
              <a:ext cx="1296000" cy="360000"/>
            </a:xfrm>
            <a:prstGeom prst="rect">
              <a:avLst/>
            </a:prstGeom>
            <a:noFill/>
          </p:spPr>
          <p:txBody>
            <a:bodyPr wrap="square">
              <a:spAutoFit/>
            </a:bodyPr>
            <a:lstStyle/>
            <a:p>
              <a:pPr algn="ctr"/>
              <a:r>
                <a:rPr kumimoji="1" lang="zh-CN" altLang="en-US" dirty="0">
                  <a:latin typeface="微软雅黑" panose="020B0503020204020204" pitchFamily="34" charset="-122"/>
                  <a:ea typeface="微软雅黑" panose="020B0503020204020204" pitchFamily="34" charset="-122"/>
                </a:rPr>
                <a:t>耗尽层</a:t>
              </a:r>
              <a:endParaRPr lang="zh-CN" altLang="en-US" dirty="0"/>
            </a:p>
          </p:txBody>
        </p:sp>
        <p:sp>
          <p:nvSpPr>
            <p:cNvPr id="130" name="文本框 129">
              <a:extLst>
                <a:ext uri="{FF2B5EF4-FFF2-40B4-BE49-F238E27FC236}">
                  <a16:creationId xmlns:a16="http://schemas.microsoft.com/office/drawing/2014/main" id="{1FE486DB-DEAF-81D9-C5A2-7D4B0DA2479B}"/>
                </a:ext>
              </a:extLst>
            </p:cNvPr>
            <p:cNvSpPr txBox="1"/>
            <p:nvPr/>
          </p:nvSpPr>
          <p:spPr>
            <a:xfrm>
              <a:off x="7758000" y="2556000"/>
              <a:ext cx="360000" cy="430887"/>
            </a:xfrm>
            <a:prstGeom prst="rect">
              <a:avLst/>
            </a:prstGeom>
            <a:noFill/>
          </p:spPr>
          <p:txBody>
            <a:bodyPr wrap="square">
              <a:spAutoFit/>
            </a:bodyPr>
            <a:lstStyle/>
            <a:p>
              <a:pPr algn="ctr"/>
              <a:r>
                <a:rPr lang="en-US" altLang="zh-CN" sz="2200" dirty="0">
                  <a:latin typeface="微软雅黑" panose="020B0503020204020204" pitchFamily="34" charset="-122"/>
                  <a:ea typeface="微软雅黑" panose="020B0503020204020204" pitchFamily="34" charset="-122"/>
                </a:rPr>
                <a:t>s</a:t>
              </a:r>
              <a:endParaRPr lang="zh-CN" altLang="en-US" sz="2200" dirty="0">
                <a:latin typeface="微软雅黑" panose="020B0503020204020204" pitchFamily="34" charset="-122"/>
                <a:ea typeface="微软雅黑" panose="020B0503020204020204" pitchFamily="34" charset="-122"/>
              </a:endParaRPr>
            </a:p>
          </p:txBody>
        </p:sp>
        <p:cxnSp>
          <p:nvCxnSpPr>
            <p:cNvPr id="131" name="直接连接符 130">
              <a:extLst>
                <a:ext uri="{FF2B5EF4-FFF2-40B4-BE49-F238E27FC236}">
                  <a16:creationId xmlns:a16="http://schemas.microsoft.com/office/drawing/2014/main" id="{BC20F2F3-0C81-5FDE-D88A-A10DADD1435C}"/>
                </a:ext>
              </a:extLst>
            </p:cNvPr>
            <p:cNvCxnSpPr>
              <a:cxnSpLocks/>
            </p:cNvCxnSpPr>
            <p:nvPr/>
          </p:nvCxnSpPr>
          <p:spPr>
            <a:xfrm>
              <a:off x="8640000" y="3960000"/>
              <a:ext cx="360000" cy="72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8AECB378-6BF4-CBB0-9DB5-F13F08796D79}"/>
                </a:ext>
              </a:extLst>
            </p:cNvPr>
            <p:cNvCxnSpPr>
              <a:cxnSpLocks/>
            </p:cNvCxnSpPr>
            <p:nvPr/>
          </p:nvCxnSpPr>
          <p:spPr>
            <a:xfrm flipH="1">
              <a:off x="9756000" y="3960000"/>
              <a:ext cx="360000" cy="72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文本框 132">
              <a:extLst>
                <a:ext uri="{FF2B5EF4-FFF2-40B4-BE49-F238E27FC236}">
                  <a16:creationId xmlns:a16="http://schemas.microsoft.com/office/drawing/2014/main" id="{BF8B92E2-C2FF-6F44-3D06-6230B44478E9}"/>
                </a:ext>
              </a:extLst>
            </p:cNvPr>
            <p:cNvSpPr txBox="1"/>
            <p:nvPr/>
          </p:nvSpPr>
          <p:spPr>
            <a:xfrm>
              <a:off x="7776000" y="3564000"/>
              <a:ext cx="720000" cy="430887"/>
            </a:xfrm>
            <a:prstGeom prst="rect">
              <a:avLst/>
            </a:prstGeom>
            <a:noFill/>
          </p:spPr>
          <p:txBody>
            <a:bodyPr wrap="square">
              <a:spAutoFit/>
            </a:bodyPr>
            <a:lstStyle/>
            <a:p>
              <a:pPr algn="ctr"/>
              <a:r>
                <a:rPr kumimoji="1" lang="en-US" altLang="zh-CN" sz="2200" dirty="0">
                  <a:latin typeface="微软雅黑" panose="020B0503020204020204" pitchFamily="34" charset="-122"/>
                  <a:ea typeface="微软雅黑" panose="020B0503020204020204" pitchFamily="34" charset="-122"/>
                </a:rPr>
                <a:t>N</a:t>
              </a:r>
              <a:r>
                <a:rPr kumimoji="1" lang="en-US" altLang="zh-CN" sz="2200" baseline="30000" dirty="0">
                  <a:latin typeface="微软雅黑" panose="020B0503020204020204" pitchFamily="34" charset="-122"/>
                  <a:ea typeface="微软雅黑" panose="020B0503020204020204" pitchFamily="34" charset="-122"/>
                </a:rPr>
                <a:t>+</a:t>
              </a:r>
              <a:endParaRPr lang="zh-CN" altLang="en-US" sz="2200" baseline="30000" dirty="0"/>
            </a:p>
          </p:txBody>
        </p:sp>
        <p:sp>
          <p:nvSpPr>
            <p:cNvPr id="134" name="文本框 133">
              <a:extLst>
                <a:ext uri="{FF2B5EF4-FFF2-40B4-BE49-F238E27FC236}">
                  <a16:creationId xmlns:a16="http://schemas.microsoft.com/office/drawing/2014/main" id="{B3228731-186D-1AB2-51DB-BD8AD4504F39}"/>
                </a:ext>
              </a:extLst>
            </p:cNvPr>
            <p:cNvSpPr txBox="1"/>
            <p:nvPr/>
          </p:nvSpPr>
          <p:spPr>
            <a:xfrm>
              <a:off x="10260000" y="3564000"/>
              <a:ext cx="720000" cy="430887"/>
            </a:xfrm>
            <a:prstGeom prst="rect">
              <a:avLst/>
            </a:prstGeom>
            <a:noFill/>
          </p:spPr>
          <p:txBody>
            <a:bodyPr wrap="square">
              <a:spAutoFit/>
            </a:bodyPr>
            <a:lstStyle/>
            <a:p>
              <a:pPr algn="ctr"/>
              <a:r>
                <a:rPr kumimoji="1" lang="en-US" altLang="zh-CN" sz="2200" dirty="0">
                  <a:latin typeface="微软雅黑" panose="020B0503020204020204" pitchFamily="34" charset="-122"/>
                  <a:ea typeface="微软雅黑" panose="020B0503020204020204" pitchFamily="34" charset="-122"/>
                </a:rPr>
                <a:t>N</a:t>
              </a:r>
              <a:r>
                <a:rPr kumimoji="1" lang="en-US" altLang="zh-CN" sz="2200" baseline="30000" dirty="0">
                  <a:latin typeface="微软雅黑" panose="020B0503020204020204" pitchFamily="34" charset="-122"/>
                  <a:ea typeface="微软雅黑" panose="020B0503020204020204" pitchFamily="34" charset="-122"/>
                </a:rPr>
                <a:t>+</a:t>
              </a:r>
              <a:endParaRPr lang="zh-CN" altLang="en-US" sz="2200" baseline="30000" dirty="0"/>
            </a:p>
          </p:txBody>
        </p:sp>
        <p:sp>
          <p:nvSpPr>
            <p:cNvPr id="135" name="文本框 134">
              <a:extLst>
                <a:ext uri="{FF2B5EF4-FFF2-40B4-BE49-F238E27FC236}">
                  <a16:creationId xmlns:a16="http://schemas.microsoft.com/office/drawing/2014/main" id="{A55C674F-BC29-02BE-1BB9-971EA335D3CE}"/>
                </a:ext>
              </a:extLst>
            </p:cNvPr>
            <p:cNvSpPr txBox="1"/>
            <p:nvPr/>
          </p:nvSpPr>
          <p:spPr>
            <a:xfrm>
              <a:off x="8370000" y="4464000"/>
              <a:ext cx="2016000" cy="430887"/>
            </a:xfrm>
            <a:prstGeom prst="rect">
              <a:avLst/>
            </a:prstGeom>
            <a:noFill/>
          </p:spPr>
          <p:txBody>
            <a:bodyPr wrap="square">
              <a:spAutoFit/>
            </a:bodyPr>
            <a:lstStyle/>
            <a:p>
              <a:pPr algn="ctr"/>
              <a:r>
                <a:rPr kumimoji="1" lang="en-US" altLang="zh-CN" sz="2200" dirty="0">
                  <a:latin typeface="微软雅黑" panose="020B0503020204020204" pitchFamily="34" charset="-122"/>
                  <a:ea typeface="微软雅黑" panose="020B0503020204020204" pitchFamily="34" charset="-122"/>
                </a:rPr>
                <a:t>P </a:t>
              </a:r>
              <a:r>
                <a:rPr kumimoji="1" lang="zh-CN" altLang="en-US" sz="2200" dirty="0">
                  <a:latin typeface="微软雅黑" panose="020B0503020204020204" pitchFamily="34" charset="-122"/>
                  <a:ea typeface="微软雅黑" panose="020B0503020204020204" pitchFamily="34" charset="-122"/>
                </a:rPr>
                <a:t>型硅衬底</a:t>
              </a:r>
              <a:endParaRPr lang="zh-CN" altLang="en-US" sz="2200" dirty="0"/>
            </a:p>
          </p:txBody>
        </p:sp>
        <p:sp>
          <p:nvSpPr>
            <p:cNvPr id="136" name="文本框 135">
              <a:extLst>
                <a:ext uri="{FF2B5EF4-FFF2-40B4-BE49-F238E27FC236}">
                  <a16:creationId xmlns:a16="http://schemas.microsoft.com/office/drawing/2014/main" id="{AEEB1A1C-F130-9605-B8E6-F2C6333CAB7F}"/>
                </a:ext>
              </a:extLst>
            </p:cNvPr>
            <p:cNvSpPr txBox="1"/>
            <p:nvPr/>
          </p:nvSpPr>
          <p:spPr>
            <a:xfrm>
              <a:off x="10656000" y="2556000"/>
              <a:ext cx="360000" cy="430887"/>
            </a:xfrm>
            <a:prstGeom prst="rect">
              <a:avLst/>
            </a:prstGeom>
            <a:noFill/>
          </p:spPr>
          <p:txBody>
            <a:bodyPr wrap="square">
              <a:spAutoFit/>
            </a:bodyPr>
            <a:lstStyle/>
            <a:p>
              <a:pPr algn="ctr"/>
              <a:r>
                <a:rPr lang="en-US" altLang="zh-CN" sz="2200" dirty="0">
                  <a:latin typeface="微软雅黑" panose="020B0503020204020204" pitchFamily="34" charset="-122"/>
                  <a:ea typeface="微软雅黑" panose="020B0503020204020204" pitchFamily="34" charset="-122"/>
                </a:rPr>
                <a:t>d</a:t>
              </a:r>
              <a:endParaRPr lang="zh-CN" altLang="en-US" sz="2200" dirty="0">
                <a:latin typeface="微软雅黑" panose="020B0503020204020204" pitchFamily="34" charset="-122"/>
                <a:ea typeface="微软雅黑" panose="020B0503020204020204" pitchFamily="34" charset="-122"/>
              </a:endParaRPr>
            </a:p>
          </p:txBody>
        </p:sp>
        <p:sp>
          <p:nvSpPr>
            <p:cNvPr id="140" name="椭圆 139">
              <a:extLst>
                <a:ext uri="{FF2B5EF4-FFF2-40B4-BE49-F238E27FC236}">
                  <a16:creationId xmlns:a16="http://schemas.microsoft.com/office/drawing/2014/main" id="{E00C05C7-DF93-CB5C-59B2-74C62600A895}"/>
                </a:ext>
              </a:extLst>
            </p:cNvPr>
            <p:cNvSpPr/>
            <p:nvPr/>
          </p:nvSpPr>
          <p:spPr>
            <a:xfrm>
              <a:off x="9306000" y="5400000"/>
              <a:ext cx="144000" cy="14400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43" name="文本框 142">
              <a:extLst>
                <a:ext uri="{FF2B5EF4-FFF2-40B4-BE49-F238E27FC236}">
                  <a16:creationId xmlns:a16="http://schemas.microsoft.com/office/drawing/2014/main" id="{8EE3E5D0-8407-54D8-B12F-C6403FF4A0DF}"/>
                </a:ext>
              </a:extLst>
            </p:cNvPr>
            <p:cNvSpPr txBox="1"/>
            <p:nvPr/>
          </p:nvSpPr>
          <p:spPr>
            <a:xfrm>
              <a:off x="9414000" y="2556000"/>
              <a:ext cx="360000" cy="430887"/>
            </a:xfrm>
            <a:prstGeom prst="rect">
              <a:avLst/>
            </a:prstGeom>
            <a:noFill/>
          </p:spPr>
          <p:txBody>
            <a:bodyPr wrap="square">
              <a:spAutoFit/>
            </a:bodyPr>
            <a:lstStyle/>
            <a:p>
              <a:pPr algn="ctr"/>
              <a:r>
                <a:rPr lang="en-US" altLang="zh-CN" sz="2200" dirty="0">
                  <a:latin typeface="微软雅黑" panose="020B0503020204020204" pitchFamily="34" charset="-122"/>
                  <a:ea typeface="微软雅黑" panose="020B0503020204020204" pitchFamily="34" charset="-122"/>
                </a:rPr>
                <a:t>g</a:t>
              </a:r>
              <a:endParaRPr lang="zh-CN" altLang="en-US" sz="2200" dirty="0">
                <a:latin typeface="微软雅黑" panose="020B0503020204020204" pitchFamily="34" charset="-122"/>
                <a:ea typeface="微软雅黑" panose="020B0503020204020204" pitchFamily="34" charset="-122"/>
              </a:endParaRPr>
            </a:p>
          </p:txBody>
        </p:sp>
      </p:grpSp>
      <p:sp>
        <p:nvSpPr>
          <p:cNvPr id="152" name="文本框 151">
            <a:extLst>
              <a:ext uri="{FF2B5EF4-FFF2-40B4-BE49-F238E27FC236}">
                <a16:creationId xmlns:a16="http://schemas.microsoft.com/office/drawing/2014/main" id="{733B6486-5460-8B01-F764-0D83AC4F4BCA}"/>
              </a:ext>
            </a:extLst>
          </p:cNvPr>
          <p:cNvSpPr txBox="1"/>
          <p:nvPr/>
        </p:nvSpPr>
        <p:spPr>
          <a:xfrm>
            <a:off x="8640000" y="4860000"/>
            <a:ext cx="3168000" cy="1512000"/>
          </a:xfrm>
          <a:prstGeom prst="rect">
            <a:avLst/>
          </a:prstGeom>
          <a:noFill/>
        </p:spPr>
        <p:txBody>
          <a:bodyPr wrap="square">
            <a:spAutoFit/>
          </a:bodyPr>
          <a:lstStyle/>
          <a:p>
            <a:pPr eaLnBrk="1" hangingPunct="1">
              <a:spcAft>
                <a:spcPts val="600"/>
              </a:spcAft>
            </a:pPr>
            <a:r>
              <a:rPr lang="en-US" altLang="zh-CN" sz="2000" dirty="0">
                <a:solidFill>
                  <a:srgbClr val="002060"/>
                </a:solidFill>
                <a:latin typeface="微软雅黑" panose="020B0503020204020204" pitchFamily="34" charset="-122"/>
                <a:ea typeface="微软雅黑" panose="020B0503020204020204" pitchFamily="34" charset="-122"/>
              </a:rPr>
              <a:t>s</a:t>
            </a:r>
            <a:r>
              <a:rPr lang="zh-CN" altLang="en-US" sz="2000" dirty="0">
                <a:solidFill>
                  <a:srgbClr val="002060"/>
                </a:solidFill>
                <a:latin typeface="微软雅黑" panose="020B0503020204020204" pitchFamily="34" charset="-122"/>
                <a:ea typeface="微软雅黑" panose="020B0503020204020204" pitchFamily="34" charset="-122"/>
              </a:rPr>
              <a:t>（</a:t>
            </a:r>
            <a:r>
              <a:rPr lang="en-US" altLang="zh-CN" sz="2000" dirty="0">
                <a:solidFill>
                  <a:srgbClr val="002060"/>
                </a:solidFill>
                <a:latin typeface="微软雅黑" panose="020B0503020204020204" pitchFamily="34" charset="-122"/>
                <a:ea typeface="微软雅黑" panose="020B0503020204020204" pitchFamily="34" charset="-122"/>
              </a:rPr>
              <a:t>Source</a:t>
            </a:r>
            <a:r>
              <a:rPr lang="zh-CN" altLang="en-US" sz="2000" dirty="0">
                <a:solidFill>
                  <a:srgbClr val="002060"/>
                </a:solidFill>
                <a:latin typeface="微软雅黑" panose="020B0503020204020204" pitchFamily="34" charset="-122"/>
                <a:ea typeface="微软雅黑" panose="020B0503020204020204" pitchFamily="34" charset="-122"/>
              </a:rPr>
              <a:t>）：源极</a:t>
            </a:r>
          </a:p>
          <a:p>
            <a:pPr eaLnBrk="1" hangingPunct="1">
              <a:spcAft>
                <a:spcPts val="600"/>
              </a:spcAft>
            </a:pPr>
            <a:r>
              <a:rPr lang="en-US" altLang="zh-CN" sz="2000" dirty="0">
                <a:solidFill>
                  <a:srgbClr val="002060"/>
                </a:solidFill>
                <a:latin typeface="微软雅黑" panose="020B0503020204020204" pitchFamily="34" charset="-122"/>
                <a:ea typeface="微软雅黑" panose="020B0503020204020204" pitchFamily="34" charset="-122"/>
              </a:rPr>
              <a:t>g</a:t>
            </a:r>
            <a:r>
              <a:rPr lang="zh-CN" altLang="en-US" sz="2000" dirty="0">
                <a:solidFill>
                  <a:srgbClr val="002060"/>
                </a:solidFill>
                <a:latin typeface="微软雅黑" panose="020B0503020204020204" pitchFamily="34" charset="-122"/>
                <a:ea typeface="微软雅黑" panose="020B0503020204020204" pitchFamily="34" charset="-122"/>
              </a:rPr>
              <a:t>（</a:t>
            </a:r>
            <a:r>
              <a:rPr lang="en-US" altLang="zh-CN" sz="2000" dirty="0">
                <a:solidFill>
                  <a:srgbClr val="002060"/>
                </a:solidFill>
                <a:latin typeface="微软雅黑" panose="020B0503020204020204" pitchFamily="34" charset="-122"/>
                <a:ea typeface="微软雅黑" panose="020B0503020204020204" pitchFamily="34" charset="-122"/>
              </a:rPr>
              <a:t>Gate</a:t>
            </a:r>
            <a:r>
              <a:rPr lang="zh-CN" altLang="en-US" sz="2000" dirty="0">
                <a:solidFill>
                  <a:srgbClr val="002060"/>
                </a:solidFill>
                <a:latin typeface="微软雅黑" panose="020B0503020204020204" pitchFamily="34" charset="-122"/>
                <a:ea typeface="微软雅黑" panose="020B0503020204020204" pitchFamily="34" charset="-122"/>
              </a:rPr>
              <a:t>）：   栅极</a:t>
            </a:r>
          </a:p>
          <a:p>
            <a:pPr eaLnBrk="1" hangingPunct="1">
              <a:spcAft>
                <a:spcPts val="600"/>
              </a:spcAft>
            </a:pPr>
            <a:r>
              <a:rPr lang="en-US" altLang="zh-CN" sz="2000" dirty="0">
                <a:solidFill>
                  <a:srgbClr val="002060"/>
                </a:solidFill>
                <a:latin typeface="微软雅黑" panose="020B0503020204020204" pitchFamily="34" charset="-122"/>
                <a:ea typeface="微软雅黑" panose="020B0503020204020204" pitchFamily="34" charset="-122"/>
              </a:rPr>
              <a:t>d</a:t>
            </a:r>
            <a:r>
              <a:rPr lang="zh-CN" altLang="en-US" sz="2000" dirty="0">
                <a:solidFill>
                  <a:srgbClr val="002060"/>
                </a:solidFill>
                <a:latin typeface="微软雅黑" panose="020B0503020204020204" pitchFamily="34" charset="-122"/>
                <a:ea typeface="微软雅黑" panose="020B0503020204020204" pitchFamily="34" charset="-122"/>
              </a:rPr>
              <a:t>（</a:t>
            </a:r>
            <a:r>
              <a:rPr lang="en-US" altLang="zh-CN" sz="2000" dirty="0">
                <a:solidFill>
                  <a:srgbClr val="002060"/>
                </a:solidFill>
                <a:latin typeface="微软雅黑" panose="020B0503020204020204" pitchFamily="34" charset="-122"/>
                <a:ea typeface="微软雅黑" panose="020B0503020204020204" pitchFamily="34" charset="-122"/>
              </a:rPr>
              <a:t>Drain</a:t>
            </a:r>
            <a:r>
              <a:rPr lang="zh-CN" altLang="en-US" sz="2000" dirty="0">
                <a:solidFill>
                  <a:srgbClr val="002060"/>
                </a:solidFill>
                <a:latin typeface="微软雅黑" panose="020B0503020204020204" pitchFamily="34" charset="-122"/>
                <a:ea typeface="微软雅黑" panose="020B0503020204020204" pitchFamily="34" charset="-122"/>
              </a:rPr>
              <a:t>）：  漏极</a:t>
            </a:r>
          </a:p>
          <a:p>
            <a:pPr eaLnBrk="1" hangingPunct="1">
              <a:spcAft>
                <a:spcPts val="600"/>
              </a:spcAft>
            </a:pPr>
            <a:r>
              <a:rPr lang="en-US" altLang="zh-CN" sz="2000" dirty="0">
                <a:solidFill>
                  <a:srgbClr val="002060"/>
                </a:solidFill>
                <a:latin typeface="微软雅黑" panose="020B0503020204020204" pitchFamily="34" charset="-122"/>
                <a:ea typeface="微软雅黑" panose="020B0503020204020204" pitchFamily="34" charset="-122"/>
              </a:rPr>
              <a:t>B</a:t>
            </a:r>
            <a:r>
              <a:rPr lang="zh-CN" altLang="en-US" sz="2000" dirty="0">
                <a:solidFill>
                  <a:srgbClr val="002060"/>
                </a:solidFill>
                <a:latin typeface="微软雅黑" panose="020B0503020204020204" pitchFamily="34" charset="-122"/>
                <a:ea typeface="微软雅黑" panose="020B0503020204020204" pitchFamily="34" charset="-122"/>
              </a:rPr>
              <a:t>（</a:t>
            </a:r>
            <a:r>
              <a:rPr lang="en-US" altLang="zh-CN" sz="2000" dirty="0">
                <a:solidFill>
                  <a:srgbClr val="002060"/>
                </a:solidFill>
                <a:latin typeface="微软雅黑" panose="020B0503020204020204" pitchFamily="34" charset="-122"/>
                <a:ea typeface="微软雅黑" panose="020B0503020204020204" pitchFamily="34" charset="-122"/>
              </a:rPr>
              <a:t>Substrate</a:t>
            </a:r>
            <a:r>
              <a:rPr lang="zh-CN" altLang="en-US" sz="2000" dirty="0">
                <a:solidFill>
                  <a:srgbClr val="002060"/>
                </a:solidFill>
                <a:latin typeface="微软雅黑" panose="020B0503020204020204" pitchFamily="34" charset="-122"/>
                <a:ea typeface="微软雅黑" panose="020B0503020204020204" pitchFamily="34" charset="-122"/>
              </a:rPr>
              <a:t>）：衬底</a:t>
            </a:r>
          </a:p>
        </p:txBody>
      </p:sp>
      <p:sp>
        <p:nvSpPr>
          <p:cNvPr id="153" name="矩形 152">
            <a:extLst>
              <a:ext uri="{FF2B5EF4-FFF2-40B4-BE49-F238E27FC236}">
                <a16:creationId xmlns:a16="http://schemas.microsoft.com/office/drawing/2014/main" id="{C5B272E9-3061-C4D6-77D4-A80B9FD92E81}"/>
              </a:ext>
            </a:extLst>
          </p:cNvPr>
          <p:cNvSpPr/>
          <p:nvPr/>
        </p:nvSpPr>
        <p:spPr>
          <a:xfrm>
            <a:off x="360000" y="6228000"/>
            <a:ext cx="7920000" cy="432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sz="2000" dirty="0">
                <a:solidFill>
                  <a:srgbClr val="002060"/>
                </a:solidFill>
                <a:latin typeface="微软雅黑" panose="020B0503020204020204" pitchFamily="34" charset="-122"/>
                <a:ea typeface="微软雅黑" panose="020B0503020204020204" pitchFamily="34" charset="-122"/>
              </a:rPr>
              <a:t>箭头与 </a:t>
            </a:r>
            <a:r>
              <a:rPr kumimoji="1" lang="en-US" altLang="zh-CN" sz="2000" dirty="0" err="1">
                <a:solidFill>
                  <a:srgbClr val="002060"/>
                </a:solidFill>
                <a:latin typeface="微软雅黑" panose="020B0503020204020204" pitchFamily="34" charset="-122"/>
                <a:ea typeface="微软雅黑" panose="020B0503020204020204" pitchFamily="34" charset="-122"/>
              </a:rPr>
              <a:t>gs</a:t>
            </a:r>
            <a:r>
              <a:rPr kumimoji="1" lang="en-US" altLang="zh-CN" sz="2000" dirty="0">
                <a:solidFill>
                  <a:srgbClr val="002060"/>
                </a:solidFill>
                <a:latin typeface="微软雅黑" panose="020B0503020204020204" pitchFamily="34" charset="-122"/>
                <a:ea typeface="微软雅黑" panose="020B0503020204020204" pitchFamily="34" charset="-122"/>
              </a:rPr>
              <a:t> </a:t>
            </a:r>
            <a:r>
              <a:rPr kumimoji="1" lang="zh-CN" altLang="en-US" sz="2000" dirty="0">
                <a:solidFill>
                  <a:srgbClr val="002060"/>
                </a:solidFill>
                <a:latin typeface="微软雅黑" panose="020B0503020204020204" pitchFamily="34" charset="-122"/>
                <a:ea typeface="微软雅黑" panose="020B0503020204020204" pitchFamily="34" charset="-122"/>
              </a:rPr>
              <a:t>电压方向相反则导通（近似短路），否则截止（近似断路）</a:t>
            </a:r>
            <a:endParaRPr kumimoji="1" lang="en-US" altLang="zh-CN" sz="20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313768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B334E-8C7E-80F8-7158-2100FDD13828}"/>
            </a:ext>
          </a:extLst>
        </p:cNvPr>
        <p:cNvGrpSpPr/>
        <p:nvPr/>
      </p:nvGrpSpPr>
      <p:grpSpPr>
        <a:xfrm>
          <a:off x="0" y="0"/>
          <a:ext cx="0" cy="0"/>
          <a:chOff x="0" y="0"/>
          <a:chExt cx="0" cy="0"/>
        </a:xfrm>
      </p:grpSpPr>
      <p:sp>
        <p:nvSpPr>
          <p:cNvPr id="41" name="标题 1">
            <a:extLst>
              <a:ext uri="{FF2B5EF4-FFF2-40B4-BE49-F238E27FC236}">
                <a16:creationId xmlns:a16="http://schemas.microsoft.com/office/drawing/2014/main" id="{55A06146-1624-DB2A-0094-59BF1360082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模拟部分（三极管之场效应管）</a:t>
            </a:r>
          </a:p>
        </p:txBody>
      </p:sp>
      <p:grpSp>
        <p:nvGrpSpPr>
          <p:cNvPr id="42" name="组合 41">
            <a:extLst>
              <a:ext uri="{FF2B5EF4-FFF2-40B4-BE49-F238E27FC236}">
                <a16:creationId xmlns:a16="http://schemas.microsoft.com/office/drawing/2014/main" id="{C4549E54-B6C8-D072-20A1-E970CB662A26}"/>
              </a:ext>
            </a:extLst>
          </p:cNvPr>
          <p:cNvGrpSpPr/>
          <p:nvPr/>
        </p:nvGrpSpPr>
        <p:grpSpPr>
          <a:xfrm>
            <a:off x="11449269" y="6198682"/>
            <a:ext cx="786273" cy="548639"/>
            <a:chOff x="11454918" y="5839511"/>
            <a:chExt cx="786273" cy="548639"/>
          </a:xfrm>
        </p:grpSpPr>
        <p:grpSp>
          <p:nvGrpSpPr>
            <p:cNvPr id="43" name="组合 42">
              <a:extLst>
                <a:ext uri="{FF2B5EF4-FFF2-40B4-BE49-F238E27FC236}">
                  <a16:creationId xmlns:a16="http://schemas.microsoft.com/office/drawing/2014/main" id="{C0BA4DB2-89A0-6183-79A9-14BC17542768}"/>
                </a:ext>
              </a:extLst>
            </p:cNvPr>
            <p:cNvGrpSpPr/>
            <p:nvPr/>
          </p:nvGrpSpPr>
          <p:grpSpPr>
            <a:xfrm>
              <a:off x="11454918" y="5867450"/>
              <a:ext cx="737081" cy="520700"/>
              <a:chOff x="11454918" y="5867450"/>
              <a:chExt cx="737081" cy="520700"/>
            </a:xfrm>
          </p:grpSpPr>
          <p:sp>
            <p:nvSpPr>
              <p:cNvPr id="45" name="箭头: 五边形 44">
                <a:extLst>
                  <a:ext uri="{FF2B5EF4-FFF2-40B4-BE49-F238E27FC236}">
                    <a16:creationId xmlns:a16="http://schemas.microsoft.com/office/drawing/2014/main" id="{CBC95760-7D27-287B-88C6-D4F0724644F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箭头: V 形 45">
                <a:extLst>
                  <a:ext uri="{FF2B5EF4-FFF2-40B4-BE49-F238E27FC236}">
                    <a16:creationId xmlns:a16="http://schemas.microsoft.com/office/drawing/2014/main" id="{06EE91F5-3425-107C-430D-0FC01318BD5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4" name="灯片编号占位符 3">
              <a:extLst>
                <a:ext uri="{FF2B5EF4-FFF2-40B4-BE49-F238E27FC236}">
                  <a16:creationId xmlns:a16="http://schemas.microsoft.com/office/drawing/2014/main" id="{5DDB1351-62A3-3552-3203-90928C00F2A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51</a:t>
              </a:fld>
              <a:endParaRPr lang="zh-CN" altLang="en-US" sz="3200" dirty="0">
                <a:solidFill>
                  <a:schemeClr val="bg1"/>
                </a:solidFill>
                <a:latin typeface="Candara"/>
                <a:ea typeface="微软雅黑"/>
              </a:endParaRPr>
            </a:p>
          </p:txBody>
        </p:sp>
      </p:grpSp>
      <p:sp>
        <p:nvSpPr>
          <p:cNvPr id="48" name="文本框 47">
            <a:extLst>
              <a:ext uri="{FF2B5EF4-FFF2-40B4-BE49-F238E27FC236}">
                <a16:creationId xmlns:a16="http://schemas.microsoft.com/office/drawing/2014/main" id="{431E6E21-7C75-46F3-91B0-456E450C2E6B}"/>
              </a:ext>
            </a:extLst>
          </p:cNvPr>
          <p:cNvSpPr txBox="1"/>
          <p:nvPr/>
        </p:nvSpPr>
        <p:spPr>
          <a:xfrm>
            <a:off x="360000" y="827142"/>
            <a:ext cx="8280000" cy="576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N </a:t>
            </a:r>
            <a:r>
              <a:rPr kumimoji="1" lang="zh-CN" altLang="en-US" sz="2800" dirty="0">
                <a:solidFill>
                  <a:srgbClr val="002060"/>
                </a:solidFill>
                <a:latin typeface="微软雅黑" panose="020B0503020204020204" pitchFamily="34" charset="-122"/>
                <a:ea typeface="微软雅黑" panose="020B0503020204020204" pitchFamily="34" charset="-122"/>
              </a:rPr>
              <a:t>沟道增强型 </a:t>
            </a:r>
            <a:r>
              <a:rPr kumimoji="1" lang="en-US" altLang="zh-CN" sz="2800" dirty="0">
                <a:solidFill>
                  <a:srgbClr val="002060"/>
                </a:solidFill>
                <a:latin typeface="微软雅黑" panose="020B0503020204020204" pitchFamily="34" charset="-122"/>
                <a:ea typeface="微软雅黑" panose="020B0503020204020204" pitchFamily="34" charset="-122"/>
              </a:rPr>
              <a:t>MOS </a:t>
            </a:r>
            <a:r>
              <a:rPr kumimoji="1" lang="zh-CN" altLang="en-US" sz="2800" dirty="0">
                <a:solidFill>
                  <a:srgbClr val="002060"/>
                </a:solidFill>
                <a:latin typeface="微软雅黑" panose="020B0503020204020204" pitchFamily="34" charset="-122"/>
                <a:ea typeface="微软雅黑" panose="020B0503020204020204" pitchFamily="34" charset="-122"/>
              </a:rPr>
              <a:t>管的输出特性和转移特性</a:t>
            </a:r>
          </a:p>
        </p:txBody>
      </p:sp>
      <p:sp>
        <p:nvSpPr>
          <p:cNvPr id="2" name="文本框 1">
            <a:extLst>
              <a:ext uri="{FF2B5EF4-FFF2-40B4-BE49-F238E27FC236}">
                <a16:creationId xmlns:a16="http://schemas.microsoft.com/office/drawing/2014/main" id="{5C6E0C0A-CB65-731B-425E-4C95BD9E5535}"/>
              </a:ext>
            </a:extLst>
          </p:cNvPr>
          <p:cNvSpPr txBox="1"/>
          <p:nvPr/>
        </p:nvSpPr>
        <p:spPr>
          <a:xfrm>
            <a:off x="3168000" y="6048000"/>
            <a:ext cx="3888000" cy="565604"/>
          </a:xfrm>
          <a:prstGeom prst="rect">
            <a:avLst/>
          </a:prstGeom>
          <a:noFill/>
        </p:spPr>
        <p:txBody>
          <a:bodyPr wrap="square">
            <a:spAutoFit/>
          </a:bodyPr>
          <a:lstStyle/>
          <a:p>
            <a:pPr algn="ctr">
              <a:lnSpc>
                <a:spcPct val="120000"/>
              </a:lnSpc>
              <a:spcAft>
                <a:spcPts val="600"/>
              </a:spcAft>
            </a:pPr>
            <a:r>
              <a:rPr kumimoji="1" lang="zh-CN" altLang="en-US" sz="2800" dirty="0">
                <a:latin typeface="微软雅黑" panose="020B0503020204020204" pitchFamily="34" charset="-122"/>
                <a:ea typeface="微软雅黑" panose="020B0503020204020204" pitchFamily="34" charset="-122"/>
              </a:rPr>
              <a:t>输出特性</a:t>
            </a:r>
            <a:endParaRPr kumimoji="1" lang="en-US" altLang="zh-CN" sz="28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9048881-C701-4813-E3A8-946BF9598B10}"/>
                  </a:ext>
                </a:extLst>
              </p:cNvPr>
              <p:cNvSpPr txBox="1"/>
              <p:nvPr/>
            </p:nvSpPr>
            <p:spPr>
              <a:xfrm>
                <a:off x="3167999" y="5472000"/>
                <a:ext cx="38880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800" i="1" smtClean="0">
                              <a:solidFill>
                                <a:schemeClr val="tx1"/>
                              </a:solidFill>
                              <a:latin typeface="Cambria Math" panose="02040503050406030204" pitchFamily="18" charset="0"/>
                              <a:ea typeface="微软雅黑" panose="020B0503020204020204" pitchFamily="34" charset="-122"/>
                            </a:rPr>
                          </m:ctrlPr>
                        </m:sSubPr>
                        <m:e>
                          <m:r>
                            <a:rPr kumimoji="1" lang="en-US" altLang="zh-CN" sz="2800" b="0" i="1" smtClean="0">
                              <a:solidFill>
                                <a:schemeClr val="tx1"/>
                              </a:solidFill>
                              <a:latin typeface="Cambria Math" panose="02040503050406030204" pitchFamily="18" charset="0"/>
                              <a:ea typeface="微软雅黑" panose="020B0503020204020204" pitchFamily="34" charset="-122"/>
                            </a:rPr>
                            <m:t>𝑖</m:t>
                          </m:r>
                        </m:e>
                        <m:sub>
                          <m:r>
                            <m:rPr>
                              <m:sty m:val="p"/>
                            </m:rPr>
                            <a:rPr kumimoji="1" lang="en-US" altLang="zh-CN" sz="2800" b="0" i="0" smtClean="0">
                              <a:solidFill>
                                <a:schemeClr val="tx1"/>
                              </a:solidFill>
                              <a:latin typeface="Cambria Math" panose="02040503050406030204" pitchFamily="18" charset="0"/>
                              <a:ea typeface="微软雅黑" panose="020B0503020204020204" pitchFamily="34" charset="-122"/>
                            </a:rPr>
                            <m:t>D</m:t>
                          </m:r>
                        </m:sub>
                      </m:sSub>
                      <m:r>
                        <a:rPr kumimoji="1" lang="en-US" altLang="zh-CN" sz="2800" i="1">
                          <a:latin typeface="Cambria Math" panose="02040503050406030204" pitchFamily="18" charset="0"/>
                          <a:ea typeface="微软雅黑" panose="020B0503020204020204" pitchFamily="34" charset="-122"/>
                        </a:rPr>
                        <m:t>=</m:t>
                      </m:r>
                      <m:d>
                        <m:dPr>
                          <m:begChr m:val=""/>
                          <m:endChr m:val="|"/>
                          <m:ctrlPr>
                            <a:rPr kumimoji="1" lang="en-US" altLang="zh-CN" sz="2800" i="1">
                              <a:latin typeface="Cambria Math" panose="02040503050406030204" pitchFamily="18" charset="0"/>
                              <a:ea typeface="微软雅黑" panose="020B0503020204020204" pitchFamily="34" charset="-122"/>
                            </a:rPr>
                          </m:ctrlPr>
                        </m:dPr>
                        <m:e>
                          <m:r>
                            <a:rPr kumimoji="1" lang="en-US" altLang="zh-CN" sz="2800" i="1">
                              <a:latin typeface="Cambria Math" panose="02040503050406030204" pitchFamily="18" charset="0"/>
                              <a:ea typeface="微软雅黑" panose="020B0503020204020204" pitchFamily="34" charset="-122"/>
                            </a:rPr>
                            <m:t>𝑓</m:t>
                          </m:r>
                          <m:r>
                            <a:rPr kumimoji="1" lang="en-US" altLang="zh-CN" sz="2800" i="1">
                              <a:latin typeface="Cambria Math" panose="02040503050406030204" pitchFamily="18" charset="0"/>
                              <a:ea typeface="微软雅黑" panose="020B0503020204020204" pitchFamily="34" charset="-122"/>
                            </a:rPr>
                            <m:t>(</m:t>
                          </m:r>
                          <m:sSub>
                            <m:sSubPr>
                              <m:ctrlPr>
                                <a:rPr kumimoji="1" lang="en-US" altLang="zh-CN" sz="2800" i="1">
                                  <a:latin typeface="Cambria Math" panose="02040503050406030204" pitchFamily="18" charset="0"/>
                                  <a:ea typeface="微软雅黑" panose="020B0503020204020204" pitchFamily="34" charset="-122"/>
                                </a:rPr>
                              </m:ctrlPr>
                            </m:sSubPr>
                            <m:e>
                              <m:r>
                                <a:rPr kumimoji="1" lang="en-US" altLang="zh-CN" sz="2800" i="1">
                                  <a:latin typeface="Cambria Math" panose="02040503050406030204" pitchFamily="18" charset="0"/>
                                  <a:ea typeface="微软雅黑" panose="020B0503020204020204" pitchFamily="34" charset="-122"/>
                                </a:rPr>
                                <m:t>𝑣</m:t>
                              </m:r>
                            </m:e>
                            <m:sub>
                              <m:r>
                                <m:rPr>
                                  <m:sty m:val="p"/>
                                </m:rPr>
                                <a:rPr kumimoji="1" lang="en-US" altLang="zh-CN" sz="2800" b="0" i="0" smtClean="0">
                                  <a:latin typeface="Cambria Math" panose="02040503050406030204" pitchFamily="18" charset="0"/>
                                  <a:ea typeface="微软雅黑" panose="020B0503020204020204" pitchFamily="34" charset="-122"/>
                                </a:rPr>
                                <m:t>DS</m:t>
                              </m:r>
                            </m:sub>
                          </m:sSub>
                          <m:r>
                            <a:rPr kumimoji="1" lang="en-US" altLang="zh-CN" sz="2800" i="1">
                              <a:latin typeface="Cambria Math" panose="02040503050406030204" pitchFamily="18" charset="0"/>
                              <a:ea typeface="微软雅黑" panose="020B0503020204020204" pitchFamily="34" charset="-122"/>
                            </a:rPr>
                            <m:t>)</m:t>
                          </m:r>
                        </m:e>
                      </m:d>
                      <m:sSub>
                        <m:sSubPr>
                          <m:ctrlPr>
                            <a:rPr kumimoji="1" lang="en-US" altLang="zh-CN" sz="2800" i="1">
                              <a:latin typeface="Cambria Math" panose="02040503050406030204" pitchFamily="18" charset="0"/>
                              <a:ea typeface="微软雅黑" panose="020B0503020204020204" pitchFamily="34" charset="-122"/>
                            </a:rPr>
                          </m:ctrlPr>
                        </m:sSubPr>
                        <m:e>
                          <m:r>
                            <a:rPr kumimoji="1" lang="en-US" altLang="zh-CN" sz="2800" i="1">
                              <a:latin typeface="Cambria Math" panose="02040503050406030204" pitchFamily="18" charset="0"/>
                              <a:ea typeface="微软雅黑" panose="020B0503020204020204" pitchFamily="34" charset="-122"/>
                            </a:rPr>
                            <m:t>𝑣</m:t>
                          </m:r>
                        </m:e>
                        <m:sub>
                          <m:r>
                            <m:rPr>
                              <m:sty m:val="p"/>
                            </m:rPr>
                            <a:rPr kumimoji="1" lang="en-US" altLang="zh-CN" sz="2800">
                              <a:latin typeface="Cambria Math" panose="02040503050406030204" pitchFamily="18" charset="0"/>
                              <a:ea typeface="微软雅黑" panose="020B0503020204020204" pitchFamily="34" charset="-122"/>
                            </a:rPr>
                            <m:t>GS</m:t>
                          </m:r>
                        </m:sub>
                      </m:sSub>
                      <m:r>
                        <a:rPr kumimoji="1" lang="en-US" altLang="zh-CN" sz="2800" i="1">
                          <a:latin typeface="Cambria Math" panose="02040503050406030204" pitchFamily="18" charset="0"/>
                          <a:ea typeface="微软雅黑" panose="020B0503020204020204" pitchFamily="34" charset="-122"/>
                        </a:rPr>
                        <m:t>=</m:t>
                      </m:r>
                      <m:r>
                        <m:rPr>
                          <m:nor/>
                        </m:rPr>
                        <a:rPr kumimoji="1" lang="zh-CN" altLang="en-US" sz="2800" dirty="0">
                          <a:latin typeface="微软雅黑" panose="020B0503020204020204" pitchFamily="34" charset="-122"/>
                          <a:ea typeface="微软雅黑" panose="020B0503020204020204" pitchFamily="34" charset="-122"/>
                        </a:rPr>
                        <m:t>常数</m:t>
                      </m:r>
                    </m:oMath>
                  </m:oMathPara>
                </a14:m>
                <a:endParaRPr lang="zh-CN" altLang="en-US" sz="2800" dirty="0">
                  <a:solidFill>
                    <a:schemeClr val="tx1"/>
                  </a:solidFill>
                </a:endParaRPr>
              </a:p>
            </p:txBody>
          </p:sp>
        </mc:Choice>
        <mc:Fallback xmlns="">
          <p:sp>
            <p:nvSpPr>
              <p:cNvPr id="3" name="文本框 2">
                <a:extLst>
                  <a:ext uri="{FF2B5EF4-FFF2-40B4-BE49-F238E27FC236}">
                    <a16:creationId xmlns:a16="http://schemas.microsoft.com/office/drawing/2014/main" id="{B9048881-C701-4813-E3A8-946BF9598B10}"/>
                  </a:ext>
                </a:extLst>
              </p:cNvPr>
              <p:cNvSpPr txBox="1">
                <a:spLocks noRot="1" noChangeAspect="1" noMove="1" noResize="1" noEditPoints="1" noAdjustHandles="1" noChangeArrowheads="1" noChangeShapeType="1" noTextEdit="1"/>
              </p:cNvSpPr>
              <p:nvPr/>
            </p:nvSpPr>
            <p:spPr>
              <a:xfrm>
                <a:off x="3167999" y="5472000"/>
                <a:ext cx="3888000" cy="523220"/>
              </a:xfrm>
              <a:prstGeom prst="rect">
                <a:avLst/>
              </a:prstGeom>
              <a:blipFill>
                <a:blip r:embed="rId2"/>
                <a:stretch>
                  <a:fillRect/>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4F77FB3-5C67-E529-2301-DD41B4DE0734}"/>
              </a:ext>
            </a:extLst>
          </p:cNvPr>
          <p:cNvSpPr txBox="1"/>
          <p:nvPr/>
        </p:nvSpPr>
        <p:spPr>
          <a:xfrm>
            <a:off x="7812000" y="6048000"/>
            <a:ext cx="3888000" cy="565604"/>
          </a:xfrm>
          <a:prstGeom prst="rect">
            <a:avLst/>
          </a:prstGeom>
          <a:noFill/>
        </p:spPr>
        <p:txBody>
          <a:bodyPr wrap="square">
            <a:spAutoFit/>
          </a:bodyPr>
          <a:lstStyle/>
          <a:p>
            <a:pPr algn="ctr">
              <a:lnSpc>
                <a:spcPct val="120000"/>
              </a:lnSpc>
              <a:spcAft>
                <a:spcPts val="600"/>
              </a:spcAft>
            </a:pPr>
            <a:r>
              <a:rPr kumimoji="1" lang="zh-CN" altLang="en-US" sz="2800" dirty="0">
                <a:latin typeface="微软雅黑" panose="020B0503020204020204" pitchFamily="34" charset="-122"/>
                <a:ea typeface="微软雅黑" panose="020B0503020204020204" pitchFamily="34" charset="-122"/>
              </a:rPr>
              <a:t>转移特性</a:t>
            </a:r>
            <a:endParaRPr kumimoji="1" lang="en-US" altLang="zh-CN" sz="28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4BDCD2E-0BD4-33F6-CC7E-BD5BC5FFF5B4}"/>
                  </a:ext>
                </a:extLst>
              </p:cNvPr>
              <p:cNvSpPr txBox="1"/>
              <p:nvPr/>
            </p:nvSpPr>
            <p:spPr>
              <a:xfrm>
                <a:off x="7812000" y="5472000"/>
                <a:ext cx="38880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800" i="1" smtClean="0">
                              <a:solidFill>
                                <a:schemeClr val="tx1"/>
                              </a:solidFill>
                              <a:latin typeface="Cambria Math" panose="02040503050406030204" pitchFamily="18" charset="0"/>
                              <a:ea typeface="微软雅黑" panose="020B0503020204020204" pitchFamily="34" charset="-122"/>
                            </a:rPr>
                          </m:ctrlPr>
                        </m:sSubPr>
                        <m:e>
                          <m:r>
                            <a:rPr kumimoji="1" lang="en-US" altLang="zh-CN" sz="2800" b="0" i="1" smtClean="0">
                              <a:solidFill>
                                <a:schemeClr val="tx1"/>
                              </a:solidFill>
                              <a:latin typeface="Cambria Math" panose="02040503050406030204" pitchFamily="18" charset="0"/>
                              <a:ea typeface="微软雅黑" panose="020B0503020204020204" pitchFamily="34" charset="-122"/>
                            </a:rPr>
                            <m:t>𝑖</m:t>
                          </m:r>
                        </m:e>
                        <m:sub>
                          <m:r>
                            <m:rPr>
                              <m:sty m:val="p"/>
                            </m:rPr>
                            <a:rPr kumimoji="1" lang="en-US" altLang="zh-CN" sz="2800" b="0" i="0" smtClean="0">
                              <a:solidFill>
                                <a:schemeClr val="tx1"/>
                              </a:solidFill>
                              <a:latin typeface="Cambria Math" panose="02040503050406030204" pitchFamily="18" charset="0"/>
                              <a:ea typeface="微软雅黑" panose="020B0503020204020204" pitchFamily="34" charset="-122"/>
                            </a:rPr>
                            <m:t>D</m:t>
                          </m:r>
                        </m:sub>
                      </m:sSub>
                      <m:r>
                        <a:rPr kumimoji="1" lang="en-US" altLang="zh-CN" sz="2800" i="1">
                          <a:latin typeface="Cambria Math" panose="02040503050406030204" pitchFamily="18" charset="0"/>
                          <a:ea typeface="微软雅黑" panose="020B0503020204020204" pitchFamily="34" charset="-122"/>
                        </a:rPr>
                        <m:t>=</m:t>
                      </m:r>
                      <m:d>
                        <m:dPr>
                          <m:begChr m:val=""/>
                          <m:endChr m:val="|"/>
                          <m:ctrlPr>
                            <a:rPr kumimoji="1" lang="en-US" altLang="zh-CN" sz="2800" i="1">
                              <a:latin typeface="Cambria Math" panose="02040503050406030204" pitchFamily="18" charset="0"/>
                              <a:ea typeface="微软雅黑" panose="020B0503020204020204" pitchFamily="34" charset="-122"/>
                            </a:rPr>
                          </m:ctrlPr>
                        </m:dPr>
                        <m:e>
                          <m:r>
                            <a:rPr kumimoji="1" lang="en-US" altLang="zh-CN" sz="2800" i="1">
                              <a:latin typeface="Cambria Math" panose="02040503050406030204" pitchFamily="18" charset="0"/>
                              <a:ea typeface="微软雅黑" panose="020B0503020204020204" pitchFamily="34" charset="-122"/>
                            </a:rPr>
                            <m:t>𝑓</m:t>
                          </m:r>
                          <m:r>
                            <a:rPr kumimoji="1" lang="en-US" altLang="zh-CN" sz="2800" i="1">
                              <a:latin typeface="Cambria Math" panose="02040503050406030204" pitchFamily="18" charset="0"/>
                              <a:ea typeface="微软雅黑" panose="020B0503020204020204" pitchFamily="34" charset="-122"/>
                            </a:rPr>
                            <m:t>(</m:t>
                          </m:r>
                          <m:sSub>
                            <m:sSubPr>
                              <m:ctrlPr>
                                <a:rPr kumimoji="1" lang="en-US" altLang="zh-CN" sz="2800" i="1">
                                  <a:latin typeface="Cambria Math" panose="02040503050406030204" pitchFamily="18" charset="0"/>
                                  <a:ea typeface="微软雅黑" panose="020B0503020204020204" pitchFamily="34" charset="-122"/>
                                </a:rPr>
                              </m:ctrlPr>
                            </m:sSubPr>
                            <m:e>
                              <m:r>
                                <a:rPr kumimoji="1" lang="en-US" altLang="zh-CN" sz="2800" i="1">
                                  <a:latin typeface="Cambria Math" panose="02040503050406030204" pitchFamily="18" charset="0"/>
                                  <a:ea typeface="微软雅黑" panose="020B0503020204020204" pitchFamily="34" charset="-122"/>
                                </a:rPr>
                                <m:t>𝑣</m:t>
                              </m:r>
                            </m:e>
                            <m:sub>
                              <m:r>
                                <m:rPr>
                                  <m:sty m:val="p"/>
                                </m:rPr>
                                <a:rPr kumimoji="1" lang="en-US" altLang="zh-CN" sz="2800" b="0" i="0" smtClean="0">
                                  <a:latin typeface="Cambria Math" panose="02040503050406030204" pitchFamily="18" charset="0"/>
                                  <a:ea typeface="微软雅黑" panose="020B0503020204020204" pitchFamily="34" charset="-122"/>
                                </a:rPr>
                                <m:t>GS</m:t>
                              </m:r>
                            </m:sub>
                          </m:sSub>
                          <m:r>
                            <a:rPr kumimoji="1" lang="en-US" altLang="zh-CN" sz="2800" i="1">
                              <a:latin typeface="Cambria Math" panose="02040503050406030204" pitchFamily="18" charset="0"/>
                              <a:ea typeface="微软雅黑" panose="020B0503020204020204" pitchFamily="34" charset="-122"/>
                            </a:rPr>
                            <m:t>)</m:t>
                          </m:r>
                        </m:e>
                      </m:d>
                      <m:sSub>
                        <m:sSubPr>
                          <m:ctrlPr>
                            <a:rPr kumimoji="1" lang="en-US" altLang="zh-CN" sz="2800" i="1">
                              <a:latin typeface="Cambria Math" panose="02040503050406030204" pitchFamily="18" charset="0"/>
                              <a:ea typeface="微软雅黑" panose="020B0503020204020204" pitchFamily="34" charset="-122"/>
                            </a:rPr>
                          </m:ctrlPr>
                        </m:sSubPr>
                        <m:e>
                          <m:r>
                            <a:rPr kumimoji="1" lang="en-US" altLang="zh-CN" sz="2800" i="1">
                              <a:latin typeface="Cambria Math" panose="02040503050406030204" pitchFamily="18" charset="0"/>
                              <a:ea typeface="微软雅黑" panose="020B0503020204020204" pitchFamily="34" charset="-122"/>
                            </a:rPr>
                            <m:t>𝑣</m:t>
                          </m:r>
                        </m:e>
                        <m:sub>
                          <m:r>
                            <m:rPr>
                              <m:sty m:val="p"/>
                            </m:rPr>
                            <a:rPr kumimoji="1" lang="en-US" altLang="zh-CN" sz="2800" b="0" i="0" smtClean="0">
                              <a:latin typeface="Cambria Math" panose="02040503050406030204" pitchFamily="18" charset="0"/>
                              <a:ea typeface="微软雅黑" panose="020B0503020204020204" pitchFamily="34" charset="-122"/>
                            </a:rPr>
                            <m:t>D</m:t>
                          </m:r>
                          <m:r>
                            <m:rPr>
                              <m:sty m:val="p"/>
                            </m:rPr>
                            <a:rPr kumimoji="1" lang="en-US" altLang="zh-CN" sz="2800">
                              <a:latin typeface="Cambria Math" panose="02040503050406030204" pitchFamily="18" charset="0"/>
                              <a:ea typeface="微软雅黑" panose="020B0503020204020204" pitchFamily="34" charset="-122"/>
                            </a:rPr>
                            <m:t>S</m:t>
                          </m:r>
                        </m:sub>
                      </m:sSub>
                      <m:r>
                        <a:rPr kumimoji="1" lang="en-US" altLang="zh-CN" sz="2800" i="1">
                          <a:latin typeface="Cambria Math" panose="02040503050406030204" pitchFamily="18" charset="0"/>
                          <a:ea typeface="微软雅黑" panose="020B0503020204020204" pitchFamily="34" charset="-122"/>
                        </a:rPr>
                        <m:t>=</m:t>
                      </m:r>
                      <m:r>
                        <m:rPr>
                          <m:nor/>
                        </m:rPr>
                        <a:rPr kumimoji="1" lang="zh-CN" altLang="en-US" sz="2800" dirty="0">
                          <a:latin typeface="微软雅黑" panose="020B0503020204020204" pitchFamily="34" charset="-122"/>
                          <a:ea typeface="微软雅黑" panose="020B0503020204020204" pitchFamily="34" charset="-122"/>
                        </a:rPr>
                        <m:t>常数</m:t>
                      </m:r>
                    </m:oMath>
                  </m:oMathPara>
                </a14:m>
                <a:endParaRPr lang="zh-CN" altLang="en-US" sz="2800" dirty="0">
                  <a:solidFill>
                    <a:schemeClr val="tx1"/>
                  </a:solidFill>
                </a:endParaRPr>
              </a:p>
            </p:txBody>
          </p:sp>
        </mc:Choice>
        <mc:Fallback xmlns="">
          <p:sp>
            <p:nvSpPr>
              <p:cNvPr id="5" name="文本框 4">
                <a:extLst>
                  <a:ext uri="{FF2B5EF4-FFF2-40B4-BE49-F238E27FC236}">
                    <a16:creationId xmlns:a16="http://schemas.microsoft.com/office/drawing/2014/main" id="{74BDCD2E-0BD4-33F6-CC7E-BD5BC5FFF5B4}"/>
                  </a:ext>
                </a:extLst>
              </p:cNvPr>
              <p:cNvSpPr txBox="1">
                <a:spLocks noRot="1" noChangeAspect="1" noMove="1" noResize="1" noEditPoints="1" noAdjustHandles="1" noChangeArrowheads="1" noChangeShapeType="1" noTextEdit="1"/>
              </p:cNvSpPr>
              <p:nvPr/>
            </p:nvSpPr>
            <p:spPr>
              <a:xfrm>
                <a:off x="7812000" y="5472000"/>
                <a:ext cx="3888000" cy="523220"/>
              </a:xfrm>
              <a:prstGeom prst="rect">
                <a:avLst/>
              </a:prstGeom>
              <a:blipFill>
                <a:blip r:embed="rId3"/>
                <a:stretch>
                  <a:fillRect/>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A3D07CA0-CA74-F434-CD17-644DF13137C8}"/>
              </a:ext>
            </a:extLst>
          </p:cNvPr>
          <p:cNvGrpSpPr/>
          <p:nvPr/>
        </p:nvGrpSpPr>
        <p:grpSpPr>
          <a:xfrm>
            <a:off x="721211" y="2880000"/>
            <a:ext cx="2051203" cy="2340358"/>
            <a:chOff x="576000" y="4536507"/>
            <a:chExt cx="2051203" cy="2340358"/>
          </a:xfrm>
        </p:grpSpPr>
        <p:cxnSp>
          <p:nvCxnSpPr>
            <p:cNvPr id="7" name="直接连接符 6">
              <a:extLst>
                <a:ext uri="{FF2B5EF4-FFF2-40B4-BE49-F238E27FC236}">
                  <a16:creationId xmlns:a16="http://schemas.microsoft.com/office/drawing/2014/main" id="{83B50DAB-ACD4-62C5-40F6-8821750BDC95}"/>
                </a:ext>
              </a:extLst>
            </p:cNvPr>
            <p:cNvCxnSpPr>
              <a:cxnSpLocks/>
            </p:cNvCxnSpPr>
            <p:nvPr/>
          </p:nvCxnSpPr>
          <p:spPr>
            <a:xfrm>
              <a:off x="900000" y="604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80765BAF-09CF-5226-15BC-AC0BC88BA140}"/>
                </a:ext>
              </a:extLst>
            </p:cNvPr>
            <p:cNvCxnSpPr>
              <a:cxnSpLocks/>
            </p:cNvCxnSpPr>
            <p:nvPr/>
          </p:nvCxnSpPr>
          <p:spPr>
            <a:xfrm flipH="1">
              <a:off x="1440000" y="5760000"/>
              <a:ext cx="360000"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57752FC9-87CD-6C74-5607-DE99A1710272}"/>
                </a:ext>
              </a:extLst>
            </p:cNvPr>
            <p:cNvCxnSpPr>
              <a:cxnSpLocks/>
            </p:cNvCxnSpPr>
            <p:nvPr/>
          </p:nvCxnSpPr>
          <p:spPr>
            <a:xfrm>
              <a:off x="1260000" y="5472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0F08E890-9D74-0F34-BC7F-E2C78B889730}"/>
                </a:ext>
              </a:extLst>
            </p:cNvPr>
            <p:cNvCxnSpPr>
              <a:cxnSpLocks/>
            </p:cNvCxnSpPr>
            <p:nvPr/>
          </p:nvCxnSpPr>
          <p:spPr>
            <a:xfrm>
              <a:off x="1439999" y="5472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ctangle 8">
                  <a:extLst>
                    <a:ext uri="{FF2B5EF4-FFF2-40B4-BE49-F238E27FC236}">
                      <a16:creationId xmlns:a16="http://schemas.microsoft.com/office/drawing/2014/main" id="{324B8038-8A47-CA1D-46BB-5A58884FC7DD}"/>
                    </a:ext>
                  </a:extLst>
                </p:cNvPr>
                <p:cNvSpPr>
                  <a:spLocks noChangeArrowheads="1"/>
                </p:cNvSpPr>
                <p:nvPr/>
              </p:nvSpPr>
              <p:spPr bwMode="auto">
                <a:xfrm>
                  <a:off x="864000" y="5580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g</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4" name="Rectangle 8">
                  <a:extLst>
                    <a:ext uri="{FF2B5EF4-FFF2-40B4-BE49-F238E27FC236}">
                      <a16:creationId xmlns:a16="http://schemas.microsoft.com/office/drawing/2014/main" id="{47324764-75CB-8687-811E-18988255D245}"/>
                    </a:ext>
                  </a:extLst>
                </p:cNvPr>
                <p:cNvSpPr>
                  <a:spLocks noRot="1" noChangeAspect="1" noMove="1" noResize="1" noEditPoints="1" noAdjustHandles="1" noChangeArrowheads="1" noChangeShapeType="1" noTextEdit="1"/>
                </p:cNvSpPr>
                <p:nvPr/>
              </p:nvSpPr>
              <p:spPr bwMode="auto">
                <a:xfrm>
                  <a:off x="864000" y="5580000"/>
                  <a:ext cx="360000" cy="461665"/>
                </a:xfrm>
                <a:prstGeom prst="rect">
                  <a:avLst/>
                </a:prstGeom>
                <a:blipFill>
                  <a:blip r:embed="rId34"/>
                  <a:stretch>
                    <a:fillRect l="-15254" b="-11842"/>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Rectangle 8">
                  <a:extLst>
                    <a:ext uri="{FF2B5EF4-FFF2-40B4-BE49-F238E27FC236}">
                      <a16:creationId xmlns:a16="http://schemas.microsoft.com/office/drawing/2014/main" id="{EEA8C6A1-816A-4173-9F9A-5A5AA2B5D03F}"/>
                    </a:ext>
                  </a:extLst>
                </p:cNvPr>
                <p:cNvSpPr>
                  <a:spLocks noChangeArrowheads="1"/>
                </p:cNvSpPr>
                <p:nvPr/>
              </p:nvSpPr>
              <p:spPr bwMode="auto">
                <a:xfrm>
                  <a:off x="1510789" y="4824000"/>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400" b="0" i="0" smtClean="0">
                            <a:latin typeface="Cambria Math" panose="02040503050406030204" pitchFamily="18" charset="0"/>
                            <a:ea typeface="微软雅黑" panose="020B0503020204020204" pitchFamily="34" charset="-122"/>
                          </a:rPr>
                          <m:t>d</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5" name="Rectangle 8">
                  <a:extLst>
                    <a:ext uri="{FF2B5EF4-FFF2-40B4-BE49-F238E27FC236}">
                      <a16:creationId xmlns:a16="http://schemas.microsoft.com/office/drawing/2014/main" id="{FAC4C5C7-D782-150C-FEA9-66467A7A66D9}"/>
                    </a:ext>
                  </a:extLst>
                </p:cNvPr>
                <p:cNvSpPr>
                  <a:spLocks noRot="1" noChangeAspect="1" noMove="1" noResize="1" noEditPoints="1" noAdjustHandles="1" noChangeArrowheads="1" noChangeShapeType="1" noTextEdit="1"/>
                </p:cNvSpPr>
                <p:nvPr/>
              </p:nvSpPr>
              <p:spPr bwMode="auto">
                <a:xfrm>
                  <a:off x="1510789" y="4824000"/>
                  <a:ext cx="360000" cy="461665"/>
                </a:xfrm>
                <a:prstGeom prst="rect">
                  <a:avLst/>
                </a:prstGeom>
                <a:blipFill>
                  <a:blip r:embed="rId35"/>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Rectangle 8">
                  <a:extLst>
                    <a:ext uri="{FF2B5EF4-FFF2-40B4-BE49-F238E27FC236}">
                      <a16:creationId xmlns:a16="http://schemas.microsoft.com/office/drawing/2014/main" id="{7D3C3B70-3455-59B6-837E-40DDCF385599}"/>
                    </a:ext>
                  </a:extLst>
                </p:cNvPr>
                <p:cNvSpPr>
                  <a:spLocks noChangeArrowheads="1"/>
                </p:cNvSpPr>
                <p:nvPr/>
              </p:nvSpPr>
              <p:spPr bwMode="auto">
                <a:xfrm>
                  <a:off x="1476000" y="6156507"/>
                  <a:ext cx="360000" cy="461665"/>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400" b="0" i="0" smtClean="0">
                            <a:latin typeface="Cambria Math" panose="02040503050406030204" pitchFamily="18" charset="0"/>
                            <a:ea typeface="微软雅黑" panose="020B0503020204020204" pitchFamily="34" charset="-122"/>
                          </a:rPr>
                          <m:t> </m:t>
                        </m:r>
                        <m:r>
                          <m:rPr>
                            <m:sty m:val="p"/>
                          </m:rPr>
                          <a:rPr kumimoji="1" lang="en-US" altLang="zh-CN" sz="2400" b="0" i="0" smtClean="0">
                            <a:latin typeface="Cambria Math" panose="02040503050406030204" pitchFamily="18" charset="0"/>
                            <a:ea typeface="微软雅黑" panose="020B0503020204020204" pitchFamily="34" charset="-122"/>
                          </a:rPr>
                          <m:t>s</m:t>
                        </m:r>
                      </m:oMath>
                    </m:oMathPara>
                  </a14:m>
                  <a:endParaRPr kumimoji="1" lang="zh-CN" altLang="en-US" sz="2400" b="0" dirty="0">
                    <a:latin typeface="微软雅黑" panose="020B0503020204020204" pitchFamily="34" charset="-122"/>
                    <a:ea typeface="微软雅黑" panose="020B0503020204020204" pitchFamily="34" charset="-122"/>
                  </a:endParaRPr>
                </a:p>
              </p:txBody>
            </p:sp>
          </mc:Choice>
          <mc:Fallback xmlns="">
            <p:sp>
              <p:nvSpPr>
                <p:cNvPr id="26" name="Rectangle 8">
                  <a:extLst>
                    <a:ext uri="{FF2B5EF4-FFF2-40B4-BE49-F238E27FC236}">
                      <a16:creationId xmlns:a16="http://schemas.microsoft.com/office/drawing/2014/main" id="{93EB9AB1-4EDA-88B8-7450-1483A0A4DF12}"/>
                    </a:ext>
                  </a:extLst>
                </p:cNvPr>
                <p:cNvSpPr>
                  <a:spLocks noRot="1" noChangeAspect="1" noMove="1" noResize="1" noEditPoints="1" noAdjustHandles="1" noChangeArrowheads="1" noChangeShapeType="1" noTextEdit="1"/>
                </p:cNvSpPr>
                <p:nvPr/>
              </p:nvSpPr>
              <p:spPr bwMode="auto">
                <a:xfrm>
                  <a:off x="1476000" y="6156507"/>
                  <a:ext cx="360000" cy="461665"/>
                </a:xfrm>
                <a:prstGeom prst="rect">
                  <a:avLst/>
                </a:prstGeom>
                <a:blipFill>
                  <a:blip r:embed="rId3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14" name="直接连接符 13">
              <a:extLst>
                <a:ext uri="{FF2B5EF4-FFF2-40B4-BE49-F238E27FC236}">
                  <a16:creationId xmlns:a16="http://schemas.microsoft.com/office/drawing/2014/main" id="{124EC302-5A55-7A0E-CE30-678ADBB55EAD}"/>
                </a:ext>
              </a:extLst>
            </p:cNvPr>
            <p:cNvCxnSpPr>
              <a:cxnSpLocks/>
            </p:cNvCxnSpPr>
            <p:nvPr/>
          </p:nvCxnSpPr>
          <p:spPr>
            <a:xfrm>
              <a:off x="1440000" y="5382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DCC8BB0-F650-378B-8C3D-4EEFE5553768}"/>
                </a:ext>
              </a:extLst>
            </p:cNvPr>
            <p:cNvCxnSpPr>
              <a:cxnSpLocks/>
            </p:cNvCxnSpPr>
            <p:nvPr/>
          </p:nvCxnSpPr>
          <p:spPr>
            <a:xfrm>
              <a:off x="1440000" y="5958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2089515-B6A5-BB72-E8D7-C850BDC3A8DC}"/>
                </a:ext>
              </a:extLst>
            </p:cNvPr>
            <p:cNvCxnSpPr>
              <a:cxnSpLocks/>
            </p:cNvCxnSpPr>
            <p:nvPr/>
          </p:nvCxnSpPr>
          <p:spPr>
            <a:xfrm>
              <a:off x="1440000" y="5670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3685156-42C2-ADA5-1D93-64C3E52274EC}"/>
                </a:ext>
              </a:extLst>
            </p:cNvPr>
            <p:cNvCxnSpPr>
              <a:cxnSpLocks/>
            </p:cNvCxnSpPr>
            <p:nvPr/>
          </p:nvCxnSpPr>
          <p:spPr>
            <a:xfrm>
              <a:off x="1440000" y="604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EFA2581-DBF1-01D2-4E6F-8E7276275EF5}"/>
                </a:ext>
              </a:extLst>
            </p:cNvPr>
            <p:cNvCxnSpPr/>
            <p:nvPr/>
          </p:nvCxnSpPr>
          <p:spPr>
            <a:xfrm>
              <a:off x="1800000" y="5112000"/>
              <a:ext cx="0" cy="36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945A7D33-74FB-477D-FB11-ABBEEE39A879}"/>
                </a:ext>
              </a:extLst>
            </p:cNvPr>
            <p:cNvCxnSpPr/>
            <p:nvPr/>
          </p:nvCxnSpPr>
          <p:spPr>
            <a:xfrm>
              <a:off x="1800000" y="5760000"/>
              <a:ext cx="0" cy="90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4B88E6F9-CD28-D82C-1481-63A41D9493D7}"/>
                </a:ext>
              </a:extLst>
            </p:cNvPr>
            <p:cNvCxnSpPr>
              <a:cxnSpLocks/>
            </p:cNvCxnSpPr>
            <p:nvPr/>
          </p:nvCxnSpPr>
          <p:spPr>
            <a:xfrm>
              <a:off x="1800000" y="5112000"/>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BE2C5550-DD1C-5341-7700-68CF92B6DAED}"/>
                </a:ext>
              </a:extLst>
            </p:cNvPr>
            <p:cNvCxnSpPr>
              <a:cxnSpLocks/>
            </p:cNvCxnSpPr>
            <p:nvPr/>
          </p:nvCxnSpPr>
          <p:spPr>
            <a:xfrm>
              <a:off x="900000" y="6660000"/>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椭圆 21">
              <a:extLst>
                <a:ext uri="{FF2B5EF4-FFF2-40B4-BE49-F238E27FC236}">
                  <a16:creationId xmlns:a16="http://schemas.microsoft.com/office/drawing/2014/main" id="{57CA4905-F243-3D88-4417-AFADE579A57F}"/>
                </a:ext>
              </a:extLst>
            </p:cNvPr>
            <p:cNvSpPr/>
            <p:nvPr/>
          </p:nvSpPr>
          <p:spPr>
            <a:xfrm>
              <a:off x="1746000" y="5994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23" name="椭圆 22">
              <a:extLst>
                <a:ext uri="{FF2B5EF4-FFF2-40B4-BE49-F238E27FC236}">
                  <a16:creationId xmlns:a16="http://schemas.microsoft.com/office/drawing/2014/main" id="{D3B6C05A-0505-DE62-2E5F-BD111BD7A5AC}"/>
                </a:ext>
              </a:extLst>
            </p:cNvPr>
            <p:cNvSpPr/>
            <p:nvPr/>
          </p:nvSpPr>
          <p:spPr>
            <a:xfrm>
              <a:off x="1746000" y="6606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96B806AC-E23C-A2E6-DEB7-B78F4ADB3759}"/>
                    </a:ext>
                  </a:extLst>
                </p:cNvPr>
                <p:cNvSpPr txBox="1"/>
                <p:nvPr/>
              </p:nvSpPr>
              <p:spPr>
                <a:xfrm>
                  <a:off x="576000" y="5806800"/>
                  <a:ext cx="358269"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m:oMathPara>
                  </a14:m>
                  <a:endParaRPr lang="en-US" altLang="zh-CN" sz="2400" dirty="0">
                    <a:solidFill>
                      <a:schemeClr val="tx1"/>
                    </a:solidFill>
                  </a:endParaRPr>
                </a:p>
              </p:txBody>
            </p:sp>
          </mc:Choice>
          <mc:Fallback xmlns="">
            <p:sp>
              <p:nvSpPr>
                <p:cNvPr id="51" name="文本框 50">
                  <a:extLst>
                    <a:ext uri="{FF2B5EF4-FFF2-40B4-BE49-F238E27FC236}">
                      <a16:creationId xmlns:a16="http://schemas.microsoft.com/office/drawing/2014/main" id="{F5B78C64-F843-2A16-DA00-691C2EECA158}"/>
                    </a:ext>
                  </a:extLst>
                </p:cNvPr>
                <p:cNvSpPr txBox="1">
                  <a:spLocks noRot="1" noChangeAspect="1" noMove="1" noResize="1" noEditPoints="1" noAdjustHandles="1" noChangeArrowheads="1" noChangeShapeType="1" noTextEdit="1"/>
                </p:cNvSpPr>
                <p:nvPr/>
              </p:nvSpPr>
              <p:spPr>
                <a:xfrm>
                  <a:off x="576000" y="5806800"/>
                  <a:ext cx="358269" cy="461665"/>
                </a:xfrm>
                <a:prstGeom prst="rect">
                  <a:avLst/>
                </a:prstGeom>
                <a:blipFill>
                  <a:blip r:embed="rId37"/>
                  <a:stretch>
                    <a:fillRect l="-203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E83EA0B9-82F6-A59D-C1CA-03546FA2821F}"/>
                    </a:ext>
                  </a:extLst>
                </p:cNvPr>
                <p:cNvSpPr txBox="1"/>
                <p:nvPr/>
              </p:nvSpPr>
              <p:spPr>
                <a:xfrm>
                  <a:off x="576000" y="6415200"/>
                  <a:ext cx="358269"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m:oMathPara>
                  </a14:m>
                  <a:endParaRPr lang="en-US" altLang="zh-CN" sz="2400" dirty="0">
                    <a:solidFill>
                      <a:schemeClr val="tx1"/>
                    </a:solidFill>
                  </a:endParaRPr>
                </a:p>
              </p:txBody>
            </p:sp>
          </mc:Choice>
          <mc:Fallback xmlns="">
            <p:sp>
              <p:nvSpPr>
                <p:cNvPr id="52" name="文本框 51">
                  <a:extLst>
                    <a:ext uri="{FF2B5EF4-FFF2-40B4-BE49-F238E27FC236}">
                      <a16:creationId xmlns:a16="http://schemas.microsoft.com/office/drawing/2014/main" id="{93368C70-7F65-1FFC-065C-A7F8CFCD77A6}"/>
                    </a:ext>
                  </a:extLst>
                </p:cNvPr>
                <p:cNvSpPr txBox="1">
                  <a:spLocks noRot="1" noChangeAspect="1" noMove="1" noResize="1" noEditPoints="1" noAdjustHandles="1" noChangeArrowheads="1" noChangeShapeType="1" noTextEdit="1"/>
                </p:cNvSpPr>
                <p:nvPr/>
              </p:nvSpPr>
              <p:spPr>
                <a:xfrm>
                  <a:off x="576000" y="6415200"/>
                  <a:ext cx="358269" cy="461665"/>
                </a:xfrm>
                <a:prstGeom prst="rect">
                  <a:avLst/>
                </a:prstGeom>
                <a:blipFill>
                  <a:blip r:embed="rId38"/>
                  <a:stretch>
                    <a:fillRect l="-6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73AFA097-C97E-8190-5B93-414BF59173D5}"/>
                    </a:ext>
                  </a:extLst>
                </p:cNvPr>
                <p:cNvSpPr txBox="1"/>
                <p:nvPr/>
              </p:nvSpPr>
              <p:spPr>
                <a:xfrm>
                  <a:off x="576000" y="6094800"/>
                  <a:ext cx="467203" cy="461665"/>
                </a:xfrm>
                <a:prstGeom prst="rect">
                  <a:avLst/>
                </a:prstGeom>
                <a:noFill/>
              </p:spPr>
              <p:txBody>
                <a:bodyPr wrap="square">
                  <a:spAutoFit/>
                </a:bodyPr>
                <a:lstStyle/>
                <a:p>
                  <a:pPr algn="ctr"/>
                  <a14:m>
                    <m:oMath xmlns:m="http://schemas.openxmlformats.org/officeDocument/2006/math">
                      <m:sSub>
                        <m:sSubPr>
                          <m:ctrlPr>
                            <a:rPr kumimoji="1" lang="en-US" altLang="zh-CN" sz="240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GS</m:t>
                          </m:r>
                        </m:sub>
                      </m:sSub>
                    </m:oMath>
                  </a14:m>
                  <a:r>
                    <a:rPr lang="zh-CN" altLang="en-US" sz="2400" dirty="0">
                      <a:solidFill>
                        <a:schemeClr val="tx1"/>
                      </a:solidFill>
                    </a:rPr>
                    <a:t> </a:t>
                  </a:r>
                </a:p>
              </p:txBody>
            </p:sp>
          </mc:Choice>
          <mc:Fallback xmlns="">
            <p:sp>
              <p:nvSpPr>
                <p:cNvPr id="53" name="文本框 52">
                  <a:extLst>
                    <a:ext uri="{FF2B5EF4-FFF2-40B4-BE49-F238E27FC236}">
                      <a16:creationId xmlns:a16="http://schemas.microsoft.com/office/drawing/2014/main" id="{E8CE13D2-7AE6-1220-264D-FE7DE12FFE04}"/>
                    </a:ext>
                  </a:extLst>
                </p:cNvPr>
                <p:cNvSpPr txBox="1">
                  <a:spLocks noRot="1" noChangeAspect="1" noMove="1" noResize="1" noEditPoints="1" noAdjustHandles="1" noChangeArrowheads="1" noChangeShapeType="1" noTextEdit="1"/>
                </p:cNvSpPr>
                <p:nvPr/>
              </p:nvSpPr>
              <p:spPr>
                <a:xfrm>
                  <a:off x="576000" y="6094800"/>
                  <a:ext cx="467203" cy="461665"/>
                </a:xfrm>
                <a:prstGeom prst="rect">
                  <a:avLst/>
                </a:prstGeom>
                <a:blipFill>
                  <a:blip r:embed="rId39"/>
                  <a:stretch>
                    <a:fillRect l="-14286" r="-14286"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7F94788-5ED0-5D15-AA52-A073E333B9B1}"/>
                    </a:ext>
                  </a:extLst>
                </p:cNvPr>
                <p:cNvSpPr txBox="1"/>
                <p:nvPr/>
              </p:nvSpPr>
              <p:spPr>
                <a:xfrm>
                  <a:off x="2160000" y="5040720"/>
                  <a:ext cx="358269"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m:oMathPara>
                  </a14:m>
                  <a:endParaRPr lang="en-US" altLang="zh-CN" sz="2400" dirty="0">
                    <a:solidFill>
                      <a:schemeClr val="tx1"/>
                    </a:solidFill>
                  </a:endParaRPr>
                </a:p>
              </p:txBody>
            </p:sp>
          </mc:Choice>
          <mc:Fallback xmlns="">
            <p:sp>
              <p:nvSpPr>
                <p:cNvPr id="54" name="文本框 53">
                  <a:extLst>
                    <a:ext uri="{FF2B5EF4-FFF2-40B4-BE49-F238E27FC236}">
                      <a16:creationId xmlns:a16="http://schemas.microsoft.com/office/drawing/2014/main" id="{5F989F6F-DF6E-C99C-B165-D199A87BEA41}"/>
                    </a:ext>
                  </a:extLst>
                </p:cNvPr>
                <p:cNvSpPr txBox="1">
                  <a:spLocks noRot="1" noChangeAspect="1" noMove="1" noResize="1" noEditPoints="1" noAdjustHandles="1" noChangeArrowheads="1" noChangeShapeType="1" noTextEdit="1"/>
                </p:cNvSpPr>
                <p:nvPr/>
              </p:nvSpPr>
              <p:spPr>
                <a:xfrm>
                  <a:off x="2160000" y="5040720"/>
                  <a:ext cx="358269" cy="461665"/>
                </a:xfrm>
                <a:prstGeom prst="rect">
                  <a:avLst/>
                </a:prstGeom>
                <a:blipFill>
                  <a:blip r:embed="rId40"/>
                  <a:stretch>
                    <a:fillRect l="-203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F6EC1561-4703-B71E-FDEA-68917659ADA8}"/>
                    </a:ext>
                  </a:extLst>
                </p:cNvPr>
                <p:cNvSpPr txBox="1"/>
                <p:nvPr/>
              </p:nvSpPr>
              <p:spPr>
                <a:xfrm>
                  <a:off x="2160000" y="5652719"/>
                  <a:ext cx="467203" cy="461665"/>
                </a:xfrm>
                <a:prstGeom prst="rect">
                  <a:avLst/>
                </a:prstGeom>
                <a:noFill/>
              </p:spPr>
              <p:txBody>
                <a:bodyPr wrap="square">
                  <a:spAutoFit/>
                </a:bodyPr>
                <a:lstStyle/>
                <a:p>
                  <a:pPr algn="ctr"/>
                  <a14:m>
                    <m:oMath xmlns:m="http://schemas.openxmlformats.org/officeDocument/2006/math">
                      <m:sSub>
                        <m:sSubPr>
                          <m:ctrlPr>
                            <a:rPr kumimoji="1" lang="en-US" altLang="zh-CN" sz="240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DS</m:t>
                          </m:r>
                        </m:sub>
                      </m:sSub>
                    </m:oMath>
                  </a14:m>
                  <a:r>
                    <a:rPr lang="zh-CN" altLang="en-US" sz="2400" dirty="0">
                      <a:solidFill>
                        <a:schemeClr val="tx1"/>
                      </a:solidFill>
                    </a:rPr>
                    <a:t> </a:t>
                  </a:r>
                </a:p>
              </p:txBody>
            </p:sp>
          </mc:Choice>
          <mc:Fallback xmlns="">
            <p:sp>
              <p:nvSpPr>
                <p:cNvPr id="56" name="文本框 55">
                  <a:extLst>
                    <a:ext uri="{FF2B5EF4-FFF2-40B4-BE49-F238E27FC236}">
                      <a16:creationId xmlns:a16="http://schemas.microsoft.com/office/drawing/2014/main" id="{42D8A59C-15B2-4CFE-1159-5439CAE8545C}"/>
                    </a:ext>
                  </a:extLst>
                </p:cNvPr>
                <p:cNvSpPr txBox="1">
                  <a:spLocks noRot="1" noChangeAspect="1" noMove="1" noResize="1" noEditPoints="1" noAdjustHandles="1" noChangeArrowheads="1" noChangeShapeType="1" noTextEdit="1"/>
                </p:cNvSpPr>
                <p:nvPr/>
              </p:nvSpPr>
              <p:spPr>
                <a:xfrm>
                  <a:off x="2160000" y="5652719"/>
                  <a:ext cx="467203" cy="461665"/>
                </a:xfrm>
                <a:prstGeom prst="rect">
                  <a:avLst/>
                </a:prstGeom>
                <a:blipFill>
                  <a:blip r:embed="rId41"/>
                  <a:stretch>
                    <a:fillRect l="-15584" r="-15584"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A0B79730-9344-9DF6-8DD2-A4EDD18BB57B}"/>
                    </a:ext>
                  </a:extLst>
                </p:cNvPr>
                <p:cNvSpPr txBox="1"/>
                <p:nvPr/>
              </p:nvSpPr>
              <p:spPr>
                <a:xfrm>
                  <a:off x="2160000" y="6300000"/>
                  <a:ext cx="358269"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m:oMathPara>
                  </a14:m>
                  <a:endParaRPr lang="en-US" altLang="zh-CN" sz="2400" dirty="0">
                    <a:solidFill>
                      <a:schemeClr val="tx1"/>
                    </a:solidFill>
                  </a:endParaRPr>
                </a:p>
              </p:txBody>
            </p:sp>
          </mc:Choice>
          <mc:Fallback xmlns="">
            <p:sp>
              <p:nvSpPr>
                <p:cNvPr id="57" name="文本框 56">
                  <a:extLst>
                    <a:ext uri="{FF2B5EF4-FFF2-40B4-BE49-F238E27FC236}">
                      <a16:creationId xmlns:a16="http://schemas.microsoft.com/office/drawing/2014/main" id="{48EB7911-CA61-C8B6-3586-963668E14111}"/>
                    </a:ext>
                  </a:extLst>
                </p:cNvPr>
                <p:cNvSpPr txBox="1">
                  <a:spLocks noRot="1" noChangeAspect="1" noMove="1" noResize="1" noEditPoints="1" noAdjustHandles="1" noChangeArrowheads="1" noChangeShapeType="1" noTextEdit="1"/>
                </p:cNvSpPr>
                <p:nvPr/>
              </p:nvSpPr>
              <p:spPr>
                <a:xfrm>
                  <a:off x="2160000" y="6300000"/>
                  <a:ext cx="358269" cy="461665"/>
                </a:xfrm>
                <a:prstGeom prst="rect">
                  <a:avLst/>
                </a:prstGeom>
                <a:blipFill>
                  <a:blip r:embed="rId42"/>
                  <a:stretch>
                    <a:fillRect l="-6780"/>
                  </a:stretch>
                </a:blipFill>
              </p:spPr>
              <p:txBody>
                <a:bodyPr/>
                <a:lstStyle/>
                <a:p>
                  <a:r>
                    <a:rPr lang="zh-CN" altLang="en-US">
                      <a:noFill/>
                    </a:rPr>
                    <a:t> </a:t>
                  </a:r>
                </a:p>
              </p:txBody>
            </p:sp>
          </mc:Fallback>
        </mc:AlternateContent>
        <p:cxnSp>
          <p:nvCxnSpPr>
            <p:cNvPr id="30" name="直接箭头连接符 29">
              <a:extLst>
                <a:ext uri="{FF2B5EF4-FFF2-40B4-BE49-F238E27FC236}">
                  <a16:creationId xmlns:a16="http://schemas.microsoft.com/office/drawing/2014/main" id="{758BADF9-6708-87C8-6078-7152826A7120}"/>
                </a:ext>
              </a:extLst>
            </p:cNvPr>
            <p:cNvCxnSpPr>
              <a:cxnSpLocks/>
            </p:cNvCxnSpPr>
            <p:nvPr/>
          </p:nvCxnSpPr>
          <p:spPr>
            <a:xfrm flipH="1">
              <a:off x="1908000" y="5004507"/>
              <a:ext cx="432000"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F1F489F5-6A12-240F-FAF1-678FB7EE5433}"/>
                    </a:ext>
                  </a:extLst>
                </p:cNvPr>
                <p:cNvSpPr txBox="1"/>
                <p:nvPr/>
              </p:nvSpPr>
              <p:spPr>
                <a:xfrm>
                  <a:off x="1980000" y="4536507"/>
                  <a:ext cx="360000" cy="461665"/>
                </a:xfrm>
                <a:prstGeom prst="rect">
                  <a:avLst/>
                </a:prstGeom>
                <a:noFill/>
              </p:spPr>
              <p:txBody>
                <a:bodyPr wrap="square">
                  <a:spAutoFit/>
                </a:bodyPr>
                <a:lstStyle/>
                <a:p>
                  <a14:m>
                    <m:oMath xmlns:m="http://schemas.openxmlformats.org/officeDocument/2006/math">
                      <m:sSub>
                        <m:sSubPr>
                          <m:ctrlPr>
                            <a:rPr kumimoji="1" lang="en-US" altLang="zh-CN" sz="240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𝑖</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D</m:t>
                          </m:r>
                        </m:sub>
                      </m:sSub>
                    </m:oMath>
                  </a14:m>
                  <a:r>
                    <a:rPr lang="zh-CN" altLang="en-US" sz="2400" dirty="0">
                      <a:solidFill>
                        <a:schemeClr val="tx1"/>
                      </a:solidFill>
                    </a:rPr>
                    <a:t> </a:t>
                  </a:r>
                </a:p>
              </p:txBody>
            </p:sp>
          </mc:Choice>
          <mc:Fallback xmlns="">
            <p:sp>
              <p:nvSpPr>
                <p:cNvPr id="59" name="文本框 58">
                  <a:extLst>
                    <a:ext uri="{FF2B5EF4-FFF2-40B4-BE49-F238E27FC236}">
                      <a16:creationId xmlns:a16="http://schemas.microsoft.com/office/drawing/2014/main" id="{4FCDE44F-D72A-1B47-D234-B479CCC46B2D}"/>
                    </a:ext>
                  </a:extLst>
                </p:cNvPr>
                <p:cNvSpPr txBox="1">
                  <a:spLocks noRot="1" noChangeAspect="1" noMove="1" noResize="1" noEditPoints="1" noAdjustHandles="1" noChangeArrowheads="1" noChangeShapeType="1" noTextEdit="1"/>
                </p:cNvSpPr>
                <p:nvPr/>
              </p:nvSpPr>
              <p:spPr>
                <a:xfrm>
                  <a:off x="1980000" y="4536507"/>
                  <a:ext cx="360000" cy="461665"/>
                </a:xfrm>
                <a:prstGeom prst="rect">
                  <a:avLst/>
                </a:prstGeom>
                <a:blipFill>
                  <a:blip r:embed="rId43"/>
                  <a:stretch>
                    <a:fillRect l="-5085" r="-20339" b="-2632"/>
                  </a:stretch>
                </a:blipFill>
              </p:spPr>
              <p:txBody>
                <a:bodyPr/>
                <a:lstStyle/>
                <a:p>
                  <a:r>
                    <a:rPr lang="zh-CN" altLang="en-US">
                      <a:noFill/>
                    </a:rPr>
                    <a:t> </a:t>
                  </a:r>
                </a:p>
              </p:txBody>
            </p:sp>
          </mc:Fallback>
        </mc:AlternateContent>
      </p:grpSp>
      <p:grpSp>
        <p:nvGrpSpPr>
          <p:cNvPr id="32" name="组合 31">
            <a:extLst>
              <a:ext uri="{FF2B5EF4-FFF2-40B4-BE49-F238E27FC236}">
                <a16:creationId xmlns:a16="http://schemas.microsoft.com/office/drawing/2014/main" id="{7CEC88A0-6329-EE5B-12EA-5F8DAA64EE56}"/>
              </a:ext>
            </a:extLst>
          </p:cNvPr>
          <p:cNvGrpSpPr/>
          <p:nvPr/>
        </p:nvGrpSpPr>
        <p:grpSpPr>
          <a:xfrm>
            <a:off x="3059998" y="1440000"/>
            <a:ext cx="4788002" cy="3892109"/>
            <a:chOff x="3059998" y="1440000"/>
            <a:chExt cx="4788002" cy="3892109"/>
          </a:xfrm>
        </p:grpSpPr>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BCF920FB-32B6-B1A9-598C-D8B02FF67995}"/>
                    </a:ext>
                  </a:extLst>
                </p:cNvPr>
                <p:cNvSpPr txBox="1"/>
                <p:nvPr/>
              </p:nvSpPr>
              <p:spPr>
                <a:xfrm>
                  <a:off x="5508000" y="4932000"/>
                  <a:ext cx="1440000" cy="396000"/>
                </a:xfrm>
                <a:prstGeom prst="rect">
                  <a:avLst/>
                </a:prstGeom>
                <a:noFill/>
              </p:spPr>
              <p:txBody>
                <a:bodyPr wrap="square">
                  <a:spAutoFit/>
                </a:bodyPr>
                <a:lstStyle/>
                <a:p>
                  <a14:m>
                    <m:oMath xmlns:m="http://schemas.openxmlformats.org/officeDocument/2006/math">
                      <m:sSub>
                        <m:sSubPr>
                          <m:ctrlPr>
                            <a:rPr kumimoji="1" lang="en-US" altLang="zh-CN" sz="200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GS</m:t>
                          </m:r>
                        </m:sub>
                      </m:sSub>
                      <m:r>
                        <a:rPr kumimoji="1" lang="en-US" altLang="zh-CN" sz="2000" i="1">
                          <a:solidFill>
                            <a:srgbClr val="0000FF"/>
                          </a:solidFill>
                          <a:latin typeface="Cambria Math" panose="02040503050406030204" pitchFamily="18" charset="0"/>
                          <a:ea typeface="微软雅黑" panose="020B0503020204020204" pitchFamily="34" charset="-122"/>
                        </a:rPr>
                        <m:t>=</m:t>
                      </m:r>
                      <m:sSub>
                        <m:sSubPr>
                          <m:ctrlPr>
                            <a:rPr kumimoji="1" lang="en-US" altLang="zh-CN" sz="200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T</m:t>
                          </m:r>
                        </m:sub>
                      </m:sSub>
                    </m:oMath>
                  </a14:m>
                  <a:r>
                    <a:rPr lang="zh-CN" altLang="en-US" sz="2000" dirty="0">
                      <a:solidFill>
                        <a:srgbClr val="0000FF"/>
                      </a:solidFill>
                    </a:rPr>
                    <a:t> </a:t>
                  </a:r>
                </a:p>
              </p:txBody>
            </p:sp>
          </mc:Choice>
          <mc:Fallback xmlns="">
            <p:sp>
              <p:nvSpPr>
                <p:cNvPr id="87" name="文本框 86">
                  <a:extLst>
                    <a:ext uri="{FF2B5EF4-FFF2-40B4-BE49-F238E27FC236}">
                      <a16:creationId xmlns:a16="http://schemas.microsoft.com/office/drawing/2014/main" id="{BCED9C1B-93C6-8FCC-7039-9D0BF95D3FD2}"/>
                    </a:ext>
                  </a:extLst>
                </p:cNvPr>
                <p:cNvSpPr txBox="1">
                  <a:spLocks noRot="1" noChangeAspect="1" noMove="1" noResize="1" noEditPoints="1" noAdjustHandles="1" noChangeArrowheads="1" noChangeShapeType="1" noTextEdit="1"/>
                </p:cNvSpPr>
                <p:nvPr/>
              </p:nvSpPr>
              <p:spPr>
                <a:xfrm>
                  <a:off x="5508000" y="4932000"/>
                  <a:ext cx="1440000" cy="396000"/>
                </a:xfrm>
                <a:prstGeom prst="rect">
                  <a:avLst/>
                </a:prstGeom>
                <a:blipFill>
                  <a:blip r:embed="rId44"/>
                  <a:stretch>
                    <a:fillRect b="-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E406BD1C-795C-E4E2-A1DA-A4CB871744FB}"/>
                    </a:ext>
                  </a:extLst>
                </p:cNvPr>
                <p:cNvSpPr txBox="1"/>
                <p:nvPr/>
              </p:nvSpPr>
              <p:spPr>
                <a:xfrm>
                  <a:off x="5508000" y="4140000"/>
                  <a:ext cx="1440000" cy="396000"/>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sSub>
                          <m:sSubPr>
                            <m:ctrlPr>
                              <a:rPr kumimoji="1" lang="en-US" altLang="zh-CN" sz="200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GS</m:t>
                            </m:r>
                          </m:sub>
                        </m:sSub>
                        <m:r>
                          <a:rPr kumimoji="1" lang="en-US" altLang="zh-CN" sz="2000" i="1">
                            <a:solidFill>
                              <a:srgbClr val="0000FF"/>
                            </a:solidFill>
                            <a:latin typeface="Cambria Math" panose="02040503050406030204" pitchFamily="18" charset="0"/>
                            <a:ea typeface="微软雅黑" panose="020B0503020204020204" pitchFamily="34" charset="-122"/>
                          </a:rPr>
                          <m:t>=</m:t>
                        </m:r>
                        <m:r>
                          <a:rPr kumimoji="1" lang="en-US" altLang="zh-CN" sz="2000" i="1" smtClean="0">
                            <a:solidFill>
                              <a:srgbClr val="0000FF"/>
                            </a:solidFill>
                            <a:latin typeface="Cambria Math" panose="02040503050406030204" pitchFamily="18" charset="0"/>
                            <a:ea typeface="微软雅黑" panose="020B0503020204020204" pitchFamily="34" charset="-122"/>
                          </a:rPr>
                          <m:t>1</m:t>
                        </m:r>
                        <m:r>
                          <a:rPr kumimoji="1" lang="en-US" altLang="zh-CN" sz="2000" b="0" i="0" smtClean="0">
                            <a:solidFill>
                              <a:srgbClr val="0000FF"/>
                            </a:solidFill>
                            <a:latin typeface="Cambria Math" panose="02040503050406030204" pitchFamily="18" charset="0"/>
                            <a:ea typeface="微软雅黑" panose="020B0503020204020204" pitchFamily="34" charset="-122"/>
                          </a:rPr>
                          <m:t>.5 </m:t>
                        </m:r>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V</m:t>
                        </m:r>
                      </m:oMath>
                    </m:oMathPara>
                  </a14:m>
                  <a:endParaRPr lang="zh-CN" altLang="en-US" sz="2000" dirty="0">
                    <a:solidFill>
                      <a:srgbClr val="0000FF"/>
                    </a:solidFill>
                  </a:endParaRPr>
                </a:p>
              </p:txBody>
            </p:sp>
          </mc:Choice>
          <mc:Fallback xmlns="">
            <p:sp>
              <p:nvSpPr>
                <p:cNvPr id="90" name="文本框 89">
                  <a:extLst>
                    <a:ext uri="{FF2B5EF4-FFF2-40B4-BE49-F238E27FC236}">
                      <a16:creationId xmlns:a16="http://schemas.microsoft.com/office/drawing/2014/main" id="{A26B220C-296E-D5CA-541E-AB73035BE42D}"/>
                    </a:ext>
                  </a:extLst>
                </p:cNvPr>
                <p:cNvSpPr txBox="1">
                  <a:spLocks noRot="1" noChangeAspect="1" noMove="1" noResize="1" noEditPoints="1" noAdjustHandles="1" noChangeArrowheads="1" noChangeShapeType="1" noTextEdit="1"/>
                </p:cNvSpPr>
                <p:nvPr/>
              </p:nvSpPr>
              <p:spPr>
                <a:xfrm>
                  <a:off x="5508000" y="4140000"/>
                  <a:ext cx="1440000" cy="396000"/>
                </a:xfrm>
                <a:prstGeom prst="rect">
                  <a:avLst/>
                </a:prstGeom>
                <a:blipFill>
                  <a:blip r:embed="rId45"/>
                  <a:stretch>
                    <a:fillRect b="-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EF2D248C-CC50-7EBF-E696-14B770AA86AE}"/>
                    </a:ext>
                  </a:extLst>
                </p:cNvPr>
                <p:cNvSpPr txBox="1"/>
                <p:nvPr/>
              </p:nvSpPr>
              <p:spPr>
                <a:xfrm>
                  <a:off x="5508000" y="3672000"/>
                  <a:ext cx="1440000" cy="396000"/>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sSub>
                          <m:sSubPr>
                            <m:ctrlPr>
                              <a:rPr kumimoji="1" lang="en-US" altLang="zh-CN" sz="200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GS</m:t>
                            </m:r>
                          </m:sub>
                        </m:sSub>
                        <m:r>
                          <a:rPr kumimoji="1" lang="en-US" altLang="zh-CN" sz="2000" i="1">
                            <a:solidFill>
                              <a:srgbClr val="0000FF"/>
                            </a:solidFill>
                            <a:latin typeface="Cambria Math" panose="02040503050406030204" pitchFamily="18" charset="0"/>
                            <a:ea typeface="微软雅黑" panose="020B0503020204020204" pitchFamily="34" charset="-122"/>
                          </a:rPr>
                          <m:t>=</m:t>
                        </m:r>
                        <m:r>
                          <a:rPr kumimoji="1" lang="en-US" altLang="zh-CN" sz="2000" i="1" smtClean="0">
                            <a:solidFill>
                              <a:srgbClr val="0000FF"/>
                            </a:solidFill>
                            <a:latin typeface="Cambria Math" panose="02040503050406030204" pitchFamily="18" charset="0"/>
                            <a:ea typeface="微软雅黑" panose="020B0503020204020204" pitchFamily="34" charset="-122"/>
                          </a:rPr>
                          <m:t>2</m:t>
                        </m:r>
                        <m:r>
                          <a:rPr kumimoji="1" lang="en-US" altLang="zh-CN" sz="2000" b="0" i="0" smtClean="0">
                            <a:solidFill>
                              <a:srgbClr val="0000FF"/>
                            </a:solidFill>
                            <a:latin typeface="Cambria Math" panose="02040503050406030204" pitchFamily="18" charset="0"/>
                            <a:ea typeface="微软雅黑" panose="020B0503020204020204" pitchFamily="34" charset="-122"/>
                          </a:rPr>
                          <m:t> </m:t>
                        </m:r>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V</m:t>
                        </m:r>
                      </m:oMath>
                    </m:oMathPara>
                  </a14:m>
                  <a:endParaRPr lang="zh-CN" altLang="en-US" sz="2000" dirty="0">
                    <a:solidFill>
                      <a:srgbClr val="0000FF"/>
                    </a:solidFill>
                  </a:endParaRPr>
                </a:p>
              </p:txBody>
            </p:sp>
          </mc:Choice>
          <mc:Fallback xmlns="">
            <p:sp>
              <p:nvSpPr>
                <p:cNvPr id="91" name="文本框 90">
                  <a:extLst>
                    <a:ext uri="{FF2B5EF4-FFF2-40B4-BE49-F238E27FC236}">
                      <a16:creationId xmlns:a16="http://schemas.microsoft.com/office/drawing/2014/main" id="{CB9D952F-0ADB-A3FC-CA60-2296C5846BBD}"/>
                    </a:ext>
                  </a:extLst>
                </p:cNvPr>
                <p:cNvSpPr txBox="1">
                  <a:spLocks noRot="1" noChangeAspect="1" noMove="1" noResize="1" noEditPoints="1" noAdjustHandles="1" noChangeArrowheads="1" noChangeShapeType="1" noTextEdit="1"/>
                </p:cNvSpPr>
                <p:nvPr/>
              </p:nvSpPr>
              <p:spPr>
                <a:xfrm>
                  <a:off x="5508000" y="3672000"/>
                  <a:ext cx="1440000" cy="396000"/>
                </a:xfrm>
                <a:prstGeom prst="rect">
                  <a:avLst/>
                </a:prstGeom>
                <a:blipFill>
                  <a:blip r:embed="rId46"/>
                  <a:stretch>
                    <a:fillRect b="-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DF9C1606-2EB2-78AC-1A35-F74D12E0A36B}"/>
                    </a:ext>
                  </a:extLst>
                </p:cNvPr>
                <p:cNvSpPr txBox="1"/>
                <p:nvPr/>
              </p:nvSpPr>
              <p:spPr>
                <a:xfrm>
                  <a:off x="5508000" y="2952000"/>
                  <a:ext cx="1440000" cy="396000"/>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sSub>
                          <m:sSubPr>
                            <m:ctrlPr>
                              <a:rPr kumimoji="1" lang="en-US" altLang="zh-CN" sz="200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GS</m:t>
                            </m:r>
                          </m:sub>
                        </m:sSub>
                        <m:r>
                          <a:rPr kumimoji="1" lang="en-US" altLang="zh-CN" sz="2000" i="1">
                            <a:solidFill>
                              <a:srgbClr val="0000FF"/>
                            </a:solidFill>
                            <a:latin typeface="Cambria Math" panose="02040503050406030204" pitchFamily="18" charset="0"/>
                            <a:ea typeface="微软雅黑" panose="020B0503020204020204" pitchFamily="34" charset="-122"/>
                          </a:rPr>
                          <m:t>=</m:t>
                        </m:r>
                        <m:r>
                          <a:rPr kumimoji="1" lang="en-US" altLang="zh-CN" sz="2000" i="1" smtClean="0">
                            <a:solidFill>
                              <a:srgbClr val="0000FF"/>
                            </a:solidFill>
                            <a:latin typeface="Cambria Math" panose="02040503050406030204" pitchFamily="18" charset="0"/>
                            <a:ea typeface="微软雅黑" panose="020B0503020204020204" pitchFamily="34" charset="-122"/>
                          </a:rPr>
                          <m:t>2</m:t>
                        </m:r>
                        <m:r>
                          <a:rPr kumimoji="1" lang="en-US" altLang="zh-CN" sz="2000" b="0" i="1" smtClean="0">
                            <a:solidFill>
                              <a:srgbClr val="0000FF"/>
                            </a:solidFill>
                            <a:latin typeface="Cambria Math" panose="02040503050406030204" pitchFamily="18" charset="0"/>
                            <a:ea typeface="微软雅黑" panose="020B0503020204020204" pitchFamily="34" charset="-122"/>
                          </a:rPr>
                          <m:t>.5</m:t>
                        </m:r>
                        <m:r>
                          <a:rPr kumimoji="1" lang="en-US" altLang="zh-CN" sz="2000" b="0" i="0" smtClean="0">
                            <a:solidFill>
                              <a:srgbClr val="0000FF"/>
                            </a:solidFill>
                            <a:latin typeface="Cambria Math" panose="02040503050406030204" pitchFamily="18" charset="0"/>
                            <a:ea typeface="微软雅黑" panose="020B0503020204020204" pitchFamily="34" charset="-122"/>
                          </a:rPr>
                          <m:t> </m:t>
                        </m:r>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V</m:t>
                        </m:r>
                      </m:oMath>
                    </m:oMathPara>
                  </a14:m>
                  <a:endParaRPr lang="zh-CN" altLang="en-US" sz="2000" dirty="0">
                    <a:solidFill>
                      <a:srgbClr val="0000FF"/>
                    </a:solidFill>
                  </a:endParaRPr>
                </a:p>
              </p:txBody>
            </p:sp>
          </mc:Choice>
          <mc:Fallback xmlns="">
            <p:sp>
              <p:nvSpPr>
                <p:cNvPr id="92" name="文本框 91">
                  <a:extLst>
                    <a:ext uri="{FF2B5EF4-FFF2-40B4-BE49-F238E27FC236}">
                      <a16:creationId xmlns:a16="http://schemas.microsoft.com/office/drawing/2014/main" id="{6544C1AE-4BD5-0ED4-87FA-4E6BB1B5BC58}"/>
                    </a:ext>
                  </a:extLst>
                </p:cNvPr>
                <p:cNvSpPr txBox="1">
                  <a:spLocks noRot="1" noChangeAspect="1" noMove="1" noResize="1" noEditPoints="1" noAdjustHandles="1" noChangeArrowheads="1" noChangeShapeType="1" noTextEdit="1"/>
                </p:cNvSpPr>
                <p:nvPr/>
              </p:nvSpPr>
              <p:spPr>
                <a:xfrm>
                  <a:off x="5508000" y="2952000"/>
                  <a:ext cx="1440000" cy="396000"/>
                </a:xfrm>
                <a:prstGeom prst="rect">
                  <a:avLst/>
                </a:prstGeom>
                <a:blipFill>
                  <a:blip r:embed="rId47"/>
                  <a:stretch>
                    <a:fillRect b="-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CF78E3A7-8CBD-E5FD-6B0B-51335D04C9FB}"/>
                    </a:ext>
                  </a:extLst>
                </p:cNvPr>
                <p:cNvSpPr txBox="1"/>
                <p:nvPr/>
              </p:nvSpPr>
              <p:spPr>
                <a:xfrm>
                  <a:off x="5508000" y="2052000"/>
                  <a:ext cx="1440000" cy="396000"/>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sSub>
                          <m:sSubPr>
                            <m:ctrlPr>
                              <a:rPr kumimoji="1" lang="en-US" altLang="zh-CN" sz="200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GS</m:t>
                            </m:r>
                          </m:sub>
                        </m:sSub>
                        <m:r>
                          <a:rPr kumimoji="1" lang="en-US" altLang="zh-CN" sz="2000" b="0" i="1" smtClean="0">
                            <a:solidFill>
                              <a:srgbClr val="0000FF"/>
                            </a:solidFill>
                            <a:latin typeface="Cambria Math" panose="02040503050406030204" pitchFamily="18" charset="0"/>
                            <a:ea typeface="微软雅黑" panose="020B0503020204020204" pitchFamily="34" charset="-122"/>
                          </a:rPr>
                          <m:t>=3</m:t>
                        </m:r>
                        <m:r>
                          <a:rPr kumimoji="1" lang="en-US" altLang="zh-CN" sz="2000" b="0" i="0" smtClean="0">
                            <a:solidFill>
                              <a:srgbClr val="0000FF"/>
                            </a:solidFill>
                            <a:latin typeface="Cambria Math" panose="02040503050406030204" pitchFamily="18" charset="0"/>
                            <a:ea typeface="微软雅黑" panose="020B0503020204020204" pitchFamily="34" charset="-122"/>
                          </a:rPr>
                          <m:t> </m:t>
                        </m:r>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V</m:t>
                        </m:r>
                      </m:oMath>
                    </m:oMathPara>
                  </a14:m>
                  <a:endParaRPr lang="zh-CN" altLang="en-US" sz="2000" dirty="0">
                    <a:solidFill>
                      <a:srgbClr val="0000FF"/>
                    </a:solidFill>
                  </a:endParaRPr>
                </a:p>
              </p:txBody>
            </p:sp>
          </mc:Choice>
          <mc:Fallback xmlns="">
            <p:sp>
              <p:nvSpPr>
                <p:cNvPr id="93" name="文本框 92">
                  <a:extLst>
                    <a:ext uri="{FF2B5EF4-FFF2-40B4-BE49-F238E27FC236}">
                      <a16:creationId xmlns:a16="http://schemas.microsoft.com/office/drawing/2014/main" id="{8D8C63A2-61E4-2830-1A8D-160E48BE060A}"/>
                    </a:ext>
                  </a:extLst>
                </p:cNvPr>
                <p:cNvSpPr txBox="1">
                  <a:spLocks noRot="1" noChangeAspect="1" noMove="1" noResize="1" noEditPoints="1" noAdjustHandles="1" noChangeArrowheads="1" noChangeShapeType="1" noTextEdit="1"/>
                </p:cNvSpPr>
                <p:nvPr/>
              </p:nvSpPr>
              <p:spPr>
                <a:xfrm>
                  <a:off x="5508000" y="2052000"/>
                  <a:ext cx="1440000" cy="396000"/>
                </a:xfrm>
                <a:prstGeom prst="rect">
                  <a:avLst/>
                </a:prstGeom>
                <a:blipFill>
                  <a:blip r:embed="rId48"/>
                  <a:stretch>
                    <a:fillRect b="-1538"/>
                  </a:stretch>
                </a:blipFill>
              </p:spPr>
              <p:txBody>
                <a:bodyPr/>
                <a:lstStyle/>
                <a:p>
                  <a:r>
                    <a:rPr lang="zh-CN" altLang="en-US">
                      <a:noFill/>
                    </a:rPr>
                    <a:t> </a:t>
                  </a:r>
                </a:p>
              </p:txBody>
            </p:sp>
          </mc:Fallback>
        </mc:AlternateContent>
        <p:cxnSp>
          <p:nvCxnSpPr>
            <p:cNvPr id="38" name="直接箭头连接符 37">
              <a:extLst>
                <a:ext uri="{FF2B5EF4-FFF2-40B4-BE49-F238E27FC236}">
                  <a16:creationId xmlns:a16="http://schemas.microsoft.com/office/drawing/2014/main" id="{936755A3-FF12-E4ED-CDBD-09A5CE77B0BC}"/>
                </a:ext>
              </a:extLst>
            </p:cNvPr>
            <p:cNvCxnSpPr>
              <a:cxnSpLocks/>
            </p:cNvCxnSpPr>
            <p:nvPr/>
          </p:nvCxnSpPr>
          <p:spPr>
            <a:xfrm flipV="1">
              <a:off x="3456000" y="1800000"/>
              <a:ext cx="0" cy="316800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C9EA5D4A-A9D8-C273-227B-4C70D3C73799}"/>
                    </a:ext>
                  </a:extLst>
                </p:cNvPr>
                <p:cNvSpPr txBox="1"/>
                <p:nvPr/>
              </p:nvSpPr>
              <p:spPr>
                <a:xfrm>
                  <a:off x="3059998" y="1440000"/>
                  <a:ext cx="936000" cy="360000"/>
                </a:xfrm>
                <a:prstGeom prst="rect">
                  <a:avLst/>
                </a:prstGeom>
                <a:noFill/>
              </p:spPr>
              <p:txBody>
                <a:bodyPr wrap="square">
                  <a:spAutoFit/>
                </a:bodyPr>
                <a:lstStyle/>
                <a:p>
                  <a14:m>
                    <m:oMath xmlns:m="http://schemas.openxmlformats.org/officeDocument/2006/math">
                      <m:sSub>
                        <m:sSubPr>
                          <m:ctrlPr>
                            <a:rPr kumimoji="1" lang="en-US" altLang="zh-CN" sz="200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𝑖</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m:t>
                          </m:r>
                        </m:sub>
                      </m:sSub>
                      <m:r>
                        <a:rPr kumimoji="1" lang="en-US" altLang="zh-CN" sz="2000" b="0" i="0" smtClean="0">
                          <a:solidFill>
                            <a:schemeClr val="tx1"/>
                          </a:solidFill>
                          <a:latin typeface="Cambria Math" panose="02040503050406030204" pitchFamily="18" charset="0"/>
                          <a:ea typeface="微软雅黑" panose="020B0503020204020204" pitchFamily="34" charset="-122"/>
                        </a:rPr>
                        <m:t>/</m:t>
                      </m:r>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mA</m:t>
                      </m:r>
                    </m:oMath>
                  </a14:m>
                  <a:r>
                    <a:rPr lang="zh-CN" altLang="en-US" sz="2000" dirty="0">
                      <a:solidFill>
                        <a:schemeClr val="tx1"/>
                      </a:solidFill>
                    </a:rPr>
                    <a:t> </a:t>
                  </a:r>
                </a:p>
              </p:txBody>
            </p:sp>
          </mc:Choice>
          <mc:Fallback xmlns="">
            <p:sp>
              <p:nvSpPr>
                <p:cNvPr id="80" name="文本框 79">
                  <a:extLst>
                    <a:ext uri="{FF2B5EF4-FFF2-40B4-BE49-F238E27FC236}">
                      <a16:creationId xmlns:a16="http://schemas.microsoft.com/office/drawing/2014/main" id="{3FDAA826-9FAC-329C-91D7-54A891536A3C}"/>
                    </a:ext>
                  </a:extLst>
                </p:cNvPr>
                <p:cNvSpPr txBox="1">
                  <a:spLocks noRot="1" noChangeAspect="1" noMove="1" noResize="1" noEditPoints="1" noAdjustHandles="1" noChangeArrowheads="1" noChangeShapeType="1" noTextEdit="1"/>
                </p:cNvSpPr>
                <p:nvPr/>
              </p:nvSpPr>
              <p:spPr>
                <a:xfrm>
                  <a:off x="3059998" y="1440000"/>
                  <a:ext cx="936000" cy="360000"/>
                </a:xfrm>
                <a:prstGeom prst="rect">
                  <a:avLst/>
                </a:prstGeom>
                <a:blipFill>
                  <a:blip r:embed="rId49"/>
                  <a:stretch>
                    <a:fillRect b="-27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D0BCE8A9-ABB6-997E-24BC-E0ECBB1932C2}"/>
                    </a:ext>
                  </a:extLst>
                </p:cNvPr>
                <p:cNvSpPr txBox="1"/>
                <p:nvPr/>
              </p:nvSpPr>
              <p:spPr>
                <a:xfrm>
                  <a:off x="6660000" y="4932000"/>
                  <a:ext cx="900000" cy="360000"/>
                </a:xfrm>
                <a:prstGeom prst="rect">
                  <a:avLst/>
                </a:prstGeom>
                <a:noFill/>
              </p:spPr>
              <p:txBody>
                <a:bodyPr wrap="square">
                  <a:spAutoFit/>
                </a:bodyPr>
                <a:lstStyle/>
                <a:p>
                  <a:pPr algn="ctr"/>
                  <a14:m>
                    <m:oMath xmlns:m="http://schemas.openxmlformats.org/officeDocument/2006/math">
                      <m:sSub>
                        <m:sSubPr>
                          <m:ctrlPr>
                            <a:rPr kumimoji="1" lang="en-US" altLang="zh-CN" sz="200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DS</m:t>
                          </m:r>
                        </m:sub>
                      </m:sSub>
                      <m:r>
                        <a:rPr kumimoji="1" lang="en-US" altLang="zh-CN" sz="2000" b="0" i="1" smtClean="0">
                          <a:solidFill>
                            <a:schemeClr val="tx1"/>
                          </a:solidFill>
                          <a:latin typeface="Cambria Math" panose="02040503050406030204" pitchFamily="18" charset="0"/>
                          <a:ea typeface="微软雅黑" panose="020B0503020204020204" pitchFamily="34" charset="-122"/>
                        </a:rPr>
                        <m:t>/</m:t>
                      </m:r>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V</m:t>
                      </m:r>
                    </m:oMath>
                  </a14:m>
                  <a:r>
                    <a:rPr lang="zh-CN" altLang="en-US" sz="2000" dirty="0">
                      <a:solidFill>
                        <a:schemeClr val="tx1"/>
                      </a:solidFill>
                    </a:rPr>
                    <a:t> </a:t>
                  </a:r>
                </a:p>
              </p:txBody>
            </p:sp>
          </mc:Choice>
          <mc:Fallback xmlns="">
            <p:sp>
              <p:nvSpPr>
                <p:cNvPr id="82" name="文本框 81">
                  <a:extLst>
                    <a:ext uri="{FF2B5EF4-FFF2-40B4-BE49-F238E27FC236}">
                      <a16:creationId xmlns:a16="http://schemas.microsoft.com/office/drawing/2014/main" id="{92224ADE-84BF-2136-929D-5DD5386CABAC}"/>
                    </a:ext>
                  </a:extLst>
                </p:cNvPr>
                <p:cNvSpPr txBox="1">
                  <a:spLocks noRot="1" noChangeAspect="1" noMove="1" noResize="1" noEditPoints="1" noAdjustHandles="1" noChangeArrowheads="1" noChangeShapeType="1" noTextEdit="1"/>
                </p:cNvSpPr>
                <p:nvPr/>
              </p:nvSpPr>
              <p:spPr>
                <a:xfrm>
                  <a:off x="6660000" y="4932000"/>
                  <a:ext cx="900000" cy="360000"/>
                </a:xfrm>
                <a:prstGeom prst="rect">
                  <a:avLst/>
                </a:prstGeom>
                <a:blipFill>
                  <a:blip r:embed="rId50"/>
                  <a:stretch>
                    <a:fillRect b="-27119"/>
                  </a:stretch>
                </a:blipFill>
              </p:spPr>
              <p:txBody>
                <a:bodyPr/>
                <a:lstStyle/>
                <a:p>
                  <a:r>
                    <a:rPr lang="zh-CN" altLang="en-US">
                      <a:noFill/>
                    </a:rPr>
                    <a:t> </a:t>
                  </a:r>
                </a:p>
              </p:txBody>
            </p:sp>
          </mc:Fallback>
        </mc:AlternateContent>
        <p:cxnSp>
          <p:nvCxnSpPr>
            <p:cNvPr id="47" name="直接箭头连接符 46">
              <a:extLst>
                <a:ext uri="{FF2B5EF4-FFF2-40B4-BE49-F238E27FC236}">
                  <a16:creationId xmlns:a16="http://schemas.microsoft.com/office/drawing/2014/main" id="{5F90BC79-1E6A-A514-F886-CE2A052630E5}"/>
                </a:ext>
              </a:extLst>
            </p:cNvPr>
            <p:cNvCxnSpPr>
              <a:cxnSpLocks/>
            </p:cNvCxnSpPr>
            <p:nvPr/>
          </p:nvCxnSpPr>
          <p:spPr>
            <a:xfrm flipV="1">
              <a:off x="3456000" y="4968000"/>
              <a:ext cx="3600000"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6" name="任意多边形: 形状 105">
              <a:extLst>
                <a:ext uri="{FF2B5EF4-FFF2-40B4-BE49-F238E27FC236}">
                  <a16:creationId xmlns:a16="http://schemas.microsoft.com/office/drawing/2014/main" id="{E7D5B927-CDAA-18C4-1E83-DDA1C24AF0E1}"/>
                </a:ext>
              </a:extLst>
            </p:cNvPr>
            <p:cNvSpPr/>
            <p:nvPr/>
          </p:nvSpPr>
          <p:spPr>
            <a:xfrm>
              <a:off x="3456000" y="2448000"/>
              <a:ext cx="1260000" cy="2520000"/>
            </a:xfrm>
            <a:custGeom>
              <a:avLst/>
              <a:gdLst>
                <a:gd name="connsiteX0" fmla="*/ 0 w 893618"/>
                <a:gd name="connsiteY0" fmla="*/ 1709304 h 1709304"/>
                <a:gd name="connsiteX1" fmla="*/ 509155 w 893618"/>
                <a:gd name="connsiteY1" fmla="*/ 311727 h 1709304"/>
                <a:gd name="connsiteX2" fmla="*/ 893618 w 893618"/>
                <a:gd name="connsiteY2" fmla="*/ 0 h 1709304"/>
              </a:gdLst>
              <a:ahLst/>
              <a:cxnLst>
                <a:cxn ang="0">
                  <a:pos x="connsiteX0" y="connsiteY0"/>
                </a:cxn>
                <a:cxn ang="0">
                  <a:pos x="connsiteX1" y="connsiteY1"/>
                </a:cxn>
                <a:cxn ang="0">
                  <a:pos x="connsiteX2" y="connsiteY2"/>
                </a:cxn>
              </a:cxnLst>
              <a:rect l="l" t="t" r="r" b="b"/>
              <a:pathLst>
                <a:path w="893618" h="1709304">
                  <a:moveTo>
                    <a:pt x="0" y="1709304"/>
                  </a:moveTo>
                  <a:cubicBezTo>
                    <a:pt x="180109" y="1152957"/>
                    <a:pt x="360219" y="596611"/>
                    <a:pt x="509155" y="311727"/>
                  </a:cubicBezTo>
                  <a:cubicBezTo>
                    <a:pt x="658091" y="26843"/>
                    <a:pt x="775854" y="13421"/>
                    <a:pt x="893618" y="0"/>
                  </a:cubicBezTo>
                </a:path>
              </a:pathLst>
            </a:cu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cxnSp>
          <p:nvCxnSpPr>
            <p:cNvPr id="107" name="直接连接符 106">
              <a:extLst>
                <a:ext uri="{FF2B5EF4-FFF2-40B4-BE49-F238E27FC236}">
                  <a16:creationId xmlns:a16="http://schemas.microsoft.com/office/drawing/2014/main" id="{BD63312B-422A-4B79-00B6-32B9C6E636D0}"/>
                </a:ext>
              </a:extLst>
            </p:cNvPr>
            <p:cNvCxnSpPr>
              <a:cxnSpLocks/>
            </p:cNvCxnSpPr>
            <p:nvPr/>
          </p:nvCxnSpPr>
          <p:spPr>
            <a:xfrm>
              <a:off x="4572000" y="3348000"/>
              <a:ext cx="2160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75678883-823B-A21E-E3DE-6D1B40B32082}"/>
                </a:ext>
              </a:extLst>
            </p:cNvPr>
            <p:cNvCxnSpPr>
              <a:cxnSpLocks/>
            </p:cNvCxnSpPr>
            <p:nvPr/>
          </p:nvCxnSpPr>
          <p:spPr>
            <a:xfrm>
              <a:off x="4428000" y="4068000"/>
              <a:ext cx="2304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137" name="任意多边形: 形状 136">
              <a:extLst>
                <a:ext uri="{FF2B5EF4-FFF2-40B4-BE49-F238E27FC236}">
                  <a16:creationId xmlns:a16="http://schemas.microsoft.com/office/drawing/2014/main" id="{13CDE120-6DBF-04A7-A4F0-A1E7E439F1A3}"/>
                </a:ext>
              </a:extLst>
            </p:cNvPr>
            <p:cNvSpPr/>
            <p:nvPr/>
          </p:nvSpPr>
          <p:spPr>
            <a:xfrm>
              <a:off x="3456000" y="4824000"/>
              <a:ext cx="432000" cy="144000"/>
            </a:xfrm>
            <a:custGeom>
              <a:avLst/>
              <a:gdLst>
                <a:gd name="connsiteX0" fmla="*/ 0 w 893618"/>
                <a:gd name="connsiteY0" fmla="*/ 1709304 h 1709304"/>
                <a:gd name="connsiteX1" fmla="*/ 509155 w 893618"/>
                <a:gd name="connsiteY1" fmla="*/ 311727 h 1709304"/>
                <a:gd name="connsiteX2" fmla="*/ 893618 w 893618"/>
                <a:gd name="connsiteY2" fmla="*/ 0 h 1709304"/>
              </a:gdLst>
              <a:ahLst/>
              <a:cxnLst>
                <a:cxn ang="0">
                  <a:pos x="connsiteX0" y="connsiteY0"/>
                </a:cxn>
                <a:cxn ang="0">
                  <a:pos x="connsiteX1" y="connsiteY1"/>
                </a:cxn>
                <a:cxn ang="0">
                  <a:pos x="connsiteX2" y="connsiteY2"/>
                </a:cxn>
              </a:cxnLst>
              <a:rect l="l" t="t" r="r" b="b"/>
              <a:pathLst>
                <a:path w="893618" h="1709304">
                  <a:moveTo>
                    <a:pt x="0" y="1709304"/>
                  </a:moveTo>
                  <a:cubicBezTo>
                    <a:pt x="180109" y="1152957"/>
                    <a:pt x="360219" y="596611"/>
                    <a:pt x="509155" y="311727"/>
                  </a:cubicBezTo>
                  <a:cubicBezTo>
                    <a:pt x="658091" y="26843"/>
                    <a:pt x="775854" y="13421"/>
                    <a:pt x="893618" y="0"/>
                  </a:cubicBezTo>
                </a:path>
              </a:pathLst>
            </a:cu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cxnSp>
          <p:nvCxnSpPr>
            <p:cNvPr id="138" name="直接连接符 137">
              <a:extLst>
                <a:ext uri="{FF2B5EF4-FFF2-40B4-BE49-F238E27FC236}">
                  <a16:creationId xmlns:a16="http://schemas.microsoft.com/office/drawing/2014/main" id="{01A1077F-3814-015F-C706-C3186B0B413D}"/>
                </a:ext>
              </a:extLst>
            </p:cNvPr>
            <p:cNvCxnSpPr>
              <a:cxnSpLocks/>
            </p:cNvCxnSpPr>
            <p:nvPr/>
          </p:nvCxnSpPr>
          <p:spPr>
            <a:xfrm>
              <a:off x="3888000" y="4824000"/>
              <a:ext cx="2844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9" name="文本框 138">
                  <a:extLst>
                    <a:ext uri="{FF2B5EF4-FFF2-40B4-BE49-F238E27FC236}">
                      <a16:creationId xmlns:a16="http://schemas.microsoft.com/office/drawing/2014/main" id="{192C9858-CAEE-6354-0B5C-1EC1A5ED5208}"/>
                    </a:ext>
                  </a:extLst>
                </p:cNvPr>
                <p:cNvSpPr txBox="1"/>
                <p:nvPr/>
              </p:nvSpPr>
              <p:spPr>
                <a:xfrm>
                  <a:off x="3924000" y="1476000"/>
                  <a:ext cx="2161091" cy="720000"/>
                </a:xfrm>
                <a:prstGeom prst="rect">
                  <a:avLst/>
                </a:prstGeom>
                <a:noFill/>
              </p:spPr>
              <p:txBody>
                <a:bodyPr wrap="square">
                  <a:spAutoFit/>
                </a:bodyPr>
                <a:lstStyle/>
                <a:p>
                  <a:pPr algn="ctr"/>
                  <a:r>
                    <a:rPr kumimoji="1" lang="zh-CN" altLang="en-US" sz="2000" dirty="0">
                      <a:solidFill>
                        <a:srgbClr val="C00000"/>
                      </a:solidFill>
                      <a:latin typeface="微软雅黑" panose="020B0503020204020204" pitchFamily="34" charset="-122"/>
                      <a:ea typeface="微软雅黑" panose="020B0503020204020204" pitchFamily="34" charset="-122"/>
                    </a:rPr>
                    <a:t>预夹断点轨迹</a:t>
                  </a:r>
                  <a:endParaRPr kumimoji="1" lang="en-US" altLang="zh-CN" sz="2000" dirty="0">
                    <a:solidFill>
                      <a:srgbClr val="C00000"/>
                    </a:solidFill>
                    <a:latin typeface="微软雅黑" panose="020B0503020204020204" pitchFamily="34" charset="-122"/>
                    <a:ea typeface="微软雅黑" panose="020B0503020204020204" pitchFamily="34" charset="-122"/>
                  </a:endParaRPr>
                </a:p>
                <a:p>
                  <a:pPr algn="ctr"/>
                  <a14:m>
                    <m:oMathPara xmlns:m="http://schemas.openxmlformats.org/officeDocument/2006/math">
                      <m:oMathParaPr>
                        <m:jc m:val="centerGroup"/>
                      </m:oMathParaPr>
                      <m:oMath xmlns:m="http://schemas.openxmlformats.org/officeDocument/2006/math">
                        <m:sSubSup>
                          <m:sSubSupPr>
                            <m:ctrlPr>
                              <a:rPr kumimoji="1" lang="en-US" altLang="zh-CN" sz="2000" i="1" smtClean="0">
                                <a:solidFill>
                                  <a:srgbClr val="C00000"/>
                                </a:solidFill>
                                <a:latin typeface="Cambria Math" panose="02040503050406030204" pitchFamily="18" charset="0"/>
                                <a:ea typeface="微软雅黑" panose="020B0503020204020204" pitchFamily="34" charset="-122"/>
                              </a:rPr>
                            </m:ctrlPr>
                          </m:sSubSupPr>
                          <m:e>
                            <m:r>
                              <a:rPr kumimoji="1" lang="en-US" altLang="zh-CN" sz="2000" b="0" i="1" smtClean="0">
                                <a:solidFill>
                                  <a:srgbClr val="C00000"/>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rgbClr val="C00000"/>
                                </a:solidFill>
                                <a:latin typeface="Cambria Math" panose="02040503050406030204" pitchFamily="18" charset="0"/>
                                <a:ea typeface="微软雅黑" panose="020B0503020204020204" pitchFamily="34" charset="-122"/>
                              </a:rPr>
                              <m:t>DS</m:t>
                            </m:r>
                          </m:sub>
                          <m:sup>
                            <m:r>
                              <a:rPr kumimoji="1" lang="en-US" altLang="zh-CN" sz="2000" i="1" smtClean="0">
                                <a:solidFill>
                                  <a:srgbClr val="C00000"/>
                                </a:solidFill>
                                <a:latin typeface="Cambria Math" panose="02040503050406030204" pitchFamily="18" charset="0"/>
                                <a:ea typeface="Cambria Math" panose="02040503050406030204" pitchFamily="18" charset="0"/>
                              </a:rPr>
                              <m:t>∗</m:t>
                            </m:r>
                          </m:sup>
                        </m:sSubSup>
                        <m:r>
                          <a:rPr kumimoji="1" lang="en-US" altLang="zh-CN" sz="2000" i="1" smtClean="0">
                            <a:solidFill>
                              <a:srgbClr val="C00000"/>
                            </a:solidFill>
                            <a:latin typeface="Cambria Math" panose="02040503050406030204" pitchFamily="18" charset="0"/>
                            <a:ea typeface="微软雅黑" panose="020B0503020204020204" pitchFamily="34" charset="-122"/>
                          </a:rPr>
                          <m:t>=</m:t>
                        </m:r>
                        <m:sSub>
                          <m:sSubPr>
                            <m:ctrlPr>
                              <a:rPr kumimoji="1" lang="en-US" altLang="zh-CN" sz="2000" i="1">
                                <a:solidFill>
                                  <a:srgbClr val="C00000"/>
                                </a:solidFill>
                                <a:latin typeface="Cambria Math" panose="02040503050406030204" pitchFamily="18" charset="0"/>
                                <a:ea typeface="微软雅黑" panose="020B0503020204020204" pitchFamily="34" charset="-122"/>
                              </a:rPr>
                            </m:ctrlPr>
                          </m:sSubPr>
                          <m:e>
                            <m:r>
                              <a:rPr kumimoji="1" lang="en-US" altLang="zh-CN" sz="2000" i="1">
                                <a:solidFill>
                                  <a:srgbClr val="C00000"/>
                                </a:solidFill>
                                <a:latin typeface="Cambria Math" panose="02040503050406030204" pitchFamily="18" charset="0"/>
                                <a:ea typeface="微软雅黑" panose="020B0503020204020204" pitchFamily="34" charset="-122"/>
                              </a:rPr>
                              <m:t>𝑣</m:t>
                            </m:r>
                          </m:e>
                          <m:sub>
                            <m:r>
                              <m:rPr>
                                <m:sty m:val="p"/>
                              </m:rPr>
                              <a:rPr kumimoji="1" lang="en-US" altLang="zh-CN" sz="2000">
                                <a:solidFill>
                                  <a:srgbClr val="C00000"/>
                                </a:solidFill>
                                <a:latin typeface="Cambria Math" panose="02040503050406030204" pitchFamily="18" charset="0"/>
                                <a:ea typeface="微软雅黑" panose="020B0503020204020204" pitchFamily="34" charset="-122"/>
                              </a:rPr>
                              <m:t>GS</m:t>
                            </m:r>
                          </m:sub>
                        </m:sSub>
                        <m:r>
                          <a:rPr kumimoji="1" lang="en-US" altLang="zh-CN" sz="2000" b="0" i="1" smtClean="0">
                            <a:solidFill>
                              <a:srgbClr val="C00000"/>
                            </a:solidFill>
                            <a:latin typeface="Cambria Math" panose="02040503050406030204" pitchFamily="18" charset="0"/>
                            <a:ea typeface="微软雅黑" panose="020B0503020204020204" pitchFamily="34" charset="-122"/>
                          </a:rPr>
                          <m:t>−</m:t>
                        </m:r>
                        <m:sSub>
                          <m:sSubPr>
                            <m:ctrlPr>
                              <a:rPr kumimoji="1" lang="en-US" altLang="zh-CN" sz="2000" i="1">
                                <a:solidFill>
                                  <a:srgbClr val="C00000"/>
                                </a:solidFill>
                                <a:latin typeface="Cambria Math" panose="02040503050406030204" pitchFamily="18" charset="0"/>
                                <a:ea typeface="微软雅黑" panose="020B0503020204020204" pitchFamily="34" charset="-122"/>
                              </a:rPr>
                            </m:ctrlPr>
                          </m:sSubPr>
                          <m:e>
                            <m:r>
                              <a:rPr kumimoji="1" lang="en-US" altLang="zh-CN" sz="2000" i="1">
                                <a:solidFill>
                                  <a:srgbClr val="C00000"/>
                                </a:solidFill>
                                <a:latin typeface="Cambria Math" panose="02040503050406030204" pitchFamily="18" charset="0"/>
                                <a:ea typeface="微软雅黑" panose="020B0503020204020204" pitchFamily="34" charset="-122"/>
                              </a:rPr>
                              <m:t>𝑉</m:t>
                            </m:r>
                          </m:e>
                          <m:sub>
                            <m:r>
                              <m:rPr>
                                <m:sty m:val="p"/>
                              </m:rPr>
                              <a:rPr kumimoji="1" lang="en-US" altLang="zh-CN" sz="2000">
                                <a:solidFill>
                                  <a:srgbClr val="C00000"/>
                                </a:solidFill>
                                <a:latin typeface="Cambria Math" panose="02040503050406030204" pitchFamily="18" charset="0"/>
                                <a:ea typeface="微软雅黑" panose="020B0503020204020204" pitchFamily="34" charset="-122"/>
                              </a:rPr>
                              <m:t>T</m:t>
                            </m:r>
                          </m:sub>
                        </m:sSub>
                      </m:oMath>
                    </m:oMathPara>
                  </a14:m>
                  <a:endParaRPr lang="zh-CN" altLang="en-US" sz="2000" dirty="0">
                    <a:solidFill>
                      <a:srgbClr val="C00000"/>
                    </a:solidFill>
                  </a:endParaRPr>
                </a:p>
              </p:txBody>
            </p:sp>
          </mc:Choice>
          <mc:Fallback xmlns="">
            <p:sp>
              <p:nvSpPr>
                <p:cNvPr id="86" name="文本框 85">
                  <a:extLst>
                    <a:ext uri="{FF2B5EF4-FFF2-40B4-BE49-F238E27FC236}">
                      <a16:creationId xmlns:a16="http://schemas.microsoft.com/office/drawing/2014/main" id="{BBF8E8B5-4731-1D72-79A1-5E448C91CDD7}"/>
                    </a:ext>
                  </a:extLst>
                </p:cNvPr>
                <p:cNvSpPr txBox="1">
                  <a:spLocks noRot="1" noChangeAspect="1" noMove="1" noResize="1" noEditPoints="1" noAdjustHandles="1" noChangeArrowheads="1" noChangeShapeType="1" noTextEdit="1"/>
                </p:cNvSpPr>
                <p:nvPr/>
              </p:nvSpPr>
              <p:spPr>
                <a:xfrm>
                  <a:off x="3924000" y="1476000"/>
                  <a:ext cx="2161091" cy="720000"/>
                </a:xfrm>
                <a:prstGeom prst="rect">
                  <a:avLst/>
                </a:prstGeom>
                <a:blipFill>
                  <a:blip r:embed="rId51"/>
                  <a:stretch>
                    <a:fillRect t="-4237"/>
                  </a:stretch>
                </a:blipFill>
              </p:spPr>
              <p:txBody>
                <a:bodyPr/>
                <a:lstStyle/>
                <a:p>
                  <a:r>
                    <a:rPr lang="zh-CN" altLang="en-US">
                      <a:noFill/>
                    </a:rPr>
                    <a:t> </a:t>
                  </a:r>
                </a:p>
              </p:txBody>
            </p:sp>
          </mc:Fallback>
        </mc:AlternateContent>
        <p:cxnSp>
          <p:nvCxnSpPr>
            <p:cNvPr id="141" name="直接连接符 140">
              <a:extLst>
                <a:ext uri="{FF2B5EF4-FFF2-40B4-BE49-F238E27FC236}">
                  <a16:creationId xmlns:a16="http://schemas.microsoft.com/office/drawing/2014/main" id="{9CF90D21-84E8-43FE-2074-BA61D663098D}"/>
                </a:ext>
              </a:extLst>
            </p:cNvPr>
            <p:cNvCxnSpPr>
              <a:cxnSpLocks/>
            </p:cNvCxnSpPr>
            <p:nvPr/>
          </p:nvCxnSpPr>
          <p:spPr>
            <a:xfrm>
              <a:off x="3456000" y="4968000"/>
              <a:ext cx="3276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142" name="文本框 141">
              <a:extLst>
                <a:ext uri="{FF2B5EF4-FFF2-40B4-BE49-F238E27FC236}">
                  <a16:creationId xmlns:a16="http://schemas.microsoft.com/office/drawing/2014/main" id="{BC7864DF-2E74-4A00-7EB9-CE0506F46572}"/>
                </a:ext>
              </a:extLst>
            </p:cNvPr>
            <p:cNvSpPr txBox="1"/>
            <p:nvPr/>
          </p:nvSpPr>
          <p:spPr>
            <a:xfrm>
              <a:off x="3384000" y="2124000"/>
              <a:ext cx="972000" cy="720000"/>
            </a:xfrm>
            <a:prstGeom prst="rect">
              <a:avLst/>
            </a:prstGeom>
            <a:noFill/>
          </p:spPr>
          <p:txBody>
            <a:bodyPr wrap="square">
              <a:spAutoFit/>
            </a:bodyPr>
            <a:lstStyle/>
            <a:p>
              <a:pPr algn="ctr"/>
              <a:r>
                <a:rPr kumimoji="1" lang="zh-CN" altLang="en-US" sz="2000" dirty="0">
                  <a:solidFill>
                    <a:srgbClr val="00B0F0"/>
                  </a:solidFill>
                  <a:latin typeface="微软雅黑" panose="020B0503020204020204" pitchFamily="34" charset="-122"/>
                  <a:ea typeface="微软雅黑" panose="020B0503020204020204" pitchFamily="34" charset="-122"/>
                </a:rPr>
                <a:t>可变</a:t>
              </a:r>
              <a:endParaRPr kumimoji="1" lang="en-US" altLang="zh-CN" sz="2000" dirty="0">
                <a:solidFill>
                  <a:srgbClr val="00B0F0"/>
                </a:solidFill>
                <a:latin typeface="微软雅黑" panose="020B0503020204020204" pitchFamily="34" charset="-122"/>
                <a:ea typeface="微软雅黑" panose="020B0503020204020204" pitchFamily="34" charset="-122"/>
              </a:endParaRPr>
            </a:p>
            <a:p>
              <a:pPr algn="ctr"/>
              <a:r>
                <a:rPr kumimoji="1" lang="zh-CN" altLang="en-US" sz="2000" dirty="0">
                  <a:solidFill>
                    <a:srgbClr val="00B0F0"/>
                  </a:solidFill>
                  <a:latin typeface="微软雅黑" panose="020B0503020204020204" pitchFamily="34" charset="-122"/>
                  <a:ea typeface="微软雅黑" panose="020B0503020204020204" pitchFamily="34" charset="-122"/>
                </a:rPr>
                <a:t>电阻区</a:t>
              </a:r>
              <a:endParaRPr lang="zh-CN" altLang="en-US" sz="2000" dirty="0">
                <a:solidFill>
                  <a:srgbClr val="00B0F0"/>
                </a:solidFill>
              </a:endParaRPr>
            </a:p>
          </p:txBody>
        </p:sp>
        <p:sp>
          <p:nvSpPr>
            <p:cNvPr id="144" name="文本框 143">
              <a:extLst>
                <a:ext uri="{FF2B5EF4-FFF2-40B4-BE49-F238E27FC236}">
                  <a16:creationId xmlns:a16="http://schemas.microsoft.com/office/drawing/2014/main" id="{206F64BD-A105-0922-59C0-EC607A5BDCD9}"/>
                </a:ext>
              </a:extLst>
            </p:cNvPr>
            <p:cNvSpPr txBox="1"/>
            <p:nvPr/>
          </p:nvSpPr>
          <p:spPr>
            <a:xfrm>
              <a:off x="5399999" y="2592000"/>
              <a:ext cx="1080000" cy="396000"/>
            </a:xfrm>
            <a:prstGeom prst="rect">
              <a:avLst/>
            </a:prstGeom>
            <a:noFill/>
          </p:spPr>
          <p:txBody>
            <a:bodyPr wrap="square">
              <a:spAutoFit/>
            </a:bodyPr>
            <a:lstStyle/>
            <a:p>
              <a:pPr algn="ctr"/>
              <a:r>
                <a:rPr kumimoji="1" lang="zh-CN" altLang="en-US" sz="2000" dirty="0">
                  <a:solidFill>
                    <a:srgbClr val="00B0F0"/>
                  </a:solidFill>
                  <a:latin typeface="微软雅黑" panose="020B0503020204020204" pitchFamily="34" charset="-122"/>
                  <a:ea typeface="微软雅黑" panose="020B0503020204020204" pitchFamily="34" charset="-122"/>
                </a:rPr>
                <a:t>恒流区</a:t>
              </a:r>
              <a:endParaRPr lang="zh-CN" altLang="en-US" sz="2000" dirty="0">
                <a:solidFill>
                  <a:srgbClr val="00B0F0"/>
                </a:solidFill>
              </a:endParaRPr>
            </a:p>
          </p:txBody>
        </p:sp>
        <p:sp>
          <p:nvSpPr>
            <p:cNvPr id="145" name="文本框 144">
              <a:extLst>
                <a:ext uri="{FF2B5EF4-FFF2-40B4-BE49-F238E27FC236}">
                  <a16:creationId xmlns:a16="http://schemas.microsoft.com/office/drawing/2014/main" id="{5455136B-5535-318A-D8EE-F446EB2EDE96}"/>
                </a:ext>
              </a:extLst>
            </p:cNvPr>
            <p:cNvSpPr txBox="1"/>
            <p:nvPr/>
          </p:nvSpPr>
          <p:spPr>
            <a:xfrm>
              <a:off x="6768000" y="4428000"/>
              <a:ext cx="1080000" cy="396000"/>
            </a:xfrm>
            <a:prstGeom prst="rect">
              <a:avLst/>
            </a:prstGeom>
            <a:noFill/>
          </p:spPr>
          <p:txBody>
            <a:bodyPr wrap="square">
              <a:spAutoFit/>
            </a:bodyPr>
            <a:lstStyle/>
            <a:p>
              <a:pPr algn="ctr"/>
              <a:r>
                <a:rPr kumimoji="1" lang="zh-CN" altLang="en-US" sz="2000" dirty="0">
                  <a:solidFill>
                    <a:srgbClr val="00B0F0"/>
                  </a:solidFill>
                  <a:latin typeface="微软雅黑" panose="020B0503020204020204" pitchFamily="34" charset="-122"/>
                  <a:ea typeface="微软雅黑" panose="020B0503020204020204" pitchFamily="34" charset="-122"/>
                </a:rPr>
                <a:t>截止区</a:t>
              </a:r>
              <a:endParaRPr lang="zh-CN" altLang="en-US" sz="2000" dirty="0">
                <a:solidFill>
                  <a:srgbClr val="00B0F0"/>
                </a:solidFill>
              </a:endParaRPr>
            </a:p>
          </p:txBody>
        </p:sp>
        <p:cxnSp>
          <p:nvCxnSpPr>
            <p:cNvPr id="146" name="直接连接符 145">
              <a:extLst>
                <a:ext uri="{FF2B5EF4-FFF2-40B4-BE49-F238E27FC236}">
                  <a16:creationId xmlns:a16="http://schemas.microsoft.com/office/drawing/2014/main" id="{ACC7DC26-E5E6-5083-D2B9-AFC7D57BB9D5}"/>
                </a:ext>
              </a:extLst>
            </p:cNvPr>
            <p:cNvCxnSpPr>
              <a:cxnSpLocks/>
            </p:cNvCxnSpPr>
            <p:nvPr/>
          </p:nvCxnSpPr>
          <p:spPr>
            <a:xfrm flipH="1">
              <a:off x="6588000" y="4788000"/>
              <a:ext cx="324000" cy="180000"/>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7" name="文本框 146">
                  <a:extLst>
                    <a:ext uri="{FF2B5EF4-FFF2-40B4-BE49-F238E27FC236}">
                      <a16:creationId xmlns:a16="http://schemas.microsoft.com/office/drawing/2014/main" id="{75D2C5D3-77C3-D6AB-3B0D-88A6A3AEF515}"/>
                    </a:ext>
                  </a:extLst>
                </p:cNvPr>
                <p:cNvSpPr txBox="1"/>
                <p:nvPr/>
              </p:nvSpPr>
              <p:spPr>
                <a:xfrm>
                  <a:off x="3240000" y="4932000"/>
                  <a:ext cx="364873" cy="400109"/>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𝑂</m:t>
                        </m:r>
                      </m:oMath>
                    </m:oMathPara>
                  </a14:m>
                  <a:endParaRPr lang="zh-CN" altLang="en-US" sz="2000" dirty="0">
                    <a:solidFill>
                      <a:schemeClr val="tx1"/>
                    </a:solidFill>
                  </a:endParaRPr>
                </a:p>
              </p:txBody>
            </p:sp>
          </mc:Choice>
          <mc:Fallback xmlns="">
            <p:sp>
              <p:nvSpPr>
                <p:cNvPr id="3" name="文本框 2">
                  <a:extLst>
                    <a:ext uri="{FF2B5EF4-FFF2-40B4-BE49-F238E27FC236}">
                      <a16:creationId xmlns:a16="http://schemas.microsoft.com/office/drawing/2014/main" id="{1554FEE5-D780-26F5-9593-CF43EDA1EC8D}"/>
                    </a:ext>
                  </a:extLst>
                </p:cNvPr>
                <p:cNvSpPr txBox="1">
                  <a:spLocks noRot="1" noChangeAspect="1" noMove="1" noResize="1" noEditPoints="1" noAdjustHandles="1" noChangeArrowheads="1" noChangeShapeType="1" noTextEdit="1"/>
                </p:cNvSpPr>
                <p:nvPr/>
              </p:nvSpPr>
              <p:spPr>
                <a:xfrm>
                  <a:off x="3240000" y="4932000"/>
                  <a:ext cx="364873" cy="400109"/>
                </a:xfrm>
                <a:prstGeom prst="rect">
                  <a:avLst/>
                </a:prstGeom>
                <a:blipFill>
                  <a:blip r:embed="rId52"/>
                  <a:stretch>
                    <a:fillRect l="-8333"/>
                  </a:stretch>
                </a:blipFill>
              </p:spPr>
              <p:txBody>
                <a:bodyPr/>
                <a:lstStyle/>
                <a:p>
                  <a:r>
                    <a:rPr lang="zh-CN" altLang="en-US">
                      <a:noFill/>
                    </a:rPr>
                    <a:t> </a:t>
                  </a:r>
                </a:p>
              </p:txBody>
            </p:sp>
          </mc:Fallback>
        </mc:AlternateContent>
        <p:cxnSp>
          <p:nvCxnSpPr>
            <p:cNvPr id="148" name="直接连接符 147">
              <a:extLst>
                <a:ext uri="{FF2B5EF4-FFF2-40B4-BE49-F238E27FC236}">
                  <a16:creationId xmlns:a16="http://schemas.microsoft.com/office/drawing/2014/main" id="{D3EA1AF9-CA8F-E15D-FBA1-FD44EF125F88}"/>
                </a:ext>
              </a:extLst>
            </p:cNvPr>
            <p:cNvCxnSpPr>
              <a:cxnSpLocks/>
            </p:cNvCxnSpPr>
            <p:nvPr/>
          </p:nvCxnSpPr>
          <p:spPr>
            <a:xfrm>
              <a:off x="4896000" y="2232000"/>
              <a:ext cx="0" cy="273600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5F8C09D0-BFB7-D3AD-7460-93206568D9CF}"/>
                </a:ext>
              </a:extLst>
            </p:cNvPr>
            <p:cNvCxnSpPr>
              <a:cxnSpLocks/>
            </p:cNvCxnSpPr>
            <p:nvPr/>
          </p:nvCxnSpPr>
          <p:spPr>
            <a:xfrm>
              <a:off x="4716000" y="2448000"/>
              <a:ext cx="2016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150" name="任意多边形: 形状 149">
              <a:extLst>
                <a:ext uri="{FF2B5EF4-FFF2-40B4-BE49-F238E27FC236}">
                  <a16:creationId xmlns:a16="http://schemas.microsoft.com/office/drawing/2014/main" id="{91392F7B-3546-7217-7BF0-148C4FB1A028}"/>
                </a:ext>
              </a:extLst>
            </p:cNvPr>
            <p:cNvSpPr/>
            <p:nvPr/>
          </p:nvSpPr>
          <p:spPr>
            <a:xfrm>
              <a:off x="3456000" y="3348000"/>
              <a:ext cx="1116000" cy="1620000"/>
            </a:xfrm>
            <a:custGeom>
              <a:avLst/>
              <a:gdLst>
                <a:gd name="connsiteX0" fmla="*/ 0 w 893618"/>
                <a:gd name="connsiteY0" fmla="*/ 1709304 h 1709304"/>
                <a:gd name="connsiteX1" fmla="*/ 509155 w 893618"/>
                <a:gd name="connsiteY1" fmla="*/ 311727 h 1709304"/>
                <a:gd name="connsiteX2" fmla="*/ 893618 w 893618"/>
                <a:gd name="connsiteY2" fmla="*/ 0 h 1709304"/>
              </a:gdLst>
              <a:ahLst/>
              <a:cxnLst>
                <a:cxn ang="0">
                  <a:pos x="connsiteX0" y="connsiteY0"/>
                </a:cxn>
                <a:cxn ang="0">
                  <a:pos x="connsiteX1" y="connsiteY1"/>
                </a:cxn>
                <a:cxn ang="0">
                  <a:pos x="connsiteX2" y="connsiteY2"/>
                </a:cxn>
              </a:cxnLst>
              <a:rect l="l" t="t" r="r" b="b"/>
              <a:pathLst>
                <a:path w="893618" h="1709304">
                  <a:moveTo>
                    <a:pt x="0" y="1709304"/>
                  </a:moveTo>
                  <a:cubicBezTo>
                    <a:pt x="180109" y="1152957"/>
                    <a:pt x="360219" y="596611"/>
                    <a:pt x="509155" y="311727"/>
                  </a:cubicBezTo>
                  <a:cubicBezTo>
                    <a:pt x="658091" y="26843"/>
                    <a:pt x="775854" y="13421"/>
                    <a:pt x="893618" y="0"/>
                  </a:cubicBezTo>
                </a:path>
              </a:pathLst>
            </a:cu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53" name="任意多边形: 形状 152">
              <a:extLst>
                <a:ext uri="{FF2B5EF4-FFF2-40B4-BE49-F238E27FC236}">
                  <a16:creationId xmlns:a16="http://schemas.microsoft.com/office/drawing/2014/main" id="{0779E41D-002B-9D4F-964B-2C1E19ECBE90}"/>
                </a:ext>
              </a:extLst>
            </p:cNvPr>
            <p:cNvSpPr/>
            <p:nvPr/>
          </p:nvSpPr>
          <p:spPr>
            <a:xfrm>
              <a:off x="3456000" y="4068000"/>
              <a:ext cx="972000" cy="900000"/>
            </a:xfrm>
            <a:custGeom>
              <a:avLst/>
              <a:gdLst>
                <a:gd name="connsiteX0" fmla="*/ 0 w 893618"/>
                <a:gd name="connsiteY0" fmla="*/ 1709304 h 1709304"/>
                <a:gd name="connsiteX1" fmla="*/ 509155 w 893618"/>
                <a:gd name="connsiteY1" fmla="*/ 311727 h 1709304"/>
                <a:gd name="connsiteX2" fmla="*/ 893618 w 893618"/>
                <a:gd name="connsiteY2" fmla="*/ 0 h 1709304"/>
              </a:gdLst>
              <a:ahLst/>
              <a:cxnLst>
                <a:cxn ang="0">
                  <a:pos x="connsiteX0" y="connsiteY0"/>
                </a:cxn>
                <a:cxn ang="0">
                  <a:pos x="connsiteX1" y="connsiteY1"/>
                </a:cxn>
                <a:cxn ang="0">
                  <a:pos x="connsiteX2" y="connsiteY2"/>
                </a:cxn>
              </a:cxnLst>
              <a:rect l="l" t="t" r="r" b="b"/>
              <a:pathLst>
                <a:path w="893618" h="1709304">
                  <a:moveTo>
                    <a:pt x="0" y="1709304"/>
                  </a:moveTo>
                  <a:cubicBezTo>
                    <a:pt x="180109" y="1152957"/>
                    <a:pt x="360219" y="596611"/>
                    <a:pt x="509155" y="311727"/>
                  </a:cubicBezTo>
                  <a:cubicBezTo>
                    <a:pt x="658091" y="26843"/>
                    <a:pt x="775854" y="13421"/>
                    <a:pt x="893618" y="0"/>
                  </a:cubicBezTo>
                </a:path>
              </a:pathLst>
            </a:cu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mc:AlternateContent xmlns:mc="http://schemas.openxmlformats.org/markup-compatibility/2006" xmlns:a14="http://schemas.microsoft.com/office/drawing/2010/main">
          <mc:Choice Requires="a14">
            <p:sp>
              <p:nvSpPr>
                <p:cNvPr id="154" name="文本框 153">
                  <a:extLst>
                    <a:ext uri="{FF2B5EF4-FFF2-40B4-BE49-F238E27FC236}">
                      <a16:creationId xmlns:a16="http://schemas.microsoft.com/office/drawing/2014/main" id="{5645D1C5-482D-47AD-BEA6-4F544D408FD1}"/>
                    </a:ext>
                  </a:extLst>
                </p:cNvPr>
                <p:cNvSpPr txBox="1"/>
                <p:nvPr/>
              </p:nvSpPr>
              <p:spPr>
                <a:xfrm>
                  <a:off x="4608000" y="4968000"/>
                  <a:ext cx="576000" cy="360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kumimoji="1" lang="en-US" altLang="zh-CN" sz="2000" i="1" smtClean="0">
                            <a:solidFill>
                              <a:srgbClr val="0000FF"/>
                            </a:solidFill>
                            <a:latin typeface="Cambria Math" panose="02040503050406030204" pitchFamily="18" charset="0"/>
                            <a:ea typeface="微软雅黑" panose="020B0503020204020204" pitchFamily="34" charset="-122"/>
                          </a:rPr>
                          <m:t>5</m:t>
                        </m:r>
                        <m:r>
                          <a:rPr kumimoji="1" lang="en-US" altLang="zh-CN" sz="2000" b="0" i="0" smtClean="0">
                            <a:solidFill>
                              <a:srgbClr val="0000FF"/>
                            </a:solidFill>
                            <a:latin typeface="Cambria Math" panose="02040503050406030204" pitchFamily="18" charset="0"/>
                            <a:ea typeface="微软雅黑" panose="020B0503020204020204" pitchFamily="34" charset="-122"/>
                          </a:rPr>
                          <m:t> </m:t>
                        </m:r>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V</m:t>
                        </m:r>
                      </m:oMath>
                    </m:oMathPara>
                  </a14:m>
                  <a:endParaRPr lang="zh-CN" altLang="en-US" sz="2000" dirty="0">
                    <a:solidFill>
                      <a:srgbClr val="0000FF"/>
                    </a:solidFill>
                  </a:endParaRPr>
                </a:p>
              </p:txBody>
            </p:sp>
          </mc:Choice>
          <mc:Fallback xmlns="">
            <p:sp>
              <p:nvSpPr>
                <p:cNvPr id="18" name="文本框 17">
                  <a:extLst>
                    <a:ext uri="{FF2B5EF4-FFF2-40B4-BE49-F238E27FC236}">
                      <a16:creationId xmlns:a16="http://schemas.microsoft.com/office/drawing/2014/main" id="{668E5768-4729-D9A1-4089-57B6F9138FB3}"/>
                    </a:ext>
                  </a:extLst>
                </p:cNvPr>
                <p:cNvSpPr txBox="1">
                  <a:spLocks noRot="1" noChangeAspect="1" noMove="1" noResize="1" noEditPoints="1" noAdjustHandles="1" noChangeArrowheads="1" noChangeShapeType="1" noTextEdit="1"/>
                </p:cNvSpPr>
                <p:nvPr/>
              </p:nvSpPr>
              <p:spPr>
                <a:xfrm>
                  <a:off x="4608000" y="4968000"/>
                  <a:ext cx="576000" cy="360000"/>
                </a:xfrm>
                <a:prstGeom prst="rect">
                  <a:avLst/>
                </a:prstGeom>
                <a:blipFill>
                  <a:blip r:embed="rId53"/>
                  <a:stretch>
                    <a:fillRect l="-3191" b="-3390"/>
                  </a:stretch>
                </a:blipFill>
              </p:spPr>
              <p:txBody>
                <a:bodyPr/>
                <a:lstStyle/>
                <a:p>
                  <a:r>
                    <a:rPr lang="zh-CN" altLang="en-US">
                      <a:noFill/>
                    </a:rPr>
                    <a:t> </a:t>
                  </a:r>
                </a:p>
              </p:txBody>
            </p:sp>
          </mc:Fallback>
        </mc:AlternateContent>
        <p:sp>
          <p:nvSpPr>
            <p:cNvPr id="155" name="任意多边形: 形状 154">
              <a:extLst>
                <a:ext uri="{FF2B5EF4-FFF2-40B4-BE49-F238E27FC236}">
                  <a16:creationId xmlns:a16="http://schemas.microsoft.com/office/drawing/2014/main" id="{D140DEC5-65DD-25D7-987E-550A2B7C2EC6}"/>
                </a:ext>
              </a:extLst>
            </p:cNvPr>
            <p:cNvSpPr/>
            <p:nvPr/>
          </p:nvSpPr>
          <p:spPr>
            <a:xfrm>
              <a:off x="3456000" y="4536000"/>
              <a:ext cx="756000" cy="432000"/>
            </a:xfrm>
            <a:custGeom>
              <a:avLst/>
              <a:gdLst>
                <a:gd name="connsiteX0" fmla="*/ 0 w 893618"/>
                <a:gd name="connsiteY0" fmla="*/ 1709304 h 1709304"/>
                <a:gd name="connsiteX1" fmla="*/ 509155 w 893618"/>
                <a:gd name="connsiteY1" fmla="*/ 311727 h 1709304"/>
                <a:gd name="connsiteX2" fmla="*/ 893618 w 893618"/>
                <a:gd name="connsiteY2" fmla="*/ 0 h 1709304"/>
              </a:gdLst>
              <a:ahLst/>
              <a:cxnLst>
                <a:cxn ang="0">
                  <a:pos x="connsiteX0" y="connsiteY0"/>
                </a:cxn>
                <a:cxn ang="0">
                  <a:pos x="connsiteX1" y="connsiteY1"/>
                </a:cxn>
                <a:cxn ang="0">
                  <a:pos x="connsiteX2" y="connsiteY2"/>
                </a:cxn>
              </a:cxnLst>
              <a:rect l="l" t="t" r="r" b="b"/>
              <a:pathLst>
                <a:path w="893618" h="1709304">
                  <a:moveTo>
                    <a:pt x="0" y="1709304"/>
                  </a:moveTo>
                  <a:cubicBezTo>
                    <a:pt x="180109" y="1152957"/>
                    <a:pt x="360219" y="596611"/>
                    <a:pt x="509155" y="311727"/>
                  </a:cubicBezTo>
                  <a:cubicBezTo>
                    <a:pt x="658091" y="26843"/>
                    <a:pt x="775854" y="13421"/>
                    <a:pt x="893618" y="0"/>
                  </a:cubicBezTo>
                </a:path>
              </a:pathLst>
            </a:cu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cxnSp>
          <p:nvCxnSpPr>
            <p:cNvPr id="156" name="直接连接符 155">
              <a:extLst>
                <a:ext uri="{FF2B5EF4-FFF2-40B4-BE49-F238E27FC236}">
                  <a16:creationId xmlns:a16="http://schemas.microsoft.com/office/drawing/2014/main" id="{DC142DAF-A363-FEC7-7533-E6BC26E517B0}"/>
                </a:ext>
              </a:extLst>
            </p:cNvPr>
            <p:cNvCxnSpPr>
              <a:cxnSpLocks/>
            </p:cNvCxnSpPr>
            <p:nvPr/>
          </p:nvCxnSpPr>
          <p:spPr>
            <a:xfrm>
              <a:off x="4212000" y="4536000"/>
              <a:ext cx="2520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157" name="文本框 156">
              <a:extLst>
                <a:ext uri="{FF2B5EF4-FFF2-40B4-BE49-F238E27FC236}">
                  <a16:creationId xmlns:a16="http://schemas.microsoft.com/office/drawing/2014/main" id="{B7FE67F6-0778-A769-18A9-B878E908F58C}"/>
                </a:ext>
              </a:extLst>
            </p:cNvPr>
            <p:cNvSpPr txBox="1"/>
            <p:nvPr/>
          </p:nvSpPr>
          <p:spPr>
            <a:xfrm>
              <a:off x="4860000" y="2394000"/>
              <a:ext cx="360000" cy="360000"/>
            </a:xfrm>
            <a:prstGeom prst="rect">
              <a:avLst/>
            </a:prstGeom>
            <a:noFill/>
          </p:spPr>
          <p:txBody>
            <a:bodyPr wrap="square">
              <a:spAutoFit/>
            </a:bodyPr>
            <a:lstStyle/>
            <a:p>
              <a:pPr algn="ctr"/>
              <a:r>
                <a:rPr lang="en-US" altLang="zh-CN" sz="2000" dirty="0">
                  <a:solidFill>
                    <a:srgbClr val="FF00FF"/>
                  </a:solidFill>
                  <a:latin typeface="微软雅黑" panose="020B0503020204020204" pitchFamily="34" charset="-122"/>
                  <a:ea typeface="微软雅黑" panose="020B0503020204020204" pitchFamily="34" charset="-122"/>
                </a:rPr>
                <a:t>A</a:t>
              </a:r>
              <a:endParaRPr lang="zh-CN" altLang="en-US" sz="2000" dirty="0">
                <a:solidFill>
                  <a:srgbClr val="FF00FF"/>
                </a:solidFill>
                <a:latin typeface="微软雅黑" panose="020B0503020204020204" pitchFamily="34" charset="-122"/>
                <a:ea typeface="微软雅黑" panose="020B0503020204020204" pitchFamily="34" charset="-122"/>
              </a:endParaRPr>
            </a:p>
          </p:txBody>
        </p:sp>
        <p:sp>
          <p:nvSpPr>
            <p:cNvPr id="158" name="文本框 157">
              <a:extLst>
                <a:ext uri="{FF2B5EF4-FFF2-40B4-BE49-F238E27FC236}">
                  <a16:creationId xmlns:a16="http://schemas.microsoft.com/office/drawing/2014/main" id="{DE548AA9-F7B9-D230-2EB6-2CC51F328C90}"/>
                </a:ext>
              </a:extLst>
            </p:cNvPr>
            <p:cNvSpPr txBox="1"/>
            <p:nvPr/>
          </p:nvSpPr>
          <p:spPr>
            <a:xfrm>
              <a:off x="4860000" y="2988000"/>
              <a:ext cx="360000" cy="360000"/>
            </a:xfrm>
            <a:prstGeom prst="rect">
              <a:avLst/>
            </a:prstGeom>
            <a:noFill/>
          </p:spPr>
          <p:txBody>
            <a:bodyPr wrap="square">
              <a:spAutoFit/>
            </a:bodyPr>
            <a:lstStyle/>
            <a:p>
              <a:pPr algn="ctr"/>
              <a:r>
                <a:rPr lang="en-US" altLang="zh-CN" sz="2000" dirty="0">
                  <a:solidFill>
                    <a:srgbClr val="FF00FF"/>
                  </a:solidFill>
                  <a:latin typeface="微软雅黑" panose="020B0503020204020204" pitchFamily="34" charset="-122"/>
                  <a:ea typeface="微软雅黑" panose="020B0503020204020204" pitchFamily="34" charset="-122"/>
                </a:rPr>
                <a:t>B</a:t>
              </a:r>
              <a:endParaRPr lang="zh-CN" altLang="en-US" sz="2000" dirty="0">
                <a:solidFill>
                  <a:srgbClr val="FF00FF"/>
                </a:solidFill>
                <a:latin typeface="微软雅黑" panose="020B0503020204020204" pitchFamily="34" charset="-122"/>
                <a:ea typeface="微软雅黑" panose="020B0503020204020204" pitchFamily="34" charset="-122"/>
              </a:endParaRPr>
            </a:p>
          </p:txBody>
        </p:sp>
        <p:sp>
          <p:nvSpPr>
            <p:cNvPr id="159" name="文本框 158">
              <a:extLst>
                <a:ext uri="{FF2B5EF4-FFF2-40B4-BE49-F238E27FC236}">
                  <a16:creationId xmlns:a16="http://schemas.microsoft.com/office/drawing/2014/main" id="{A82DF6CF-5122-1AB8-3F8C-416F3707428B}"/>
                </a:ext>
              </a:extLst>
            </p:cNvPr>
            <p:cNvSpPr txBox="1"/>
            <p:nvPr/>
          </p:nvSpPr>
          <p:spPr>
            <a:xfrm>
              <a:off x="4860000" y="3708000"/>
              <a:ext cx="360000" cy="360000"/>
            </a:xfrm>
            <a:prstGeom prst="rect">
              <a:avLst/>
            </a:prstGeom>
            <a:noFill/>
          </p:spPr>
          <p:txBody>
            <a:bodyPr wrap="square">
              <a:spAutoFit/>
            </a:bodyPr>
            <a:lstStyle/>
            <a:p>
              <a:pPr algn="ctr"/>
              <a:r>
                <a:rPr lang="en-US" altLang="zh-CN" sz="2000" dirty="0">
                  <a:solidFill>
                    <a:srgbClr val="FF00FF"/>
                  </a:solidFill>
                  <a:latin typeface="微软雅黑" panose="020B0503020204020204" pitchFamily="34" charset="-122"/>
                  <a:ea typeface="微软雅黑" panose="020B0503020204020204" pitchFamily="34" charset="-122"/>
                </a:rPr>
                <a:t>C</a:t>
              </a:r>
              <a:endParaRPr lang="zh-CN" altLang="en-US" sz="2000" dirty="0">
                <a:solidFill>
                  <a:srgbClr val="FF00FF"/>
                </a:solidFill>
                <a:latin typeface="微软雅黑" panose="020B0503020204020204" pitchFamily="34" charset="-122"/>
                <a:ea typeface="微软雅黑" panose="020B0503020204020204" pitchFamily="34" charset="-122"/>
              </a:endParaRPr>
            </a:p>
          </p:txBody>
        </p:sp>
        <p:sp>
          <p:nvSpPr>
            <p:cNvPr id="160" name="文本框 159">
              <a:extLst>
                <a:ext uri="{FF2B5EF4-FFF2-40B4-BE49-F238E27FC236}">
                  <a16:creationId xmlns:a16="http://schemas.microsoft.com/office/drawing/2014/main" id="{70DDDC8E-9C67-E21E-3FDC-833BFAAEAA86}"/>
                </a:ext>
              </a:extLst>
            </p:cNvPr>
            <p:cNvSpPr txBox="1"/>
            <p:nvPr/>
          </p:nvSpPr>
          <p:spPr>
            <a:xfrm>
              <a:off x="4860000" y="4176000"/>
              <a:ext cx="360000" cy="360000"/>
            </a:xfrm>
            <a:prstGeom prst="rect">
              <a:avLst/>
            </a:prstGeom>
            <a:noFill/>
          </p:spPr>
          <p:txBody>
            <a:bodyPr wrap="square">
              <a:spAutoFit/>
            </a:bodyPr>
            <a:lstStyle/>
            <a:p>
              <a:pPr algn="ctr"/>
              <a:r>
                <a:rPr lang="en-US" altLang="zh-CN" sz="2000" dirty="0">
                  <a:solidFill>
                    <a:srgbClr val="FF00FF"/>
                  </a:solidFill>
                  <a:latin typeface="微软雅黑" panose="020B0503020204020204" pitchFamily="34" charset="-122"/>
                  <a:ea typeface="微软雅黑" panose="020B0503020204020204" pitchFamily="34" charset="-122"/>
                </a:rPr>
                <a:t>D</a:t>
              </a:r>
              <a:endParaRPr lang="zh-CN" altLang="en-US" sz="2000" dirty="0">
                <a:solidFill>
                  <a:srgbClr val="FF00FF"/>
                </a:solidFill>
                <a:latin typeface="微软雅黑" panose="020B0503020204020204" pitchFamily="34" charset="-122"/>
                <a:ea typeface="微软雅黑" panose="020B0503020204020204" pitchFamily="34" charset="-122"/>
              </a:endParaRPr>
            </a:p>
          </p:txBody>
        </p:sp>
        <p:sp>
          <p:nvSpPr>
            <p:cNvPr id="161" name="任意多边形: 形状 160">
              <a:extLst>
                <a:ext uri="{FF2B5EF4-FFF2-40B4-BE49-F238E27FC236}">
                  <a16:creationId xmlns:a16="http://schemas.microsoft.com/office/drawing/2014/main" id="{BED5A82F-62DC-99AF-ED1A-B6C9CDEF912D}"/>
                </a:ext>
              </a:extLst>
            </p:cNvPr>
            <p:cNvSpPr/>
            <p:nvPr/>
          </p:nvSpPr>
          <p:spPr>
            <a:xfrm>
              <a:off x="3456000" y="2124000"/>
              <a:ext cx="1296000" cy="2844000"/>
            </a:xfrm>
            <a:custGeom>
              <a:avLst/>
              <a:gdLst>
                <a:gd name="connsiteX0" fmla="*/ 0 w 723900"/>
                <a:gd name="connsiteY0" fmla="*/ 1479550 h 1479550"/>
                <a:gd name="connsiteX1" fmla="*/ 482600 w 723900"/>
                <a:gd name="connsiteY1" fmla="*/ 1143000 h 1479550"/>
                <a:gd name="connsiteX2" fmla="*/ 723900 w 723900"/>
                <a:gd name="connsiteY2" fmla="*/ 0 h 1479550"/>
              </a:gdLst>
              <a:ahLst/>
              <a:cxnLst>
                <a:cxn ang="0">
                  <a:pos x="connsiteX0" y="connsiteY0"/>
                </a:cxn>
                <a:cxn ang="0">
                  <a:pos x="connsiteX1" y="connsiteY1"/>
                </a:cxn>
                <a:cxn ang="0">
                  <a:pos x="connsiteX2" y="connsiteY2"/>
                </a:cxn>
              </a:cxnLst>
              <a:rect l="l" t="t" r="r" b="b"/>
              <a:pathLst>
                <a:path w="723900" h="1479550">
                  <a:moveTo>
                    <a:pt x="0" y="1479550"/>
                  </a:moveTo>
                  <a:cubicBezTo>
                    <a:pt x="180975" y="1434571"/>
                    <a:pt x="361950" y="1389592"/>
                    <a:pt x="482600" y="1143000"/>
                  </a:cubicBezTo>
                  <a:cubicBezTo>
                    <a:pt x="603250" y="896408"/>
                    <a:pt x="723900" y="0"/>
                    <a:pt x="723900" y="0"/>
                  </a:cubicBezTo>
                </a:path>
              </a:pathLst>
            </a:custGeom>
            <a:noFill/>
            <a:ln w="254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grpSp>
      <p:grpSp>
        <p:nvGrpSpPr>
          <p:cNvPr id="162" name="组合 161">
            <a:extLst>
              <a:ext uri="{FF2B5EF4-FFF2-40B4-BE49-F238E27FC236}">
                <a16:creationId xmlns:a16="http://schemas.microsoft.com/office/drawing/2014/main" id="{04CED586-5DCE-B84B-FF12-913261FB565B}"/>
              </a:ext>
            </a:extLst>
          </p:cNvPr>
          <p:cNvGrpSpPr/>
          <p:nvPr/>
        </p:nvGrpSpPr>
        <p:grpSpPr>
          <a:xfrm>
            <a:off x="7920000" y="1440000"/>
            <a:ext cx="3780000" cy="3892109"/>
            <a:chOff x="7920000" y="1440000"/>
            <a:chExt cx="3780000" cy="3892109"/>
          </a:xfrm>
        </p:grpSpPr>
        <p:cxnSp>
          <p:nvCxnSpPr>
            <p:cNvPr id="163" name="直接连接符 162">
              <a:extLst>
                <a:ext uri="{FF2B5EF4-FFF2-40B4-BE49-F238E27FC236}">
                  <a16:creationId xmlns:a16="http://schemas.microsoft.com/office/drawing/2014/main" id="{7D854AB4-19AA-4F0A-9720-A76E0326599E}"/>
                </a:ext>
              </a:extLst>
            </p:cNvPr>
            <p:cNvCxnSpPr>
              <a:cxnSpLocks/>
            </p:cNvCxnSpPr>
            <p:nvPr/>
          </p:nvCxnSpPr>
          <p:spPr>
            <a:xfrm>
              <a:off x="8352000" y="3348000"/>
              <a:ext cx="212400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13F9DA4A-BB26-13A1-1F39-FB656B99ECAE}"/>
                </a:ext>
              </a:extLst>
            </p:cNvPr>
            <p:cNvCxnSpPr>
              <a:cxnSpLocks/>
            </p:cNvCxnSpPr>
            <p:nvPr/>
          </p:nvCxnSpPr>
          <p:spPr>
            <a:xfrm>
              <a:off x="10476000" y="3348000"/>
              <a:ext cx="0" cy="162000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5A728AC2-0B9C-DFE8-4AB8-8E971F961842}"/>
                </a:ext>
              </a:extLst>
            </p:cNvPr>
            <p:cNvCxnSpPr>
              <a:cxnSpLocks/>
            </p:cNvCxnSpPr>
            <p:nvPr/>
          </p:nvCxnSpPr>
          <p:spPr>
            <a:xfrm>
              <a:off x="8352000" y="2448000"/>
              <a:ext cx="244800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A3E74C0A-6EBC-E935-DA0A-9C9FC2112EA8}"/>
                </a:ext>
              </a:extLst>
            </p:cNvPr>
            <p:cNvCxnSpPr>
              <a:cxnSpLocks/>
            </p:cNvCxnSpPr>
            <p:nvPr/>
          </p:nvCxnSpPr>
          <p:spPr>
            <a:xfrm>
              <a:off x="10800000" y="2447999"/>
              <a:ext cx="0" cy="252000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7" name="文本框 166">
                  <a:extLst>
                    <a:ext uri="{FF2B5EF4-FFF2-40B4-BE49-F238E27FC236}">
                      <a16:creationId xmlns:a16="http://schemas.microsoft.com/office/drawing/2014/main" id="{3C238985-C1FA-D1A9-1274-97BFB9D4EB52}"/>
                    </a:ext>
                  </a:extLst>
                </p:cNvPr>
                <p:cNvSpPr txBox="1"/>
                <p:nvPr/>
              </p:nvSpPr>
              <p:spPr>
                <a:xfrm>
                  <a:off x="8604000" y="2808000"/>
                  <a:ext cx="1548000" cy="396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kumimoji="1" lang="en-US" altLang="zh-CN" sz="200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DS</m:t>
                            </m:r>
                          </m:sub>
                        </m:sSub>
                        <m:r>
                          <a:rPr kumimoji="1" lang="en-US" altLang="zh-CN" sz="2000" i="1">
                            <a:solidFill>
                              <a:srgbClr val="0000FF"/>
                            </a:solidFill>
                            <a:latin typeface="Cambria Math" panose="02040503050406030204" pitchFamily="18" charset="0"/>
                            <a:ea typeface="微软雅黑" panose="020B0503020204020204" pitchFamily="34" charset="-122"/>
                          </a:rPr>
                          <m:t>=</m:t>
                        </m:r>
                        <m:r>
                          <a:rPr kumimoji="1" lang="en-US" altLang="zh-CN" sz="2000" i="1" smtClean="0">
                            <a:solidFill>
                              <a:srgbClr val="0000FF"/>
                            </a:solidFill>
                            <a:latin typeface="Cambria Math" panose="02040503050406030204" pitchFamily="18" charset="0"/>
                            <a:ea typeface="微软雅黑" panose="020B0503020204020204" pitchFamily="34" charset="-122"/>
                          </a:rPr>
                          <m:t>5</m:t>
                        </m:r>
                        <m:r>
                          <a:rPr kumimoji="1" lang="en-US" altLang="zh-CN" sz="2000" b="0" i="0" smtClean="0">
                            <a:solidFill>
                              <a:srgbClr val="0000FF"/>
                            </a:solidFill>
                            <a:latin typeface="Cambria Math" panose="02040503050406030204" pitchFamily="18" charset="0"/>
                            <a:ea typeface="微软雅黑" panose="020B0503020204020204" pitchFamily="34" charset="-122"/>
                          </a:rPr>
                          <m:t> </m:t>
                        </m:r>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V</m:t>
                        </m:r>
                      </m:oMath>
                    </m:oMathPara>
                  </a14:m>
                  <a:endParaRPr lang="zh-CN" altLang="en-US" sz="2000" dirty="0">
                    <a:solidFill>
                      <a:srgbClr val="0000FF"/>
                    </a:solidFill>
                  </a:endParaRPr>
                </a:p>
              </p:txBody>
            </p:sp>
          </mc:Choice>
          <mc:Fallback xmlns="">
            <p:sp>
              <p:nvSpPr>
                <p:cNvPr id="549" name="文本框 548">
                  <a:extLst>
                    <a:ext uri="{FF2B5EF4-FFF2-40B4-BE49-F238E27FC236}">
                      <a16:creationId xmlns:a16="http://schemas.microsoft.com/office/drawing/2014/main" id="{762D4807-33C0-3A20-A10C-444EBD2D82C5}"/>
                    </a:ext>
                  </a:extLst>
                </p:cNvPr>
                <p:cNvSpPr txBox="1">
                  <a:spLocks noRot="1" noChangeAspect="1" noMove="1" noResize="1" noEditPoints="1" noAdjustHandles="1" noChangeArrowheads="1" noChangeShapeType="1" noTextEdit="1"/>
                </p:cNvSpPr>
                <p:nvPr/>
              </p:nvSpPr>
              <p:spPr>
                <a:xfrm>
                  <a:off x="8604000" y="2808000"/>
                  <a:ext cx="1548000" cy="396000"/>
                </a:xfrm>
                <a:prstGeom prst="rect">
                  <a:avLst/>
                </a:prstGeom>
                <a:blipFill>
                  <a:blip r:embed="rId54"/>
                  <a:stretch>
                    <a:fillRect b="-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8" name="文本框 167">
                  <a:extLst>
                    <a:ext uri="{FF2B5EF4-FFF2-40B4-BE49-F238E27FC236}">
                      <a16:creationId xmlns:a16="http://schemas.microsoft.com/office/drawing/2014/main" id="{BC79880F-7B56-7AF7-6853-CB6193D408CA}"/>
                    </a:ext>
                  </a:extLst>
                </p:cNvPr>
                <p:cNvSpPr txBox="1"/>
                <p:nvPr/>
              </p:nvSpPr>
              <p:spPr>
                <a:xfrm>
                  <a:off x="9108000" y="4932000"/>
                  <a:ext cx="468000" cy="400109"/>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kumimoji="1" lang="en-US" altLang="zh-CN" sz="200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T</m:t>
                            </m:r>
                          </m:sub>
                        </m:sSub>
                      </m:oMath>
                    </m:oMathPara>
                  </a14:m>
                  <a:endParaRPr lang="zh-CN" altLang="en-US" sz="2000" dirty="0">
                    <a:solidFill>
                      <a:srgbClr val="0000FF"/>
                    </a:solidFill>
                  </a:endParaRPr>
                </a:p>
              </p:txBody>
            </p:sp>
          </mc:Choice>
          <mc:Fallback xmlns="">
            <p:sp>
              <p:nvSpPr>
                <p:cNvPr id="558" name="文本框 557">
                  <a:extLst>
                    <a:ext uri="{FF2B5EF4-FFF2-40B4-BE49-F238E27FC236}">
                      <a16:creationId xmlns:a16="http://schemas.microsoft.com/office/drawing/2014/main" id="{8CD653E1-1B42-5D7B-0B05-A997925C1C1C}"/>
                    </a:ext>
                  </a:extLst>
                </p:cNvPr>
                <p:cNvSpPr txBox="1">
                  <a:spLocks noRot="1" noChangeAspect="1" noMove="1" noResize="1" noEditPoints="1" noAdjustHandles="1" noChangeArrowheads="1" noChangeShapeType="1" noTextEdit="1"/>
                </p:cNvSpPr>
                <p:nvPr/>
              </p:nvSpPr>
              <p:spPr>
                <a:xfrm>
                  <a:off x="9108000" y="4932000"/>
                  <a:ext cx="468000" cy="400109"/>
                </a:xfrm>
                <a:prstGeom prst="rect">
                  <a:avLst/>
                </a:prstGeom>
                <a:blipFill>
                  <a:blip r:embed="rId55"/>
                  <a:stretch>
                    <a:fillRect l="-3896"/>
                  </a:stretch>
                </a:blipFill>
              </p:spPr>
              <p:txBody>
                <a:bodyPr/>
                <a:lstStyle/>
                <a:p>
                  <a:r>
                    <a:rPr lang="zh-CN" altLang="en-US">
                      <a:noFill/>
                    </a:rPr>
                    <a:t> </a:t>
                  </a:r>
                </a:p>
              </p:txBody>
            </p:sp>
          </mc:Fallback>
        </mc:AlternateContent>
        <p:cxnSp>
          <p:nvCxnSpPr>
            <p:cNvPr id="169" name="直接连接符 168">
              <a:extLst>
                <a:ext uri="{FF2B5EF4-FFF2-40B4-BE49-F238E27FC236}">
                  <a16:creationId xmlns:a16="http://schemas.microsoft.com/office/drawing/2014/main" id="{D0ED3258-41D2-BA7B-FC0C-B231855038A3}"/>
                </a:ext>
              </a:extLst>
            </p:cNvPr>
            <p:cNvCxnSpPr>
              <a:cxnSpLocks/>
            </p:cNvCxnSpPr>
            <p:nvPr/>
          </p:nvCxnSpPr>
          <p:spPr>
            <a:xfrm>
              <a:off x="8352000" y="4068000"/>
              <a:ext cx="180000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03418BA7-D799-6156-ABFC-4BD08E4AA82C}"/>
                </a:ext>
              </a:extLst>
            </p:cNvPr>
            <p:cNvCxnSpPr>
              <a:cxnSpLocks/>
            </p:cNvCxnSpPr>
            <p:nvPr/>
          </p:nvCxnSpPr>
          <p:spPr>
            <a:xfrm>
              <a:off x="10152000" y="4068000"/>
              <a:ext cx="0" cy="90000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1" name="文本框 170">
                  <a:extLst>
                    <a:ext uri="{FF2B5EF4-FFF2-40B4-BE49-F238E27FC236}">
                      <a16:creationId xmlns:a16="http://schemas.microsoft.com/office/drawing/2014/main" id="{6C3A7258-977E-0B50-CFCA-43AE8AED048B}"/>
                    </a:ext>
                  </a:extLst>
                </p:cNvPr>
                <p:cNvSpPr txBox="1"/>
                <p:nvPr/>
              </p:nvSpPr>
              <p:spPr>
                <a:xfrm>
                  <a:off x="10800000" y="4932000"/>
                  <a:ext cx="900000" cy="360000"/>
                </a:xfrm>
                <a:prstGeom prst="rect">
                  <a:avLst/>
                </a:prstGeom>
                <a:noFill/>
              </p:spPr>
              <p:txBody>
                <a:bodyPr wrap="square">
                  <a:spAutoFit/>
                </a:bodyPr>
                <a:lstStyle/>
                <a:p>
                  <a:pPr algn="ctr"/>
                  <a14:m>
                    <m:oMath xmlns:m="http://schemas.openxmlformats.org/officeDocument/2006/math">
                      <m:sSub>
                        <m:sSubPr>
                          <m:ctrlPr>
                            <a:rPr kumimoji="1" lang="en-US" altLang="zh-CN" sz="200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GS</m:t>
                          </m:r>
                        </m:sub>
                      </m:sSub>
                      <m:r>
                        <a:rPr kumimoji="1" lang="en-US" altLang="zh-CN" sz="2000" b="0" i="1" smtClean="0">
                          <a:solidFill>
                            <a:schemeClr val="tx1"/>
                          </a:solidFill>
                          <a:latin typeface="Cambria Math" panose="02040503050406030204" pitchFamily="18" charset="0"/>
                          <a:ea typeface="微软雅黑" panose="020B0503020204020204" pitchFamily="34" charset="-122"/>
                        </a:rPr>
                        <m:t>/</m:t>
                      </m:r>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V</m:t>
                      </m:r>
                    </m:oMath>
                  </a14:m>
                  <a:r>
                    <a:rPr lang="zh-CN" altLang="en-US" sz="2000" dirty="0">
                      <a:solidFill>
                        <a:schemeClr val="tx1"/>
                      </a:solidFill>
                    </a:rPr>
                    <a:t> </a:t>
                  </a:r>
                </a:p>
              </p:txBody>
            </p:sp>
          </mc:Choice>
          <mc:Fallback xmlns="">
            <p:sp>
              <p:nvSpPr>
                <p:cNvPr id="9" name="文本框 8">
                  <a:extLst>
                    <a:ext uri="{FF2B5EF4-FFF2-40B4-BE49-F238E27FC236}">
                      <a16:creationId xmlns:a16="http://schemas.microsoft.com/office/drawing/2014/main" id="{EEF21BA1-CE87-593C-909C-ADFE2A69AD83}"/>
                    </a:ext>
                  </a:extLst>
                </p:cNvPr>
                <p:cNvSpPr txBox="1">
                  <a:spLocks noRot="1" noChangeAspect="1" noMove="1" noResize="1" noEditPoints="1" noAdjustHandles="1" noChangeArrowheads="1" noChangeShapeType="1" noTextEdit="1"/>
                </p:cNvSpPr>
                <p:nvPr/>
              </p:nvSpPr>
              <p:spPr>
                <a:xfrm>
                  <a:off x="10800000" y="4932000"/>
                  <a:ext cx="900000" cy="360000"/>
                </a:xfrm>
                <a:prstGeom prst="rect">
                  <a:avLst/>
                </a:prstGeom>
                <a:blipFill>
                  <a:blip r:embed="rId56"/>
                  <a:stretch>
                    <a:fillRect b="-27119"/>
                  </a:stretch>
                </a:blipFill>
              </p:spPr>
              <p:txBody>
                <a:bodyPr/>
                <a:lstStyle/>
                <a:p>
                  <a:r>
                    <a:rPr lang="zh-CN" altLang="en-US">
                      <a:noFill/>
                    </a:rPr>
                    <a:t> </a:t>
                  </a:r>
                </a:p>
              </p:txBody>
            </p:sp>
          </mc:Fallback>
        </mc:AlternateContent>
        <p:cxnSp>
          <p:nvCxnSpPr>
            <p:cNvPr id="172" name="直接箭头连接符 171">
              <a:extLst>
                <a:ext uri="{FF2B5EF4-FFF2-40B4-BE49-F238E27FC236}">
                  <a16:creationId xmlns:a16="http://schemas.microsoft.com/office/drawing/2014/main" id="{0D817848-66F9-56BD-F97B-5DD249CAF41F}"/>
                </a:ext>
              </a:extLst>
            </p:cNvPr>
            <p:cNvCxnSpPr>
              <a:cxnSpLocks/>
            </p:cNvCxnSpPr>
            <p:nvPr/>
          </p:nvCxnSpPr>
          <p:spPr>
            <a:xfrm>
              <a:off x="8352000" y="4968000"/>
              <a:ext cx="2880000"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3" name="文本框 172">
                  <a:extLst>
                    <a:ext uri="{FF2B5EF4-FFF2-40B4-BE49-F238E27FC236}">
                      <a16:creationId xmlns:a16="http://schemas.microsoft.com/office/drawing/2014/main" id="{0F6DA42C-5D8C-A96F-7D43-7312EC9377FB}"/>
                    </a:ext>
                  </a:extLst>
                </p:cNvPr>
                <p:cNvSpPr txBox="1"/>
                <p:nvPr/>
              </p:nvSpPr>
              <p:spPr>
                <a:xfrm>
                  <a:off x="7920000" y="1440000"/>
                  <a:ext cx="936000" cy="360000"/>
                </a:xfrm>
                <a:prstGeom prst="rect">
                  <a:avLst/>
                </a:prstGeom>
                <a:noFill/>
              </p:spPr>
              <p:txBody>
                <a:bodyPr wrap="square">
                  <a:spAutoFit/>
                </a:bodyPr>
                <a:lstStyle/>
                <a:p>
                  <a14:m>
                    <m:oMath xmlns:m="http://schemas.openxmlformats.org/officeDocument/2006/math">
                      <m:sSub>
                        <m:sSubPr>
                          <m:ctrlPr>
                            <a:rPr kumimoji="1" lang="en-US" altLang="zh-CN" sz="200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𝑖</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m:t>
                          </m:r>
                        </m:sub>
                      </m:sSub>
                      <m:r>
                        <a:rPr kumimoji="1" lang="en-US" altLang="zh-CN" sz="2000" b="0" i="1" smtClean="0">
                          <a:solidFill>
                            <a:schemeClr val="tx1"/>
                          </a:solidFill>
                          <a:latin typeface="Cambria Math" panose="02040503050406030204" pitchFamily="18" charset="0"/>
                          <a:ea typeface="微软雅黑" panose="020B0503020204020204" pitchFamily="34" charset="-122"/>
                        </a:rPr>
                        <m:t>/</m:t>
                      </m:r>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mA</m:t>
                      </m:r>
                    </m:oMath>
                  </a14:m>
                  <a:r>
                    <a:rPr lang="zh-CN" altLang="en-US" sz="2000" dirty="0">
                      <a:solidFill>
                        <a:schemeClr val="tx1"/>
                      </a:solidFill>
                    </a:rPr>
                    <a:t> </a:t>
                  </a:r>
                </a:p>
              </p:txBody>
            </p:sp>
          </mc:Choice>
          <mc:Fallback xmlns="">
            <p:sp>
              <p:nvSpPr>
                <p:cNvPr id="30" name="文本框 29">
                  <a:extLst>
                    <a:ext uri="{FF2B5EF4-FFF2-40B4-BE49-F238E27FC236}">
                      <a16:creationId xmlns:a16="http://schemas.microsoft.com/office/drawing/2014/main" id="{BE9704AE-0F5B-F9AA-35B6-0E3F1A7FA3C9}"/>
                    </a:ext>
                  </a:extLst>
                </p:cNvPr>
                <p:cNvSpPr txBox="1">
                  <a:spLocks noRot="1" noChangeAspect="1" noMove="1" noResize="1" noEditPoints="1" noAdjustHandles="1" noChangeArrowheads="1" noChangeShapeType="1" noTextEdit="1"/>
                </p:cNvSpPr>
                <p:nvPr/>
              </p:nvSpPr>
              <p:spPr>
                <a:xfrm>
                  <a:off x="7920000" y="1440000"/>
                  <a:ext cx="936000" cy="360000"/>
                </a:xfrm>
                <a:prstGeom prst="rect">
                  <a:avLst/>
                </a:prstGeom>
                <a:blipFill>
                  <a:blip r:embed="rId57"/>
                  <a:stretch>
                    <a:fillRect b="-27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4" name="文本框 173">
                  <a:extLst>
                    <a:ext uri="{FF2B5EF4-FFF2-40B4-BE49-F238E27FC236}">
                      <a16:creationId xmlns:a16="http://schemas.microsoft.com/office/drawing/2014/main" id="{FC61F711-3AD7-FC5F-1EC9-0A717B70992B}"/>
                    </a:ext>
                  </a:extLst>
                </p:cNvPr>
                <p:cNvSpPr txBox="1"/>
                <p:nvPr/>
              </p:nvSpPr>
              <p:spPr>
                <a:xfrm>
                  <a:off x="8136000" y="4932000"/>
                  <a:ext cx="364873" cy="400109"/>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𝑂</m:t>
                        </m:r>
                      </m:oMath>
                    </m:oMathPara>
                  </a14:m>
                  <a:endParaRPr lang="zh-CN" altLang="en-US" sz="2000" dirty="0">
                    <a:solidFill>
                      <a:schemeClr val="tx1"/>
                    </a:solidFill>
                  </a:endParaRPr>
                </a:p>
              </p:txBody>
            </p:sp>
          </mc:Choice>
          <mc:Fallback xmlns="">
            <p:sp>
              <p:nvSpPr>
                <p:cNvPr id="61" name="文本框 60">
                  <a:extLst>
                    <a:ext uri="{FF2B5EF4-FFF2-40B4-BE49-F238E27FC236}">
                      <a16:creationId xmlns:a16="http://schemas.microsoft.com/office/drawing/2014/main" id="{443DE431-3D20-34B6-3DE2-C23483B7F714}"/>
                    </a:ext>
                  </a:extLst>
                </p:cNvPr>
                <p:cNvSpPr txBox="1">
                  <a:spLocks noRot="1" noChangeAspect="1" noMove="1" noResize="1" noEditPoints="1" noAdjustHandles="1" noChangeArrowheads="1" noChangeShapeType="1" noTextEdit="1"/>
                </p:cNvSpPr>
                <p:nvPr/>
              </p:nvSpPr>
              <p:spPr>
                <a:xfrm>
                  <a:off x="8136000" y="4932000"/>
                  <a:ext cx="364873" cy="400109"/>
                </a:xfrm>
                <a:prstGeom prst="rect">
                  <a:avLst/>
                </a:prstGeom>
                <a:blipFill>
                  <a:blip r:embed="rId58"/>
                  <a:stretch>
                    <a:fillRect l="-8333"/>
                  </a:stretch>
                </a:blipFill>
              </p:spPr>
              <p:txBody>
                <a:bodyPr/>
                <a:lstStyle/>
                <a:p>
                  <a:r>
                    <a:rPr lang="zh-CN" altLang="en-US">
                      <a:noFill/>
                    </a:rPr>
                    <a:t> </a:t>
                  </a:r>
                </a:p>
              </p:txBody>
            </p:sp>
          </mc:Fallback>
        </mc:AlternateContent>
        <p:cxnSp>
          <p:nvCxnSpPr>
            <p:cNvPr id="175" name="直接箭头连接符 174">
              <a:extLst>
                <a:ext uri="{FF2B5EF4-FFF2-40B4-BE49-F238E27FC236}">
                  <a16:creationId xmlns:a16="http://schemas.microsoft.com/office/drawing/2014/main" id="{24014B71-AF1F-9413-4010-52EC477EADAE}"/>
                </a:ext>
              </a:extLst>
            </p:cNvPr>
            <p:cNvCxnSpPr>
              <a:cxnSpLocks/>
            </p:cNvCxnSpPr>
            <p:nvPr/>
          </p:nvCxnSpPr>
          <p:spPr>
            <a:xfrm flipV="1">
              <a:off x="8352000" y="1800000"/>
              <a:ext cx="0" cy="316800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EBA9F991-97A2-68E6-0DF5-9C2B099C4F33}"/>
                </a:ext>
              </a:extLst>
            </p:cNvPr>
            <p:cNvCxnSpPr>
              <a:cxnSpLocks/>
            </p:cNvCxnSpPr>
            <p:nvPr/>
          </p:nvCxnSpPr>
          <p:spPr>
            <a:xfrm>
              <a:off x="8352000" y="4536000"/>
              <a:ext cx="147600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0D7273A3-FA42-AF40-79D7-56760A2A2965}"/>
                </a:ext>
              </a:extLst>
            </p:cNvPr>
            <p:cNvCxnSpPr>
              <a:cxnSpLocks/>
            </p:cNvCxnSpPr>
            <p:nvPr/>
          </p:nvCxnSpPr>
          <p:spPr>
            <a:xfrm>
              <a:off x="9828000" y="4536000"/>
              <a:ext cx="0" cy="43200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78" name="任意多边形: 形状 177">
              <a:extLst>
                <a:ext uri="{FF2B5EF4-FFF2-40B4-BE49-F238E27FC236}">
                  <a16:creationId xmlns:a16="http://schemas.microsoft.com/office/drawing/2014/main" id="{2BAAF96D-AF8E-8D85-0E88-D289756DE803}"/>
                </a:ext>
              </a:extLst>
            </p:cNvPr>
            <p:cNvSpPr/>
            <p:nvPr/>
          </p:nvSpPr>
          <p:spPr>
            <a:xfrm>
              <a:off x="9319317" y="1872000"/>
              <a:ext cx="1660679" cy="3096000"/>
            </a:xfrm>
            <a:custGeom>
              <a:avLst/>
              <a:gdLst>
                <a:gd name="connsiteX0" fmla="*/ 0 w 2037522"/>
                <a:gd name="connsiteY0" fmla="*/ 3081131 h 3081131"/>
                <a:gd name="connsiteX1" fmla="*/ 1028700 w 2037522"/>
                <a:gd name="connsiteY1" fmla="*/ 2176670 h 3081131"/>
                <a:gd name="connsiteX2" fmla="*/ 2037522 w 2037522"/>
                <a:gd name="connsiteY2" fmla="*/ 0 h 3081131"/>
              </a:gdLst>
              <a:ahLst/>
              <a:cxnLst>
                <a:cxn ang="0">
                  <a:pos x="connsiteX0" y="connsiteY0"/>
                </a:cxn>
                <a:cxn ang="0">
                  <a:pos x="connsiteX1" y="connsiteY1"/>
                </a:cxn>
                <a:cxn ang="0">
                  <a:pos x="connsiteX2" y="connsiteY2"/>
                </a:cxn>
              </a:cxnLst>
              <a:rect l="l" t="t" r="r" b="b"/>
              <a:pathLst>
                <a:path w="2037522" h="3081131">
                  <a:moveTo>
                    <a:pt x="0" y="3081131"/>
                  </a:moveTo>
                  <a:cubicBezTo>
                    <a:pt x="344556" y="2885661"/>
                    <a:pt x="689113" y="2690192"/>
                    <a:pt x="1028700" y="2176670"/>
                  </a:cubicBezTo>
                  <a:cubicBezTo>
                    <a:pt x="1368287" y="1663148"/>
                    <a:pt x="1702904" y="831574"/>
                    <a:pt x="2037522" y="0"/>
                  </a:cubicBezTo>
                </a:path>
              </a:pathLst>
            </a:custGeom>
            <a:noFill/>
            <a:ln w="254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9" name="直接连接符 178">
              <a:extLst>
                <a:ext uri="{FF2B5EF4-FFF2-40B4-BE49-F238E27FC236}">
                  <a16:creationId xmlns:a16="http://schemas.microsoft.com/office/drawing/2014/main" id="{008818C0-ED03-74B4-756D-7C487F5CAFCA}"/>
                </a:ext>
              </a:extLst>
            </p:cNvPr>
            <p:cNvCxnSpPr>
              <a:cxnSpLocks/>
            </p:cNvCxnSpPr>
            <p:nvPr/>
          </p:nvCxnSpPr>
          <p:spPr>
            <a:xfrm>
              <a:off x="8352000" y="4824000"/>
              <a:ext cx="115200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773DA571-8BB4-D9CA-C631-84E3F28D217E}"/>
                </a:ext>
              </a:extLst>
            </p:cNvPr>
            <p:cNvCxnSpPr>
              <a:cxnSpLocks/>
            </p:cNvCxnSpPr>
            <p:nvPr/>
          </p:nvCxnSpPr>
          <p:spPr>
            <a:xfrm>
              <a:off x="9504000" y="4824000"/>
              <a:ext cx="0" cy="14400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81" name="文本框 180">
              <a:extLst>
                <a:ext uri="{FF2B5EF4-FFF2-40B4-BE49-F238E27FC236}">
                  <a16:creationId xmlns:a16="http://schemas.microsoft.com/office/drawing/2014/main" id="{28B73B59-3BAB-3F10-F686-F7EAEF4837F6}"/>
                </a:ext>
              </a:extLst>
            </p:cNvPr>
            <p:cNvSpPr txBox="1"/>
            <p:nvPr/>
          </p:nvSpPr>
          <p:spPr>
            <a:xfrm>
              <a:off x="10800000" y="2268000"/>
              <a:ext cx="360000" cy="360000"/>
            </a:xfrm>
            <a:prstGeom prst="rect">
              <a:avLst/>
            </a:prstGeom>
            <a:noFill/>
          </p:spPr>
          <p:txBody>
            <a:bodyPr wrap="square">
              <a:spAutoFit/>
            </a:bodyPr>
            <a:lstStyle/>
            <a:p>
              <a:pPr algn="ctr"/>
              <a:r>
                <a:rPr lang="en-US" altLang="zh-CN" sz="2000" dirty="0">
                  <a:solidFill>
                    <a:srgbClr val="FF00FF"/>
                  </a:solidFill>
                  <a:latin typeface="微软雅黑" panose="020B0503020204020204" pitchFamily="34" charset="-122"/>
                  <a:ea typeface="微软雅黑" panose="020B0503020204020204" pitchFamily="34" charset="-122"/>
                </a:rPr>
                <a:t>A</a:t>
              </a:r>
              <a:endParaRPr lang="zh-CN" altLang="en-US" sz="2000" dirty="0">
                <a:solidFill>
                  <a:srgbClr val="FF00FF"/>
                </a:solidFill>
                <a:latin typeface="微软雅黑" panose="020B0503020204020204" pitchFamily="34" charset="-122"/>
                <a:ea typeface="微软雅黑" panose="020B0503020204020204" pitchFamily="34" charset="-122"/>
              </a:endParaRPr>
            </a:p>
          </p:txBody>
        </p:sp>
        <p:sp>
          <p:nvSpPr>
            <p:cNvPr id="182" name="文本框 181">
              <a:extLst>
                <a:ext uri="{FF2B5EF4-FFF2-40B4-BE49-F238E27FC236}">
                  <a16:creationId xmlns:a16="http://schemas.microsoft.com/office/drawing/2014/main" id="{91AFA9D9-E431-9730-29D8-361017C45786}"/>
                </a:ext>
              </a:extLst>
            </p:cNvPr>
            <p:cNvSpPr txBox="1"/>
            <p:nvPr/>
          </p:nvSpPr>
          <p:spPr>
            <a:xfrm>
              <a:off x="10210778" y="2988000"/>
              <a:ext cx="360000" cy="360000"/>
            </a:xfrm>
            <a:prstGeom prst="rect">
              <a:avLst/>
            </a:prstGeom>
            <a:noFill/>
          </p:spPr>
          <p:txBody>
            <a:bodyPr wrap="square">
              <a:spAutoFit/>
            </a:bodyPr>
            <a:lstStyle/>
            <a:p>
              <a:pPr algn="ctr"/>
              <a:r>
                <a:rPr lang="en-US" altLang="zh-CN" sz="2000" dirty="0">
                  <a:solidFill>
                    <a:srgbClr val="FF00FF"/>
                  </a:solidFill>
                  <a:latin typeface="微软雅黑" panose="020B0503020204020204" pitchFamily="34" charset="-122"/>
                  <a:ea typeface="微软雅黑" panose="020B0503020204020204" pitchFamily="34" charset="-122"/>
                </a:rPr>
                <a:t>B</a:t>
              </a:r>
              <a:endParaRPr lang="zh-CN" altLang="en-US" sz="2000" dirty="0">
                <a:solidFill>
                  <a:srgbClr val="FF00FF"/>
                </a:solidFill>
                <a:latin typeface="微软雅黑" panose="020B0503020204020204" pitchFamily="34" charset="-122"/>
                <a:ea typeface="微软雅黑" panose="020B0503020204020204" pitchFamily="34" charset="-122"/>
              </a:endParaRPr>
            </a:p>
          </p:txBody>
        </p:sp>
        <p:sp>
          <p:nvSpPr>
            <p:cNvPr id="183" name="文本框 182">
              <a:extLst>
                <a:ext uri="{FF2B5EF4-FFF2-40B4-BE49-F238E27FC236}">
                  <a16:creationId xmlns:a16="http://schemas.microsoft.com/office/drawing/2014/main" id="{24597B73-5367-F61F-CDB1-25E81076E448}"/>
                </a:ext>
              </a:extLst>
            </p:cNvPr>
            <p:cNvSpPr txBox="1"/>
            <p:nvPr/>
          </p:nvSpPr>
          <p:spPr>
            <a:xfrm>
              <a:off x="9900000" y="3708000"/>
              <a:ext cx="360000" cy="360000"/>
            </a:xfrm>
            <a:prstGeom prst="rect">
              <a:avLst/>
            </a:prstGeom>
            <a:noFill/>
          </p:spPr>
          <p:txBody>
            <a:bodyPr wrap="square">
              <a:spAutoFit/>
            </a:bodyPr>
            <a:lstStyle/>
            <a:p>
              <a:pPr algn="ctr"/>
              <a:r>
                <a:rPr lang="en-US" altLang="zh-CN" sz="2000" dirty="0">
                  <a:solidFill>
                    <a:srgbClr val="FF00FF"/>
                  </a:solidFill>
                  <a:latin typeface="微软雅黑" panose="020B0503020204020204" pitchFamily="34" charset="-122"/>
                  <a:ea typeface="微软雅黑" panose="020B0503020204020204" pitchFamily="34" charset="-122"/>
                </a:rPr>
                <a:t>C</a:t>
              </a:r>
              <a:endParaRPr lang="zh-CN" altLang="en-US" sz="2000" dirty="0">
                <a:solidFill>
                  <a:srgbClr val="FF00FF"/>
                </a:solidFill>
                <a:latin typeface="微软雅黑" panose="020B0503020204020204" pitchFamily="34" charset="-122"/>
                <a:ea typeface="微软雅黑" panose="020B0503020204020204" pitchFamily="34" charset="-122"/>
              </a:endParaRPr>
            </a:p>
          </p:txBody>
        </p:sp>
        <p:sp>
          <p:nvSpPr>
            <p:cNvPr id="184" name="文本框 183">
              <a:extLst>
                <a:ext uri="{FF2B5EF4-FFF2-40B4-BE49-F238E27FC236}">
                  <a16:creationId xmlns:a16="http://schemas.microsoft.com/office/drawing/2014/main" id="{6FBCE68E-B8EA-0AD6-A8C3-36A1B64962B7}"/>
                </a:ext>
              </a:extLst>
            </p:cNvPr>
            <p:cNvSpPr txBox="1"/>
            <p:nvPr/>
          </p:nvSpPr>
          <p:spPr>
            <a:xfrm>
              <a:off x="9576000" y="4176000"/>
              <a:ext cx="360000" cy="360000"/>
            </a:xfrm>
            <a:prstGeom prst="rect">
              <a:avLst/>
            </a:prstGeom>
            <a:noFill/>
          </p:spPr>
          <p:txBody>
            <a:bodyPr wrap="square">
              <a:spAutoFit/>
            </a:bodyPr>
            <a:lstStyle/>
            <a:p>
              <a:pPr algn="ctr"/>
              <a:r>
                <a:rPr lang="en-US" altLang="zh-CN" sz="2000" dirty="0">
                  <a:solidFill>
                    <a:srgbClr val="FF00FF"/>
                  </a:solidFill>
                  <a:latin typeface="微软雅黑" panose="020B0503020204020204" pitchFamily="34" charset="-122"/>
                  <a:ea typeface="微软雅黑" panose="020B0503020204020204" pitchFamily="34" charset="-122"/>
                </a:rPr>
                <a:t>D</a:t>
              </a:r>
              <a:endParaRPr lang="zh-CN" altLang="en-US" sz="2000" dirty="0">
                <a:solidFill>
                  <a:srgbClr val="FF00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0254786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3D48-CDEA-3F1C-6B34-946F7177535E}"/>
            </a:ext>
          </a:extLst>
        </p:cNvPr>
        <p:cNvGrpSpPr/>
        <p:nvPr/>
      </p:nvGrpSpPr>
      <p:grpSpPr>
        <a:xfrm>
          <a:off x="0" y="0"/>
          <a:ext cx="0" cy="0"/>
          <a:chOff x="0" y="0"/>
          <a:chExt cx="0" cy="0"/>
        </a:xfrm>
      </p:grpSpPr>
      <p:sp>
        <p:nvSpPr>
          <p:cNvPr id="41" name="标题 1">
            <a:extLst>
              <a:ext uri="{FF2B5EF4-FFF2-40B4-BE49-F238E27FC236}">
                <a16:creationId xmlns:a16="http://schemas.microsoft.com/office/drawing/2014/main" id="{7C91B18F-A9FB-A4E1-16CF-DA5D250D5702}"/>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数字部分（逻辑门电路）</a:t>
            </a:r>
          </a:p>
        </p:txBody>
      </p:sp>
      <p:grpSp>
        <p:nvGrpSpPr>
          <p:cNvPr id="42" name="组合 41">
            <a:extLst>
              <a:ext uri="{FF2B5EF4-FFF2-40B4-BE49-F238E27FC236}">
                <a16:creationId xmlns:a16="http://schemas.microsoft.com/office/drawing/2014/main" id="{BA44F34C-6299-664C-32C1-23B84B6F3CBB}"/>
              </a:ext>
            </a:extLst>
          </p:cNvPr>
          <p:cNvGrpSpPr/>
          <p:nvPr/>
        </p:nvGrpSpPr>
        <p:grpSpPr>
          <a:xfrm>
            <a:off x="11449269" y="6198682"/>
            <a:ext cx="786273" cy="548639"/>
            <a:chOff x="11454918" y="5839511"/>
            <a:chExt cx="786273" cy="548639"/>
          </a:xfrm>
        </p:grpSpPr>
        <p:grpSp>
          <p:nvGrpSpPr>
            <p:cNvPr id="43" name="组合 42">
              <a:extLst>
                <a:ext uri="{FF2B5EF4-FFF2-40B4-BE49-F238E27FC236}">
                  <a16:creationId xmlns:a16="http://schemas.microsoft.com/office/drawing/2014/main" id="{D93A6F16-3000-C6DD-818B-4CD45288F629}"/>
                </a:ext>
              </a:extLst>
            </p:cNvPr>
            <p:cNvGrpSpPr/>
            <p:nvPr/>
          </p:nvGrpSpPr>
          <p:grpSpPr>
            <a:xfrm>
              <a:off x="11454918" y="5867450"/>
              <a:ext cx="737081" cy="520700"/>
              <a:chOff x="11454918" y="5867450"/>
              <a:chExt cx="737081" cy="520700"/>
            </a:xfrm>
          </p:grpSpPr>
          <p:sp>
            <p:nvSpPr>
              <p:cNvPr id="45" name="箭头: 五边形 44">
                <a:extLst>
                  <a:ext uri="{FF2B5EF4-FFF2-40B4-BE49-F238E27FC236}">
                    <a16:creationId xmlns:a16="http://schemas.microsoft.com/office/drawing/2014/main" id="{43EBF1D4-0B9B-5BAA-8E2A-B30B79DF8449}"/>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箭头: V 形 45">
                <a:extLst>
                  <a:ext uri="{FF2B5EF4-FFF2-40B4-BE49-F238E27FC236}">
                    <a16:creationId xmlns:a16="http://schemas.microsoft.com/office/drawing/2014/main" id="{F12FB08B-49A7-E41A-6289-11754B18C6A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4" name="灯片编号占位符 3">
              <a:extLst>
                <a:ext uri="{FF2B5EF4-FFF2-40B4-BE49-F238E27FC236}">
                  <a16:creationId xmlns:a16="http://schemas.microsoft.com/office/drawing/2014/main" id="{242D1506-956F-3DB7-FBF5-1910271AE9DA}"/>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52</a:t>
              </a:fld>
              <a:endParaRPr lang="zh-CN" altLang="en-US" sz="3200" dirty="0">
                <a:solidFill>
                  <a:schemeClr val="bg1"/>
                </a:solidFill>
                <a:latin typeface="Candara"/>
                <a:ea typeface="微软雅黑"/>
              </a:endParaRPr>
            </a:p>
          </p:txBody>
        </p:sp>
      </p:grpSp>
      <p:sp>
        <p:nvSpPr>
          <p:cNvPr id="48" name="文本框 47">
            <a:extLst>
              <a:ext uri="{FF2B5EF4-FFF2-40B4-BE49-F238E27FC236}">
                <a16:creationId xmlns:a16="http://schemas.microsoft.com/office/drawing/2014/main" id="{5A1C2DFC-7F37-6852-72A8-C00ABBE827F2}"/>
              </a:ext>
            </a:extLst>
          </p:cNvPr>
          <p:cNvSpPr txBox="1"/>
          <p:nvPr/>
        </p:nvSpPr>
        <p:spPr>
          <a:xfrm>
            <a:off x="360000" y="827142"/>
            <a:ext cx="8280000" cy="576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几个基于 </a:t>
            </a:r>
            <a:r>
              <a:rPr kumimoji="1" lang="en-US" altLang="zh-CN" sz="2800" dirty="0">
                <a:solidFill>
                  <a:srgbClr val="002060"/>
                </a:solidFill>
                <a:latin typeface="微软雅黑" panose="020B0503020204020204" pitchFamily="34" charset="-122"/>
                <a:ea typeface="微软雅黑" panose="020B0503020204020204" pitchFamily="34" charset="-122"/>
              </a:rPr>
              <a:t>CMOS </a:t>
            </a:r>
            <a:r>
              <a:rPr kumimoji="1" lang="zh-CN" altLang="en-US" sz="2800" dirty="0">
                <a:solidFill>
                  <a:srgbClr val="002060"/>
                </a:solidFill>
                <a:latin typeface="微软雅黑" panose="020B0503020204020204" pitchFamily="34" charset="-122"/>
                <a:ea typeface="微软雅黑" panose="020B0503020204020204" pitchFamily="34" charset="-122"/>
              </a:rPr>
              <a:t>的基本逻辑门的结构</a:t>
            </a:r>
          </a:p>
        </p:txBody>
      </p:sp>
      <p:grpSp>
        <p:nvGrpSpPr>
          <p:cNvPr id="49" name="组合 48">
            <a:extLst>
              <a:ext uri="{FF2B5EF4-FFF2-40B4-BE49-F238E27FC236}">
                <a16:creationId xmlns:a16="http://schemas.microsoft.com/office/drawing/2014/main" id="{C0559756-21E6-DC54-76BF-06CE0C031749}"/>
              </a:ext>
            </a:extLst>
          </p:cNvPr>
          <p:cNvGrpSpPr/>
          <p:nvPr/>
        </p:nvGrpSpPr>
        <p:grpSpPr>
          <a:xfrm>
            <a:off x="540000" y="1656000"/>
            <a:ext cx="2448000" cy="3563999"/>
            <a:chOff x="9540000" y="1296000"/>
            <a:chExt cx="2448000" cy="3563999"/>
          </a:xfrm>
        </p:grpSpPr>
        <mc:AlternateContent xmlns:mc="http://schemas.openxmlformats.org/markup-compatibility/2006" xmlns:a14="http://schemas.microsoft.com/office/drawing/2010/main">
          <mc:Choice Requires="a14">
            <p:sp>
              <p:nvSpPr>
                <p:cNvPr id="50" name="Rectangle 8">
                  <a:extLst>
                    <a:ext uri="{FF2B5EF4-FFF2-40B4-BE49-F238E27FC236}">
                      <a16:creationId xmlns:a16="http://schemas.microsoft.com/office/drawing/2014/main" id="{F82E88FF-8D4B-3C12-8AF9-A59695C63971}"/>
                    </a:ext>
                  </a:extLst>
                </p:cNvPr>
                <p:cNvSpPr>
                  <a:spLocks noChangeArrowheads="1"/>
                </p:cNvSpPr>
                <p:nvPr/>
              </p:nvSpPr>
              <p:spPr bwMode="auto">
                <a:xfrm>
                  <a:off x="10764000" y="1782000"/>
                  <a:ext cx="360000" cy="40011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s</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26" name="Rectangle 8">
                  <a:extLst>
                    <a:ext uri="{FF2B5EF4-FFF2-40B4-BE49-F238E27FC236}">
                      <a16:creationId xmlns:a16="http://schemas.microsoft.com/office/drawing/2014/main" id="{5A0161FA-35F8-5312-1662-5BF8C0F1C04C}"/>
                    </a:ext>
                  </a:extLst>
                </p:cNvPr>
                <p:cNvSpPr>
                  <a:spLocks noRot="1" noChangeAspect="1" noMove="1" noResize="1" noEditPoints="1" noAdjustHandles="1" noChangeArrowheads="1" noChangeShapeType="1" noTextEdit="1"/>
                </p:cNvSpPr>
                <p:nvPr/>
              </p:nvSpPr>
              <p:spPr bwMode="auto">
                <a:xfrm>
                  <a:off x="10764000" y="1782000"/>
                  <a:ext cx="360000" cy="400110"/>
                </a:xfrm>
                <a:prstGeom prst="rect">
                  <a:avLst/>
                </a:prstGeom>
                <a:blipFill>
                  <a:blip r:embed="rId9"/>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Rectangle 8">
                  <a:extLst>
                    <a:ext uri="{FF2B5EF4-FFF2-40B4-BE49-F238E27FC236}">
                      <a16:creationId xmlns:a16="http://schemas.microsoft.com/office/drawing/2014/main" id="{D43BE52D-1D81-791F-A01E-9607F8D4376A}"/>
                    </a:ext>
                  </a:extLst>
                </p:cNvPr>
                <p:cNvSpPr>
                  <a:spLocks noChangeArrowheads="1"/>
                </p:cNvSpPr>
                <p:nvPr/>
              </p:nvSpPr>
              <p:spPr bwMode="auto">
                <a:xfrm>
                  <a:off x="10764000" y="2628000"/>
                  <a:ext cx="360000" cy="40011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27" name="Rectangle 8">
                  <a:extLst>
                    <a:ext uri="{FF2B5EF4-FFF2-40B4-BE49-F238E27FC236}">
                      <a16:creationId xmlns:a16="http://schemas.microsoft.com/office/drawing/2014/main" id="{1032AE94-6D5D-5666-14FC-9A2C6A6234C6}"/>
                    </a:ext>
                  </a:extLst>
                </p:cNvPr>
                <p:cNvSpPr>
                  <a:spLocks noRot="1" noChangeAspect="1" noMove="1" noResize="1" noEditPoints="1" noAdjustHandles="1" noChangeArrowheads="1" noChangeShapeType="1" noTextEdit="1"/>
                </p:cNvSpPr>
                <p:nvPr/>
              </p:nvSpPr>
              <p:spPr bwMode="auto">
                <a:xfrm>
                  <a:off x="10764000" y="2628000"/>
                  <a:ext cx="360000" cy="400110"/>
                </a:xfrm>
                <a:prstGeom prst="rect">
                  <a:avLst/>
                </a:prstGeom>
                <a:blipFill>
                  <a:blip r:embed="rId10"/>
                  <a:stretch>
                    <a:fillRect l="-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Rectangle 8">
                  <a:extLst>
                    <a:ext uri="{FF2B5EF4-FFF2-40B4-BE49-F238E27FC236}">
                      <a16:creationId xmlns:a16="http://schemas.microsoft.com/office/drawing/2014/main" id="{86AD6032-3493-FE15-FAD9-51B2EFA28867}"/>
                    </a:ext>
                  </a:extLst>
                </p:cNvPr>
                <p:cNvSpPr>
                  <a:spLocks noChangeArrowheads="1"/>
                </p:cNvSpPr>
                <p:nvPr/>
              </p:nvSpPr>
              <p:spPr bwMode="auto">
                <a:xfrm>
                  <a:off x="10764000" y="4356000"/>
                  <a:ext cx="360000" cy="40011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s</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30" name="Rectangle 8">
                  <a:extLst>
                    <a:ext uri="{FF2B5EF4-FFF2-40B4-BE49-F238E27FC236}">
                      <a16:creationId xmlns:a16="http://schemas.microsoft.com/office/drawing/2014/main" id="{0EBCE118-C8AE-609A-F5BC-D005FC80BDE3}"/>
                    </a:ext>
                  </a:extLst>
                </p:cNvPr>
                <p:cNvSpPr>
                  <a:spLocks noRot="1" noChangeAspect="1" noMove="1" noResize="1" noEditPoints="1" noAdjustHandles="1" noChangeArrowheads="1" noChangeShapeType="1" noTextEdit="1"/>
                </p:cNvSpPr>
                <p:nvPr/>
              </p:nvSpPr>
              <p:spPr bwMode="auto">
                <a:xfrm>
                  <a:off x="10764000" y="4356000"/>
                  <a:ext cx="360000" cy="400110"/>
                </a:xfrm>
                <a:prstGeom prst="rect">
                  <a:avLst/>
                </a:prstGeom>
                <a:blipFill>
                  <a:blip r:embed="rId11"/>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Rectangle 8">
                  <a:extLst>
                    <a:ext uri="{FF2B5EF4-FFF2-40B4-BE49-F238E27FC236}">
                      <a16:creationId xmlns:a16="http://schemas.microsoft.com/office/drawing/2014/main" id="{51A731D2-6289-8C2C-B159-2D627327F314}"/>
                    </a:ext>
                  </a:extLst>
                </p:cNvPr>
                <p:cNvSpPr>
                  <a:spLocks noChangeArrowheads="1"/>
                </p:cNvSpPr>
                <p:nvPr/>
              </p:nvSpPr>
              <p:spPr bwMode="auto">
                <a:xfrm>
                  <a:off x="10764000" y="3600000"/>
                  <a:ext cx="360000" cy="40011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31" name="Rectangle 8">
                  <a:extLst>
                    <a:ext uri="{FF2B5EF4-FFF2-40B4-BE49-F238E27FC236}">
                      <a16:creationId xmlns:a16="http://schemas.microsoft.com/office/drawing/2014/main" id="{4BB80D9E-ED09-E0D1-1692-49411703FAA6}"/>
                    </a:ext>
                  </a:extLst>
                </p:cNvPr>
                <p:cNvSpPr>
                  <a:spLocks noRot="1" noChangeAspect="1" noMove="1" noResize="1" noEditPoints="1" noAdjustHandles="1" noChangeArrowheads="1" noChangeShapeType="1" noTextEdit="1"/>
                </p:cNvSpPr>
                <p:nvPr/>
              </p:nvSpPr>
              <p:spPr bwMode="auto">
                <a:xfrm>
                  <a:off x="10764000" y="3600000"/>
                  <a:ext cx="360000" cy="400110"/>
                </a:xfrm>
                <a:prstGeom prst="rect">
                  <a:avLst/>
                </a:prstGeom>
                <a:blipFill>
                  <a:blip r:embed="rId12"/>
                  <a:stretch>
                    <a:fillRect l="-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8A891C54-9785-4459-C272-D31A5588E4AB}"/>
                    </a:ext>
                  </a:extLst>
                </p:cNvPr>
                <p:cNvSpPr txBox="1"/>
                <p:nvPr/>
              </p:nvSpPr>
              <p:spPr>
                <a:xfrm>
                  <a:off x="10548000" y="3096000"/>
                  <a:ext cx="432000" cy="432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𝑖</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D</m:t>
                            </m:r>
                          </m:sub>
                        </m:sSub>
                      </m:oMath>
                    </m:oMathPara>
                  </a14:m>
                  <a:endParaRPr lang="zh-CN" altLang="en-US" sz="2400" dirty="0">
                    <a:solidFill>
                      <a:schemeClr val="tx1"/>
                    </a:solidFill>
                  </a:endParaRPr>
                </a:p>
              </p:txBody>
            </p:sp>
          </mc:Choice>
          <mc:Fallback xmlns="">
            <p:sp>
              <p:nvSpPr>
                <p:cNvPr id="133" name="文本框 132">
                  <a:extLst>
                    <a:ext uri="{FF2B5EF4-FFF2-40B4-BE49-F238E27FC236}">
                      <a16:creationId xmlns:a16="http://schemas.microsoft.com/office/drawing/2014/main" id="{3BB54476-C930-BB93-F214-076358F5F2E5}"/>
                    </a:ext>
                  </a:extLst>
                </p:cNvPr>
                <p:cNvSpPr txBox="1">
                  <a:spLocks noRot="1" noChangeAspect="1" noMove="1" noResize="1" noEditPoints="1" noAdjustHandles="1" noChangeArrowheads="1" noChangeShapeType="1" noTextEdit="1"/>
                </p:cNvSpPr>
                <p:nvPr/>
              </p:nvSpPr>
              <p:spPr>
                <a:xfrm>
                  <a:off x="10548000" y="3096000"/>
                  <a:ext cx="432000" cy="432000"/>
                </a:xfrm>
                <a:prstGeom prst="rect">
                  <a:avLst/>
                </a:prstGeom>
                <a:blipFill>
                  <a:blip r:embed="rId13"/>
                  <a:stretch>
                    <a:fillRect l="-2817" b="-98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Rectangle 8">
                  <a:extLst>
                    <a:ext uri="{FF2B5EF4-FFF2-40B4-BE49-F238E27FC236}">
                      <a16:creationId xmlns:a16="http://schemas.microsoft.com/office/drawing/2014/main" id="{8FB3D15C-5E6C-9484-25E1-AEA046CCE943}"/>
                    </a:ext>
                  </a:extLst>
                </p:cNvPr>
                <p:cNvSpPr>
                  <a:spLocks noChangeArrowheads="1"/>
                </p:cNvSpPr>
                <p:nvPr/>
              </p:nvSpPr>
              <p:spPr bwMode="auto">
                <a:xfrm>
                  <a:off x="10224000" y="2088000"/>
                  <a:ext cx="360000" cy="40011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g</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5" name="Rectangle 8">
                  <a:extLst>
                    <a:ext uri="{FF2B5EF4-FFF2-40B4-BE49-F238E27FC236}">
                      <a16:creationId xmlns:a16="http://schemas.microsoft.com/office/drawing/2014/main" id="{1131E08D-DDD3-8897-30B2-BE2B22D30CC5}"/>
                    </a:ext>
                  </a:extLst>
                </p:cNvPr>
                <p:cNvSpPr>
                  <a:spLocks noRot="1" noChangeAspect="1" noMove="1" noResize="1" noEditPoints="1" noAdjustHandles="1" noChangeArrowheads="1" noChangeShapeType="1" noTextEdit="1"/>
                </p:cNvSpPr>
                <p:nvPr/>
              </p:nvSpPr>
              <p:spPr bwMode="auto">
                <a:xfrm>
                  <a:off x="10224000" y="2088000"/>
                  <a:ext cx="360000" cy="400110"/>
                </a:xfrm>
                <a:prstGeom prst="rect">
                  <a:avLst/>
                </a:prstGeom>
                <a:blipFill>
                  <a:blip r:embed="rId14"/>
                  <a:stretch>
                    <a:fillRect l="-3390" b="-9091"/>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E8F292E6-2D1E-8267-3733-3274138ADC01}"/>
                    </a:ext>
                  </a:extLst>
                </p:cNvPr>
                <p:cNvSpPr txBox="1"/>
                <p:nvPr/>
              </p:nvSpPr>
              <p:spPr>
                <a:xfrm>
                  <a:off x="10764000" y="1296000"/>
                  <a:ext cx="720000"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a:rPr kumimoji="1" lang="en-US" altLang="zh-CN" sz="22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DD</m:t>
                          </m:r>
                        </m:sub>
                      </m:sSub>
                    </m:oMath>
                  </a14:m>
                  <a:r>
                    <a:rPr lang="zh-CN" altLang="en-US" sz="2200" dirty="0">
                      <a:solidFill>
                        <a:schemeClr val="tx1"/>
                      </a:solidFill>
                    </a:rPr>
                    <a:t> </a:t>
                  </a:r>
                </a:p>
              </p:txBody>
            </p:sp>
          </mc:Choice>
          <mc:Fallback xmlns="">
            <p:sp>
              <p:nvSpPr>
                <p:cNvPr id="96" name="文本框 95">
                  <a:extLst>
                    <a:ext uri="{FF2B5EF4-FFF2-40B4-BE49-F238E27FC236}">
                      <a16:creationId xmlns:a16="http://schemas.microsoft.com/office/drawing/2014/main" id="{D8D4E714-329A-F4D4-D8DA-3947DDA55C11}"/>
                    </a:ext>
                  </a:extLst>
                </p:cNvPr>
                <p:cNvSpPr txBox="1">
                  <a:spLocks noRot="1" noChangeAspect="1" noMove="1" noResize="1" noEditPoints="1" noAdjustHandles="1" noChangeArrowheads="1" noChangeShapeType="1" noTextEdit="1"/>
                </p:cNvSpPr>
                <p:nvPr/>
              </p:nvSpPr>
              <p:spPr>
                <a:xfrm>
                  <a:off x="10764000" y="1296000"/>
                  <a:ext cx="720000" cy="430887"/>
                </a:xfrm>
                <a:prstGeom prst="rect">
                  <a:avLst/>
                </a:prstGeom>
                <a:blipFill>
                  <a:blip r:embed="rId15"/>
                  <a:stretch>
                    <a:fillRect/>
                  </a:stretch>
                </a:blipFill>
              </p:spPr>
              <p:txBody>
                <a:bodyPr/>
                <a:lstStyle/>
                <a:p>
                  <a:r>
                    <a:rPr lang="zh-CN" altLang="en-US">
                      <a:noFill/>
                    </a:rPr>
                    <a:t> </a:t>
                  </a:r>
                </a:p>
              </p:txBody>
            </p:sp>
          </mc:Fallback>
        </mc:AlternateContent>
        <p:cxnSp>
          <p:nvCxnSpPr>
            <p:cNvPr id="57" name="直接连接符 56">
              <a:extLst>
                <a:ext uri="{FF2B5EF4-FFF2-40B4-BE49-F238E27FC236}">
                  <a16:creationId xmlns:a16="http://schemas.microsoft.com/office/drawing/2014/main" id="{0A0DECA6-F80F-6AE9-B838-7AEC94F2DCC5}"/>
                </a:ext>
              </a:extLst>
            </p:cNvPr>
            <p:cNvCxnSpPr>
              <a:cxnSpLocks/>
            </p:cNvCxnSpPr>
            <p:nvPr/>
          </p:nvCxnSpPr>
          <p:spPr>
            <a:xfrm>
              <a:off x="11124000" y="2664000"/>
              <a:ext cx="0" cy="12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088968A5-9103-4797-E24A-9199553F1DAB}"/>
                </a:ext>
              </a:extLst>
            </p:cNvPr>
            <p:cNvCxnSpPr>
              <a:cxnSpLocks/>
            </p:cNvCxnSpPr>
            <p:nvPr/>
          </p:nvCxnSpPr>
          <p:spPr>
            <a:xfrm>
              <a:off x="11124000" y="1728000"/>
              <a:ext cx="0" cy="68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0B03F3CF-0CEB-ACB2-F8F4-3323BA287E62}"/>
                </a:ext>
              </a:extLst>
            </p:cNvPr>
            <p:cNvCxnSpPr>
              <a:cxnSpLocks/>
            </p:cNvCxnSpPr>
            <p:nvPr/>
          </p:nvCxnSpPr>
          <p:spPr>
            <a:xfrm>
              <a:off x="10692000" y="2412000"/>
              <a:ext cx="432000"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509556F5-3D31-C40E-F8A3-433CD6E64A9E}"/>
                </a:ext>
              </a:extLst>
            </p:cNvPr>
            <p:cNvCxnSpPr>
              <a:cxnSpLocks/>
            </p:cNvCxnSpPr>
            <p:nvPr/>
          </p:nvCxnSpPr>
          <p:spPr>
            <a:xfrm>
              <a:off x="10512000" y="2159416"/>
              <a:ext cx="0" cy="50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C7CF7755-EF3F-67C1-D44F-3129810A532F}"/>
                </a:ext>
              </a:extLst>
            </p:cNvPr>
            <p:cNvCxnSpPr>
              <a:cxnSpLocks/>
            </p:cNvCxnSpPr>
            <p:nvPr/>
          </p:nvCxnSpPr>
          <p:spPr>
            <a:xfrm>
              <a:off x="10692000" y="2159416"/>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4158A09B-4789-6BC6-632C-0A5C9C0E2CBC}"/>
                </a:ext>
              </a:extLst>
            </p:cNvPr>
            <p:cNvCxnSpPr>
              <a:cxnSpLocks/>
            </p:cNvCxnSpPr>
            <p:nvPr/>
          </p:nvCxnSpPr>
          <p:spPr>
            <a:xfrm>
              <a:off x="10692000" y="2663416"/>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椭圆 62">
              <a:extLst>
                <a:ext uri="{FF2B5EF4-FFF2-40B4-BE49-F238E27FC236}">
                  <a16:creationId xmlns:a16="http://schemas.microsoft.com/office/drawing/2014/main" id="{31D3B3B9-0539-A776-B91D-DBE63E0D1AEE}"/>
                </a:ext>
              </a:extLst>
            </p:cNvPr>
            <p:cNvSpPr/>
            <p:nvPr/>
          </p:nvSpPr>
          <p:spPr>
            <a:xfrm>
              <a:off x="11070000" y="2105416"/>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64" name="直接连接符 63">
              <a:extLst>
                <a:ext uri="{FF2B5EF4-FFF2-40B4-BE49-F238E27FC236}">
                  <a16:creationId xmlns:a16="http://schemas.microsoft.com/office/drawing/2014/main" id="{AADB5501-87C1-9192-9551-27CFD3AA0BD9}"/>
                </a:ext>
              </a:extLst>
            </p:cNvPr>
            <p:cNvCxnSpPr>
              <a:cxnSpLocks/>
            </p:cNvCxnSpPr>
            <p:nvPr/>
          </p:nvCxnSpPr>
          <p:spPr>
            <a:xfrm>
              <a:off x="10152000" y="2159416"/>
              <a:ext cx="0" cy="230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40372031-2F1E-DB79-A524-BB1394E8A254}"/>
                </a:ext>
              </a:extLst>
            </p:cNvPr>
            <p:cNvCxnSpPr>
              <a:cxnSpLocks/>
            </p:cNvCxnSpPr>
            <p:nvPr/>
          </p:nvCxnSpPr>
          <p:spPr>
            <a:xfrm>
              <a:off x="10692000" y="2087416"/>
              <a:ext cx="0" cy="14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391778B1-7301-2059-358E-C6701CA64ECD}"/>
                </a:ext>
              </a:extLst>
            </p:cNvPr>
            <p:cNvCxnSpPr>
              <a:cxnSpLocks/>
            </p:cNvCxnSpPr>
            <p:nvPr/>
          </p:nvCxnSpPr>
          <p:spPr>
            <a:xfrm>
              <a:off x="10692000" y="2339416"/>
              <a:ext cx="0" cy="14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F4E1250-DAE7-ADB6-C36C-EF246DE3A7DF}"/>
                </a:ext>
              </a:extLst>
            </p:cNvPr>
            <p:cNvCxnSpPr>
              <a:cxnSpLocks/>
            </p:cNvCxnSpPr>
            <p:nvPr/>
          </p:nvCxnSpPr>
          <p:spPr>
            <a:xfrm>
              <a:off x="10692000" y="2591416"/>
              <a:ext cx="0" cy="14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9B0EEC1D-76B0-B29A-2B98-EFBB82560544}"/>
                </a:ext>
              </a:extLst>
            </p:cNvPr>
            <p:cNvCxnSpPr>
              <a:cxnSpLocks/>
            </p:cNvCxnSpPr>
            <p:nvPr/>
          </p:nvCxnSpPr>
          <p:spPr>
            <a:xfrm>
              <a:off x="10152000" y="2159416"/>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8844F321-930C-5FAE-AFB7-295DDFEA70E2}"/>
                </a:ext>
              </a:extLst>
            </p:cNvPr>
            <p:cNvCxnSpPr>
              <a:cxnSpLocks/>
            </p:cNvCxnSpPr>
            <p:nvPr/>
          </p:nvCxnSpPr>
          <p:spPr>
            <a:xfrm>
              <a:off x="11124000" y="3312000"/>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085B82B8-181D-969C-4137-EBA139266F6F}"/>
                </a:ext>
              </a:extLst>
            </p:cNvPr>
            <p:cNvSpPr/>
            <p:nvPr/>
          </p:nvSpPr>
          <p:spPr>
            <a:xfrm>
              <a:off x="11070000" y="3258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71" name="直接连接符 70">
              <a:extLst>
                <a:ext uri="{FF2B5EF4-FFF2-40B4-BE49-F238E27FC236}">
                  <a16:creationId xmlns:a16="http://schemas.microsoft.com/office/drawing/2014/main" id="{63B05F48-DCD7-19BF-B525-3A343E695C79}"/>
                </a:ext>
              </a:extLst>
            </p:cNvPr>
            <p:cNvCxnSpPr>
              <a:cxnSpLocks/>
            </p:cNvCxnSpPr>
            <p:nvPr/>
          </p:nvCxnSpPr>
          <p:spPr>
            <a:xfrm>
              <a:off x="9936000" y="3312000"/>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椭圆 71">
              <a:extLst>
                <a:ext uri="{FF2B5EF4-FFF2-40B4-BE49-F238E27FC236}">
                  <a16:creationId xmlns:a16="http://schemas.microsoft.com/office/drawing/2014/main" id="{A0A0F893-4AAE-571D-728F-7F621E2D6271}"/>
                </a:ext>
              </a:extLst>
            </p:cNvPr>
            <p:cNvSpPr/>
            <p:nvPr/>
          </p:nvSpPr>
          <p:spPr>
            <a:xfrm>
              <a:off x="10098000" y="3258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73" name="直接连接符 72">
              <a:extLst>
                <a:ext uri="{FF2B5EF4-FFF2-40B4-BE49-F238E27FC236}">
                  <a16:creationId xmlns:a16="http://schemas.microsoft.com/office/drawing/2014/main" id="{63E3FFA2-8367-2299-154E-2B4E0D1D4CA5}"/>
                </a:ext>
              </a:extLst>
            </p:cNvPr>
            <p:cNvCxnSpPr>
              <a:cxnSpLocks/>
            </p:cNvCxnSpPr>
            <p:nvPr/>
          </p:nvCxnSpPr>
          <p:spPr>
            <a:xfrm>
              <a:off x="10152000" y="4464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3A48F6B6-A00A-999B-3C1B-FD91EA1F2E4B}"/>
                </a:ext>
              </a:extLst>
            </p:cNvPr>
            <p:cNvCxnSpPr>
              <a:cxnSpLocks/>
            </p:cNvCxnSpPr>
            <p:nvPr/>
          </p:nvCxnSpPr>
          <p:spPr>
            <a:xfrm flipH="1">
              <a:off x="10692000" y="4212000"/>
              <a:ext cx="432000"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73B5DB4E-3C49-6A0F-4835-86AC32BBD249}"/>
                </a:ext>
              </a:extLst>
            </p:cNvPr>
            <p:cNvCxnSpPr>
              <a:cxnSpLocks/>
            </p:cNvCxnSpPr>
            <p:nvPr/>
          </p:nvCxnSpPr>
          <p:spPr>
            <a:xfrm>
              <a:off x="10692000" y="4464000"/>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79E694-72F5-ACFF-800C-B916C3B403AF}"/>
                </a:ext>
              </a:extLst>
            </p:cNvPr>
            <p:cNvCxnSpPr>
              <a:cxnSpLocks/>
            </p:cNvCxnSpPr>
            <p:nvPr/>
          </p:nvCxnSpPr>
          <p:spPr>
            <a:xfrm>
              <a:off x="11124000" y="4211999"/>
              <a:ext cx="0" cy="64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椭圆 76">
              <a:extLst>
                <a:ext uri="{FF2B5EF4-FFF2-40B4-BE49-F238E27FC236}">
                  <a16:creationId xmlns:a16="http://schemas.microsoft.com/office/drawing/2014/main" id="{50EF8DC4-0878-F071-557E-F4975310D25D}"/>
                </a:ext>
              </a:extLst>
            </p:cNvPr>
            <p:cNvSpPr/>
            <p:nvPr/>
          </p:nvSpPr>
          <p:spPr>
            <a:xfrm>
              <a:off x="11070000" y="4410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78" name="直接连接符 77">
              <a:extLst>
                <a:ext uri="{FF2B5EF4-FFF2-40B4-BE49-F238E27FC236}">
                  <a16:creationId xmlns:a16="http://schemas.microsoft.com/office/drawing/2014/main" id="{237B7ED4-7E83-1748-6F98-B662E35BA1BC}"/>
                </a:ext>
              </a:extLst>
            </p:cNvPr>
            <p:cNvCxnSpPr>
              <a:cxnSpLocks/>
            </p:cNvCxnSpPr>
            <p:nvPr/>
          </p:nvCxnSpPr>
          <p:spPr>
            <a:xfrm>
              <a:off x="10998000" y="4859999"/>
              <a:ext cx="252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843771BB-21CD-C008-FC0D-E23E1FF898C0}"/>
                </a:ext>
              </a:extLst>
            </p:cNvPr>
            <p:cNvCxnSpPr>
              <a:cxnSpLocks/>
            </p:cNvCxnSpPr>
            <p:nvPr/>
          </p:nvCxnSpPr>
          <p:spPr>
            <a:xfrm>
              <a:off x="10692000" y="3960000"/>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A77792FA-28CB-96B9-C454-591AE6461FFC}"/>
                </a:ext>
              </a:extLst>
            </p:cNvPr>
            <p:cNvCxnSpPr>
              <a:cxnSpLocks/>
            </p:cNvCxnSpPr>
            <p:nvPr/>
          </p:nvCxnSpPr>
          <p:spPr>
            <a:xfrm>
              <a:off x="10692000" y="3888000"/>
              <a:ext cx="0" cy="14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3BE0C78D-C91F-854D-517A-F6DB3FE733DE}"/>
                </a:ext>
              </a:extLst>
            </p:cNvPr>
            <p:cNvCxnSpPr>
              <a:cxnSpLocks/>
            </p:cNvCxnSpPr>
            <p:nvPr/>
          </p:nvCxnSpPr>
          <p:spPr>
            <a:xfrm>
              <a:off x="10692000" y="4140000"/>
              <a:ext cx="0" cy="14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1C23B978-DF7D-3525-79CD-5F5E8C02E298}"/>
                </a:ext>
              </a:extLst>
            </p:cNvPr>
            <p:cNvCxnSpPr>
              <a:cxnSpLocks/>
            </p:cNvCxnSpPr>
            <p:nvPr/>
          </p:nvCxnSpPr>
          <p:spPr>
            <a:xfrm>
              <a:off x="10692000" y="4392000"/>
              <a:ext cx="0" cy="14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E7B2B663-410A-E1FC-7A84-96839FDBAE4C}"/>
                </a:ext>
              </a:extLst>
            </p:cNvPr>
            <p:cNvCxnSpPr>
              <a:cxnSpLocks/>
            </p:cNvCxnSpPr>
            <p:nvPr/>
          </p:nvCxnSpPr>
          <p:spPr>
            <a:xfrm>
              <a:off x="10512000" y="3960000"/>
              <a:ext cx="0" cy="50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Rectangle 8">
                  <a:extLst>
                    <a:ext uri="{FF2B5EF4-FFF2-40B4-BE49-F238E27FC236}">
                      <a16:creationId xmlns:a16="http://schemas.microsoft.com/office/drawing/2014/main" id="{4C1B84F1-A9E3-DBC8-6F9C-26DAC01F8085}"/>
                    </a:ext>
                  </a:extLst>
                </p:cNvPr>
                <p:cNvSpPr>
                  <a:spLocks noChangeArrowheads="1"/>
                </p:cNvSpPr>
                <p:nvPr/>
              </p:nvSpPr>
              <p:spPr bwMode="auto">
                <a:xfrm>
                  <a:off x="10224000" y="4032000"/>
                  <a:ext cx="360000" cy="40011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g</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25" name="Rectangle 8">
                  <a:extLst>
                    <a:ext uri="{FF2B5EF4-FFF2-40B4-BE49-F238E27FC236}">
                      <a16:creationId xmlns:a16="http://schemas.microsoft.com/office/drawing/2014/main" id="{68907BE8-3739-A75D-62B8-FE81ED31E577}"/>
                    </a:ext>
                  </a:extLst>
                </p:cNvPr>
                <p:cNvSpPr>
                  <a:spLocks noRot="1" noChangeAspect="1" noMove="1" noResize="1" noEditPoints="1" noAdjustHandles="1" noChangeArrowheads="1" noChangeShapeType="1" noTextEdit="1"/>
                </p:cNvSpPr>
                <p:nvPr/>
              </p:nvSpPr>
              <p:spPr bwMode="auto">
                <a:xfrm>
                  <a:off x="10224000" y="4032000"/>
                  <a:ext cx="360000" cy="400110"/>
                </a:xfrm>
                <a:prstGeom prst="rect">
                  <a:avLst/>
                </a:prstGeom>
                <a:blipFill>
                  <a:blip r:embed="rId16"/>
                  <a:stretch>
                    <a:fillRect l="-3390" b="-9091"/>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85" name="直接箭头连接符 84">
              <a:extLst>
                <a:ext uri="{FF2B5EF4-FFF2-40B4-BE49-F238E27FC236}">
                  <a16:creationId xmlns:a16="http://schemas.microsoft.com/office/drawing/2014/main" id="{E5D250D5-70AD-4116-DB28-C8F9A3F35101}"/>
                </a:ext>
              </a:extLst>
            </p:cNvPr>
            <p:cNvCxnSpPr>
              <a:cxnSpLocks/>
            </p:cNvCxnSpPr>
            <p:nvPr/>
          </p:nvCxnSpPr>
          <p:spPr>
            <a:xfrm>
              <a:off x="10980000" y="3168000"/>
              <a:ext cx="0" cy="36000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A3D8C179-042E-F840-8F66-D1C55AACFCEE}"/>
                    </a:ext>
                  </a:extLst>
                </p:cNvPr>
                <p:cNvSpPr txBox="1"/>
                <p:nvPr/>
              </p:nvSpPr>
              <p:spPr>
                <a:xfrm>
                  <a:off x="11195999" y="2160000"/>
                  <a:ext cx="431796" cy="504000"/>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T</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P</m:t>
                          </m:r>
                        </m:sub>
                      </m:sSub>
                    </m:oMath>
                  </a14:m>
                  <a:r>
                    <a:rPr lang="zh-CN" altLang="en-US" sz="2200" dirty="0">
                      <a:solidFill>
                        <a:schemeClr val="tx1"/>
                      </a:solidFill>
                    </a:rPr>
                    <a:t> </a:t>
                  </a:r>
                </a:p>
              </p:txBody>
            </p:sp>
          </mc:Choice>
          <mc:Fallback xmlns="">
            <p:sp>
              <p:nvSpPr>
                <p:cNvPr id="134" name="文本框 133">
                  <a:extLst>
                    <a:ext uri="{FF2B5EF4-FFF2-40B4-BE49-F238E27FC236}">
                      <a16:creationId xmlns:a16="http://schemas.microsoft.com/office/drawing/2014/main" id="{BDF90F7D-870B-E667-2AC8-B403ECB6405C}"/>
                    </a:ext>
                  </a:extLst>
                </p:cNvPr>
                <p:cNvSpPr txBox="1">
                  <a:spLocks noRot="1" noChangeAspect="1" noMove="1" noResize="1" noEditPoints="1" noAdjustHandles="1" noChangeArrowheads="1" noChangeShapeType="1" noTextEdit="1"/>
                </p:cNvSpPr>
                <p:nvPr/>
              </p:nvSpPr>
              <p:spPr>
                <a:xfrm>
                  <a:off x="11195999" y="2160000"/>
                  <a:ext cx="431796" cy="504000"/>
                </a:xfrm>
                <a:prstGeom prst="rect">
                  <a:avLst/>
                </a:prstGeom>
                <a:blipFill>
                  <a:blip r:embed="rId17"/>
                  <a:stretch>
                    <a:fillRect l="-57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50BE10D1-7667-CAE5-8681-37E1935266B0}"/>
                    </a:ext>
                  </a:extLst>
                </p:cNvPr>
                <p:cNvSpPr txBox="1"/>
                <p:nvPr/>
              </p:nvSpPr>
              <p:spPr>
                <a:xfrm>
                  <a:off x="11196000" y="3960000"/>
                  <a:ext cx="431796" cy="504000"/>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T</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N</m:t>
                          </m:r>
                        </m:sub>
                      </m:sSub>
                    </m:oMath>
                  </a14:m>
                  <a:r>
                    <a:rPr lang="zh-CN" altLang="en-US" sz="2200" dirty="0">
                      <a:solidFill>
                        <a:schemeClr val="tx1"/>
                      </a:solidFill>
                    </a:rPr>
                    <a:t> </a:t>
                  </a:r>
                </a:p>
              </p:txBody>
            </p:sp>
          </mc:Choice>
          <mc:Fallback xmlns="">
            <p:sp>
              <p:nvSpPr>
                <p:cNvPr id="135" name="文本框 134">
                  <a:extLst>
                    <a:ext uri="{FF2B5EF4-FFF2-40B4-BE49-F238E27FC236}">
                      <a16:creationId xmlns:a16="http://schemas.microsoft.com/office/drawing/2014/main" id="{0424D210-1716-331D-E955-9B8279D8E896}"/>
                    </a:ext>
                  </a:extLst>
                </p:cNvPr>
                <p:cNvSpPr txBox="1">
                  <a:spLocks noRot="1" noChangeAspect="1" noMove="1" noResize="1" noEditPoints="1" noAdjustHandles="1" noChangeArrowheads="1" noChangeShapeType="1" noTextEdit="1"/>
                </p:cNvSpPr>
                <p:nvPr/>
              </p:nvSpPr>
              <p:spPr>
                <a:xfrm>
                  <a:off x="11196000" y="3960000"/>
                  <a:ext cx="431796" cy="504000"/>
                </a:xfrm>
                <a:prstGeom prst="rect">
                  <a:avLst/>
                </a:prstGeom>
                <a:blipFill>
                  <a:blip r:embed="rId18"/>
                  <a:stretch>
                    <a:fillRect l="-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79C1ABDB-77FD-3C9F-5027-6C1A9417D3B2}"/>
                    </a:ext>
                  </a:extLst>
                </p:cNvPr>
                <p:cNvSpPr txBox="1"/>
                <p:nvPr/>
              </p:nvSpPr>
              <p:spPr>
                <a:xfrm>
                  <a:off x="11556000" y="3060000"/>
                  <a:ext cx="432000"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200" b="0" i="1" smtClean="0">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O</m:t>
                          </m:r>
                        </m:sub>
                      </m:sSub>
                    </m:oMath>
                  </a14:m>
                  <a:r>
                    <a:rPr lang="zh-CN" altLang="en-US" sz="2200" dirty="0">
                      <a:solidFill>
                        <a:schemeClr val="accent5">
                          <a:lumMod val="75000"/>
                        </a:schemeClr>
                      </a:solidFill>
                    </a:rPr>
                    <a:t> </a:t>
                  </a:r>
                </a:p>
              </p:txBody>
            </p:sp>
          </mc:Choice>
          <mc:Fallback xmlns="">
            <p:sp>
              <p:nvSpPr>
                <p:cNvPr id="136" name="文本框 135">
                  <a:extLst>
                    <a:ext uri="{FF2B5EF4-FFF2-40B4-BE49-F238E27FC236}">
                      <a16:creationId xmlns:a16="http://schemas.microsoft.com/office/drawing/2014/main" id="{8E464823-5123-3AC9-8608-D5FB930AB6D4}"/>
                    </a:ext>
                  </a:extLst>
                </p:cNvPr>
                <p:cNvSpPr txBox="1">
                  <a:spLocks noRot="1" noChangeAspect="1" noMove="1" noResize="1" noEditPoints="1" noAdjustHandles="1" noChangeArrowheads="1" noChangeShapeType="1" noTextEdit="1"/>
                </p:cNvSpPr>
                <p:nvPr/>
              </p:nvSpPr>
              <p:spPr>
                <a:xfrm>
                  <a:off x="11556000" y="3060000"/>
                  <a:ext cx="432000" cy="430887"/>
                </a:xfrm>
                <a:prstGeom prst="rect">
                  <a:avLst/>
                </a:prstGeom>
                <a:blipFill>
                  <a:blip r:embed="rId19"/>
                  <a:stretch>
                    <a:fillRect l="-2817" b="-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A57F5C4A-1D36-801A-8E73-E8E650699960}"/>
                    </a:ext>
                  </a:extLst>
                </p:cNvPr>
                <p:cNvSpPr txBox="1"/>
                <p:nvPr/>
              </p:nvSpPr>
              <p:spPr>
                <a:xfrm>
                  <a:off x="9540000" y="3060000"/>
                  <a:ext cx="432000"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200" b="0" i="1" smtClean="0">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I</m:t>
                          </m:r>
                        </m:sub>
                      </m:sSub>
                    </m:oMath>
                  </a14:m>
                  <a:r>
                    <a:rPr lang="zh-CN" altLang="en-US" sz="2200" dirty="0">
                      <a:solidFill>
                        <a:schemeClr val="accent5">
                          <a:lumMod val="75000"/>
                        </a:schemeClr>
                      </a:solidFill>
                    </a:rPr>
                    <a:t> </a:t>
                  </a:r>
                </a:p>
              </p:txBody>
            </p:sp>
          </mc:Choice>
          <mc:Fallback xmlns="">
            <p:sp>
              <p:nvSpPr>
                <p:cNvPr id="137" name="文本框 136">
                  <a:extLst>
                    <a:ext uri="{FF2B5EF4-FFF2-40B4-BE49-F238E27FC236}">
                      <a16:creationId xmlns:a16="http://schemas.microsoft.com/office/drawing/2014/main" id="{5CAB371B-5702-86F6-4AFF-E666AB07A555}"/>
                    </a:ext>
                  </a:extLst>
                </p:cNvPr>
                <p:cNvSpPr txBox="1">
                  <a:spLocks noRot="1" noChangeAspect="1" noMove="1" noResize="1" noEditPoints="1" noAdjustHandles="1" noChangeArrowheads="1" noChangeShapeType="1" noTextEdit="1"/>
                </p:cNvSpPr>
                <p:nvPr/>
              </p:nvSpPr>
              <p:spPr>
                <a:xfrm>
                  <a:off x="9540000" y="3060000"/>
                  <a:ext cx="432000" cy="430887"/>
                </a:xfrm>
                <a:prstGeom prst="rect">
                  <a:avLst/>
                </a:prstGeom>
                <a:blipFill>
                  <a:blip r:embed="rId20"/>
                  <a:stretch>
                    <a:fillRect b="-1429"/>
                  </a:stretch>
                </a:blipFill>
              </p:spPr>
              <p:txBody>
                <a:bodyPr/>
                <a:lstStyle/>
                <a:p>
                  <a:r>
                    <a:rPr lang="zh-CN" altLang="en-US">
                      <a:noFill/>
                    </a:rPr>
                    <a:t> </a:t>
                  </a:r>
                </a:p>
              </p:txBody>
            </p:sp>
          </mc:Fallback>
        </mc:AlternateContent>
      </p:grpSp>
      <p:grpSp>
        <p:nvGrpSpPr>
          <p:cNvPr id="90" name="组合 89">
            <a:extLst>
              <a:ext uri="{FF2B5EF4-FFF2-40B4-BE49-F238E27FC236}">
                <a16:creationId xmlns:a16="http://schemas.microsoft.com/office/drawing/2014/main" id="{E73F2AC9-25CB-4FF9-BB81-97B65E45B008}"/>
              </a:ext>
            </a:extLst>
          </p:cNvPr>
          <p:cNvGrpSpPr/>
          <p:nvPr/>
        </p:nvGrpSpPr>
        <p:grpSpPr>
          <a:xfrm>
            <a:off x="360000" y="6048000"/>
            <a:ext cx="2595404" cy="648000"/>
            <a:chOff x="7919865" y="5174388"/>
            <a:chExt cx="2595404" cy="648000"/>
          </a:xfrm>
        </p:grpSpPr>
        <p:cxnSp>
          <p:nvCxnSpPr>
            <p:cNvPr id="91" name="直接连接符 90">
              <a:extLst>
                <a:ext uri="{FF2B5EF4-FFF2-40B4-BE49-F238E27FC236}">
                  <a16:creationId xmlns:a16="http://schemas.microsoft.com/office/drawing/2014/main" id="{01ACC8D9-0FD4-057A-55F9-C71F99AED44B}"/>
                </a:ext>
              </a:extLst>
            </p:cNvPr>
            <p:cNvCxnSpPr>
              <a:cxnSpLocks/>
            </p:cNvCxnSpPr>
            <p:nvPr/>
          </p:nvCxnSpPr>
          <p:spPr>
            <a:xfrm>
              <a:off x="8442000" y="5498388"/>
              <a:ext cx="14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等腰三角形 91">
              <a:extLst>
                <a:ext uri="{FF2B5EF4-FFF2-40B4-BE49-F238E27FC236}">
                  <a16:creationId xmlns:a16="http://schemas.microsoft.com/office/drawing/2014/main" id="{C149943C-91FF-219D-C097-3D1CB1016F63}"/>
                </a:ext>
              </a:extLst>
            </p:cNvPr>
            <p:cNvSpPr/>
            <p:nvPr/>
          </p:nvSpPr>
          <p:spPr>
            <a:xfrm rot="5400000">
              <a:off x="8820000" y="5210388"/>
              <a:ext cx="648000" cy="576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4DF1F273-755F-A60B-B2E3-155F6E016EBF}"/>
                    </a:ext>
                  </a:extLst>
                </p:cNvPr>
                <p:cNvSpPr txBox="1"/>
                <p:nvPr/>
              </p:nvSpPr>
              <p:spPr>
                <a:xfrm>
                  <a:off x="7919865" y="5210388"/>
                  <a:ext cx="57926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800">
                            <a:latin typeface="Cambria Math" panose="02040503050406030204" pitchFamily="18" charset="0"/>
                            <a:ea typeface="微软雅黑" panose="020B0503020204020204" pitchFamily="34" charset="-122"/>
                          </a:rPr>
                          <m:t>A</m:t>
                        </m:r>
                      </m:oMath>
                    </m:oMathPara>
                  </a14:m>
                  <a:endParaRPr lang="zh-CN" altLang="en-US" sz="28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0" name="文本框 89">
                  <a:extLst>
                    <a:ext uri="{FF2B5EF4-FFF2-40B4-BE49-F238E27FC236}">
                      <a16:creationId xmlns:a16="http://schemas.microsoft.com/office/drawing/2014/main" id="{57FF495C-7846-5409-8193-165DFC14FFC7}"/>
                    </a:ext>
                  </a:extLst>
                </p:cNvPr>
                <p:cNvSpPr txBox="1">
                  <a:spLocks noRot="1" noChangeAspect="1" noMove="1" noResize="1" noEditPoints="1" noAdjustHandles="1" noChangeArrowheads="1" noChangeShapeType="1" noTextEdit="1"/>
                </p:cNvSpPr>
                <p:nvPr/>
              </p:nvSpPr>
              <p:spPr>
                <a:xfrm>
                  <a:off x="7919865" y="5210388"/>
                  <a:ext cx="579269" cy="52322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0321A054-4524-BC94-FDDE-042CC4184A34}"/>
                    </a:ext>
                  </a:extLst>
                </p:cNvPr>
                <p:cNvSpPr txBox="1"/>
                <p:nvPr/>
              </p:nvSpPr>
              <p:spPr>
                <a:xfrm>
                  <a:off x="9936000" y="5210388"/>
                  <a:ext cx="57926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微软雅黑" panose="020B0503020204020204" pitchFamily="34" charset="-122"/>
                          </a:rPr>
                          <m:t>Y</m:t>
                        </m:r>
                      </m:oMath>
                    </m:oMathPara>
                  </a14:m>
                  <a:endParaRPr lang="zh-CN" altLang="en-US" sz="28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1" name="文本框 90">
                  <a:extLst>
                    <a:ext uri="{FF2B5EF4-FFF2-40B4-BE49-F238E27FC236}">
                      <a16:creationId xmlns:a16="http://schemas.microsoft.com/office/drawing/2014/main" id="{4F4F8E63-569B-EDC3-E8BC-5914DC4293EE}"/>
                    </a:ext>
                  </a:extLst>
                </p:cNvPr>
                <p:cNvSpPr txBox="1">
                  <a:spLocks noRot="1" noChangeAspect="1" noMove="1" noResize="1" noEditPoints="1" noAdjustHandles="1" noChangeArrowheads="1" noChangeShapeType="1" noTextEdit="1"/>
                </p:cNvSpPr>
                <p:nvPr/>
              </p:nvSpPr>
              <p:spPr>
                <a:xfrm>
                  <a:off x="9936000" y="5210388"/>
                  <a:ext cx="579269" cy="523220"/>
                </a:xfrm>
                <a:prstGeom prst="rect">
                  <a:avLst/>
                </a:prstGeom>
                <a:blipFill>
                  <a:blip r:embed="rId8"/>
                  <a:stretch>
                    <a:fillRect/>
                  </a:stretch>
                </a:blipFill>
              </p:spPr>
              <p:txBody>
                <a:bodyPr/>
                <a:lstStyle/>
                <a:p>
                  <a:r>
                    <a:rPr lang="zh-CN" altLang="en-US">
                      <a:noFill/>
                    </a:rPr>
                    <a:t> </a:t>
                  </a:r>
                </a:p>
              </p:txBody>
            </p:sp>
          </mc:Fallback>
        </mc:AlternateContent>
        <p:sp>
          <p:nvSpPr>
            <p:cNvPr id="95" name="椭圆 94">
              <a:extLst>
                <a:ext uri="{FF2B5EF4-FFF2-40B4-BE49-F238E27FC236}">
                  <a16:creationId xmlns:a16="http://schemas.microsoft.com/office/drawing/2014/main" id="{93E8C408-6F35-A72E-2391-7C16D28175DB}"/>
                </a:ext>
              </a:extLst>
            </p:cNvPr>
            <p:cNvSpPr/>
            <p:nvPr/>
          </p:nvSpPr>
          <p:spPr>
            <a:xfrm>
              <a:off x="9432000" y="5437188"/>
              <a:ext cx="122400" cy="122400"/>
            </a:xfrm>
            <a:prstGeom prst="ellipse">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213" name="组合 212">
            <a:extLst>
              <a:ext uri="{FF2B5EF4-FFF2-40B4-BE49-F238E27FC236}">
                <a16:creationId xmlns:a16="http://schemas.microsoft.com/office/drawing/2014/main" id="{01158B65-33D4-D74A-1F39-36571F751695}"/>
              </a:ext>
            </a:extLst>
          </p:cNvPr>
          <p:cNvGrpSpPr/>
          <p:nvPr/>
        </p:nvGrpSpPr>
        <p:grpSpPr>
          <a:xfrm>
            <a:off x="3456000" y="1332000"/>
            <a:ext cx="3924000" cy="4572000"/>
            <a:chOff x="7848000" y="972000"/>
            <a:chExt cx="3924000" cy="4572000"/>
          </a:xfrm>
        </p:grpSpPr>
        <p:cxnSp>
          <p:nvCxnSpPr>
            <p:cNvPr id="214" name="直接连接符 213">
              <a:extLst>
                <a:ext uri="{FF2B5EF4-FFF2-40B4-BE49-F238E27FC236}">
                  <a16:creationId xmlns:a16="http://schemas.microsoft.com/office/drawing/2014/main" id="{DAA783E2-2DC8-177E-1E18-97588CC4696B}"/>
                </a:ext>
              </a:extLst>
            </p:cNvPr>
            <p:cNvCxnSpPr>
              <a:cxnSpLocks/>
            </p:cNvCxnSpPr>
            <p:nvPr/>
          </p:nvCxnSpPr>
          <p:spPr>
            <a:xfrm>
              <a:off x="8712000" y="2088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8AF01C19-8BAF-68E2-761A-AA36057CB2F0}"/>
                </a:ext>
              </a:extLst>
            </p:cNvPr>
            <p:cNvCxnSpPr>
              <a:cxnSpLocks/>
            </p:cNvCxnSpPr>
            <p:nvPr/>
          </p:nvCxnSpPr>
          <p:spPr>
            <a:xfrm>
              <a:off x="8928000" y="2088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直接连接符 215">
              <a:extLst>
                <a:ext uri="{FF2B5EF4-FFF2-40B4-BE49-F238E27FC236}">
                  <a16:creationId xmlns:a16="http://schemas.microsoft.com/office/drawing/2014/main" id="{551FEFE1-B9B9-E6BF-2248-F5EE029C3EC8}"/>
                </a:ext>
              </a:extLst>
            </p:cNvPr>
            <p:cNvCxnSpPr>
              <a:cxnSpLocks/>
            </p:cNvCxnSpPr>
            <p:nvPr/>
          </p:nvCxnSpPr>
          <p:spPr>
            <a:xfrm>
              <a:off x="8928000" y="1998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EFF9DCEA-ACE3-7E3D-F5AD-983407779DC3}"/>
                </a:ext>
              </a:extLst>
            </p:cNvPr>
            <p:cNvCxnSpPr>
              <a:cxnSpLocks/>
            </p:cNvCxnSpPr>
            <p:nvPr/>
          </p:nvCxnSpPr>
          <p:spPr>
            <a:xfrm>
              <a:off x="8928000" y="2376000"/>
              <a:ext cx="468000" cy="0"/>
            </a:xfrm>
            <a:prstGeom prst="line">
              <a:avLst/>
            </a:prstGeom>
            <a:ln w="2540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212DBDB8-D1ED-1A67-58D3-E105594C6E05}"/>
                </a:ext>
              </a:extLst>
            </p:cNvPr>
            <p:cNvCxnSpPr>
              <a:cxnSpLocks/>
            </p:cNvCxnSpPr>
            <p:nvPr/>
          </p:nvCxnSpPr>
          <p:spPr>
            <a:xfrm>
              <a:off x="8928000" y="2286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直接连接符 218">
              <a:extLst>
                <a:ext uri="{FF2B5EF4-FFF2-40B4-BE49-F238E27FC236}">
                  <a16:creationId xmlns:a16="http://schemas.microsoft.com/office/drawing/2014/main" id="{29617359-19E2-832B-247D-4DBB1C2C8DB6}"/>
                </a:ext>
              </a:extLst>
            </p:cNvPr>
            <p:cNvCxnSpPr>
              <a:cxnSpLocks/>
            </p:cNvCxnSpPr>
            <p:nvPr/>
          </p:nvCxnSpPr>
          <p:spPr>
            <a:xfrm>
              <a:off x="8928000" y="2664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B3D0AD05-436B-0E40-86A1-61B1CE8B4026}"/>
                </a:ext>
              </a:extLst>
            </p:cNvPr>
            <p:cNvCxnSpPr>
              <a:cxnSpLocks/>
            </p:cNvCxnSpPr>
            <p:nvPr/>
          </p:nvCxnSpPr>
          <p:spPr>
            <a:xfrm>
              <a:off x="8928000" y="2574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B9BBD5A1-0370-86EA-36C5-B278BD7BF1D3}"/>
                </a:ext>
              </a:extLst>
            </p:cNvPr>
            <p:cNvCxnSpPr>
              <a:cxnSpLocks/>
            </p:cNvCxnSpPr>
            <p:nvPr/>
          </p:nvCxnSpPr>
          <p:spPr>
            <a:xfrm>
              <a:off x="9396000" y="1656000"/>
              <a:ext cx="0" cy="72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2" name="椭圆 221">
              <a:extLst>
                <a:ext uri="{FF2B5EF4-FFF2-40B4-BE49-F238E27FC236}">
                  <a16:creationId xmlns:a16="http://schemas.microsoft.com/office/drawing/2014/main" id="{3182874B-A851-3450-A72E-B7CDB71628A3}"/>
                </a:ext>
              </a:extLst>
            </p:cNvPr>
            <p:cNvSpPr/>
            <p:nvPr/>
          </p:nvSpPr>
          <p:spPr>
            <a:xfrm>
              <a:off x="9342000" y="2034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23" name="直接连接符 222">
              <a:extLst>
                <a:ext uri="{FF2B5EF4-FFF2-40B4-BE49-F238E27FC236}">
                  <a16:creationId xmlns:a16="http://schemas.microsoft.com/office/drawing/2014/main" id="{DABF6B28-149A-E608-54A5-3AC453FF2D8E}"/>
                </a:ext>
              </a:extLst>
            </p:cNvPr>
            <p:cNvCxnSpPr>
              <a:cxnSpLocks/>
            </p:cNvCxnSpPr>
            <p:nvPr/>
          </p:nvCxnSpPr>
          <p:spPr>
            <a:xfrm>
              <a:off x="8460000" y="2088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直接连接符 223">
              <a:extLst>
                <a:ext uri="{FF2B5EF4-FFF2-40B4-BE49-F238E27FC236}">
                  <a16:creationId xmlns:a16="http://schemas.microsoft.com/office/drawing/2014/main" id="{CE9B0A3D-5BA5-64A2-93DA-2FD350CD83A1}"/>
                </a:ext>
              </a:extLst>
            </p:cNvPr>
            <p:cNvCxnSpPr>
              <a:cxnSpLocks/>
            </p:cNvCxnSpPr>
            <p:nvPr/>
          </p:nvCxnSpPr>
          <p:spPr>
            <a:xfrm>
              <a:off x="9396000" y="2664000"/>
              <a:ext cx="0" cy="3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接连接符 224">
              <a:extLst>
                <a:ext uri="{FF2B5EF4-FFF2-40B4-BE49-F238E27FC236}">
                  <a16:creationId xmlns:a16="http://schemas.microsoft.com/office/drawing/2014/main" id="{D9967592-1058-90B6-397C-4E0F799C37B2}"/>
                </a:ext>
              </a:extLst>
            </p:cNvPr>
            <p:cNvCxnSpPr>
              <a:cxnSpLocks/>
            </p:cNvCxnSpPr>
            <p:nvPr/>
          </p:nvCxnSpPr>
          <p:spPr>
            <a:xfrm>
              <a:off x="10260000" y="3456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998F072A-66BF-135F-EF29-43ECD4862396}"/>
                </a:ext>
              </a:extLst>
            </p:cNvPr>
            <p:cNvCxnSpPr>
              <a:cxnSpLocks/>
            </p:cNvCxnSpPr>
            <p:nvPr/>
          </p:nvCxnSpPr>
          <p:spPr>
            <a:xfrm>
              <a:off x="10476000" y="3456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直接连接符 226">
              <a:extLst>
                <a:ext uri="{FF2B5EF4-FFF2-40B4-BE49-F238E27FC236}">
                  <a16:creationId xmlns:a16="http://schemas.microsoft.com/office/drawing/2014/main" id="{FC836A10-D52B-40BF-2ACA-F1EE980E24B8}"/>
                </a:ext>
              </a:extLst>
            </p:cNvPr>
            <p:cNvCxnSpPr>
              <a:cxnSpLocks/>
            </p:cNvCxnSpPr>
            <p:nvPr/>
          </p:nvCxnSpPr>
          <p:spPr>
            <a:xfrm>
              <a:off x="10476000" y="3366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直接连接符 227">
              <a:extLst>
                <a:ext uri="{FF2B5EF4-FFF2-40B4-BE49-F238E27FC236}">
                  <a16:creationId xmlns:a16="http://schemas.microsoft.com/office/drawing/2014/main" id="{1F003E13-D9AF-5706-6D4A-812D7E634216}"/>
                </a:ext>
              </a:extLst>
            </p:cNvPr>
            <p:cNvCxnSpPr>
              <a:cxnSpLocks/>
            </p:cNvCxnSpPr>
            <p:nvPr/>
          </p:nvCxnSpPr>
          <p:spPr>
            <a:xfrm>
              <a:off x="10476000" y="3744000"/>
              <a:ext cx="684000" cy="0"/>
            </a:xfrm>
            <a:prstGeom prst="line">
              <a:avLst/>
            </a:prstGeom>
            <a:ln w="2540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930AFA07-AF43-7F0B-2946-2E598C1ED558}"/>
                </a:ext>
              </a:extLst>
            </p:cNvPr>
            <p:cNvCxnSpPr>
              <a:cxnSpLocks/>
            </p:cNvCxnSpPr>
            <p:nvPr/>
          </p:nvCxnSpPr>
          <p:spPr>
            <a:xfrm>
              <a:off x="10476000" y="3654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接连接符 229">
              <a:extLst>
                <a:ext uri="{FF2B5EF4-FFF2-40B4-BE49-F238E27FC236}">
                  <a16:creationId xmlns:a16="http://schemas.microsoft.com/office/drawing/2014/main" id="{AB24176B-FAF1-03B2-32BE-FBF84FAFEB6E}"/>
                </a:ext>
              </a:extLst>
            </p:cNvPr>
            <p:cNvCxnSpPr>
              <a:cxnSpLocks/>
            </p:cNvCxnSpPr>
            <p:nvPr/>
          </p:nvCxnSpPr>
          <p:spPr>
            <a:xfrm>
              <a:off x="10476000" y="4032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B30981F9-9BF2-B4B7-4162-979ACDFC93B3}"/>
                </a:ext>
              </a:extLst>
            </p:cNvPr>
            <p:cNvCxnSpPr>
              <a:cxnSpLocks/>
            </p:cNvCxnSpPr>
            <p:nvPr/>
          </p:nvCxnSpPr>
          <p:spPr>
            <a:xfrm>
              <a:off x="10476000" y="3942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32" name="椭圆 231">
              <a:extLst>
                <a:ext uri="{FF2B5EF4-FFF2-40B4-BE49-F238E27FC236}">
                  <a16:creationId xmlns:a16="http://schemas.microsoft.com/office/drawing/2014/main" id="{ECDED3C3-C5D0-942B-2B4F-15A1D1A7252B}"/>
                </a:ext>
              </a:extLst>
            </p:cNvPr>
            <p:cNvSpPr/>
            <p:nvPr/>
          </p:nvSpPr>
          <p:spPr>
            <a:xfrm>
              <a:off x="10890000" y="3006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33" name="直接连接符 232">
              <a:extLst>
                <a:ext uri="{FF2B5EF4-FFF2-40B4-BE49-F238E27FC236}">
                  <a16:creationId xmlns:a16="http://schemas.microsoft.com/office/drawing/2014/main" id="{53F96FD2-61BF-5498-6664-B716EC9A40A4}"/>
                </a:ext>
              </a:extLst>
            </p:cNvPr>
            <p:cNvCxnSpPr>
              <a:cxnSpLocks/>
            </p:cNvCxnSpPr>
            <p:nvPr/>
          </p:nvCxnSpPr>
          <p:spPr>
            <a:xfrm>
              <a:off x="8208000" y="4032000"/>
              <a:ext cx="20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6E8627E1-ED8E-8B15-AFD7-9637E7B30E0D}"/>
                </a:ext>
              </a:extLst>
            </p:cNvPr>
            <p:cNvCxnSpPr>
              <a:cxnSpLocks/>
            </p:cNvCxnSpPr>
            <p:nvPr/>
          </p:nvCxnSpPr>
          <p:spPr>
            <a:xfrm>
              <a:off x="10944000" y="4032000"/>
              <a:ext cx="0" cy="57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直接连接符 234">
              <a:extLst>
                <a:ext uri="{FF2B5EF4-FFF2-40B4-BE49-F238E27FC236}">
                  <a16:creationId xmlns:a16="http://schemas.microsoft.com/office/drawing/2014/main" id="{3FB571AB-E5FD-1692-E7E8-2E69E2123D68}"/>
                </a:ext>
              </a:extLst>
            </p:cNvPr>
            <p:cNvCxnSpPr>
              <a:cxnSpLocks/>
            </p:cNvCxnSpPr>
            <p:nvPr/>
          </p:nvCxnSpPr>
          <p:spPr>
            <a:xfrm>
              <a:off x="10260000" y="2088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直接连接符 235">
              <a:extLst>
                <a:ext uri="{FF2B5EF4-FFF2-40B4-BE49-F238E27FC236}">
                  <a16:creationId xmlns:a16="http://schemas.microsoft.com/office/drawing/2014/main" id="{A0F58223-932A-B1D5-45EC-68DB8FC92AD0}"/>
                </a:ext>
              </a:extLst>
            </p:cNvPr>
            <p:cNvCxnSpPr>
              <a:cxnSpLocks/>
            </p:cNvCxnSpPr>
            <p:nvPr/>
          </p:nvCxnSpPr>
          <p:spPr>
            <a:xfrm>
              <a:off x="10476000" y="2088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2C57FDEC-6A61-ACFE-B949-5FDE752DCBF3}"/>
                </a:ext>
              </a:extLst>
            </p:cNvPr>
            <p:cNvCxnSpPr>
              <a:cxnSpLocks/>
            </p:cNvCxnSpPr>
            <p:nvPr/>
          </p:nvCxnSpPr>
          <p:spPr>
            <a:xfrm>
              <a:off x="10476000" y="1998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C266054E-457D-C442-3A73-D94869E64D6A}"/>
                </a:ext>
              </a:extLst>
            </p:cNvPr>
            <p:cNvCxnSpPr>
              <a:cxnSpLocks/>
            </p:cNvCxnSpPr>
            <p:nvPr/>
          </p:nvCxnSpPr>
          <p:spPr>
            <a:xfrm>
              <a:off x="10476000" y="2376000"/>
              <a:ext cx="468000" cy="0"/>
            </a:xfrm>
            <a:prstGeom prst="line">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9" name="直接连接符 238">
              <a:extLst>
                <a:ext uri="{FF2B5EF4-FFF2-40B4-BE49-F238E27FC236}">
                  <a16:creationId xmlns:a16="http://schemas.microsoft.com/office/drawing/2014/main" id="{774DA543-114F-D099-1D9D-F24BB83F6BDE}"/>
                </a:ext>
              </a:extLst>
            </p:cNvPr>
            <p:cNvCxnSpPr>
              <a:cxnSpLocks/>
            </p:cNvCxnSpPr>
            <p:nvPr/>
          </p:nvCxnSpPr>
          <p:spPr>
            <a:xfrm>
              <a:off x="10476000" y="2286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直接连接符 239">
              <a:extLst>
                <a:ext uri="{FF2B5EF4-FFF2-40B4-BE49-F238E27FC236}">
                  <a16:creationId xmlns:a16="http://schemas.microsoft.com/office/drawing/2014/main" id="{1811C78C-7C5C-B1EE-4122-F116224C8C55}"/>
                </a:ext>
              </a:extLst>
            </p:cNvPr>
            <p:cNvCxnSpPr>
              <a:cxnSpLocks/>
            </p:cNvCxnSpPr>
            <p:nvPr/>
          </p:nvCxnSpPr>
          <p:spPr>
            <a:xfrm>
              <a:off x="10476000" y="2664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695A1AF3-19BE-6FA9-C2AA-B7A42E65A730}"/>
                </a:ext>
              </a:extLst>
            </p:cNvPr>
            <p:cNvCxnSpPr>
              <a:cxnSpLocks/>
            </p:cNvCxnSpPr>
            <p:nvPr/>
          </p:nvCxnSpPr>
          <p:spPr>
            <a:xfrm>
              <a:off x="10476000" y="2574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直接连接符 241">
              <a:extLst>
                <a:ext uri="{FF2B5EF4-FFF2-40B4-BE49-F238E27FC236}">
                  <a16:creationId xmlns:a16="http://schemas.microsoft.com/office/drawing/2014/main" id="{64C26E8B-4C46-F409-A593-63B2B073F9FA}"/>
                </a:ext>
              </a:extLst>
            </p:cNvPr>
            <p:cNvCxnSpPr>
              <a:cxnSpLocks/>
            </p:cNvCxnSpPr>
            <p:nvPr/>
          </p:nvCxnSpPr>
          <p:spPr>
            <a:xfrm>
              <a:off x="10944000" y="1404000"/>
              <a:ext cx="0" cy="97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3" name="椭圆 242">
              <a:extLst>
                <a:ext uri="{FF2B5EF4-FFF2-40B4-BE49-F238E27FC236}">
                  <a16:creationId xmlns:a16="http://schemas.microsoft.com/office/drawing/2014/main" id="{5D18AE44-3016-6FCB-66BC-7139F54C9C8E}"/>
                </a:ext>
              </a:extLst>
            </p:cNvPr>
            <p:cNvSpPr/>
            <p:nvPr/>
          </p:nvSpPr>
          <p:spPr>
            <a:xfrm>
              <a:off x="10890000" y="2034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44" name="直接连接符 243">
              <a:extLst>
                <a:ext uri="{FF2B5EF4-FFF2-40B4-BE49-F238E27FC236}">
                  <a16:creationId xmlns:a16="http://schemas.microsoft.com/office/drawing/2014/main" id="{4740B11B-9027-67BF-7504-2288E5443FEB}"/>
                </a:ext>
              </a:extLst>
            </p:cNvPr>
            <p:cNvCxnSpPr>
              <a:cxnSpLocks/>
            </p:cNvCxnSpPr>
            <p:nvPr/>
          </p:nvCxnSpPr>
          <p:spPr>
            <a:xfrm>
              <a:off x="10008000" y="2088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直接连接符 244">
              <a:extLst>
                <a:ext uri="{FF2B5EF4-FFF2-40B4-BE49-F238E27FC236}">
                  <a16:creationId xmlns:a16="http://schemas.microsoft.com/office/drawing/2014/main" id="{BE467C16-7976-47B9-8FDC-D8D193F9D5CC}"/>
                </a:ext>
              </a:extLst>
            </p:cNvPr>
            <p:cNvCxnSpPr>
              <a:cxnSpLocks/>
            </p:cNvCxnSpPr>
            <p:nvPr/>
          </p:nvCxnSpPr>
          <p:spPr>
            <a:xfrm>
              <a:off x="10944000" y="2664000"/>
              <a:ext cx="0" cy="79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直接连接符 245">
              <a:extLst>
                <a:ext uri="{FF2B5EF4-FFF2-40B4-BE49-F238E27FC236}">
                  <a16:creationId xmlns:a16="http://schemas.microsoft.com/office/drawing/2014/main" id="{FB888BB7-CE8A-6F64-2A37-482C531FF180}"/>
                </a:ext>
              </a:extLst>
            </p:cNvPr>
            <p:cNvCxnSpPr>
              <a:cxnSpLocks/>
            </p:cNvCxnSpPr>
            <p:nvPr/>
          </p:nvCxnSpPr>
          <p:spPr>
            <a:xfrm>
              <a:off x="10260000" y="4608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直接连接符 246">
              <a:extLst>
                <a:ext uri="{FF2B5EF4-FFF2-40B4-BE49-F238E27FC236}">
                  <a16:creationId xmlns:a16="http://schemas.microsoft.com/office/drawing/2014/main" id="{80352712-D94D-F066-649B-80A136491034}"/>
                </a:ext>
              </a:extLst>
            </p:cNvPr>
            <p:cNvCxnSpPr>
              <a:cxnSpLocks/>
            </p:cNvCxnSpPr>
            <p:nvPr/>
          </p:nvCxnSpPr>
          <p:spPr>
            <a:xfrm>
              <a:off x="10476000" y="4608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59527DB4-C257-097F-1035-61A13C545463}"/>
                </a:ext>
              </a:extLst>
            </p:cNvPr>
            <p:cNvCxnSpPr>
              <a:cxnSpLocks/>
            </p:cNvCxnSpPr>
            <p:nvPr/>
          </p:nvCxnSpPr>
          <p:spPr>
            <a:xfrm>
              <a:off x="10476000" y="4518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9" name="直接连接符 248">
              <a:extLst>
                <a:ext uri="{FF2B5EF4-FFF2-40B4-BE49-F238E27FC236}">
                  <a16:creationId xmlns:a16="http://schemas.microsoft.com/office/drawing/2014/main" id="{A30B52AC-8F01-062A-6F1F-FD653BBB57CE}"/>
                </a:ext>
              </a:extLst>
            </p:cNvPr>
            <p:cNvCxnSpPr>
              <a:cxnSpLocks/>
            </p:cNvCxnSpPr>
            <p:nvPr/>
          </p:nvCxnSpPr>
          <p:spPr>
            <a:xfrm>
              <a:off x="10476000" y="4896000"/>
              <a:ext cx="468000" cy="0"/>
            </a:xfrm>
            <a:prstGeom prst="line">
              <a:avLst/>
            </a:prstGeom>
            <a:ln w="25400">
              <a:solidFill>
                <a:schemeClr val="tx1"/>
              </a:solidFill>
              <a:headEnd type="triangle" w="lg" len="lg"/>
              <a:tailEnd type="none" w="med" len="lg"/>
            </a:ln>
          </p:spPr>
          <p:style>
            <a:lnRef idx="1">
              <a:schemeClr val="accent1"/>
            </a:lnRef>
            <a:fillRef idx="0">
              <a:schemeClr val="accent1"/>
            </a:fillRef>
            <a:effectRef idx="0">
              <a:schemeClr val="accent1"/>
            </a:effectRef>
            <a:fontRef idx="minor">
              <a:schemeClr val="tx1"/>
            </a:fontRef>
          </p:style>
        </p:cxnSp>
        <p:cxnSp>
          <p:nvCxnSpPr>
            <p:cNvPr id="250" name="直接连接符 249">
              <a:extLst>
                <a:ext uri="{FF2B5EF4-FFF2-40B4-BE49-F238E27FC236}">
                  <a16:creationId xmlns:a16="http://schemas.microsoft.com/office/drawing/2014/main" id="{F1B44117-82B1-CAB7-6ECC-CCACDAB3FB12}"/>
                </a:ext>
              </a:extLst>
            </p:cNvPr>
            <p:cNvCxnSpPr>
              <a:cxnSpLocks/>
            </p:cNvCxnSpPr>
            <p:nvPr/>
          </p:nvCxnSpPr>
          <p:spPr>
            <a:xfrm>
              <a:off x="10476000" y="4806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直接连接符 250">
              <a:extLst>
                <a:ext uri="{FF2B5EF4-FFF2-40B4-BE49-F238E27FC236}">
                  <a16:creationId xmlns:a16="http://schemas.microsoft.com/office/drawing/2014/main" id="{04B43A8F-5599-83C1-9469-FDB8E82B001A}"/>
                </a:ext>
              </a:extLst>
            </p:cNvPr>
            <p:cNvCxnSpPr>
              <a:cxnSpLocks/>
            </p:cNvCxnSpPr>
            <p:nvPr/>
          </p:nvCxnSpPr>
          <p:spPr>
            <a:xfrm>
              <a:off x="10476000" y="5184000"/>
              <a:ext cx="68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34EAFD1B-892D-B2CB-B05A-CEEB8A3B0EF0}"/>
                </a:ext>
              </a:extLst>
            </p:cNvPr>
            <p:cNvCxnSpPr>
              <a:cxnSpLocks/>
            </p:cNvCxnSpPr>
            <p:nvPr/>
          </p:nvCxnSpPr>
          <p:spPr>
            <a:xfrm>
              <a:off x="10476000" y="5094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3" name="椭圆 252">
              <a:extLst>
                <a:ext uri="{FF2B5EF4-FFF2-40B4-BE49-F238E27FC236}">
                  <a16:creationId xmlns:a16="http://schemas.microsoft.com/office/drawing/2014/main" id="{12B90198-0891-ED0A-47A9-8FDEB9D709AB}"/>
                </a:ext>
              </a:extLst>
            </p:cNvPr>
            <p:cNvSpPr/>
            <p:nvPr/>
          </p:nvSpPr>
          <p:spPr>
            <a:xfrm>
              <a:off x="9954000" y="3978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54" name="直接连接符 253">
              <a:extLst>
                <a:ext uri="{FF2B5EF4-FFF2-40B4-BE49-F238E27FC236}">
                  <a16:creationId xmlns:a16="http://schemas.microsoft.com/office/drawing/2014/main" id="{AC24D096-75D3-CCCB-8B2E-E7F32E75E91B}"/>
                </a:ext>
              </a:extLst>
            </p:cNvPr>
            <p:cNvCxnSpPr>
              <a:cxnSpLocks/>
            </p:cNvCxnSpPr>
            <p:nvPr/>
          </p:nvCxnSpPr>
          <p:spPr>
            <a:xfrm>
              <a:off x="8208000" y="5184000"/>
              <a:ext cx="20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25AE7699-039C-0675-59DC-1D36EE157B67}"/>
                </a:ext>
              </a:extLst>
            </p:cNvPr>
            <p:cNvCxnSpPr>
              <a:cxnSpLocks/>
            </p:cNvCxnSpPr>
            <p:nvPr/>
          </p:nvCxnSpPr>
          <p:spPr>
            <a:xfrm>
              <a:off x="10944000" y="4896000"/>
              <a:ext cx="0" cy="64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直接连接符 255">
              <a:extLst>
                <a:ext uri="{FF2B5EF4-FFF2-40B4-BE49-F238E27FC236}">
                  <a16:creationId xmlns:a16="http://schemas.microsoft.com/office/drawing/2014/main" id="{5A26BDA6-BEE6-18CA-BCDC-47338022C42C}"/>
                </a:ext>
              </a:extLst>
            </p:cNvPr>
            <p:cNvCxnSpPr>
              <a:cxnSpLocks/>
            </p:cNvCxnSpPr>
            <p:nvPr/>
          </p:nvCxnSpPr>
          <p:spPr>
            <a:xfrm>
              <a:off x="9396000" y="3060000"/>
              <a:ext cx="19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直接连接符 256">
              <a:extLst>
                <a:ext uri="{FF2B5EF4-FFF2-40B4-BE49-F238E27FC236}">
                  <a16:creationId xmlns:a16="http://schemas.microsoft.com/office/drawing/2014/main" id="{C1FBAEF2-5D4D-B53A-9A31-581F69E69B66}"/>
                </a:ext>
              </a:extLst>
            </p:cNvPr>
            <p:cNvCxnSpPr>
              <a:cxnSpLocks/>
            </p:cNvCxnSpPr>
            <p:nvPr/>
          </p:nvCxnSpPr>
          <p:spPr>
            <a:xfrm>
              <a:off x="10008000" y="2088000"/>
              <a:ext cx="0" cy="194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8F5E0D8E-7D12-ABC7-066A-0FA96C90CCDA}"/>
                </a:ext>
              </a:extLst>
            </p:cNvPr>
            <p:cNvCxnSpPr>
              <a:cxnSpLocks/>
            </p:cNvCxnSpPr>
            <p:nvPr/>
          </p:nvCxnSpPr>
          <p:spPr>
            <a:xfrm>
              <a:off x="11160000" y="3744000"/>
              <a:ext cx="0" cy="14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椭圆 258">
              <a:extLst>
                <a:ext uri="{FF2B5EF4-FFF2-40B4-BE49-F238E27FC236}">
                  <a16:creationId xmlns:a16="http://schemas.microsoft.com/office/drawing/2014/main" id="{4C2F83D5-0340-B542-3062-1E0EF697082E}"/>
                </a:ext>
              </a:extLst>
            </p:cNvPr>
            <p:cNvSpPr/>
            <p:nvPr/>
          </p:nvSpPr>
          <p:spPr>
            <a:xfrm>
              <a:off x="10890000" y="5130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60" name="直接连接符 259">
              <a:extLst>
                <a:ext uri="{FF2B5EF4-FFF2-40B4-BE49-F238E27FC236}">
                  <a16:creationId xmlns:a16="http://schemas.microsoft.com/office/drawing/2014/main" id="{6645296F-1CA2-BCBF-FA86-D1716D4C9E65}"/>
                </a:ext>
              </a:extLst>
            </p:cNvPr>
            <p:cNvCxnSpPr>
              <a:cxnSpLocks/>
            </p:cNvCxnSpPr>
            <p:nvPr/>
          </p:nvCxnSpPr>
          <p:spPr>
            <a:xfrm>
              <a:off x="10800000" y="5508000"/>
              <a:ext cx="288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51AFF927-AF19-6537-BE71-950D53EC1CA3}"/>
                </a:ext>
              </a:extLst>
            </p:cNvPr>
            <p:cNvCxnSpPr>
              <a:cxnSpLocks/>
            </p:cNvCxnSpPr>
            <p:nvPr/>
          </p:nvCxnSpPr>
          <p:spPr>
            <a:xfrm>
              <a:off x="8460000" y="2088000"/>
              <a:ext cx="0" cy="30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2" name="椭圆 261">
              <a:extLst>
                <a:ext uri="{FF2B5EF4-FFF2-40B4-BE49-F238E27FC236}">
                  <a16:creationId xmlns:a16="http://schemas.microsoft.com/office/drawing/2014/main" id="{98DA0492-397B-331C-678F-0CE2A7D8AC7F}"/>
                </a:ext>
              </a:extLst>
            </p:cNvPr>
            <p:cNvSpPr/>
            <p:nvPr/>
          </p:nvSpPr>
          <p:spPr>
            <a:xfrm>
              <a:off x="8406000" y="5130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63" name="文本框 262">
                  <a:extLst>
                    <a:ext uri="{FF2B5EF4-FFF2-40B4-BE49-F238E27FC236}">
                      <a16:creationId xmlns:a16="http://schemas.microsoft.com/office/drawing/2014/main" id="{37B160F4-E921-088D-9FBD-116A993ADD31}"/>
                    </a:ext>
                  </a:extLst>
                </p:cNvPr>
                <p:cNvSpPr txBox="1"/>
                <p:nvPr/>
              </p:nvSpPr>
              <p:spPr>
                <a:xfrm>
                  <a:off x="7848000" y="3816000"/>
                  <a:ext cx="432000" cy="43088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A</m:t>
                        </m:r>
                      </m:oMath>
                    </m:oMathPara>
                  </a14:m>
                  <a:endParaRPr lang="zh-CN" altLang="en-US" sz="2200" dirty="0">
                    <a:solidFill>
                      <a:schemeClr val="accent5">
                        <a:lumMod val="75000"/>
                      </a:schemeClr>
                    </a:solidFill>
                  </a:endParaRPr>
                </a:p>
              </p:txBody>
            </p:sp>
          </mc:Choice>
          <mc:Fallback xmlns="">
            <p:sp>
              <p:nvSpPr>
                <p:cNvPr id="58" name="文本框 57">
                  <a:extLst>
                    <a:ext uri="{FF2B5EF4-FFF2-40B4-BE49-F238E27FC236}">
                      <a16:creationId xmlns:a16="http://schemas.microsoft.com/office/drawing/2014/main" id="{B20EFA0A-2C34-AE5B-572B-72502497DE86}"/>
                    </a:ext>
                  </a:extLst>
                </p:cNvPr>
                <p:cNvSpPr txBox="1">
                  <a:spLocks noRot="1" noChangeAspect="1" noMove="1" noResize="1" noEditPoints="1" noAdjustHandles="1" noChangeArrowheads="1" noChangeShapeType="1" noTextEdit="1"/>
                </p:cNvSpPr>
                <p:nvPr/>
              </p:nvSpPr>
              <p:spPr>
                <a:xfrm>
                  <a:off x="7848000" y="3816000"/>
                  <a:ext cx="432000" cy="430887"/>
                </a:xfrm>
                <a:prstGeom prst="rect">
                  <a:avLst/>
                </a:prstGeom>
                <a:blipFill>
                  <a:blip r:embed="rId3"/>
                  <a:stretch>
                    <a:fillRect l="-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4" name="文本框 263">
                  <a:extLst>
                    <a:ext uri="{FF2B5EF4-FFF2-40B4-BE49-F238E27FC236}">
                      <a16:creationId xmlns:a16="http://schemas.microsoft.com/office/drawing/2014/main" id="{83126F92-F757-87F8-BA35-AD3394FC1407}"/>
                    </a:ext>
                  </a:extLst>
                </p:cNvPr>
                <p:cNvSpPr txBox="1"/>
                <p:nvPr/>
              </p:nvSpPr>
              <p:spPr>
                <a:xfrm>
                  <a:off x="7848000" y="4968000"/>
                  <a:ext cx="432000" cy="43088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B</m:t>
                        </m:r>
                      </m:oMath>
                    </m:oMathPara>
                  </a14:m>
                  <a:endParaRPr lang="zh-CN" altLang="en-US" sz="2200" dirty="0">
                    <a:solidFill>
                      <a:schemeClr val="accent5">
                        <a:lumMod val="75000"/>
                      </a:schemeClr>
                    </a:solidFill>
                  </a:endParaRPr>
                </a:p>
              </p:txBody>
            </p:sp>
          </mc:Choice>
          <mc:Fallback xmlns="">
            <p:sp>
              <p:nvSpPr>
                <p:cNvPr id="59" name="文本框 58">
                  <a:extLst>
                    <a:ext uri="{FF2B5EF4-FFF2-40B4-BE49-F238E27FC236}">
                      <a16:creationId xmlns:a16="http://schemas.microsoft.com/office/drawing/2014/main" id="{B4E134AD-53B7-C689-4DCA-1D73727A267F}"/>
                    </a:ext>
                  </a:extLst>
                </p:cNvPr>
                <p:cNvSpPr txBox="1">
                  <a:spLocks noRot="1" noChangeAspect="1" noMove="1" noResize="1" noEditPoints="1" noAdjustHandles="1" noChangeArrowheads="1" noChangeShapeType="1" noTextEdit="1"/>
                </p:cNvSpPr>
                <p:nvPr/>
              </p:nvSpPr>
              <p:spPr>
                <a:xfrm>
                  <a:off x="7848000" y="4968000"/>
                  <a:ext cx="432000" cy="430887"/>
                </a:xfrm>
                <a:prstGeom prst="rect">
                  <a:avLst/>
                </a:prstGeom>
                <a:blipFill>
                  <a:blip r:embed="rId4"/>
                  <a:stretch>
                    <a:fillRect l="-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5" name="文本框 264">
                  <a:extLst>
                    <a:ext uri="{FF2B5EF4-FFF2-40B4-BE49-F238E27FC236}">
                      <a16:creationId xmlns:a16="http://schemas.microsoft.com/office/drawing/2014/main" id="{7524C175-4150-2650-4464-4F3380F7159F}"/>
                    </a:ext>
                  </a:extLst>
                </p:cNvPr>
                <p:cNvSpPr txBox="1"/>
                <p:nvPr/>
              </p:nvSpPr>
              <p:spPr>
                <a:xfrm>
                  <a:off x="11340000" y="2844000"/>
                  <a:ext cx="432000" cy="43088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Y</m:t>
                        </m:r>
                      </m:oMath>
                    </m:oMathPara>
                  </a14:m>
                  <a:endParaRPr lang="zh-CN" altLang="en-US" sz="2200" dirty="0">
                    <a:solidFill>
                      <a:schemeClr val="accent5">
                        <a:lumMod val="75000"/>
                      </a:schemeClr>
                    </a:solidFill>
                  </a:endParaRPr>
                </a:p>
              </p:txBody>
            </p:sp>
          </mc:Choice>
          <mc:Fallback xmlns="">
            <p:sp>
              <p:nvSpPr>
                <p:cNvPr id="60" name="文本框 59">
                  <a:extLst>
                    <a:ext uri="{FF2B5EF4-FFF2-40B4-BE49-F238E27FC236}">
                      <a16:creationId xmlns:a16="http://schemas.microsoft.com/office/drawing/2014/main" id="{0DDB70BA-2C95-B5AA-8B7A-C745A74ADDCB}"/>
                    </a:ext>
                  </a:extLst>
                </p:cNvPr>
                <p:cNvSpPr txBox="1">
                  <a:spLocks noRot="1" noChangeAspect="1" noMove="1" noResize="1" noEditPoints="1" noAdjustHandles="1" noChangeArrowheads="1" noChangeShapeType="1" noTextEdit="1"/>
                </p:cNvSpPr>
                <p:nvPr/>
              </p:nvSpPr>
              <p:spPr>
                <a:xfrm>
                  <a:off x="11340000" y="2844000"/>
                  <a:ext cx="432000" cy="430887"/>
                </a:xfrm>
                <a:prstGeom prst="rect">
                  <a:avLst/>
                </a:prstGeom>
                <a:blipFill>
                  <a:blip r:embed="rId5"/>
                  <a:stretch>
                    <a:fillRect/>
                  </a:stretch>
                </a:blipFill>
              </p:spPr>
              <p:txBody>
                <a:bodyPr/>
                <a:lstStyle/>
                <a:p>
                  <a:r>
                    <a:rPr lang="zh-CN" altLang="en-US">
                      <a:noFill/>
                    </a:rPr>
                    <a:t> </a:t>
                  </a:r>
                </a:p>
              </p:txBody>
            </p:sp>
          </mc:Fallback>
        </mc:AlternateContent>
        <p:cxnSp>
          <p:nvCxnSpPr>
            <p:cNvPr id="266" name="直接连接符 265">
              <a:extLst>
                <a:ext uri="{FF2B5EF4-FFF2-40B4-BE49-F238E27FC236}">
                  <a16:creationId xmlns:a16="http://schemas.microsoft.com/office/drawing/2014/main" id="{C6684ED0-EB2B-F2D9-F592-CD3C8FDE7678}"/>
                </a:ext>
              </a:extLst>
            </p:cNvPr>
            <p:cNvCxnSpPr>
              <a:cxnSpLocks/>
            </p:cNvCxnSpPr>
            <p:nvPr/>
          </p:nvCxnSpPr>
          <p:spPr>
            <a:xfrm>
              <a:off x="9396000" y="1656000"/>
              <a:ext cx="154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7" name="椭圆 266">
              <a:extLst>
                <a:ext uri="{FF2B5EF4-FFF2-40B4-BE49-F238E27FC236}">
                  <a16:creationId xmlns:a16="http://schemas.microsoft.com/office/drawing/2014/main" id="{82D1E67B-E732-22C0-4F04-7826EDD4881E}"/>
                </a:ext>
              </a:extLst>
            </p:cNvPr>
            <p:cNvSpPr/>
            <p:nvPr/>
          </p:nvSpPr>
          <p:spPr>
            <a:xfrm>
              <a:off x="10890000" y="1602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68" name="文本框 267">
                  <a:extLst>
                    <a:ext uri="{FF2B5EF4-FFF2-40B4-BE49-F238E27FC236}">
                      <a16:creationId xmlns:a16="http://schemas.microsoft.com/office/drawing/2014/main" id="{68D4B9ED-F037-BCD2-E676-9CD2C28164A1}"/>
                    </a:ext>
                  </a:extLst>
                </p:cNvPr>
                <p:cNvSpPr txBox="1"/>
                <p:nvPr/>
              </p:nvSpPr>
              <p:spPr>
                <a:xfrm>
                  <a:off x="10584000" y="972000"/>
                  <a:ext cx="720000"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a:rPr kumimoji="1" lang="en-US" altLang="zh-CN" sz="22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DD</m:t>
                          </m:r>
                        </m:sub>
                      </m:sSub>
                    </m:oMath>
                  </a14:m>
                  <a:r>
                    <a:rPr lang="zh-CN" altLang="en-US" sz="2200" dirty="0">
                      <a:solidFill>
                        <a:schemeClr val="tx1"/>
                      </a:solidFill>
                    </a:rPr>
                    <a:t> </a:t>
                  </a:r>
                </a:p>
              </p:txBody>
            </p:sp>
          </mc:Choice>
          <mc:Fallback xmlns="">
            <p:sp>
              <p:nvSpPr>
                <p:cNvPr id="63" name="文本框 62">
                  <a:extLst>
                    <a:ext uri="{FF2B5EF4-FFF2-40B4-BE49-F238E27FC236}">
                      <a16:creationId xmlns:a16="http://schemas.microsoft.com/office/drawing/2014/main" id="{2538868F-C425-7E0F-E256-A5EFED790211}"/>
                    </a:ext>
                  </a:extLst>
                </p:cNvPr>
                <p:cNvSpPr txBox="1">
                  <a:spLocks noRot="1" noChangeAspect="1" noMove="1" noResize="1" noEditPoints="1" noAdjustHandles="1" noChangeArrowheads="1" noChangeShapeType="1" noTextEdit="1"/>
                </p:cNvSpPr>
                <p:nvPr/>
              </p:nvSpPr>
              <p:spPr>
                <a:xfrm>
                  <a:off x="10584000" y="972000"/>
                  <a:ext cx="720000" cy="43088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9" name="文本框 268">
                  <a:extLst>
                    <a:ext uri="{FF2B5EF4-FFF2-40B4-BE49-F238E27FC236}">
                      <a16:creationId xmlns:a16="http://schemas.microsoft.com/office/drawing/2014/main" id="{034B15D9-5F95-76A3-872E-90933E5FB7BF}"/>
                    </a:ext>
                  </a:extLst>
                </p:cNvPr>
                <p:cNvSpPr txBox="1"/>
                <p:nvPr/>
              </p:nvSpPr>
              <p:spPr>
                <a:xfrm>
                  <a:off x="9432000" y="2160000"/>
                  <a:ext cx="431796"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T</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P</m:t>
                          </m:r>
                          <m:r>
                            <a:rPr kumimoji="1" lang="en-US" altLang="zh-CN" sz="2200" b="0" i="1" smtClean="0">
                              <a:solidFill>
                                <a:schemeClr val="tx1"/>
                              </a:solidFill>
                              <a:latin typeface="Cambria Math" panose="02040503050406030204" pitchFamily="18" charset="0"/>
                              <a:ea typeface="微软雅黑" panose="020B0503020204020204" pitchFamily="34" charset="-122"/>
                            </a:rPr>
                            <m:t>1</m:t>
                          </m:r>
                        </m:sub>
                      </m:sSub>
                    </m:oMath>
                  </a14:m>
                  <a:r>
                    <a:rPr lang="zh-CN" altLang="en-US" sz="2200" dirty="0">
                      <a:solidFill>
                        <a:schemeClr val="tx1"/>
                      </a:solidFill>
                    </a:rPr>
                    <a:t> </a:t>
                  </a:r>
                </a:p>
              </p:txBody>
            </p:sp>
          </mc:Choice>
          <mc:Fallback xmlns="">
            <p:sp>
              <p:nvSpPr>
                <p:cNvPr id="143" name="文本框 142">
                  <a:extLst>
                    <a:ext uri="{FF2B5EF4-FFF2-40B4-BE49-F238E27FC236}">
                      <a16:creationId xmlns:a16="http://schemas.microsoft.com/office/drawing/2014/main" id="{0949B1CD-2217-D7DF-BC86-8659D55B6F81}"/>
                    </a:ext>
                  </a:extLst>
                </p:cNvPr>
                <p:cNvSpPr txBox="1">
                  <a:spLocks noRot="1" noChangeAspect="1" noMove="1" noResize="1" noEditPoints="1" noAdjustHandles="1" noChangeArrowheads="1" noChangeShapeType="1" noTextEdit="1"/>
                </p:cNvSpPr>
                <p:nvPr/>
              </p:nvSpPr>
              <p:spPr>
                <a:xfrm>
                  <a:off x="9432000" y="2160000"/>
                  <a:ext cx="431796" cy="430887"/>
                </a:xfrm>
                <a:prstGeom prst="rect">
                  <a:avLst/>
                </a:prstGeom>
                <a:blipFill>
                  <a:blip r:embed="rId21"/>
                  <a:stretch>
                    <a:fillRect l="-18310" r="-8451" b="-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0" name="文本框 269">
                  <a:extLst>
                    <a:ext uri="{FF2B5EF4-FFF2-40B4-BE49-F238E27FC236}">
                      <a16:creationId xmlns:a16="http://schemas.microsoft.com/office/drawing/2014/main" id="{3C4F0512-33E2-F6AA-C8C8-EB91F5046A7F}"/>
                    </a:ext>
                  </a:extLst>
                </p:cNvPr>
                <p:cNvSpPr txBox="1"/>
                <p:nvPr/>
              </p:nvSpPr>
              <p:spPr>
                <a:xfrm>
                  <a:off x="10980000" y="2160000"/>
                  <a:ext cx="431796"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T</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P</m:t>
                          </m:r>
                          <m:r>
                            <a:rPr kumimoji="1" lang="en-US" altLang="zh-CN" sz="2200" b="0" i="1" smtClean="0">
                              <a:solidFill>
                                <a:schemeClr val="tx1"/>
                              </a:solidFill>
                              <a:latin typeface="Cambria Math" panose="02040503050406030204" pitchFamily="18" charset="0"/>
                              <a:ea typeface="微软雅黑" panose="020B0503020204020204" pitchFamily="34" charset="-122"/>
                            </a:rPr>
                            <m:t>1</m:t>
                          </m:r>
                        </m:sub>
                      </m:sSub>
                    </m:oMath>
                  </a14:m>
                  <a:r>
                    <a:rPr lang="zh-CN" altLang="en-US" sz="2200" dirty="0">
                      <a:solidFill>
                        <a:schemeClr val="tx1"/>
                      </a:solidFill>
                    </a:rPr>
                    <a:t> </a:t>
                  </a:r>
                </a:p>
              </p:txBody>
            </p:sp>
          </mc:Choice>
          <mc:Fallback xmlns="">
            <p:sp>
              <p:nvSpPr>
                <p:cNvPr id="144" name="文本框 143">
                  <a:extLst>
                    <a:ext uri="{FF2B5EF4-FFF2-40B4-BE49-F238E27FC236}">
                      <a16:creationId xmlns:a16="http://schemas.microsoft.com/office/drawing/2014/main" id="{12D0ED73-A302-FFA8-B85B-A59671F95812}"/>
                    </a:ext>
                  </a:extLst>
                </p:cNvPr>
                <p:cNvSpPr txBox="1">
                  <a:spLocks noRot="1" noChangeAspect="1" noMove="1" noResize="1" noEditPoints="1" noAdjustHandles="1" noChangeArrowheads="1" noChangeShapeType="1" noTextEdit="1"/>
                </p:cNvSpPr>
                <p:nvPr/>
              </p:nvSpPr>
              <p:spPr>
                <a:xfrm>
                  <a:off x="10980000" y="2160000"/>
                  <a:ext cx="431796" cy="430887"/>
                </a:xfrm>
                <a:prstGeom prst="rect">
                  <a:avLst/>
                </a:prstGeom>
                <a:blipFill>
                  <a:blip r:embed="rId22"/>
                  <a:stretch>
                    <a:fillRect l="-18310" r="-8451" b="-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1" name="文本框 270">
                  <a:extLst>
                    <a:ext uri="{FF2B5EF4-FFF2-40B4-BE49-F238E27FC236}">
                      <a16:creationId xmlns:a16="http://schemas.microsoft.com/office/drawing/2014/main" id="{0CF81A0B-A4C1-3926-AEBD-6EFBC8C4502A}"/>
                    </a:ext>
                  </a:extLst>
                </p:cNvPr>
                <p:cNvSpPr txBox="1"/>
                <p:nvPr/>
              </p:nvSpPr>
              <p:spPr>
                <a:xfrm>
                  <a:off x="11196000" y="3528000"/>
                  <a:ext cx="431796"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T</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N</m:t>
                          </m:r>
                          <m:r>
                            <a:rPr kumimoji="1" lang="en-US" altLang="zh-CN" sz="2200" b="0" i="1" smtClean="0">
                              <a:solidFill>
                                <a:schemeClr val="tx1"/>
                              </a:solidFill>
                              <a:latin typeface="Cambria Math" panose="02040503050406030204" pitchFamily="18" charset="0"/>
                              <a:ea typeface="微软雅黑" panose="020B0503020204020204" pitchFamily="34" charset="-122"/>
                            </a:rPr>
                            <m:t>1</m:t>
                          </m:r>
                        </m:sub>
                      </m:sSub>
                    </m:oMath>
                  </a14:m>
                  <a:r>
                    <a:rPr lang="zh-CN" altLang="en-US" sz="2200" dirty="0">
                      <a:solidFill>
                        <a:schemeClr val="tx1"/>
                      </a:solidFill>
                    </a:rPr>
                    <a:t> </a:t>
                  </a:r>
                </a:p>
              </p:txBody>
            </p:sp>
          </mc:Choice>
          <mc:Fallback xmlns="">
            <p:sp>
              <p:nvSpPr>
                <p:cNvPr id="145" name="文本框 144">
                  <a:extLst>
                    <a:ext uri="{FF2B5EF4-FFF2-40B4-BE49-F238E27FC236}">
                      <a16:creationId xmlns:a16="http://schemas.microsoft.com/office/drawing/2014/main" id="{1A13E635-29D1-247B-D379-86130EC886AA}"/>
                    </a:ext>
                  </a:extLst>
                </p:cNvPr>
                <p:cNvSpPr txBox="1">
                  <a:spLocks noRot="1" noChangeAspect="1" noMove="1" noResize="1" noEditPoints="1" noAdjustHandles="1" noChangeArrowheads="1" noChangeShapeType="1" noTextEdit="1"/>
                </p:cNvSpPr>
                <p:nvPr/>
              </p:nvSpPr>
              <p:spPr>
                <a:xfrm>
                  <a:off x="11196000" y="3528000"/>
                  <a:ext cx="431796" cy="430887"/>
                </a:xfrm>
                <a:prstGeom prst="rect">
                  <a:avLst/>
                </a:prstGeom>
                <a:blipFill>
                  <a:blip r:embed="rId23"/>
                  <a:stretch>
                    <a:fillRect l="-21127" r="-112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2" name="文本框 271">
                  <a:extLst>
                    <a:ext uri="{FF2B5EF4-FFF2-40B4-BE49-F238E27FC236}">
                      <a16:creationId xmlns:a16="http://schemas.microsoft.com/office/drawing/2014/main" id="{B90A79EE-8F3D-39F0-E74C-0503060BBFC2}"/>
                    </a:ext>
                  </a:extLst>
                </p:cNvPr>
                <p:cNvSpPr txBox="1"/>
                <p:nvPr/>
              </p:nvSpPr>
              <p:spPr>
                <a:xfrm>
                  <a:off x="11196000" y="4680000"/>
                  <a:ext cx="431796"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T</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N</m:t>
                          </m:r>
                          <m:r>
                            <a:rPr kumimoji="1" lang="en-US" altLang="zh-CN" sz="2200" b="0" i="0" smtClean="0">
                              <a:solidFill>
                                <a:schemeClr val="tx1"/>
                              </a:solidFill>
                              <a:latin typeface="Cambria Math" panose="02040503050406030204" pitchFamily="18" charset="0"/>
                              <a:ea typeface="微软雅黑" panose="020B0503020204020204" pitchFamily="34" charset="-122"/>
                            </a:rPr>
                            <m:t>2</m:t>
                          </m:r>
                        </m:sub>
                      </m:sSub>
                    </m:oMath>
                  </a14:m>
                  <a:r>
                    <a:rPr lang="zh-CN" altLang="en-US" sz="2200" dirty="0">
                      <a:solidFill>
                        <a:schemeClr val="tx1"/>
                      </a:solidFill>
                    </a:rPr>
                    <a:t> </a:t>
                  </a:r>
                </a:p>
              </p:txBody>
            </p:sp>
          </mc:Choice>
          <mc:Fallback xmlns="">
            <p:sp>
              <p:nvSpPr>
                <p:cNvPr id="146" name="文本框 145">
                  <a:extLst>
                    <a:ext uri="{FF2B5EF4-FFF2-40B4-BE49-F238E27FC236}">
                      <a16:creationId xmlns:a16="http://schemas.microsoft.com/office/drawing/2014/main" id="{6750B37C-BD3A-C4A7-1BCF-D0EFB5A40C64}"/>
                    </a:ext>
                  </a:extLst>
                </p:cNvPr>
                <p:cNvSpPr txBox="1">
                  <a:spLocks noRot="1" noChangeAspect="1" noMove="1" noResize="1" noEditPoints="1" noAdjustHandles="1" noChangeArrowheads="1" noChangeShapeType="1" noTextEdit="1"/>
                </p:cNvSpPr>
                <p:nvPr/>
              </p:nvSpPr>
              <p:spPr>
                <a:xfrm>
                  <a:off x="11196000" y="4680000"/>
                  <a:ext cx="431796" cy="430887"/>
                </a:xfrm>
                <a:prstGeom prst="rect">
                  <a:avLst/>
                </a:prstGeom>
                <a:blipFill>
                  <a:blip r:embed="rId24"/>
                  <a:stretch>
                    <a:fillRect l="-21127" r="-12676"/>
                  </a:stretch>
                </a:blipFill>
              </p:spPr>
              <p:txBody>
                <a:bodyPr/>
                <a:lstStyle/>
                <a:p>
                  <a:r>
                    <a:rPr lang="zh-CN" altLang="en-US">
                      <a:noFill/>
                    </a:rPr>
                    <a:t> </a:t>
                  </a:r>
                </a:p>
              </p:txBody>
            </p:sp>
          </mc:Fallback>
        </mc:AlternateContent>
      </p:grpSp>
      <p:grpSp>
        <p:nvGrpSpPr>
          <p:cNvPr id="273" name="组合 272">
            <a:extLst>
              <a:ext uri="{FF2B5EF4-FFF2-40B4-BE49-F238E27FC236}">
                <a16:creationId xmlns:a16="http://schemas.microsoft.com/office/drawing/2014/main" id="{8E0B40FF-7483-1DB1-B941-611454EB851F}"/>
              </a:ext>
            </a:extLst>
          </p:cNvPr>
          <p:cNvGrpSpPr/>
          <p:nvPr/>
        </p:nvGrpSpPr>
        <p:grpSpPr>
          <a:xfrm>
            <a:off x="7920000" y="1332000"/>
            <a:ext cx="3924000" cy="4536000"/>
            <a:chOff x="7848000" y="720000"/>
            <a:chExt cx="3924000" cy="4536000"/>
          </a:xfrm>
        </p:grpSpPr>
        <p:cxnSp>
          <p:nvCxnSpPr>
            <p:cNvPr id="274" name="直接连接符 273">
              <a:extLst>
                <a:ext uri="{FF2B5EF4-FFF2-40B4-BE49-F238E27FC236}">
                  <a16:creationId xmlns:a16="http://schemas.microsoft.com/office/drawing/2014/main" id="{E9B83D62-AD32-D6EB-0017-CE1376AC2E08}"/>
                </a:ext>
              </a:extLst>
            </p:cNvPr>
            <p:cNvCxnSpPr>
              <a:cxnSpLocks/>
            </p:cNvCxnSpPr>
            <p:nvPr/>
          </p:nvCxnSpPr>
          <p:spPr>
            <a:xfrm>
              <a:off x="10476000" y="3060000"/>
              <a:ext cx="68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4BC0692E-54A8-56D4-64D5-193F5A2AB43D}"/>
                </a:ext>
              </a:extLst>
            </p:cNvPr>
            <p:cNvCxnSpPr>
              <a:cxnSpLocks/>
            </p:cNvCxnSpPr>
            <p:nvPr/>
          </p:nvCxnSpPr>
          <p:spPr>
            <a:xfrm>
              <a:off x="9396000" y="3744000"/>
              <a:ext cx="19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6" name="直接连接符 275">
              <a:extLst>
                <a:ext uri="{FF2B5EF4-FFF2-40B4-BE49-F238E27FC236}">
                  <a16:creationId xmlns:a16="http://schemas.microsoft.com/office/drawing/2014/main" id="{2E8941B3-2B1D-4D39-7B81-1C65A58DBC22}"/>
                </a:ext>
              </a:extLst>
            </p:cNvPr>
            <p:cNvCxnSpPr>
              <a:cxnSpLocks/>
            </p:cNvCxnSpPr>
            <p:nvPr/>
          </p:nvCxnSpPr>
          <p:spPr>
            <a:xfrm>
              <a:off x="9396000" y="4932000"/>
              <a:ext cx="154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7" name="椭圆 276">
              <a:extLst>
                <a:ext uri="{FF2B5EF4-FFF2-40B4-BE49-F238E27FC236}">
                  <a16:creationId xmlns:a16="http://schemas.microsoft.com/office/drawing/2014/main" id="{54D019CF-9317-354B-857B-8346D7213B02}"/>
                </a:ext>
              </a:extLst>
            </p:cNvPr>
            <p:cNvSpPr/>
            <p:nvPr/>
          </p:nvSpPr>
          <p:spPr>
            <a:xfrm>
              <a:off x="10890000" y="4878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78" name="直接连接符 277">
              <a:extLst>
                <a:ext uri="{FF2B5EF4-FFF2-40B4-BE49-F238E27FC236}">
                  <a16:creationId xmlns:a16="http://schemas.microsoft.com/office/drawing/2014/main" id="{9DF508B2-2C4D-FFCA-7378-B6818ECB3C21}"/>
                </a:ext>
              </a:extLst>
            </p:cNvPr>
            <p:cNvCxnSpPr>
              <a:cxnSpLocks/>
            </p:cNvCxnSpPr>
            <p:nvPr/>
          </p:nvCxnSpPr>
          <p:spPr>
            <a:xfrm>
              <a:off x="10800000" y="5256000"/>
              <a:ext cx="288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直接连接符 278">
              <a:extLst>
                <a:ext uri="{FF2B5EF4-FFF2-40B4-BE49-F238E27FC236}">
                  <a16:creationId xmlns:a16="http://schemas.microsoft.com/office/drawing/2014/main" id="{C3E78E4C-E6A0-4A4C-4842-0B1285A945D7}"/>
                </a:ext>
              </a:extLst>
            </p:cNvPr>
            <p:cNvCxnSpPr>
              <a:cxnSpLocks/>
            </p:cNvCxnSpPr>
            <p:nvPr/>
          </p:nvCxnSpPr>
          <p:spPr>
            <a:xfrm>
              <a:off x="8460000" y="1620000"/>
              <a:ext cx="0" cy="30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0" name="文本框 279">
                  <a:extLst>
                    <a:ext uri="{FF2B5EF4-FFF2-40B4-BE49-F238E27FC236}">
                      <a16:creationId xmlns:a16="http://schemas.microsoft.com/office/drawing/2014/main" id="{B609A271-2EDA-21ED-F5DD-EA74A0DDE746}"/>
                    </a:ext>
                  </a:extLst>
                </p:cNvPr>
                <p:cNvSpPr txBox="1"/>
                <p:nvPr/>
              </p:nvSpPr>
              <p:spPr>
                <a:xfrm>
                  <a:off x="7848000" y="1404000"/>
                  <a:ext cx="432000" cy="43088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A</m:t>
                        </m:r>
                      </m:oMath>
                    </m:oMathPara>
                  </a14:m>
                  <a:endParaRPr lang="zh-CN" altLang="en-US" sz="2200" dirty="0">
                    <a:solidFill>
                      <a:schemeClr val="accent5">
                        <a:lumMod val="75000"/>
                      </a:schemeClr>
                    </a:solidFill>
                  </a:endParaRPr>
                </a:p>
              </p:txBody>
            </p:sp>
          </mc:Choice>
          <mc:Fallback xmlns="">
            <p:sp>
              <p:nvSpPr>
                <p:cNvPr id="176" name="文本框 175">
                  <a:extLst>
                    <a:ext uri="{FF2B5EF4-FFF2-40B4-BE49-F238E27FC236}">
                      <a16:creationId xmlns:a16="http://schemas.microsoft.com/office/drawing/2014/main" id="{EEAAE868-CA46-FEF5-741B-5832D9D4BFBB}"/>
                    </a:ext>
                  </a:extLst>
                </p:cNvPr>
                <p:cNvSpPr txBox="1">
                  <a:spLocks noRot="1" noChangeAspect="1" noMove="1" noResize="1" noEditPoints="1" noAdjustHandles="1" noChangeArrowheads="1" noChangeShapeType="1" noTextEdit="1"/>
                </p:cNvSpPr>
                <p:nvPr/>
              </p:nvSpPr>
              <p:spPr>
                <a:xfrm>
                  <a:off x="7848000" y="1404000"/>
                  <a:ext cx="432000" cy="430887"/>
                </a:xfrm>
                <a:prstGeom prst="rect">
                  <a:avLst/>
                </a:prstGeom>
                <a:blipFill>
                  <a:blip r:embed="rId25"/>
                  <a:stretch>
                    <a:fillRect l="-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1" name="文本框 280">
                  <a:extLst>
                    <a:ext uri="{FF2B5EF4-FFF2-40B4-BE49-F238E27FC236}">
                      <a16:creationId xmlns:a16="http://schemas.microsoft.com/office/drawing/2014/main" id="{F7D91DE4-FEAD-4E77-68FF-03CFCE55ACF6}"/>
                    </a:ext>
                  </a:extLst>
                </p:cNvPr>
                <p:cNvSpPr txBox="1"/>
                <p:nvPr/>
              </p:nvSpPr>
              <p:spPr>
                <a:xfrm>
                  <a:off x="7848000" y="2556000"/>
                  <a:ext cx="432000" cy="43088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B</m:t>
                        </m:r>
                      </m:oMath>
                    </m:oMathPara>
                  </a14:m>
                  <a:endParaRPr lang="zh-CN" altLang="en-US" sz="2200" dirty="0">
                    <a:solidFill>
                      <a:schemeClr val="accent5">
                        <a:lumMod val="75000"/>
                      </a:schemeClr>
                    </a:solidFill>
                  </a:endParaRPr>
                </a:p>
              </p:txBody>
            </p:sp>
          </mc:Choice>
          <mc:Fallback xmlns="">
            <p:sp>
              <p:nvSpPr>
                <p:cNvPr id="177" name="文本框 176">
                  <a:extLst>
                    <a:ext uri="{FF2B5EF4-FFF2-40B4-BE49-F238E27FC236}">
                      <a16:creationId xmlns:a16="http://schemas.microsoft.com/office/drawing/2014/main" id="{792D490C-18DB-B60C-71E3-5C01CAE0D318}"/>
                    </a:ext>
                  </a:extLst>
                </p:cNvPr>
                <p:cNvSpPr txBox="1">
                  <a:spLocks noRot="1" noChangeAspect="1" noMove="1" noResize="1" noEditPoints="1" noAdjustHandles="1" noChangeArrowheads="1" noChangeShapeType="1" noTextEdit="1"/>
                </p:cNvSpPr>
                <p:nvPr/>
              </p:nvSpPr>
              <p:spPr>
                <a:xfrm>
                  <a:off x="7848000" y="2556000"/>
                  <a:ext cx="432000" cy="430887"/>
                </a:xfrm>
                <a:prstGeom prst="rect">
                  <a:avLst/>
                </a:prstGeom>
                <a:blipFill>
                  <a:blip r:embed="rId26"/>
                  <a:stretch>
                    <a:fillRect l="-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2" name="文本框 281">
                  <a:extLst>
                    <a:ext uri="{FF2B5EF4-FFF2-40B4-BE49-F238E27FC236}">
                      <a16:creationId xmlns:a16="http://schemas.microsoft.com/office/drawing/2014/main" id="{16AA5064-E2AF-C26C-6C78-35178E64F3B5}"/>
                    </a:ext>
                  </a:extLst>
                </p:cNvPr>
                <p:cNvSpPr txBox="1"/>
                <p:nvPr/>
              </p:nvSpPr>
              <p:spPr>
                <a:xfrm>
                  <a:off x="11340000" y="3528000"/>
                  <a:ext cx="432000" cy="43088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Y</m:t>
                        </m:r>
                      </m:oMath>
                    </m:oMathPara>
                  </a14:m>
                  <a:endParaRPr lang="zh-CN" altLang="en-US" sz="2200" dirty="0">
                    <a:solidFill>
                      <a:schemeClr val="accent5">
                        <a:lumMod val="75000"/>
                      </a:schemeClr>
                    </a:solidFill>
                  </a:endParaRPr>
                </a:p>
              </p:txBody>
            </p:sp>
          </mc:Choice>
          <mc:Fallback xmlns="">
            <p:sp>
              <p:nvSpPr>
                <p:cNvPr id="178" name="文本框 177">
                  <a:extLst>
                    <a:ext uri="{FF2B5EF4-FFF2-40B4-BE49-F238E27FC236}">
                      <a16:creationId xmlns:a16="http://schemas.microsoft.com/office/drawing/2014/main" id="{4E4A0885-80FB-53B9-35FB-AF5FBB59C4B7}"/>
                    </a:ext>
                  </a:extLst>
                </p:cNvPr>
                <p:cNvSpPr txBox="1">
                  <a:spLocks noRot="1" noChangeAspect="1" noMove="1" noResize="1" noEditPoints="1" noAdjustHandles="1" noChangeArrowheads="1" noChangeShapeType="1" noTextEdit="1"/>
                </p:cNvSpPr>
                <p:nvPr/>
              </p:nvSpPr>
              <p:spPr>
                <a:xfrm>
                  <a:off x="11340000" y="3528000"/>
                  <a:ext cx="432000" cy="430887"/>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3" name="文本框 282">
                  <a:extLst>
                    <a:ext uri="{FF2B5EF4-FFF2-40B4-BE49-F238E27FC236}">
                      <a16:creationId xmlns:a16="http://schemas.microsoft.com/office/drawing/2014/main" id="{9434B1C3-F561-FF73-366F-2D3663C915B1}"/>
                    </a:ext>
                  </a:extLst>
                </p:cNvPr>
                <p:cNvSpPr txBox="1"/>
                <p:nvPr/>
              </p:nvSpPr>
              <p:spPr>
                <a:xfrm>
                  <a:off x="10584000" y="720000"/>
                  <a:ext cx="720000"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a:rPr kumimoji="1" lang="en-US" altLang="zh-CN" sz="22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DD</m:t>
                          </m:r>
                        </m:sub>
                      </m:sSub>
                    </m:oMath>
                  </a14:m>
                  <a:r>
                    <a:rPr lang="zh-CN" altLang="en-US" sz="2200" dirty="0">
                      <a:solidFill>
                        <a:schemeClr val="tx1"/>
                      </a:solidFill>
                    </a:rPr>
                    <a:t> </a:t>
                  </a:r>
                </a:p>
              </p:txBody>
            </p:sp>
          </mc:Choice>
          <mc:Fallback xmlns="">
            <p:sp>
              <p:nvSpPr>
                <p:cNvPr id="179" name="文本框 178">
                  <a:extLst>
                    <a:ext uri="{FF2B5EF4-FFF2-40B4-BE49-F238E27FC236}">
                      <a16:creationId xmlns:a16="http://schemas.microsoft.com/office/drawing/2014/main" id="{43BE0C25-367B-7463-4DCA-8F14C588122F}"/>
                    </a:ext>
                  </a:extLst>
                </p:cNvPr>
                <p:cNvSpPr txBox="1">
                  <a:spLocks noRot="1" noChangeAspect="1" noMove="1" noResize="1" noEditPoints="1" noAdjustHandles="1" noChangeArrowheads="1" noChangeShapeType="1" noTextEdit="1"/>
                </p:cNvSpPr>
                <p:nvPr/>
              </p:nvSpPr>
              <p:spPr>
                <a:xfrm>
                  <a:off x="10584000" y="720000"/>
                  <a:ext cx="720000" cy="430887"/>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4" name="文本框 283">
                  <a:extLst>
                    <a:ext uri="{FF2B5EF4-FFF2-40B4-BE49-F238E27FC236}">
                      <a16:creationId xmlns:a16="http://schemas.microsoft.com/office/drawing/2014/main" id="{95AFC20E-9CC5-BFE2-5245-64B6DB37B87F}"/>
                    </a:ext>
                  </a:extLst>
                </p:cNvPr>
                <p:cNvSpPr txBox="1"/>
                <p:nvPr/>
              </p:nvSpPr>
              <p:spPr>
                <a:xfrm>
                  <a:off x="10980000" y="4212000"/>
                  <a:ext cx="431796"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T</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N</m:t>
                          </m:r>
                          <m:r>
                            <a:rPr kumimoji="1" lang="en-US" altLang="zh-CN" sz="2200" b="0" i="0" smtClean="0">
                              <a:solidFill>
                                <a:schemeClr val="tx1"/>
                              </a:solidFill>
                              <a:latin typeface="Cambria Math" panose="02040503050406030204" pitchFamily="18" charset="0"/>
                              <a:ea typeface="微软雅黑" panose="020B0503020204020204" pitchFamily="34" charset="-122"/>
                            </a:rPr>
                            <m:t>2</m:t>
                          </m:r>
                        </m:sub>
                      </m:sSub>
                    </m:oMath>
                  </a14:m>
                  <a:r>
                    <a:rPr lang="zh-CN" altLang="en-US" sz="2200" dirty="0">
                      <a:solidFill>
                        <a:schemeClr val="tx1"/>
                      </a:solidFill>
                    </a:rPr>
                    <a:t> </a:t>
                  </a:r>
                </a:p>
              </p:txBody>
            </p:sp>
          </mc:Choice>
          <mc:Fallback xmlns="">
            <p:sp>
              <p:nvSpPr>
                <p:cNvPr id="180" name="文本框 179">
                  <a:extLst>
                    <a:ext uri="{FF2B5EF4-FFF2-40B4-BE49-F238E27FC236}">
                      <a16:creationId xmlns:a16="http://schemas.microsoft.com/office/drawing/2014/main" id="{02D1DA7B-F530-9B92-18C5-573E00EB0CB6}"/>
                    </a:ext>
                  </a:extLst>
                </p:cNvPr>
                <p:cNvSpPr txBox="1">
                  <a:spLocks noRot="1" noChangeAspect="1" noMove="1" noResize="1" noEditPoints="1" noAdjustHandles="1" noChangeArrowheads="1" noChangeShapeType="1" noTextEdit="1"/>
                </p:cNvSpPr>
                <p:nvPr/>
              </p:nvSpPr>
              <p:spPr>
                <a:xfrm>
                  <a:off x="10980000" y="4212000"/>
                  <a:ext cx="431796" cy="430887"/>
                </a:xfrm>
                <a:prstGeom prst="rect">
                  <a:avLst/>
                </a:prstGeom>
                <a:blipFill>
                  <a:blip r:embed="rId29"/>
                  <a:stretch>
                    <a:fillRect l="-21127" r="-11268" b="-1429"/>
                  </a:stretch>
                </a:blipFill>
              </p:spPr>
              <p:txBody>
                <a:bodyPr/>
                <a:lstStyle/>
                <a:p>
                  <a:r>
                    <a:rPr lang="zh-CN" altLang="en-US">
                      <a:noFill/>
                    </a:rPr>
                    <a:t> </a:t>
                  </a:r>
                </a:p>
              </p:txBody>
            </p:sp>
          </mc:Fallback>
        </mc:AlternateContent>
        <p:cxnSp>
          <p:nvCxnSpPr>
            <p:cNvPr id="285" name="直接连接符 284">
              <a:extLst>
                <a:ext uri="{FF2B5EF4-FFF2-40B4-BE49-F238E27FC236}">
                  <a16:creationId xmlns:a16="http://schemas.microsoft.com/office/drawing/2014/main" id="{755F0394-C567-836A-E052-226A15D479C6}"/>
                </a:ext>
              </a:extLst>
            </p:cNvPr>
            <p:cNvCxnSpPr>
              <a:cxnSpLocks/>
            </p:cNvCxnSpPr>
            <p:nvPr/>
          </p:nvCxnSpPr>
          <p:spPr>
            <a:xfrm>
              <a:off x="10260000" y="1620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6" name="直接连接符 285">
              <a:extLst>
                <a:ext uri="{FF2B5EF4-FFF2-40B4-BE49-F238E27FC236}">
                  <a16:creationId xmlns:a16="http://schemas.microsoft.com/office/drawing/2014/main" id="{6811DF1F-01AE-5086-9CBA-44C8C13FB53E}"/>
                </a:ext>
              </a:extLst>
            </p:cNvPr>
            <p:cNvCxnSpPr>
              <a:cxnSpLocks/>
            </p:cNvCxnSpPr>
            <p:nvPr/>
          </p:nvCxnSpPr>
          <p:spPr>
            <a:xfrm>
              <a:off x="10476000" y="1620000"/>
              <a:ext cx="68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7" name="直接连接符 286">
              <a:extLst>
                <a:ext uri="{FF2B5EF4-FFF2-40B4-BE49-F238E27FC236}">
                  <a16:creationId xmlns:a16="http://schemas.microsoft.com/office/drawing/2014/main" id="{4194CF3B-1360-5766-D081-9A105D6C7AB4}"/>
                </a:ext>
              </a:extLst>
            </p:cNvPr>
            <p:cNvCxnSpPr>
              <a:cxnSpLocks/>
            </p:cNvCxnSpPr>
            <p:nvPr/>
          </p:nvCxnSpPr>
          <p:spPr>
            <a:xfrm>
              <a:off x="10476000" y="1530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8" name="直接连接符 287">
              <a:extLst>
                <a:ext uri="{FF2B5EF4-FFF2-40B4-BE49-F238E27FC236}">
                  <a16:creationId xmlns:a16="http://schemas.microsoft.com/office/drawing/2014/main" id="{8A3BB590-7B0A-F6EC-1B90-CF024CDEB355}"/>
                </a:ext>
              </a:extLst>
            </p:cNvPr>
            <p:cNvCxnSpPr>
              <a:cxnSpLocks/>
            </p:cNvCxnSpPr>
            <p:nvPr/>
          </p:nvCxnSpPr>
          <p:spPr>
            <a:xfrm>
              <a:off x="10476000" y="1908000"/>
              <a:ext cx="468000" cy="0"/>
            </a:xfrm>
            <a:prstGeom prst="line">
              <a:avLst/>
            </a:prstGeom>
            <a:ln w="2540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89" name="直接连接符 288">
              <a:extLst>
                <a:ext uri="{FF2B5EF4-FFF2-40B4-BE49-F238E27FC236}">
                  <a16:creationId xmlns:a16="http://schemas.microsoft.com/office/drawing/2014/main" id="{378DF775-BB6C-0641-2601-E3FADDE5CD53}"/>
                </a:ext>
              </a:extLst>
            </p:cNvPr>
            <p:cNvCxnSpPr>
              <a:cxnSpLocks/>
            </p:cNvCxnSpPr>
            <p:nvPr/>
          </p:nvCxnSpPr>
          <p:spPr>
            <a:xfrm>
              <a:off x="10476000" y="1818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0" name="直接连接符 289">
              <a:extLst>
                <a:ext uri="{FF2B5EF4-FFF2-40B4-BE49-F238E27FC236}">
                  <a16:creationId xmlns:a16="http://schemas.microsoft.com/office/drawing/2014/main" id="{A2F3B887-16E5-A8B7-B924-F37837297F10}"/>
                </a:ext>
              </a:extLst>
            </p:cNvPr>
            <p:cNvCxnSpPr>
              <a:cxnSpLocks/>
            </p:cNvCxnSpPr>
            <p:nvPr/>
          </p:nvCxnSpPr>
          <p:spPr>
            <a:xfrm>
              <a:off x="10476000" y="2196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接连接符 290">
              <a:extLst>
                <a:ext uri="{FF2B5EF4-FFF2-40B4-BE49-F238E27FC236}">
                  <a16:creationId xmlns:a16="http://schemas.microsoft.com/office/drawing/2014/main" id="{A19F896A-8063-635B-5809-8F81EE350F79}"/>
                </a:ext>
              </a:extLst>
            </p:cNvPr>
            <p:cNvCxnSpPr>
              <a:cxnSpLocks/>
            </p:cNvCxnSpPr>
            <p:nvPr/>
          </p:nvCxnSpPr>
          <p:spPr>
            <a:xfrm>
              <a:off x="10476000" y="2106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直接连接符 291">
              <a:extLst>
                <a:ext uri="{FF2B5EF4-FFF2-40B4-BE49-F238E27FC236}">
                  <a16:creationId xmlns:a16="http://schemas.microsoft.com/office/drawing/2014/main" id="{CAE026E4-566D-06DA-EF82-35B73D018874}"/>
                </a:ext>
              </a:extLst>
            </p:cNvPr>
            <p:cNvCxnSpPr>
              <a:cxnSpLocks/>
            </p:cNvCxnSpPr>
            <p:nvPr/>
          </p:nvCxnSpPr>
          <p:spPr>
            <a:xfrm>
              <a:off x="10944000" y="1188000"/>
              <a:ext cx="0" cy="72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93" name="椭圆 292">
              <a:extLst>
                <a:ext uri="{FF2B5EF4-FFF2-40B4-BE49-F238E27FC236}">
                  <a16:creationId xmlns:a16="http://schemas.microsoft.com/office/drawing/2014/main" id="{83F2EE53-CA48-5AE4-E642-D75E4CBEA17F}"/>
                </a:ext>
              </a:extLst>
            </p:cNvPr>
            <p:cNvSpPr/>
            <p:nvPr/>
          </p:nvSpPr>
          <p:spPr>
            <a:xfrm>
              <a:off x="10890000" y="1566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94" name="直接连接符 293">
              <a:extLst>
                <a:ext uri="{FF2B5EF4-FFF2-40B4-BE49-F238E27FC236}">
                  <a16:creationId xmlns:a16="http://schemas.microsoft.com/office/drawing/2014/main" id="{1A071F3B-D3AB-9F56-70B4-D0F16EB8891C}"/>
                </a:ext>
              </a:extLst>
            </p:cNvPr>
            <p:cNvCxnSpPr>
              <a:cxnSpLocks/>
            </p:cNvCxnSpPr>
            <p:nvPr/>
          </p:nvCxnSpPr>
          <p:spPr>
            <a:xfrm>
              <a:off x="8208000" y="1620000"/>
              <a:ext cx="20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EB7868F0-2B63-664B-2BCF-61DDD2821DFD}"/>
                </a:ext>
              </a:extLst>
            </p:cNvPr>
            <p:cNvCxnSpPr>
              <a:cxnSpLocks/>
            </p:cNvCxnSpPr>
            <p:nvPr/>
          </p:nvCxnSpPr>
          <p:spPr>
            <a:xfrm>
              <a:off x="10944000" y="2196000"/>
              <a:ext cx="0" cy="57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6" name="文本框 295">
                  <a:extLst>
                    <a:ext uri="{FF2B5EF4-FFF2-40B4-BE49-F238E27FC236}">
                      <a16:creationId xmlns:a16="http://schemas.microsoft.com/office/drawing/2014/main" id="{7EDFF6F8-228D-087E-8196-BCD0E30E9D99}"/>
                    </a:ext>
                  </a:extLst>
                </p:cNvPr>
                <p:cNvSpPr txBox="1"/>
                <p:nvPr/>
              </p:nvSpPr>
              <p:spPr>
                <a:xfrm>
                  <a:off x="11196000" y="1656000"/>
                  <a:ext cx="431796"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T</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P</m:t>
                          </m:r>
                          <m:r>
                            <a:rPr kumimoji="1" lang="en-US" altLang="zh-CN" sz="2200" b="0" i="1" smtClean="0">
                              <a:solidFill>
                                <a:schemeClr val="tx1"/>
                              </a:solidFill>
                              <a:latin typeface="Cambria Math" panose="02040503050406030204" pitchFamily="18" charset="0"/>
                              <a:ea typeface="微软雅黑" panose="020B0503020204020204" pitchFamily="34" charset="-122"/>
                            </a:rPr>
                            <m:t>1</m:t>
                          </m:r>
                        </m:sub>
                      </m:sSub>
                    </m:oMath>
                  </a14:m>
                  <a:r>
                    <a:rPr lang="zh-CN" altLang="en-US" sz="2200" dirty="0">
                      <a:solidFill>
                        <a:schemeClr val="tx1"/>
                      </a:solidFill>
                    </a:rPr>
                    <a:t> </a:t>
                  </a:r>
                </a:p>
              </p:txBody>
            </p:sp>
          </mc:Choice>
          <mc:Fallback xmlns="">
            <p:sp>
              <p:nvSpPr>
                <p:cNvPr id="192" name="文本框 191">
                  <a:extLst>
                    <a:ext uri="{FF2B5EF4-FFF2-40B4-BE49-F238E27FC236}">
                      <a16:creationId xmlns:a16="http://schemas.microsoft.com/office/drawing/2014/main" id="{3BB8FD83-A9B3-0153-776A-5F0BF2862435}"/>
                    </a:ext>
                  </a:extLst>
                </p:cNvPr>
                <p:cNvSpPr txBox="1">
                  <a:spLocks noRot="1" noChangeAspect="1" noMove="1" noResize="1" noEditPoints="1" noAdjustHandles="1" noChangeArrowheads="1" noChangeShapeType="1" noTextEdit="1"/>
                </p:cNvSpPr>
                <p:nvPr/>
              </p:nvSpPr>
              <p:spPr>
                <a:xfrm>
                  <a:off x="11196000" y="1656000"/>
                  <a:ext cx="431796" cy="430887"/>
                </a:xfrm>
                <a:prstGeom prst="rect">
                  <a:avLst/>
                </a:prstGeom>
                <a:blipFill>
                  <a:blip r:embed="rId30"/>
                  <a:stretch>
                    <a:fillRect l="-18310" r="-8451"/>
                  </a:stretch>
                </a:blipFill>
              </p:spPr>
              <p:txBody>
                <a:bodyPr/>
                <a:lstStyle/>
                <a:p>
                  <a:r>
                    <a:rPr lang="zh-CN" altLang="en-US">
                      <a:noFill/>
                    </a:rPr>
                    <a:t> </a:t>
                  </a:r>
                </a:p>
              </p:txBody>
            </p:sp>
          </mc:Fallback>
        </mc:AlternateContent>
        <p:cxnSp>
          <p:nvCxnSpPr>
            <p:cNvPr id="297" name="直接连接符 296">
              <a:extLst>
                <a:ext uri="{FF2B5EF4-FFF2-40B4-BE49-F238E27FC236}">
                  <a16:creationId xmlns:a16="http://schemas.microsoft.com/office/drawing/2014/main" id="{8404DF35-72A0-50C3-6CFC-79777B948C5E}"/>
                </a:ext>
              </a:extLst>
            </p:cNvPr>
            <p:cNvCxnSpPr>
              <a:cxnSpLocks/>
            </p:cNvCxnSpPr>
            <p:nvPr/>
          </p:nvCxnSpPr>
          <p:spPr>
            <a:xfrm>
              <a:off x="10260000" y="2772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直接连接符 297">
              <a:extLst>
                <a:ext uri="{FF2B5EF4-FFF2-40B4-BE49-F238E27FC236}">
                  <a16:creationId xmlns:a16="http://schemas.microsoft.com/office/drawing/2014/main" id="{DF4179B0-E560-7537-6AA5-6B51C046A73F}"/>
                </a:ext>
              </a:extLst>
            </p:cNvPr>
            <p:cNvCxnSpPr>
              <a:cxnSpLocks/>
            </p:cNvCxnSpPr>
            <p:nvPr/>
          </p:nvCxnSpPr>
          <p:spPr>
            <a:xfrm>
              <a:off x="10476000" y="2772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9" name="直接连接符 298">
              <a:extLst>
                <a:ext uri="{FF2B5EF4-FFF2-40B4-BE49-F238E27FC236}">
                  <a16:creationId xmlns:a16="http://schemas.microsoft.com/office/drawing/2014/main" id="{8760031C-035A-57EC-40FB-EC07EDD92805}"/>
                </a:ext>
              </a:extLst>
            </p:cNvPr>
            <p:cNvCxnSpPr>
              <a:cxnSpLocks/>
            </p:cNvCxnSpPr>
            <p:nvPr/>
          </p:nvCxnSpPr>
          <p:spPr>
            <a:xfrm>
              <a:off x="10476000" y="2682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0" name="直接连接符 299">
              <a:extLst>
                <a:ext uri="{FF2B5EF4-FFF2-40B4-BE49-F238E27FC236}">
                  <a16:creationId xmlns:a16="http://schemas.microsoft.com/office/drawing/2014/main" id="{C0095D1A-345D-FCCA-479D-A0BD8C3077D0}"/>
                </a:ext>
              </a:extLst>
            </p:cNvPr>
            <p:cNvCxnSpPr>
              <a:cxnSpLocks/>
            </p:cNvCxnSpPr>
            <p:nvPr/>
          </p:nvCxnSpPr>
          <p:spPr>
            <a:xfrm>
              <a:off x="10476000" y="3060000"/>
              <a:ext cx="468000" cy="0"/>
            </a:xfrm>
            <a:prstGeom prst="line">
              <a:avLst/>
            </a:prstGeom>
            <a:ln w="2540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01" name="直接连接符 300">
              <a:extLst>
                <a:ext uri="{FF2B5EF4-FFF2-40B4-BE49-F238E27FC236}">
                  <a16:creationId xmlns:a16="http://schemas.microsoft.com/office/drawing/2014/main" id="{D1C4F8E4-BDE6-4C8D-5B87-B6D26E68F30E}"/>
                </a:ext>
              </a:extLst>
            </p:cNvPr>
            <p:cNvCxnSpPr>
              <a:cxnSpLocks/>
            </p:cNvCxnSpPr>
            <p:nvPr/>
          </p:nvCxnSpPr>
          <p:spPr>
            <a:xfrm>
              <a:off x="10476000" y="2970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2" name="直接连接符 301">
              <a:extLst>
                <a:ext uri="{FF2B5EF4-FFF2-40B4-BE49-F238E27FC236}">
                  <a16:creationId xmlns:a16="http://schemas.microsoft.com/office/drawing/2014/main" id="{A56F6545-3E8D-6A63-FE4A-93C9AC3EA712}"/>
                </a:ext>
              </a:extLst>
            </p:cNvPr>
            <p:cNvCxnSpPr>
              <a:cxnSpLocks/>
            </p:cNvCxnSpPr>
            <p:nvPr/>
          </p:nvCxnSpPr>
          <p:spPr>
            <a:xfrm>
              <a:off x="10476000" y="3348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3" name="直接连接符 302">
              <a:extLst>
                <a:ext uri="{FF2B5EF4-FFF2-40B4-BE49-F238E27FC236}">
                  <a16:creationId xmlns:a16="http://schemas.microsoft.com/office/drawing/2014/main" id="{7AD906A6-1B72-4322-2489-B0EF8A5B5280}"/>
                </a:ext>
              </a:extLst>
            </p:cNvPr>
            <p:cNvCxnSpPr>
              <a:cxnSpLocks/>
            </p:cNvCxnSpPr>
            <p:nvPr/>
          </p:nvCxnSpPr>
          <p:spPr>
            <a:xfrm>
              <a:off x="10476000" y="3258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4" name="直接连接符 303">
              <a:extLst>
                <a:ext uri="{FF2B5EF4-FFF2-40B4-BE49-F238E27FC236}">
                  <a16:creationId xmlns:a16="http://schemas.microsoft.com/office/drawing/2014/main" id="{3D14EEEB-0DB7-8532-82F4-43CD28B6794D}"/>
                </a:ext>
              </a:extLst>
            </p:cNvPr>
            <p:cNvCxnSpPr>
              <a:cxnSpLocks/>
            </p:cNvCxnSpPr>
            <p:nvPr/>
          </p:nvCxnSpPr>
          <p:spPr>
            <a:xfrm>
              <a:off x="8208000" y="2772000"/>
              <a:ext cx="20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5" name="文本框 304">
                  <a:extLst>
                    <a:ext uri="{FF2B5EF4-FFF2-40B4-BE49-F238E27FC236}">
                      <a16:creationId xmlns:a16="http://schemas.microsoft.com/office/drawing/2014/main" id="{86D5F048-2221-59CB-A390-8E3CAC52AC36}"/>
                    </a:ext>
                  </a:extLst>
                </p:cNvPr>
                <p:cNvSpPr txBox="1"/>
                <p:nvPr/>
              </p:nvSpPr>
              <p:spPr>
                <a:xfrm>
                  <a:off x="11196000" y="2844000"/>
                  <a:ext cx="431796"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T</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P</m:t>
                          </m:r>
                          <m:r>
                            <a:rPr kumimoji="1" lang="en-US" altLang="zh-CN" sz="2200" b="0" i="1" smtClean="0">
                              <a:solidFill>
                                <a:schemeClr val="tx1"/>
                              </a:solidFill>
                              <a:latin typeface="Cambria Math" panose="02040503050406030204" pitchFamily="18" charset="0"/>
                              <a:ea typeface="微软雅黑" panose="020B0503020204020204" pitchFamily="34" charset="-122"/>
                            </a:rPr>
                            <m:t>2</m:t>
                          </m:r>
                        </m:sub>
                      </m:sSub>
                    </m:oMath>
                  </a14:m>
                  <a:r>
                    <a:rPr lang="zh-CN" altLang="en-US" sz="2200" dirty="0">
                      <a:solidFill>
                        <a:schemeClr val="tx1"/>
                      </a:solidFill>
                    </a:rPr>
                    <a:t> </a:t>
                  </a:r>
                </a:p>
              </p:txBody>
            </p:sp>
          </mc:Choice>
          <mc:Fallback xmlns="">
            <p:sp>
              <p:nvSpPr>
                <p:cNvPr id="254" name="文本框 253">
                  <a:extLst>
                    <a:ext uri="{FF2B5EF4-FFF2-40B4-BE49-F238E27FC236}">
                      <a16:creationId xmlns:a16="http://schemas.microsoft.com/office/drawing/2014/main" id="{498A8565-580B-CF9C-EF42-4A2103CD5073}"/>
                    </a:ext>
                  </a:extLst>
                </p:cNvPr>
                <p:cNvSpPr txBox="1">
                  <a:spLocks noRot="1" noChangeAspect="1" noMove="1" noResize="1" noEditPoints="1" noAdjustHandles="1" noChangeArrowheads="1" noChangeShapeType="1" noTextEdit="1"/>
                </p:cNvSpPr>
                <p:nvPr/>
              </p:nvSpPr>
              <p:spPr>
                <a:xfrm>
                  <a:off x="11196000" y="2844000"/>
                  <a:ext cx="431796" cy="430887"/>
                </a:xfrm>
                <a:prstGeom prst="rect">
                  <a:avLst/>
                </a:prstGeom>
                <a:blipFill>
                  <a:blip r:embed="rId31"/>
                  <a:stretch>
                    <a:fillRect l="-18310" r="-8451"/>
                  </a:stretch>
                </a:blipFill>
              </p:spPr>
              <p:txBody>
                <a:bodyPr/>
                <a:lstStyle/>
                <a:p>
                  <a:r>
                    <a:rPr lang="zh-CN" altLang="en-US">
                      <a:noFill/>
                    </a:rPr>
                    <a:t> </a:t>
                  </a:r>
                </a:p>
              </p:txBody>
            </p:sp>
          </mc:Fallback>
        </mc:AlternateContent>
        <p:cxnSp>
          <p:nvCxnSpPr>
            <p:cNvPr id="306" name="直接连接符 305">
              <a:extLst>
                <a:ext uri="{FF2B5EF4-FFF2-40B4-BE49-F238E27FC236}">
                  <a16:creationId xmlns:a16="http://schemas.microsoft.com/office/drawing/2014/main" id="{A45A50F0-1882-1320-BE36-0B201BAEC0F7}"/>
                </a:ext>
              </a:extLst>
            </p:cNvPr>
            <p:cNvCxnSpPr>
              <a:cxnSpLocks/>
            </p:cNvCxnSpPr>
            <p:nvPr/>
          </p:nvCxnSpPr>
          <p:spPr>
            <a:xfrm>
              <a:off x="10260000" y="4140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 name="直接连接符 306">
              <a:extLst>
                <a:ext uri="{FF2B5EF4-FFF2-40B4-BE49-F238E27FC236}">
                  <a16:creationId xmlns:a16="http://schemas.microsoft.com/office/drawing/2014/main" id="{D4F05B06-A58D-8B8B-CF55-57D10EA659E1}"/>
                </a:ext>
              </a:extLst>
            </p:cNvPr>
            <p:cNvCxnSpPr>
              <a:cxnSpLocks/>
            </p:cNvCxnSpPr>
            <p:nvPr/>
          </p:nvCxnSpPr>
          <p:spPr>
            <a:xfrm>
              <a:off x="10476000" y="4140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 name="直接连接符 307">
              <a:extLst>
                <a:ext uri="{FF2B5EF4-FFF2-40B4-BE49-F238E27FC236}">
                  <a16:creationId xmlns:a16="http://schemas.microsoft.com/office/drawing/2014/main" id="{43C9610D-E539-9158-2912-38B02898710D}"/>
                </a:ext>
              </a:extLst>
            </p:cNvPr>
            <p:cNvCxnSpPr>
              <a:cxnSpLocks/>
            </p:cNvCxnSpPr>
            <p:nvPr/>
          </p:nvCxnSpPr>
          <p:spPr>
            <a:xfrm>
              <a:off x="10476000" y="4050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 name="直接连接符 308">
              <a:extLst>
                <a:ext uri="{FF2B5EF4-FFF2-40B4-BE49-F238E27FC236}">
                  <a16:creationId xmlns:a16="http://schemas.microsoft.com/office/drawing/2014/main" id="{5F47EB45-B76B-1B79-63AE-8D12FD0E0BA8}"/>
                </a:ext>
              </a:extLst>
            </p:cNvPr>
            <p:cNvCxnSpPr>
              <a:cxnSpLocks/>
            </p:cNvCxnSpPr>
            <p:nvPr/>
          </p:nvCxnSpPr>
          <p:spPr>
            <a:xfrm>
              <a:off x="10476000" y="4428000"/>
              <a:ext cx="468000" cy="0"/>
            </a:xfrm>
            <a:prstGeom prst="line">
              <a:avLst/>
            </a:prstGeom>
            <a:ln w="2540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310" name="直接连接符 309">
              <a:extLst>
                <a:ext uri="{FF2B5EF4-FFF2-40B4-BE49-F238E27FC236}">
                  <a16:creationId xmlns:a16="http://schemas.microsoft.com/office/drawing/2014/main" id="{4B0EB120-D69C-2867-433C-8241F5E7643A}"/>
                </a:ext>
              </a:extLst>
            </p:cNvPr>
            <p:cNvCxnSpPr>
              <a:cxnSpLocks/>
            </p:cNvCxnSpPr>
            <p:nvPr/>
          </p:nvCxnSpPr>
          <p:spPr>
            <a:xfrm>
              <a:off x="10476000" y="4338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 name="直接连接符 310">
              <a:extLst>
                <a:ext uri="{FF2B5EF4-FFF2-40B4-BE49-F238E27FC236}">
                  <a16:creationId xmlns:a16="http://schemas.microsoft.com/office/drawing/2014/main" id="{8472B4D8-DDCB-9D35-B7F4-030554120A9D}"/>
                </a:ext>
              </a:extLst>
            </p:cNvPr>
            <p:cNvCxnSpPr>
              <a:cxnSpLocks/>
            </p:cNvCxnSpPr>
            <p:nvPr/>
          </p:nvCxnSpPr>
          <p:spPr>
            <a:xfrm>
              <a:off x="10476000" y="4716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 name="直接连接符 311">
              <a:extLst>
                <a:ext uri="{FF2B5EF4-FFF2-40B4-BE49-F238E27FC236}">
                  <a16:creationId xmlns:a16="http://schemas.microsoft.com/office/drawing/2014/main" id="{F134AB51-86E3-F45F-8AAE-B0F04D48F8DF}"/>
                </a:ext>
              </a:extLst>
            </p:cNvPr>
            <p:cNvCxnSpPr>
              <a:cxnSpLocks/>
            </p:cNvCxnSpPr>
            <p:nvPr/>
          </p:nvCxnSpPr>
          <p:spPr>
            <a:xfrm>
              <a:off x="10476000" y="4626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 name="直接连接符 312">
              <a:extLst>
                <a:ext uri="{FF2B5EF4-FFF2-40B4-BE49-F238E27FC236}">
                  <a16:creationId xmlns:a16="http://schemas.microsoft.com/office/drawing/2014/main" id="{96548E81-BB05-F38B-9D30-D5BAC57D00F6}"/>
                </a:ext>
              </a:extLst>
            </p:cNvPr>
            <p:cNvCxnSpPr>
              <a:cxnSpLocks/>
            </p:cNvCxnSpPr>
            <p:nvPr/>
          </p:nvCxnSpPr>
          <p:spPr>
            <a:xfrm>
              <a:off x="10944000" y="3348000"/>
              <a:ext cx="0" cy="79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14" name="椭圆 313">
              <a:extLst>
                <a:ext uri="{FF2B5EF4-FFF2-40B4-BE49-F238E27FC236}">
                  <a16:creationId xmlns:a16="http://schemas.microsoft.com/office/drawing/2014/main" id="{72030933-BAC7-4378-965C-7E2C8ECF5E2D}"/>
                </a:ext>
              </a:extLst>
            </p:cNvPr>
            <p:cNvSpPr/>
            <p:nvPr/>
          </p:nvSpPr>
          <p:spPr>
            <a:xfrm>
              <a:off x="10890000" y="4662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315" name="直接连接符 314">
              <a:extLst>
                <a:ext uri="{FF2B5EF4-FFF2-40B4-BE49-F238E27FC236}">
                  <a16:creationId xmlns:a16="http://schemas.microsoft.com/office/drawing/2014/main" id="{38DBD220-D9E1-B80B-983A-B27145EE2C31}"/>
                </a:ext>
              </a:extLst>
            </p:cNvPr>
            <p:cNvCxnSpPr>
              <a:cxnSpLocks/>
            </p:cNvCxnSpPr>
            <p:nvPr/>
          </p:nvCxnSpPr>
          <p:spPr>
            <a:xfrm>
              <a:off x="10008000" y="4716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 name="直接连接符 315">
              <a:extLst>
                <a:ext uri="{FF2B5EF4-FFF2-40B4-BE49-F238E27FC236}">
                  <a16:creationId xmlns:a16="http://schemas.microsoft.com/office/drawing/2014/main" id="{3F8254DF-740C-13A4-B0E1-B18ABE2B47C8}"/>
                </a:ext>
              </a:extLst>
            </p:cNvPr>
            <p:cNvCxnSpPr>
              <a:cxnSpLocks/>
            </p:cNvCxnSpPr>
            <p:nvPr/>
          </p:nvCxnSpPr>
          <p:spPr>
            <a:xfrm>
              <a:off x="10944000" y="4428000"/>
              <a:ext cx="0" cy="82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 name="直接连接符 316">
              <a:extLst>
                <a:ext uri="{FF2B5EF4-FFF2-40B4-BE49-F238E27FC236}">
                  <a16:creationId xmlns:a16="http://schemas.microsoft.com/office/drawing/2014/main" id="{196E66C9-C060-444D-05A7-68C4D833BDDB}"/>
                </a:ext>
              </a:extLst>
            </p:cNvPr>
            <p:cNvCxnSpPr>
              <a:cxnSpLocks/>
            </p:cNvCxnSpPr>
            <p:nvPr/>
          </p:nvCxnSpPr>
          <p:spPr>
            <a:xfrm>
              <a:off x="9396000" y="4644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8" name="文本框 317">
                  <a:extLst>
                    <a:ext uri="{FF2B5EF4-FFF2-40B4-BE49-F238E27FC236}">
                      <a16:creationId xmlns:a16="http://schemas.microsoft.com/office/drawing/2014/main" id="{CEC7C5B9-D9BB-E489-58B1-B95EB3B9D9B5}"/>
                    </a:ext>
                  </a:extLst>
                </p:cNvPr>
                <p:cNvSpPr txBox="1"/>
                <p:nvPr/>
              </p:nvSpPr>
              <p:spPr>
                <a:xfrm>
                  <a:off x="9432000" y="4212000"/>
                  <a:ext cx="431796" cy="430887"/>
                </a:xfrm>
                <a:prstGeom prst="rect">
                  <a:avLst/>
                </a:prstGeom>
                <a:noFill/>
              </p:spPr>
              <p:txBody>
                <a:bodyPr wrap="square">
                  <a:spAutoFit/>
                </a:bodyPr>
                <a:lstStyle/>
                <a:p>
                  <a:pPr algn="ctr"/>
                  <a14:m>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T</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N</m:t>
                          </m:r>
                          <m:r>
                            <a:rPr kumimoji="1" lang="en-US" altLang="zh-CN" sz="2200" i="1">
                              <a:latin typeface="Cambria Math" panose="02040503050406030204" pitchFamily="18" charset="0"/>
                              <a:ea typeface="微软雅黑" panose="020B0503020204020204" pitchFamily="34" charset="-122"/>
                            </a:rPr>
                            <m:t>1</m:t>
                          </m:r>
                        </m:sub>
                      </m:sSub>
                    </m:oMath>
                  </a14:m>
                  <a:r>
                    <a:rPr lang="zh-CN" altLang="en-US" sz="2200" dirty="0">
                      <a:solidFill>
                        <a:schemeClr val="tx1"/>
                      </a:solidFill>
                    </a:rPr>
                    <a:t> </a:t>
                  </a:r>
                </a:p>
              </p:txBody>
            </p:sp>
          </mc:Choice>
          <mc:Fallback xmlns="">
            <p:sp>
              <p:nvSpPr>
                <p:cNvPr id="267" name="文本框 266">
                  <a:extLst>
                    <a:ext uri="{FF2B5EF4-FFF2-40B4-BE49-F238E27FC236}">
                      <a16:creationId xmlns:a16="http://schemas.microsoft.com/office/drawing/2014/main" id="{60DCD5E2-DFC7-C260-A483-C390E919A242}"/>
                    </a:ext>
                  </a:extLst>
                </p:cNvPr>
                <p:cNvSpPr txBox="1">
                  <a:spLocks noRot="1" noChangeAspect="1" noMove="1" noResize="1" noEditPoints="1" noAdjustHandles="1" noChangeArrowheads="1" noChangeShapeType="1" noTextEdit="1"/>
                </p:cNvSpPr>
                <p:nvPr/>
              </p:nvSpPr>
              <p:spPr>
                <a:xfrm>
                  <a:off x="9432000" y="4212000"/>
                  <a:ext cx="431796" cy="430887"/>
                </a:xfrm>
                <a:prstGeom prst="rect">
                  <a:avLst/>
                </a:prstGeom>
                <a:blipFill>
                  <a:blip r:embed="rId32"/>
                  <a:stretch>
                    <a:fillRect l="-21127" r="-11268" b="-1429"/>
                  </a:stretch>
                </a:blipFill>
              </p:spPr>
              <p:txBody>
                <a:bodyPr/>
                <a:lstStyle/>
                <a:p>
                  <a:r>
                    <a:rPr lang="zh-CN" altLang="en-US">
                      <a:noFill/>
                    </a:rPr>
                    <a:t> </a:t>
                  </a:r>
                </a:p>
              </p:txBody>
            </p:sp>
          </mc:Fallback>
        </mc:AlternateContent>
        <p:cxnSp>
          <p:nvCxnSpPr>
            <p:cNvPr id="319" name="直接连接符 318">
              <a:extLst>
                <a:ext uri="{FF2B5EF4-FFF2-40B4-BE49-F238E27FC236}">
                  <a16:creationId xmlns:a16="http://schemas.microsoft.com/office/drawing/2014/main" id="{45783A6F-156E-AD9C-8368-035379CB8EBF}"/>
                </a:ext>
              </a:extLst>
            </p:cNvPr>
            <p:cNvCxnSpPr>
              <a:cxnSpLocks/>
            </p:cNvCxnSpPr>
            <p:nvPr/>
          </p:nvCxnSpPr>
          <p:spPr>
            <a:xfrm>
              <a:off x="8712000" y="4140000"/>
              <a:ext cx="0" cy="57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直接连接符 319">
              <a:extLst>
                <a:ext uri="{FF2B5EF4-FFF2-40B4-BE49-F238E27FC236}">
                  <a16:creationId xmlns:a16="http://schemas.microsoft.com/office/drawing/2014/main" id="{39150754-D976-3BE1-0CAB-8FEF6027039F}"/>
                </a:ext>
              </a:extLst>
            </p:cNvPr>
            <p:cNvCxnSpPr>
              <a:cxnSpLocks/>
            </p:cNvCxnSpPr>
            <p:nvPr/>
          </p:nvCxnSpPr>
          <p:spPr>
            <a:xfrm>
              <a:off x="8928000" y="4140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1" name="直接连接符 320">
              <a:extLst>
                <a:ext uri="{FF2B5EF4-FFF2-40B4-BE49-F238E27FC236}">
                  <a16:creationId xmlns:a16="http://schemas.microsoft.com/office/drawing/2014/main" id="{7A0A4BB7-0FBC-D8E5-B93F-335EB9D5F29C}"/>
                </a:ext>
              </a:extLst>
            </p:cNvPr>
            <p:cNvCxnSpPr>
              <a:cxnSpLocks/>
            </p:cNvCxnSpPr>
            <p:nvPr/>
          </p:nvCxnSpPr>
          <p:spPr>
            <a:xfrm>
              <a:off x="8928000" y="4050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2" name="直接连接符 321">
              <a:extLst>
                <a:ext uri="{FF2B5EF4-FFF2-40B4-BE49-F238E27FC236}">
                  <a16:creationId xmlns:a16="http://schemas.microsoft.com/office/drawing/2014/main" id="{24359035-43F2-2DB7-B115-46ECAFE50D01}"/>
                </a:ext>
              </a:extLst>
            </p:cNvPr>
            <p:cNvCxnSpPr>
              <a:cxnSpLocks/>
            </p:cNvCxnSpPr>
            <p:nvPr/>
          </p:nvCxnSpPr>
          <p:spPr>
            <a:xfrm>
              <a:off x="8928000" y="4428000"/>
              <a:ext cx="468000" cy="0"/>
            </a:xfrm>
            <a:prstGeom prst="line">
              <a:avLst/>
            </a:prstGeom>
            <a:ln w="2540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323" name="直接连接符 322">
              <a:extLst>
                <a:ext uri="{FF2B5EF4-FFF2-40B4-BE49-F238E27FC236}">
                  <a16:creationId xmlns:a16="http://schemas.microsoft.com/office/drawing/2014/main" id="{2619C59F-8569-3066-B241-3F8E390A6314}"/>
                </a:ext>
              </a:extLst>
            </p:cNvPr>
            <p:cNvCxnSpPr>
              <a:cxnSpLocks/>
            </p:cNvCxnSpPr>
            <p:nvPr/>
          </p:nvCxnSpPr>
          <p:spPr>
            <a:xfrm>
              <a:off x="8928000" y="4338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4" name="直接连接符 323">
              <a:extLst>
                <a:ext uri="{FF2B5EF4-FFF2-40B4-BE49-F238E27FC236}">
                  <a16:creationId xmlns:a16="http://schemas.microsoft.com/office/drawing/2014/main" id="{5B8C4299-CAB1-D865-901E-3A74F8CD0FB9}"/>
                </a:ext>
              </a:extLst>
            </p:cNvPr>
            <p:cNvCxnSpPr>
              <a:cxnSpLocks/>
            </p:cNvCxnSpPr>
            <p:nvPr/>
          </p:nvCxnSpPr>
          <p:spPr>
            <a:xfrm>
              <a:off x="8928000" y="4716000"/>
              <a:ext cx="46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 name="直接连接符 324">
              <a:extLst>
                <a:ext uri="{FF2B5EF4-FFF2-40B4-BE49-F238E27FC236}">
                  <a16:creationId xmlns:a16="http://schemas.microsoft.com/office/drawing/2014/main" id="{EB043044-4EBB-9ED1-35AA-6199E6575312}"/>
                </a:ext>
              </a:extLst>
            </p:cNvPr>
            <p:cNvCxnSpPr>
              <a:cxnSpLocks/>
            </p:cNvCxnSpPr>
            <p:nvPr/>
          </p:nvCxnSpPr>
          <p:spPr>
            <a:xfrm>
              <a:off x="8928000" y="4626000"/>
              <a:ext cx="0" cy="1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6" name="直接连接符 325">
              <a:extLst>
                <a:ext uri="{FF2B5EF4-FFF2-40B4-BE49-F238E27FC236}">
                  <a16:creationId xmlns:a16="http://schemas.microsoft.com/office/drawing/2014/main" id="{745F23A4-3358-BE5E-72B7-AEFC869ECFC8}"/>
                </a:ext>
              </a:extLst>
            </p:cNvPr>
            <p:cNvCxnSpPr>
              <a:cxnSpLocks/>
            </p:cNvCxnSpPr>
            <p:nvPr/>
          </p:nvCxnSpPr>
          <p:spPr>
            <a:xfrm>
              <a:off x="9396000" y="3744000"/>
              <a:ext cx="0" cy="39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7" name="椭圆 326">
              <a:extLst>
                <a:ext uri="{FF2B5EF4-FFF2-40B4-BE49-F238E27FC236}">
                  <a16:creationId xmlns:a16="http://schemas.microsoft.com/office/drawing/2014/main" id="{78B1C9A4-A0A2-D885-6E3C-F9BCF119BED0}"/>
                </a:ext>
              </a:extLst>
            </p:cNvPr>
            <p:cNvSpPr/>
            <p:nvPr/>
          </p:nvSpPr>
          <p:spPr>
            <a:xfrm>
              <a:off x="9342000" y="4662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328" name="直接连接符 327">
              <a:extLst>
                <a:ext uri="{FF2B5EF4-FFF2-40B4-BE49-F238E27FC236}">
                  <a16:creationId xmlns:a16="http://schemas.microsoft.com/office/drawing/2014/main" id="{A5F3B6C8-35B1-78F9-29D8-768F1F5F02B2}"/>
                </a:ext>
              </a:extLst>
            </p:cNvPr>
            <p:cNvCxnSpPr>
              <a:cxnSpLocks/>
            </p:cNvCxnSpPr>
            <p:nvPr/>
          </p:nvCxnSpPr>
          <p:spPr>
            <a:xfrm>
              <a:off x="8460000" y="4716000"/>
              <a:ext cx="25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9" name="直接连接符 328">
              <a:extLst>
                <a:ext uri="{FF2B5EF4-FFF2-40B4-BE49-F238E27FC236}">
                  <a16:creationId xmlns:a16="http://schemas.microsoft.com/office/drawing/2014/main" id="{E8B2F6F4-01E4-6BD0-D090-86E9144CB6E9}"/>
                </a:ext>
              </a:extLst>
            </p:cNvPr>
            <p:cNvCxnSpPr>
              <a:cxnSpLocks/>
            </p:cNvCxnSpPr>
            <p:nvPr/>
          </p:nvCxnSpPr>
          <p:spPr>
            <a:xfrm>
              <a:off x="9396000" y="4428000"/>
              <a:ext cx="0" cy="50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30" name="椭圆 329">
              <a:extLst>
                <a:ext uri="{FF2B5EF4-FFF2-40B4-BE49-F238E27FC236}">
                  <a16:creationId xmlns:a16="http://schemas.microsoft.com/office/drawing/2014/main" id="{2203E1BF-3CB3-EFFA-8EF6-95FE91F77F45}"/>
                </a:ext>
              </a:extLst>
            </p:cNvPr>
            <p:cNvSpPr/>
            <p:nvPr/>
          </p:nvSpPr>
          <p:spPr>
            <a:xfrm>
              <a:off x="10890000" y="3690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331" name="直接连接符 330">
              <a:extLst>
                <a:ext uri="{FF2B5EF4-FFF2-40B4-BE49-F238E27FC236}">
                  <a16:creationId xmlns:a16="http://schemas.microsoft.com/office/drawing/2014/main" id="{05CD8186-550A-163A-483F-1AB6246AA3AD}"/>
                </a:ext>
              </a:extLst>
            </p:cNvPr>
            <p:cNvCxnSpPr>
              <a:cxnSpLocks/>
            </p:cNvCxnSpPr>
            <p:nvPr/>
          </p:nvCxnSpPr>
          <p:spPr>
            <a:xfrm>
              <a:off x="11160000" y="1620000"/>
              <a:ext cx="0" cy="14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2" name="直接连接符 331">
              <a:extLst>
                <a:ext uri="{FF2B5EF4-FFF2-40B4-BE49-F238E27FC236}">
                  <a16:creationId xmlns:a16="http://schemas.microsoft.com/office/drawing/2014/main" id="{20A7F7C7-0564-C5C3-9B26-A3213D3E3FE2}"/>
                </a:ext>
              </a:extLst>
            </p:cNvPr>
            <p:cNvCxnSpPr>
              <a:cxnSpLocks/>
            </p:cNvCxnSpPr>
            <p:nvPr/>
          </p:nvCxnSpPr>
          <p:spPr>
            <a:xfrm>
              <a:off x="10008000" y="2772000"/>
              <a:ext cx="0" cy="194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33" name="椭圆 332">
              <a:extLst>
                <a:ext uri="{FF2B5EF4-FFF2-40B4-BE49-F238E27FC236}">
                  <a16:creationId xmlns:a16="http://schemas.microsoft.com/office/drawing/2014/main" id="{682CBC82-BC62-3900-BE2A-F22EAE81EADB}"/>
                </a:ext>
              </a:extLst>
            </p:cNvPr>
            <p:cNvSpPr/>
            <p:nvPr/>
          </p:nvSpPr>
          <p:spPr>
            <a:xfrm>
              <a:off x="9954000" y="2718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34" name="椭圆 333">
              <a:extLst>
                <a:ext uri="{FF2B5EF4-FFF2-40B4-BE49-F238E27FC236}">
                  <a16:creationId xmlns:a16="http://schemas.microsoft.com/office/drawing/2014/main" id="{DDADE251-EC3E-CAE0-BA49-19A12AD6F09F}"/>
                </a:ext>
              </a:extLst>
            </p:cNvPr>
            <p:cNvSpPr/>
            <p:nvPr/>
          </p:nvSpPr>
          <p:spPr>
            <a:xfrm>
              <a:off x="8406000" y="1566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335" name="组合 334">
            <a:extLst>
              <a:ext uri="{FF2B5EF4-FFF2-40B4-BE49-F238E27FC236}">
                <a16:creationId xmlns:a16="http://schemas.microsoft.com/office/drawing/2014/main" id="{8710D098-0AD2-D2C8-5D7A-4917BBCC8C77}"/>
              </a:ext>
            </a:extLst>
          </p:cNvPr>
          <p:cNvGrpSpPr/>
          <p:nvPr/>
        </p:nvGrpSpPr>
        <p:grpSpPr>
          <a:xfrm>
            <a:off x="3600000" y="5868000"/>
            <a:ext cx="2268000" cy="828000"/>
            <a:chOff x="6237389" y="5657867"/>
            <a:chExt cx="2268000" cy="828000"/>
          </a:xfrm>
        </p:grpSpPr>
        <p:cxnSp>
          <p:nvCxnSpPr>
            <p:cNvPr id="336" name="直接连接符 335">
              <a:extLst>
                <a:ext uri="{FF2B5EF4-FFF2-40B4-BE49-F238E27FC236}">
                  <a16:creationId xmlns:a16="http://schemas.microsoft.com/office/drawing/2014/main" id="{09C68CF7-F9CB-AA1D-E13D-FE90A64416AF}"/>
                </a:ext>
              </a:extLst>
            </p:cNvPr>
            <p:cNvCxnSpPr>
              <a:cxnSpLocks/>
            </p:cNvCxnSpPr>
            <p:nvPr/>
          </p:nvCxnSpPr>
          <p:spPr>
            <a:xfrm flipV="1">
              <a:off x="7605388" y="6125867"/>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7" name="文本框 336">
                  <a:extLst>
                    <a:ext uri="{FF2B5EF4-FFF2-40B4-BE49-F238E27FC236}">
                      <a16:creationId xmlns:a16="http://schemas.microsoft.com/office/drawing/2014/main" id="{E60584F4-6782-FE20-3CDD-97D970428781}"/>
                    </a:ext>
                  </a:extLst>
                </p:cNvPr>
                <p:cNvSpPr txBox="1"/>
                <p:nvPr/>
              </p:nvSpPr>
              <p:spPr>
                <a:xfrm>
                  <a:off x="6237389" y="5657867"/>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800">
                            <a:latin typeface="Cambria Math" panose="02040503050406030204" pitchFamily="18" charset="0"/>
                            <a:ea typeface="微软雅黑" panose="020B0503020204020204" pitchFamily="34" charset="-122"/>
                          </a:rPr>
                          <m:t>A</m:t>
                        </m:r>
                      </m:oMath>
                    </m:oMathPara>
                  </a14:m>
                  <a:endParaRPr lang="zh-CN" altLang="en-US" sz="28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49" name="文本框 148">
                  <a:extLst>
                    <a:ext uri="{FF2B5EF4-FFF2-40B4-BE49-F238E27FC236}">
                      <a16:creationId xmlns:a16="http://schemas.microsoft.com/office/drawing/2014/main" id="{57314CE2-5AEB-6F45-3228-87A1E924BB9A}"/>
                    </a:ext>
                  </a:extLst>
                </p:cNvPr>
                <p:cNvSpPr txBox="1">
                  <a:spLocks noRot="1" noChangeAspect="1" noMove="1" noResize="1" noEditPoints="1" noAdjustHandles="1" noChangeArrowheads="1" noChangeShapeType="1" noTextEdit="1"/>
                </p:cNvSpPr>
                <p:nvPr/>
              </p:nvSpPr>
              <p:spPr>
                <a:xfrm>
                  <a:off x="6237389" y="5657867"/>
                  <a:ext cx="432000" cy="432000"/>
                </a:xfrm>
                <a:prstGeom prst="rect">
                  <a:avLst/>
                </a:prstGeom>
                <a:blipFill>
                  <a:blip r:embed="rId3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 name="文本框 337">
                  <a:extLst>
                    <a:ext uri="{FF2B5EF4-FFF2-40B4-BE49-F238E27FC236}">
                      <a16:creationId xmlns:a16="http://schemas.microsoft.com/office/drawing/2014/main" id="{62598528-1F34-3698-77D9-2828C229F5AD}"/>
                    </a:ext>
                  </a:extLst>
                </p:cNvPr>
                <p:cNvSpPr txBox="1"/>
                <p:nvPr/>
              </p:nvSpPr>
              <p:spPr>
                <a:xfrm>
                  <a:off x="8073389" y="5873867"/>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微软雅黑" panose="020B0503020204020204" pitchFamily="34" charset="-122"/>
                          </a:rPr>
                          <m:t>Y</m:t>
                        </m:r>
                      </m:oMath>
                    </m:oMathPara>
                  </a14:m>
                  <a:endParaRPr lang="zh-CN" altLang="en-US" sz="28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50" name="文本框 149">
                  <a:extLst>
                    <a:ext uri="{FF2B5EF4-FFF2-40B4-BE49-F238E27FC236}">
                      <a16:creationId xmlns:a16="http://schemas.microsoft.com/office/drawing/2014/main" id="{A4726A2F-0312-3329-6BC6-657F0321ED32}"/>
                    </a:ext>
                  </a:extLst>
                </p:cNvPr>
                <p:cNvSpPr txBox="1">
                  <a:spLocks noRot="1" noChangeAspect="1" noMove="1" noResize="1" noEditPoints="1" noAdjustHandles="1" noChangeArrowheads="1" noChangeShapeType="1" noTextEdit="1"/>
                </p:cNvSpPr>
                <p:nvPr/>
              </p:nvSpPr>
              <p:spPr>
                <a:xfrm>
                  <a:off x="8073389" y="5873867"/>
                  <a:ext cx="432000" cy="432000"/>
                </a:xfrm>
                <a:prstGeom prst="rect">
                  <a:avLst/>
                </a:prstGeom>
                <a:blipFill>
                  <a:blip r:embed="rId34"/>
                  <a:stretch>
                    <a:fillRect/>
                  </a:stretch>
                </a:blipFill>
              </p:spPr>
              <p:txBody>
                <a:bodyPr/>
                <a:lstStyle/>
                <a:p>
                  <a:r>
                    <a:rPr lang="zh-CN" altLang="en-US">
                      <a:noFill/>
                    </a:rPr>
                    <a:t> </a:t>
                  </a:r>
                </a:p>
              </p:txBody>
            </p:sp>
          </mc:Fallback>
        </mc:AlternateContent>
        <p:sp>
          <p:nvSpPr>
            <p:cNvPr id="339" name="椭圆 338">
              <a:extLst>
                <a:ext uri="{FF2B5EF4-FFF2-40B4-BE49-F238E27FC236}">
                  <a16:creationId xmlns:a16="http://schemas.microsoft.com/office/drawing/2014/main" id="{0A913E0E-9C15-74AB-F7D3-BA229A26409D}"/>
                </a:ext>
              </a:extLst>
            </p:cNvPr>
            <p:cNvSpPr/>
            <p:nvPr/>
          </p:nvSpPr>
          <p:spPr>
            <a:xfrm>
              <a:off x="7605389" y="6071867"/>
              <a:ext cx="108000" cy="108000"/>
            </a:xfrm>
            <a:prstGeom prst="ellipse">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40" name="流程图: 延期 339">
              <a:extLst>
                <a:ext uri="{FF2B5EF4-FFF2-40B4-BE49-F238E27FC236}">
                  <a16:creationId xmlns:a16="http://schemas.microsoft.com/office/drawing/2014/main" id="{D64B8641-B594-3570-0FA9-6D6D3D91AF61}"/>
                </a:ext>
              </a:extLst>
            </p:cNvPr>
            <p:cNvSpPr/>
            <p:nvPr/>
          </p:nvSpPr>
          <p:spPr>
            <a:xfrm>
              <a:off x="7029389" y="5837867"/>
              <a:ext cx="576000" cy="576000"/>
            </a:xfrm>
            <a:prstGeom prst="flowChartDelay">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341" name="直接连接符 340">
              <a:extLst>
                <a:ext uri="{FF2B5EF4-FFF2-40B4-BE49-F238E27FC236}">
                  <a16:creationId xmlns:a16="http://schemas.microsoft.com/office/drawing/2014/main" id="{EFF86BED-193B-2DE5-5291-8E65048454A0}"/>
                </a:ext>
              </a:extLst>
            </p:cNvPr>
            <p:cNvCxnSpPr>
              <a:cxnSpLocks/>
            </p:cNvCxnSpPr>
            <p:nvPr/>
          </p:nvCxnSpPr>
          <p:spPr>
            <a:xfrm>
              <a:off x="6669389" y="5963867"/>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2" name="直接连接符 341">
              <a:extLst>
                <a:ext uri="{FF2B5EF4-FFF2-40B4-BE49-F238E27FC236}">
                  <a16:creationId xmlns:a16="http://schemas.microsoft.com/office/drawing/2014/main" id="{7E245583-9720-FBC3-59BA-96311159C611}"/>
                </a:ext>
              </a:extLst>
            </p:cNvPr>
            <p:cNvCxnSpPr>
              <a:cxnSpLocks/>
            </p:cNvCxnSpPr>
            <p:nvPr/>
          </p:nvCxnSpPr>
          <p:spPr>
            <a:xfrm>
              <a:off x="6669389" y="6287867"/>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3" name="文本框 342">
                  <a:extLst>
                    <a:ext uri="{FF2B5EF4-FFF2-40B4-BE49-F238E27FC236}">
                      <a16:creationId xmlns:a16="http://schemas.microsoft.com/office/drawing/2014/main" id="{66CEBEF5-6CCE-7CDD-65CD-FCA449580C05}"/>
                    </a:ext>
                  </a:extLst>
                </p:cNvPr>
                <p:cNvSpPr txBox="1"/>
                <p:nvPr/>
              </p:nvSpPr>
              <p:spPr>
                <a:xfrm>
                  <a:off x="6237389" y="6053867"/>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微软雅黑" panose="020B0503020204020204" pitchFamily="34" charset="-122"/>
                          </a:rPr>
                          <m:t>B</m:t>
                        </m:r>
                      </m:oMath>
                    </m:oMathPara>
                  </a14:m>
                  <a:endParaRPr lang="zh-CN" altLang="en-US" sz="28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55" name="文本框 154">
                  <a:extLst>
                    <a:ext uri="{FF2B5EF4-FFF2-40B4-BE49-F238E27FC236}">
                      <a16:creationId xmlns:a16="http://schemas.microsoft.com/office/drawing/2014/main" id="{AAD430EB-8E7D-CE46-51A5-FD19B7192AA2}"/>
                    </a:ext>
                  </a:extLst>
                </p:cNvPr>
                <p:cNvSpPr txBox="1">
                  <a:spLocks noRot="1" noChangeAspect="1" noMove="1" noResize="1" noEditPoints="1" noAdjustHandles="1" noChangeArrowheads="1" noChangeShapeType="1" noTextEdit="1"/>
                </p:cNvSpPr>
                <p:nvPr/>
              </p:nvSpPr>
              <p:spPr>
                <a:xfrm>
                  <a:off x="6237389" y="6053867"/>
                  <a:ext cx="432000" cy="432000"/>
                </a:xfrm>
                <a:prstGeom prst="rect">
                  <a:avLst/>
                </a:prstGeom>
                <a:blipFill>
                  <a:blip r:embed="rId35"/>
                  <a:stretch>
                    <a:fillRect/>
                  </a:stretch>
                </a:blipFill>
              </p:spPr>
              <p:txBody>
                <a:bodyPr/>
                <a:lstStyle/>
                <a:p>
                  <a:r>
                    <a:rPr lang="zh-CN" altLang="en-US">
                      <a:noFill/>
                    </a:rPr>
                    <a:t> </a:t>
                  </a:r>
                </a:p>
              </p:txBody>
            </p:sp>
          </mc:Fallback>
        </mc:AlternateContent>
      </p:grpSp>
      <p:grpSp>
        <p:nvGrpSpPr>
          <p:cNvPr id="344" name="组合 343">
            <a:extLst>
              <a:ext uri="{FF2B5EF4-FFF2-40B4-BE49-F238E27FC236}">
                <a16:creationId xmlns:a16="http://schemas.microsoft.com/office/drawing/2014/main" id="{13AC9B75-07AA-5284-1516-55DCB937679A}"/>
              </a:ext>
            </a:extLst>
          </p:cNvPr>
          <p:cNvGrpSpPr/>
          <p:nvPr/>
        </p:nvGrpSpPr>
        <p:grpSpPr>
          <a:xfrm>
            <a:off x="9000000" y="5868000"/>
            <a:ext cx="2268000" cy="828000"/>
            <a:chOff x="8280000" y="5508000"/>
            <a:chExt cx="2268000" cy="828000"/>
          </a:xfrm>
        </p:grpSpPr>
        <p:cxnSp>
          <p:nvCxnSpPr>
            <p:cNvPr id="345" name="直接连接符 344">
              <a:extLst>
                <a:ext uri="{FF2B5EF4-FFF2-40B4-BE49-F238E27FC236}">
                  <a16:creationId xmlns:a16="http://schemas.microsoft.com/office/drawing/2014/main" id="{05D80326-A9DD-F015-B4C2-05B18C5748A1}"/>
                </a:ext>
              </a:extLst>
            </p:cNvPr>
            <p:cNvCxnSpPr>
              <a:cxnSpLocks/>
            </p:cNvCxnSpPr>
            <p:nvPr/>
          </p:nvCxnSpPr>
          <p:spPr>
            <a:xfrm flipV="1">
              <a:off x="9647999" y="5976000"/>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6" name="文本框 345">
                  <a:extLst>
                    <a:ext uri="{FF2B5EF4-FFF2-40B4-BE49-F238E27FC236}">
                      <a16:creationId xmlns:a16="http://schemas.microsoft.com/office/drawing/2014/main" id="{BFF2A381-8D4F-D51B-CE19-590C00FEB245}"/>
                    </a:ext>
                  </a:extLst>
                </p:cNvPr>
                <p:cNvSpPr txBox="1"/>
                <p:nvPr/>
              </p:nvSpPr>
              <p:spPr>
                <a:xfrm>
                  <a:off x="8280000" y="5508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800">
                            <a:latin typeface="Cambria Math" panose="02040503050406030204" pitchFamily="18" charset="0"/>
                            <a:ea typeface="微软雅黑" panose="020B0503020204020204" pitchFamily="34" charset="-122"/>
                          </a:rPr>
                          <m:t>A</m:t>
                        </m:r>
                      </m:oMath>
                    </m:oMathPara>
                  </a14:m>
                  <a:endParaRPr lang="zh-CN" altLang="en-US" sz="28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58" name="文本框 157">
                  <a:extLst>
                    <a:ext uri="{FF2B5EF4-FFF2-40B4-BE49-F238E27FC236}">
                      <a16:creationId xmlns:a16="http://schemas.microsoft.com/office/drawing/2014/main" id="{4EEC1FA6-AE0A-A399-2429-B7307A829DA6}"/>
                    </a:ext>
                  </a:extLst>
                </p:cNvPr>
                <p:cNvSpPr txBox="1">
                  <a:spLocks noRot="1" noChangeAspect="1" noMove="1" noResize="1" noEditPoints="1" noAdjustHandles="1" noChangeArrowheads="1" noChangeShapeType="1" noTextEdit="1"/>
                </p:cNvSpPr>
                <p:nvPr/>
              </p:nvSpPr>
              <p:spPr>
                <a:xfrm>
                  <a:off x="8280000" y="5508000"/>
                  <a:ext cx="432000" cy="432000"/>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7" name="文本框 346">
                  <a:extLst>
                    <a:ext uri="{FF2B5EF4-FFF2-40B4-BE49-F238E27FC236}">
                      <a16:creationId xmlns:a16="http://schemas.microsoft.com/office/drawing/2014/main" id="{EA82F336-3DBD-79EE-F848-1D0A2539EF35}"/>
                    </a:ext>
                  </a:extLst>
                </p:cNvPr>
                <p:cNvSpPr txBox="1"/>
                <p:nvPr/>
              </p:nvSpPr>
              <p:spPr>
                <a:xfrm>
                  <a:off x="10116000" y="5724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微软雅黑" panose="020B0503020204020204" pitchFamily="34" charset="-122"/>
                          </a:rPr>
                          <m:t>Y</m:t>
                        </m:r>
                      </m:oMath>
                    </m:oMathPara>
                  </a14:m>
                  <a:endParaRPr lang="zh-CN" altLang="en-US" sz="28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59" name="文本框 158">
                  <a:extLst>
                    <a:ext uri="{FF2B5EF4-FFF2-40B4-BE49-F238E27FC236}">
                      <a16:creationId xmlns:a16="http://schemas.microsoft.com/office/drawing/2014/main" id="{1984D554-C1B4-BFBF-2587-76E9DEBD18A0}"/>
                    </a:ext>
                  </a:extLst>
                </p:cNvPr>
                <p:cNvSpPr txBox="1">
                  <a:spLocks noRot="1" noChangeAspect="1" noMove="1" noResize="1" noEditPoints="1" noAdjustHandles="1" noChangeArrowheads="1" noChangeShapeType="1" noTextEdit="1"/>
                </p:cNvSpPr>
                <p:nvPr/>
              </p:nvSpPr>
              <p:spPr>
                <a:xfrm>
                  <a:off x="10116000" y="5724000"/>
                  <a:ext cx="432000" cy="432000"/>
                </a:xfrm>
                <a:prstGeom prst="rect">
                  <a:avLst/>
                </a:prstGeom>
                <a:blipFill>
                  <a:blip r:embed="rId37"/>
                  <a:stretch>
                    <a:fillRect/>
                  </a:stretch>
                </a:blipFill>
              </p:spPr>
              <p:txBody>
                <a:bodyPr/>
                <a:lstStyle/>
                <a:p>
                  <a:r>
                    <a:rPr lang="zh-CN" altLang="en-US">
                      <a:noFill/>
                    </a:rPr>
                    <a:t> </a:t>
                  </a:r>
                </a:p>
              </p:txBody>
            </p:sp>
          </mc:Fallback>
        </mc:AlternateContent>
        <p:sp>
          <p:nvSpPr>
            <p:cNvPr id="348" name="椭圆 347">
              <a:extLst>
                <a:ext uri="{FF2B5EF4-FFF2-40B4-BE49-F238E27FC236}">
                  <a16:creationId xmlns:a16="http://schemas.microsoft.com/office/drawing/2014/main" id="{E0C0F833-B9ED-484F-EBB4-9A976C1DCD21}"/>
                </a:ext>
              </a:extLst>
            </p:cNvPr>
            <p:cNvSpPr/>
            <p:nvPr/>
          </p:nvSpPr>
          <p:spPr>
            <a:xfrm>
              <a:off x="9648000" y="5922000"/>
              <a:ext cx="108000" cy="108000"/>
            </a:xfrm>
            <a:prstGeom prst="ellipse">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349" name="直接连接符 348">
              <a:extLst>
                <a:ext uri="{FF2B5EF4-FFF2-40B4-BE49-F238E27FC236}">
                  <a16:creationId xmlns:a16="http://schemas.microsoft.com/office/drawing/2014/main" id="{A95DF540-FA8A-2DFB-289B-7C6E6D43EDE0}"/>
                </a:ext>
              </a:extLst>
            </p:cNvPr>
            <p:cNvCxnSpPr>
              <a:cxnSpLocks/>
            </p:cNvCxnSpPr>
            <p:nvPr/>
          </p:nvCxnSpPr>
          <p:spPr>
            <a:xfrm>
              <a:off x="8712000" y="5814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0" name="直接连接符 349">
              <a:extLst>
                <a:ext uri="{FF2B5EF4-FFF2-40B4-BE49-F238E27FC236}">
                  <a16:creationId xmlns:a16="http://schemas.microsoft.com/office/drawing/2014/main" id="{B5E84829-A433-2991-6695-16051F8F7BBD}"/>
                </a:ext>
              </a:extLst>
            </p:cNvPr>
            <p:cNvCxnSpPr>
              <a:cxnSpLocks/>
            </p:cNvCxnSpPr>
            <p:nvPr/>
          </p:nvCxnSpPr>
          <p:spPr>
            <a:xfrm>
              <a:off x="8712000" y="613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1" name="文本框 350">
                  <a:extLst>
                    <a:ext uri="{FF2B5EF4-FFF2-40B4-BE49-F238E27FC236}">
                      <a16:creationId xmlns:a16="http://schemas.microsoft.com/office/drawing/2014/main" id="{E63DDD2C-EC4D-A872-0DB5-9D46CA098D09}"/>
                    </a:ext>
                  </a:extLst>
                </p:cNvPr>
                <p:cNvSpPr txBox="1"/>
                <p:nvPr/>
              </p:nvSpPr>
              <p:spPr>
                <a:xfrm>
                  <a:off x="8280000" y="5904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800" b="0" i="0" smtClean="0">
                            <a:latin typeface="Cambria Math" panose="02040503050406030204" pitchFamily="18" charset="0"/>
                            <a:ea typeface="微软雅黑" panose="020B0503020204020204" pitchFamily="34" charset="-122"/>
                          </a:rPr>
                          <m:t>B</m:t>
                        </m:r>
                      </m:oMath>
                    </m:oMathPara>
                  </a14:m>
                  <a:endParaRPr lang="zh-CN" altLang="en-US" sz="28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63" name="文本框 162">
                  <a:extLst>
                    <a:ext uri="{FF2B5EF4-FFF2-40B4-BE49-F238E27FC236}">
                      <a16:creationId xmlns:a16="http://schemas.microsoft.com/office/drawing/2014/main" id="{C42D2551-523B-1A3B-4148-E389BF478DF6}"/>
                    </a:ext>
                  </a:extLst>
                </p:cNvPr>
                <p:cNvSpPr txBox="1">
                  <a:spLocks noRot="1" noChangeAspect="1" noMove="1" noResize="1" noEditPoints="1" noAdjustHandles="1" noChangeArrowheads="1" noChangeShapeType="1" noTextEdit="1"/>
                </p:cNvSpPr>
                <p:nvPr/>
              </p:nvSpPr>
              <p:spPr>
                <a:xfrm>
                  <a:off x="8280000" y="5904000"/>
                  <a:ext cx="432000" cy="432000"/>
                </a:xfrm>
                <a:prstGeom prst="rect">
                  <a:avLst/>
                </a:prstGeom>
                <a:blipFill>
                  <a:blip r:embed="rId38"/>
                  <a:stretch>
                    <a:fillRect/>
                  </a:stretch>
                </a:blipFill>
              </p:spPr>
              <p:txBody>
                <a:bodyPr/>
                <a:lstStyle/>
                <a:p>
                  <a:r>
                    <a:rPr lang="zh-CN" altLang="en-US">
                      <a:noFill/>
                    </a:rPr>
                    <a:t> </a:t>
                  </a:r>
                </a:p>
              </p:txBody>
            </p:sp>
          </mc:Fallback>
        </mc:AlternateContent>
        <p:sp>
          <p:nvSpPr>
            <p:cNvPr id="352" name="Arc 158">
              <a:extLst>
                <a:ext uri="{FF2B5EF4-FFF2-40B4-BE49-F238E27FC236}">
                  <a16:creationId xmlns:a16="http://schemas.microsoft.com/office/drawing/2014/main" id="{AF8A33C7-BCE8-D165-634C-37D5C206DD66}"/>
                </a:ext>
              </a:extLst>
            </p:cNvPr>
            <p:cNvSpPr>
              <a:spLocks/>
            </p:cNvSpPr>
            <p:nvPr/>
          </p:nvSpPr>
          <p:spPr bwMode="auto">
            <a:xfrm rot="5400000">
              <a:off x="8406000" y="5562000"/>
              <a:ext cx="576000" cy="82800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Microsoft YaHei" panose="020B0503020204020204" pitchFamily="34" charset="-122"/>
                <a:ea typeface="Microsoft YaHei" panose="020B0503020204020204" pitchFamily="34" charset="-122"/>
              </a:endParaRPr>
            </a:p>
          </p:txBody>
        </p:sp>
        <p:sp>
          <p:nvSpPr>
            <p:cNvPr id="353" name="Line 160">
              <a:extLst>
                <a:ext uri="{FF2B5EF4-FFF2-40B4-BE49-F238E27FC236}">
                  <a16:creationId xmlns:a16="http://schemas.microsoft.com/office/drawing/2014/main" id="{E4F32D03-9918-2E60-B15A-CE18CE33F5B7}"/>
                </a:ext>
              </a:extLst>
            </p:cNvPr>
            <p:cNvSpPr>
              <a:spLocks noChangeShapeType="1"/>
            </p:cNvSpPr>
            <p:nvPr/>
          </p:nvSpPr>
          <p:spPr bwMode="auto">
            <a:xfrm flipH="1">
              <a:off x="9000000" y="5688000"/>
              <a:ext cx="252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Microsoft YaHei" panose="020B0503020204020204" pitchFamily="34" charset="-122"/>
                <a:ea typeface="Microsoft YaHei" panose="020B0503020204020204" pitchFamily="34" charset="-122"/>
              </a:endParaRPr>
            </a:p>
          </p:txBody>
        </p:sp>
        <p:sp>
          <p:nvSpPr>
            <p:cNvPr id="354" name="Line 160">
              <a:extLst>
                <a:ext uri="{FF2B5EF4-FFF2-40B4-BE49-F238E27FC236}">
                  <a16:creationId xmlns:a16="http://schemas.microsoft.com/office/drawing/2014/main" id="{465EEDAF-3A10-EC28-F0E6-5FC44CBA769A}"/>
                </a:ext>
              </a:extLst>
            </p:cNvPr>
            <p:cNvSpPr>
              <a:spLocks noChangeShapeType="1"/>
            </p:cNvSpPr>
            <p:nvPr/>
          </p:nvSpPr>
          <p:spPr bwMode="auto">
            <a:xfrm flipH="1">
              <a:off x="9000000" y="6264000"/>
              <a:ext cx="252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latin typeface="Microsoft YaHei" panose="020B0503020204020204" pitchFamily="34" charset="-122"/>
                <a:ea typeface="Microsoft YaHei" panose="020B0503020204020204" pitchFamily="34" charset="-122"/>
              </a:endParaRPr>
            </a:p>
          </p:txBody>
        </p:sp>
        <p:sp>
          <p:nvSpPr>
            <p:cNvPr id="355" name="Arc 156">
              <a:extLst>
                <a:ext uri="{FF2B5EF4-FFF2-40B4-BE49-F238E27FC236}">
                  <a16:creationId xmlns:a16="http://schemas.microsoft.com/office/drawing/2014/main" id="{016C4551-F7E7-A435-324B-3D0890CD6749}"/>
                </a:ext>
              </a:extLst>
            </p:cNvPr>
            <p:cNvSpPr>
              <a:spLocks/>
            </p:cNvSpPr>
            <p:nvPr/>
          </p:nvSpPr>
          <p:spPr bwMode="auto">
            <a:xfrm>
              <a:off x="9252000" y="5688000"/>
              <a:ext cx="396000" cy="576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Microsoft YaHei" panose="020B0503020204020204" pitchFamily="34" charset="-122"/>
                <a:ea typeface="Microsoft YaHei" panose="020B0503020204020204" pitchFamily="34" charset="-122"/>
              </a:endParaRPr>
            </a:p>
          </p:txBody>
        </p:sp>
        <p:sp>
          <p:nvSpPr>
            <p:cNvPr id="356" name="Arc 156">
              <a:extLst>
                <a:ext uri="{FF2B5EF4-FFF2-40B4-BE49-F238E27FC236}">
                  <a16:creationId xmlns:a16="http://schemas.microsoft.com/office/drawing/2014/main" id="{3CF09035-1C05-80F9-7528-97C96D8335C7}"/>
                </a:ext>
              </a:extLst>
            </p:cNvPr>
            <p:cNvSpPr>
              <a:spLocks/>
            </p:cNvSpPr>
            <p:nvPr/>
          </p:nvSpPr>
          <p:spPr bwMode="auto">
            <a:xfrm flipV="1">
              <a:off x="9252000" y="5688000"/>
              <a:ext cx="396000" cy="576000"/>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Microsoft YaHei" panose="020B0503020204020204" pitchFamily="34" charset="-122"/>
                <a:ea typeface="Microsoft YaHei" panose="020B0503020204020204" pitchFamily="34" charset="-122"/>
              </a:endParaRPr>
            </a:p>
          </p:txBody>
        </p:sp>
      </p:grpSp>
      <p:sp>
        <p:nvSpPr>
          <p:cNvPr id="357" name="矩形 356">
            <a:extLst>
              <a:ext uri="{FF2B5EF4-FFF2-40B4-BE49-F238E27FC236}">
                <a16:creationId xmlns:a16="http://schemas.microsoft.com/office/drawing/2014/main" id="{21E9CC15-257A-18F9-F929-2BA543BAF199}"/>
              </a:ext>
            </a:extLst>
          </p:cNvPr>
          <p:cNvSpPr/>
          <p:nvPr/>
        </p:nvSpPr>
        <p:spPr>
          <a:xfrm>
            <a:off x="5976000" y="6228000"/>
            <a:ext cx="2880000" cy="432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zh-CN" altLang="en-US" sz="2000" dirty="0">
                <a:solidFill>
                  <a:srgbClr val="002060"/>
                </a:solidFill>
                <a:latin typeface="微软雅黑" panose="020B0503020204020204" pitchFamily="34" charset="-122"/>
                <a:ea typeface="微软雅黑" panose="020B0503020204020204" pitchFamily="34" charset="-122"/>
              </a:rPr>
              <a:t>如何扩展？有何限制？</a:t>
            </a:r>
            <a:endParaRPr kumimoji="1" lang="en-US" altLang="zh-CN" sz="2000" dirty="0">
              <a:solidFill>
                <a:srgbClr val="002060"/>
              </a:solidFill>
              <a:latin typeface="微软雅黑" panose="020B0503020204020204" pitchFamily="34" charset="-122"/>
              <a:ea typeface="微软雅黑" panose="020B0503020204020204" pitchFamily="34" charset="-122"/>
            </a:endParaRPr>
          </a:p>
        </p:txBody>
      </p:sp>
      <p:sp>
        <p:nvSpPr>
          <p:cNvPr id="358" name="矩形 357">
            <a:extLst>
              <a:ext uri="{FF2B5EF4-FFF2-40B4-BE49-F238E27FC236}">
                <a16:creationId xmlns:a16="http://schemas.microsoft.com/office/drawing/2014/main" id="{ED625FD6-34ED-7406-9BA8-85C82ACFAEE0}"/>
              </a:ext>
            </a:extLst>
          </p:cNvPr>
          <p:cNvSpPr/>
          <p:nvPr/>
        </p:nvSpPr>
        <p:spPr>
          <a:xfrm>
            <a:off x="7200000" y="1080000"/>
            <a:ext cx="342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en-US" altLang="zh-CN" sz="2400" dirty="0">
                <a:solidFill>
                  <a:srgbClr val="C00000"/>
                </a:solidFill>
                <a:latin typeface="微软雅黑" panose="020B0503020204020204" pitchFamily="34" charset="-122"/>
                <a:ea typeface="微软雅黑" panose="020B0503020204020204" pitchFamily="34" charset="-122"/>
              </a:rPr>
              <a:t>MOS </a:t>
            </a:r>
            <a:r>
              <a:rPr kumimoji="1" lang="zh-CN" altLang="en-US" sz="2400" dirty="0">
                <a:solidFill>
                  <a:srgbClr val="C00000"/>
                </a:solidFill>
                <a:latin typeface="微软雅黑" panose="020B0503020204020204" pitchFamily="34" charset="-122"/>
                <a:ea typeface="微软雅黑" panose="020B0503020204020204" pitchFamily="34" charset="-122"/>
              </a:rPr>
              <a:t>管搭门电路必考！</a:t>
            </a:r>
            <a:endParaRPr kumimoji="1" lang="en-US" altLang="zh-CN" sz="24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595174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E2351970-3A34-A8E5-821E-11A5E1AEB49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数字部分（逻辑门电路）</a:t>
            </a:r>
          </a:p>
        </p:txBody>
      </p:sp>
      <p:sp>
        <p:nvSpPr>
          <p:cNvPr id="6" name="文本框 5">
            <a:extLst>
              <a:ext uri="{FF2B5EF4-FFF2-40B4-BE49-F238E27FC236}">
                <a16:creationId xmlns:a16="http://schemas.microsoft.com/office/drawing/2014/main" id="{6A2B77EC-D605-DFEC-9CCD-E2C52F2BEEA2}"/>
              </a:ext>
            </a:extLst>
          </p:cNvPr>
          <p:cNvSpPr txBox="1"/>
          <p:nvPr/>
        </p:nvSpPr>
        <p:spPr>
          <a:xfrm>
            <a:off x="359998" y="827141"/>
            <a:ext cx="9360000" cy="5773247"/>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场效应管搭门电路</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更复杂的门要会分析</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考虑分成若干级</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考虑反馈路线</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CMOS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传输门（理想的双向开关）</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结构、功能（可传输模拟信号）、导通条件、应用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CMOS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漏极开路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结构、线与功能</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CMOS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三态门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结构、高阻态概念</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总线上需要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BADB8F4D-9B76-410E-01DC-6A1F7B6B9427}"/>
              </a:ext>
            </a:extLst>
          </p:cNvPr>
          <p:cNvGrpSpPr/>
          <p:nvPr/>
        </p:nvGrpSpPr>
        <p:grpSpPr>
          <a:xfrm>
            <a:off x="11449269" y="6198682"/>
            <a:ext cx="786273" cy="548639"/>
            <a:chOff x="11454918" y="5839511"/>
            <a:chExt cx="786273" cy="548639"/>
          </a:xfrm>
        </p:grpSpPr>
        <p:grpSp>
          <p:nvGrpSpPr>
            <p:cNvPr id="8" name="组合 7">
              <a:extLst>
                <a:ext uri="{FF2B5EF4-FFF2-40B4-BE49-F238E27FC236}">
                  <a16:creationId xmlns:a16="http://schemas.microsoft.com/office/drawing/2014/main" id="{54F12BFC-4FE2-485A-6D9E-9A242DE6C2D8}"/>
                </a:ext>
              </a:extLst>
            </p:cNvPr>
            <p:cNvGrpSpPr/>
            <p:nvPr/>
          </p:nvGrpSpPr>
          <p:grpSpPr>
            <a:xfrm>
              <a:off x="11454918" y="5867450"/>
              <a:ext cx="737081" cy="520700"/>
              <a:chOff x="11454918" y="5867450"/>
              <a:chExt cx="737081" cy="520700"/>
            </a:xfrm>
          </p:grpSpPr>
          <p:sp>
            <p:nvSpPr>
              <p:cNvPr id="10" name="箭头: 五边形 9">
                <a:extLst>
                  <a:ext uri="{FF2B5EF4-FFF2-40B4-BE49-F238E27FC236}">
                    <a16:creationId xmlns:a16="http://schemas.microsoft.com/office/drawing/2014/main" id="{76C5A766-4399-3DB4-6F8F-6D8D38E31D7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箭头: V 形 10">
                <a:extLst>
                  <a:ext uri="{FF2B5EF4-FFF2-40B4-BE49-F238E27FC236}">
                    <a16:creationId xmlns:a16="http://schemas.microsoft.com/office/drawing/2014/main" id="{D95A6BB5-5A28-20CA-90C9-D8F70EF7121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9" name="灯片编号占位符 3">
              <a:extLst>
                <a:ext uri="{FF2B5EF4-FFF2-40B4-BE49-F238E27FC236}">
                  <a16:creationId xmlns:a16="http://schemas.microsoft.com/office/drawing/2014/main" id="{15B1A3DC-4550-1C81-96AA-D41AB4EFF977}"/>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53</a:t>
              </a:fld>
              <a:endParaRPr lang="zh-CN" altLang="en-US" sz="3200" dirty="0">
                <a:solidFill>
                  <a:schemeClr val="bg1"/>
                </a:solidFill>
                <a:latin typeface="Candara"/>
                <a:ea typeface="微软雅黑"/>
              </a:endParaRPr>
            </a:p>
          </p:txBody>
        </p:sp>
      </p:grpSp>
      <p:sp>
        <p:nvSpPr>
          <p:cNvPr id="2" name="矩形 1">
            <a:extLst>
              <a:ext uri="{FF2B5EF4-FFF2-40B4-BE49-F238E27FC236}">
                <a16:creationId xmlns:a16="http://schemas.microsoft.com/office/drawing/2014/main" id="{17764E98-8B20-7991-E68C-0B1BFE7E8D0A}"/>
              </a:ext>
            </a:extLst>
          </p:cNvPr>
          <p:cNvSpPr/>
          <p:nvPr/>
        </p:nvSpPr>
        <p:spPr>
          <a:xfrm>
            <a:off x="7200000" y="1080000"/>
            <a:ext cx="342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en-US" altLang="zh-CN" sz="2400" dirty="0">
                <a:solidFill>
                  <a:srgbClr val="C00000"/>
                </a:solidFill>
                <a:latin typeface="微软雅黑" panose="020B0503020204020204" pitchFamily="34" charset="-122"/>
                <a:ea typeface="微软雅黑" panose="020B0503020204020204" pitchFamily="34" charset="-122"/>
              </a:rPr>
              <a:t>MOS </a:t>
            </a:r>
            <a:r>
              <a:rPr kumimoji="1" lang="zh-CN" altLang="en-US" sz="2400" dirty="0">
                <a:solidFill>
                  <a:srgbClr val="C00000"/>
                </a:solidFill>
                <a:latin typeface="微软雅黑" panose="020B0503020204020204" pitchFamily="34" charset="-122"/>
                <a:ea typeface="微软雅黑" panose="020B0503020204020204" pitchFamily="34" charset="-122"/>
              </a:rPr>
              <a:t>管搭门电路必考！</a:t>
            </a:r>
            <a:endParaRPr kumimoji="1" lang="en-US" altLang="zh-CN" sz="24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150376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039FB-30D6-5ABE-5B42-171345CE0E8D}"/>
            </a:ext>
          </a:extLst>
        </p:cNvPr>
        <p:cNvGrpSpPr/>
        <p:nvPr/>
      </p:nvGrpSpPr>
      <p:grpSpPr>
        <a:xfrm>
          <a:off x="0" y="0"/>
          <a:ext cx="0" cy="0"/>
          <a:chOff x="0" y="0"/>
          <a:chExt cx="0" cy="0"/>
        </a:xfrm>
      </p:grpSpPr>
      <p:sp>
        <p:nvSpPr>
          <p:cNvPr id="5" name="标题 1">
            <a:extLst>
              <a:ext uri="{FF2B5EF4-FFF2-40B4-BE49-F238E27FC236}">
                <a16:creationId xmlns:a16="http://schemas.microsoft.com/office/drawing/2014/main" id="{909EF746-4AA9-D9D2-C9C6-950EA06FCAC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数字部分（逻辑门电路）</a:t>
            </a:r>
          </a:p>
        </p:txBody>
      </p:sp>
      <p:sp>
        <p:nvSpPr>
          <p:cNvPr id="6" name="文本框 5">
            <a:extLst>
              <a:ext uri="{FF2B5EF4-FFF2-40B4-BE49-F238E27FC236}">
                <a16:creationId xmlns:a16="http://schemas.microsoft.com/office/drawing/2014/main" id="{F3A4D3A7-D8D1-1E73-B8CC-B82452E11884}"/>
              </a:ext>
            </a:extLst>
          </p:cNvPr>
          <p:cNvSpPr txBox="1"/>
          <p:nvPr/>
        </p:nvSpPr>
        <p:spPr>
          <a:xfrm>
            <a:off x="359998" y="827141"/>
            <a:ext cx="9360000" cy="5253105"/>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数字电路的要求（参数）</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时序要求</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门延迟（传输延迟），掌握定义和推算方法</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建立、保持时间</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电平要求</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输入、输出电平</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噪声容限</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扇入扇出（输入、输出电阻）</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能量要求</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功耗（</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CMOS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电路静态功耗低、动态功耗升高，为什么？）</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8FB28FFC-D63D-C6CF-C4D8-FEC769355760}"/>
              </a:ext>
            </a:extLst>
          </p:cNvPr>
          <p:cNvGrpSpPr/>
          <p:nvPr/>
        </p:nvGrpSpPr>
        <p:grpSpPr>
          <a:xfrm>
            <a:off x="11449269" y="6198682"/>
            <a:ext cx="786273" cy="548639"/>
            <a:chOff x="11454918" y="5839511"/>
            <a:chExt cx="786273" cy="548639"/>
          </a:xfrm>
        </p:grpSpPr>
        <p:grpSp>
          <p:nvGrpSpPr>
            <p:cNvPr id="8" name="组合 7">
              <a:extLst>
                <a:ext uri="{FF2B5EF4-FFF2-40B4-BE49-F238E27FC236}">
                  <a16:creationId xmlns:a16="http://schemas.microsoft.com/office/drawing/2014/main" id="{BDBB5FF8-00F4-96F7-750A-8B86EC233EE4}"/>
                </a:ext>
              </a:extLst>
            </p:cNvPr>
            <p:cNvGrpSpPr/>
            <p:nvPr/>
          </p:nvGrpSpPr>
          <p:grpSpPr>
            <a:xfrm>
              <a:off x="11454918" y="5867450"/>
              <a:ext cx="737081" cy="520700"/>
              <a:chOff x="11454918" y="5867450"/>
              <a:chExt cx="737081" cy="520700"/>
            </a:xfrm>
          </p:grpSpPr>
          <p:sp>
            <p:nvSpPr>
              <p:cNvPr id="10" name="箭头: 五边形 9">
                <a:extLst>
                  <a:ext uri="{FF2B5EF4-FFF2-40B4-BE49-F238E27FC236}">
                    <a16:creationId xmlns:a16="http://schemas.microsoft.com/office/drawing/2014/main" id="{E9F6F263-9228-8E17-8219-B3EA928874D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箭头: V 形 10">
                <a:extLst>
                  <a:ext uri="{FF2B5EF4-FFF2-40B4-BE49-F238E27FC236}">
                    <a16:creationId xmlns:a16="http://schemas.microsoft.com/office/drawing/2014/main" id="{347BD7F1-9236-F8E3-D766-D4AFE46C5396}"/>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9" name="灯片编号占位符 3">
              <a:extLst>
                <a:ext uri="{FF2B5EF4-FFF2-40B4-BE49-F238E27FC236}">
                  <a16:creationId xmlns:a16="http://schemas.microsoft.com/office/drawing/2014/main" id="{44AB12F8-5485-28D5-9C45-EF8F877A84B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54</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36938405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E99AA6-1AA6-AF4A-B4AD-4CCF72C3674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数字部分（存储器）</a:t>
            </a:r>
          </a:p>
        </p:txBody>
      </p:sp>
      <p:grpSp>
        <p:nvGrpSpPr>
          <p:cNvPr id="3" name="组合 2">
            <a:extLst>
              <a:ext uri="{FF2B5EF4-FFF2-40B4-BE49-F238E27FC236}">
                <a16:creationId xmlns:a16="http://schemas.microsoft.com/office/drawing/2014/main" id="{A825FD7C-3925-3A57-5795-436977CE9C4B}"/>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DBA6D879-AE9D-0EE8-40E1-7579E870EE76}"/>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49E7EFBF-D065-D80D-2953-990D06BE7C8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956F15FD-B5C2-169B-F6E1-43361445EA39}"/>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D4AA1565-ADB9-6339-49D6-9D9E504C8FF0}"/>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55</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49E2148B-E625-E10B-4360-36041D759645}"/>
              </a:ext>
            </a:extLst>
          </p:cNvPr>
          <p:cNvSpPr txBox="1"/>
          <p:nvPr/>
        </p:nvSpPr>
        <p:spPr>
          <a:xfrm>
            <a:off x="359998" y="827140"/>
            <a:ext cx="6048002" cy="1548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ROM</a:t>
            </a:r>
            <a:r>
              <a:rPr kumimoji="1" lang="zh-CN" altLang="en-US" sz="2800" dirty="0">
                <a:solidFill>
                  <a:srgbClr val="002060"/>
                </a:solidFill>
                <a:latin typeface="微软雅黑" panose="020B0503020204020204" pitchFamily="34" charset="-122"/>
                <a:ea typeface="微软雅黑" panose="020B0503020204020204" pitchFamily="34" charset="-122"/>
              </a:rPr>
              <a:t>（只读存储器）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掩模存储器（如右图）的结构、功能、地址译码、存储容量、应用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165" name="组合 164">
            <a:extLst>
              <a:ext uri="{FF2B5EF4-FFF2-40B4-BE49-F238E27FC236}">
                <a16:creationId xmlns:a16="http://schemas.microsoft.com/office/drawing/2014/main" id="{696063D6-01CC-0DC5-F782-74CF17F2EAC5}"/>
              </a:ext>
            </a:extLst>
          </p:cNvPr>
          <p:cNvGrpSpPr/>
          <p:nvPr/>
        </p:nvGrpSpPr>
        <p:grpSpPr>
          <a:xfrm>
            <a:off x="5760000" y="1080000"/>
            <a:ext cx="6300000" cy="5652000"/>
            <a:chOff x="5760000" y="648000"/>
            <a:chExt cx="6300000" cy="5652000"/>
          </a:xfrm>
        </p:grpSpPr>
        <mc:AlternateContent xmlns:mc="http://schemas.openxmlformats.org/markup-compatibility/2006" xmlns:a14="http://schemas.microsoft.com/office/drawing/2010/main">
          <mc:Choice Requires="a14">
            <p:sp>
              <p:nvSpPr>
                <p:cNvPr id="166" name="文本框 165">
                  <a:extLst>
                    <a:ext uri="{FF2B5EF4-FFF2-40B4-BE49-F238E27FC236}">
                      <a16:creationId xmlns:a16="http://schemas.microsoft.com/office/drawing/2014/main" id="{9A8B9B83-03EA-180C-E25E-76A21863941C}"/>
                    </a:ext>
                  </a:extLst>
                </p:cNvPr>
                <p:cNvSpPr txBox="1"/>
                <p:nvPr/>
              </p:nvSpPr>
              <p:spPr>
                <a:xfrm>
                  <a:off x="7236000" y="2412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166" name="文本框 165">
                  <a:extLst>
                    <a:ext uri="{FF2B5EF4-FFF2-40B4-BE49-F238E27FC236}">
                      <a16:creationId xmlns:a16="http://schemas.microsoft.com/office/drawing/2014/main" id="{9A8B9B83-03EA-180C-E25E-76A21863941C}"/>
                    </a:ext>
                  </a:extLst>
                </p:cNvPr>
                <p:cNvSpPr txBox="1">
                  <a:spLocks noRot="1" noChangeAspect="1" noMove="1" noResize="1" noEditPoints="1" noAdjustHandles="1" noChangeArrowheads="1" noChangeShapeType="1" noTextEdit="1"/>
                </p:cNvSpPr>
                <p:nvPr/>
              </p:nvSpPr>
              <p:spPr>
                <a:xfrm>
                  <a:off x="7236000" y="2412000"/>
                  <a:ext cx="538560" cy="360000"/>
                </a:xfrm>
                <a:prstGeom prst="rect">
                  <a:avLst/>
                </a:prstGeom>
                <a:blipFill>
                  <a:blip r:embed="rId2"/>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7" name="文本框 166">
                  <a:extLst>
                    <a:ext uri="{FF2B5EF4-FFF2-40B4-BE49-F238E27FC236}">
                      <a16:creationId xmlns:a16="http://schemas.microsoft.com/office/drawing/2014/main" id="{B9CA7B92-90A7-FC4C-0A20-70D9660CD276}"/>
                    </a:ext>
                  </a:extLst>
                </p:cNvPr>
                <p:cNvSpPr txBox="1"/>
                <p:nvPr/>
              </p:nvSpPr>
              <p:spPr>
                <a:xfrm>
                  <a:off x="7236000" y="3060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latin typeface="Cambria Math" panose="02040503050406030204" pitchFamily="18" charset="0"/>
                              </a:rPr>
                              <m:t>Y</m:t>
                            </m:r>
                          </m:e>
                          <m:sub>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167" name="文本框 166">
                  <a:extLst>
                    <a:ext uri="{FF2B5EF4-FFF2-40B4-BE49-F238E27FC236}">
                      <a16:creationId xmlns:a16="http://schemas.microsoft.com/office/drawing/2014/main" id="{B9CA7B92-90A7-FC4C-0A20-70D9660CD276}"/>
                    </a:ext>
                  </a:extLst>
                </p:cNvPr>
                <p:cNvSpPr txBox="1">
                  <a:spLocks noRot="1" noChangeAspect="1" noMove="1" noResize="1" noEditPoints="1" noAdjustHandles="1" noChangeArrowheads="1" noChangeShapeType="1" noTextEdit="1"/>
                </p:cNvSpPr>
                <p:nvPr/>
              </p:nvSpPr>
              <p:spPr>
                <a:xfrm>
                  <a:off x="7236000" y="3060000"/>
                  <a:ext cx="538560" cy="360000"/>
                </a:xfrm>
                <a:prstGeom prst="rect">
                  <a:avLst/>
                </a:prstGeom>
                <a:blipFill>
                  <a:blip r:embed="rId3"/>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8" name="文本框 167">
                  <a:extLst>
                    <a:ext uri="{FF2B5EF4-FFF2-40B4-BE49-F238E27FC236}">
                      <a16:creationId xmlns:a16="http://schemas.microsoft.com/office/drawing/2014/main" id="{B4BBC4E8-8B55-6940-2F78-FC704DF4A4E1}"/>
                    </a:ext>
                  </a:extLst>
                </p:cNvPr>
                <p:cNvSpPr txBox="1"/>
                <p:nvPr/>
              </p:nvSpPr>
              <p:spPr>
                <a:xfrm>
                  <a:off x="7236000" y="3708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latin typeface="Cambria Math" panose="02040503050406030204" pitchFamily="18" charset="0"/>
                              </a:rPr>
                              <m:t>Y</m:t>
                            </m:r>
                          </m:e>
                          <m:sub>
                            <m:r>
                              <a:rPr lang="en-US" altLang="zh-CN" sz="2400" b="0" i="1" smtClean="0">
                                <a:solidFill>
                                  <a:schemeClr val="tx1"/>
                                </a:solidFill>
                                <a:latin typeface="Cambria Math" panose="02040503050406030204" pitchFamily="18" charset="0"/>
                              </a:rPr>
                              <m:t>2</m:t>
                            </m:r>
                          </m:sub>
                        </m:sSub>
                      </m:oMath>
                    </m:oMathPara>
                  </a14:m>
                  <a:endParaRPr lang="zh-CN" altLang="en-US" sz="2400" dirty="0">
                    <a:solidFill>
                      <a:schemeClr val="tx1"/>
                    </a:solidFill>
                  </a:endParaRPr>
                </a:p>
              </p:txBody>
            </p:sp>
          </mc:Choice>
          <mc:Fallback xmlns="">
            <p:sp>
              <p:nvSpPr>
                <p:cNvPr id="168" name="文本框 167">
                  <a:extLst>
                    <a:ext uri="{FF2B5EF4-FFF2-40B4-BE49-F238E27FC236}">
                      <a16:creationId xmlns:a16="http://schemas.microsoft.com/office/drawing/2014/main" id="{B4BBC4E8-8B55-6940-2F78-FC704DF4A4E1}"/>
                    </a:ext>
                  </a:extLst>
                </p:cNvPr>
                <p:cNvSpPr txBox="1">
                  <a:spLocks noRot="1" noChangeAspect="1" noMove="1" noResize="1" noEditPoints="1" noAdjustHandles="1" noChangeArrowheads="1" noChangeShapeType="1" noTextEdit="1"/>
                </p:cNvSpPr>
                <p:nvPr/>
              </p:nvSpPr>
              <p:spPr>
                <a:xfrm>
                  <a:off x="7236000" y="3708000"/>
                  <a:ext cx="538560" cy="360000"/>
                </a:xfrm>
                <a:prstGeom prst="rect">
                  <a:avLst/>
                </a:prstGeom>
                <a:blipFill>
                  <a:blip r:embed="rId4"/>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9" name="文本框 168">
                  <a:extLst>
                    <a:ext uri="{FF2B5EF4-FFF2-40B4-BE49-F238E27FC236}">
                      <a16:creationId xmlns:a16="http://schemas.microsoft.com/office/drawing/2014/main" id="{4995C41D-ABA8-7E48-7F9B-EC9E037F83D0}"/>
                    </a:ext>
                  </a:extLst>
                </p:cNvPr>
                <p:cNvSpPr txBox="1"/>
                <p:nvPr/>
              </p:nvSpPr>
              <p:spPr>
                <a:xfrm>
                  <a:off x="7236000" y="4356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a:latin typeface="Cambria Math" panose="02040503050406030204" pitchFamily="18" charset="0"/>
                              </a:rPr>
                              <m:t>Y</m:t>
                            </m:r>
                          </m:e>
                          <m:sub>
                            <m:r>
                              <a:rPr lang="en-US" altLang="zh-CN" sz="2400" b="0" i="1" smtClean="0">
                                <a:solidFill>
                                  <a:schemeClr val="tx1"/>
                                </a:solidFill>
                                <a:latin typeface="Cambria Math" panose="02040503050406030204" pitchFamily="18" charset="0"/>
                              </a:rPr>
                              <m:t>3</m:t>
                            </m:r>
                          </m:sub>
                        </m:sSub>
                      </m:oMath>
                    </m:oMathPara>
                  </a14:m>
                  <a:endParaRPr lang="zh-CN" altLang="en-US" sz="2400" dirty="0">
                    <a:solidFill>
                      <a:schemeClr val="tx1"/>
                    </a:solidFill>
                  </a:endParaRPr>
                </a:p>
              </p:txBody>
            </p:sp>
          </mc:Choice>
          <mc:Fallback xmlns="">
            <p:sp>
              <p:nvSpPr>
                <p:cNvPr id="169" name="文本框 168">
                  <a:extLst>
                    <a:ext uri="{FF2B5EF4-FFF2-40B4-BE49-F238E27FC236}">
                      <a16:creationId xmlns:a16="http://schemas.microsoft.com/office/drawing/2014/main" id="{4995C41D-ABA8-7E48-7F9B-EC9E037F83D0}"/>
                    </a:ext>
                  </a:extLst>
                </p:cNvPr>
                <p:cNvSpPr txBox="1">
                  <a:spLocks noRot="1" noChangeAspect="1" noMove="1" noResize="1" noEditPoints="1" noAdjustHandles="1" noChangeArrowheads="1" noChangeShapeType="1" noTextEdit="1"/>
                </p:cNvSpPr>
                <p:nvPr/>
              </p:nvSpPr>
              <p:spPr>
                <a:xfrm>
                  <a:off x="7236000" y="4356000"/>
                  <a:ext cx="538560" cy="360000"/>
                </a:xfrm>
                <a:prstGeom prst="rect">
                  <a:avLst/>
                </a:prstGeom>
                <a:blipFill>
                  <a:blip r:embed="rId5"/>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0" name="文本框 169">
                  <a:extLst>
                    <a:ext uri="{FF2B5EF4-FFF2-40B4-BE49-F238E27FC236}">
                      <a16:creationId xmlns:a16="http://schemas.microsoft.com/office/drawing/2014/main" id="{7860959D-DFDB-695C-7CC4-599BFA54B3D0}"/>
                    </a:ext>
                  </a:extLst>
                </p:cNvPr>
                <p:cNvSpPr txBox="1"/>
                <p:nvPr/>
              </p:nvSpPr>
              <p:spPr>
                <a:xfrm>
                  <a:off x="7668000" y="2232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Y</m:t>
                                </m:r>
                              </m:e>
                            </m:acc>
                          </m:e>
                          <m:sub>
                            <m:r>
                              <a:rPr lang="en-US" altLang="zh-CN" sz="2400" b="0" i="1" smtClean="0">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170" name="文本框 169">
                  <a:extLst>
                    <a:ext uri="{FF2B5EF4-FFF2-40B4-BE49-F238E27FC236}">
                      <a16:creationId xmlns:a16="http://schemas.microsoft.com/office/drawing/2014/main" id="{7860959D-DFDB-695C-7CC4-599BFA54B3D0}"/>
                    </a:ext>
                  </a:extLst>
                </p:cNvPr>
                <p:cNvSpPr txBox="1">
                  <a:spLocks noRot="1" noChangeAspect="1" noMove="1" noResize="1" noEditPoints="1" noAdjustHandles="1" noChangeArrowheads="1" noChangeShapeType="1" noTextEdit="1"/>
                </p:cNvSpPr>
                <p:nvPr/>
              </p:nvSpPr>
              <p:spPr>
                <a:xfrm>
                  <a:off x="7668000" y="2232000"/>
                  <a:ext cx="540000" cy="360000"/>
                </a:xfrm>
                <a:prstGeom prst="rect">
                  <a:avLst/>
                </a:prstGeom>
                <a:blipFill>
                  <a:blip r:embed="rId6"/>
                  <a:stretch>
                    <a:fillRect t="-3390" r="-30682"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1" name="文本框 170">
                  <a:extLst>
                    <a:ext uri="{FF2B5EF4-FFF2-40B4-BE49-F238E27FC236}">
                      <a16:creationId xmlns:a16="http://schemas.microsoft.com/office/drawing/2014/main" id="{1B5BE5D4-EAD1-5833-5DD0-829FF0693851}"/>
                    </a:ext>
                  </a:extLst>
                </p:cNvPr>
                <p:cNvSpPr txBox="1"/>
                <p:nvPr/>
              </p:nvSpPr>
              <p:spPr>
                <a:xfrm>
                  <a:off x="7668000" y="2880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Y</m:t>
                                </m:r>
                              </m:e>
                            </m:acc>
                          </m:e>
                          <m:sub>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171" name="文本框 170">
                  <a:extLst>
                    <a:ext uri="{FF2B5EF4-FFF2-40B4-BE49-F238E27FC236}">
                      <a16:creationId xmlns:a16="http://schemas.microsoft.com/office/drawing/2014/main" id="{1B5BE5D4-EAD1-5833-5DD0-829FF0693851}"/>
                    </a:ext>
                  </a:extLst>
                </p:cNvPr>
                <p:cNvSpPr txBox="1">
                  <a:spLocks noRot="1" noChangeAspect="1" noMove="1" noResize="1" noEditPoints="1" noAdjustHandles="1" noChangeArrowheads="1" noChangeShapeType="1" noTextEdit="1"/>
                </p:cNvSpPr>
                <p:nvPr/>
              </p:nvSpPr>
              <p:spPr>
                <a:xfrm>
                  <a:off x="7668000" y="2880000"/>
                  <a:ext cx="540000" cy="360000"/>
                </a:xfrm>
                <a:prstGeom prst="rect">
                  <a:avLst/>
                </a:prstGeom>
                <a:blipFill>
                  <a:blip r:embed="rId7"/>
                  <a:stretch>
                    <a:fillRect t="-3390" r="-31818"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 name="文本框 171">
                  <a:extLst>
                    <a:ext uri="{FF2B5EF4-FFF2-40B4-BE49-F238E27FC236}">
                      <a16:creationId xmlns:a16="http://schemas.microsoft.com/office/drawing/2014/main" id="{FCDAAD28-9F34-6EE1-36A5-51992DE18F8D}"/>
                    </a:ext>
                  </a:extLst>
                </p:cNvPr>
                <p:cNvSpPr txBox="1"/>
                <p:nvPr/>
              </p:nvSpPr>
              <p:spPr>
                <a:xfrm>
                  <a:off x="7668000" y="3492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Y</m:t>
                                </m:r>
                              </m:e>
                            </m:acc>
                          </m:e>
                          <m:sub>
                            <m:r>
                              <a:rPr lang="en-US" altLang="zh-CN" sz="2400" b="0" i="1" smtClean="0">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172" name="文本框 171">
                  <a:extLst>
                    <a:ext uri="{FF2B5EF4-FFF2-40B4-BE49-F238E27FC236}">
                      <a16:creationId xmlns:a16="http://schemas.microsoft.com/office/drawing/2014/main" id="{FCDAAD28-9F34-6EE1-36A5-51992DE18F8D}"/>
                    </a:ext>
                  </a:extLst>
                </p:cNvPr>
                <p:cNvSpPr txBox="1">
                  <a:spLocks noRot="1" noChangeAspect="1" noMove="1" noResize="1" noEditPoints="1" noAdjustHandles="1" noChangeArrowheads="1" noChangeShapeType="1" noTextEdit="1"/>
                </p:cNvSpPr>
                <p:nvPr/>
              </p:nvSpPr>
              <p:spPr>
                <a:xfrm>
                  <a:off x="7668000" y="3492000"/>
                  <a:ext cx="540000" cy="360000"/>
                </a:xfrm>
                <a:prstGeom prst="rect">
                  <a:avLst/>
                </a:prstGeom>
                <a:blipFill>
                  <a:blip r:embed="rId8"/>
                  <a:stretch>
                    <a:fillRect t="-5085" r="-30682"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3" name="文本框 172">
                  <a:extLst>
                    <a:ext uri="{FF2B5EF4-FFF2-40B4-BE49-F238E27FC236}">
                      <a16:creationId xmlns:a16="http://schemas.microsoft.com/office/drawing/2014/main" id="{7B51992C-B853-15AD-845D-8FF59614B79A}"/>
                    </a:ext>
                  </a:extLst>
                </p:cNvPr>
                <p:cNvSpPr txBox="1"/>
                <p:nvPr/>
              </p:nvSpPr>
              <p:spPr>
                <a:xfrm>
                  <a:off x="7668000" y="4104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acc>
                              <m:accPr>
                                <m:chr m:val="̅"/>
                                <m:ctrlPr>
                                  <a:rPr lang="en-US" altLang="zh-CN" sz="2400" b="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Y</m:t>
                                </m:r>
                              </m:e>
                            </m:acc>
                          </m:e>
                          <m:sub>
                            <m:r>
                              <a:rPr lang="en-US" altLang="zh-CN" sz="2400" b="0" i="1" smtClean="0">
                                <a:solidFill>
                                  <a:schemeClr val="accent5">
                                    <a:lumMod val="75000"/>
                                  </a:schemeClr>
                                </a:solidFill>
                                <a:latin typeface="Cambria Math" panose="02040503050406030204" pitchFamily="18" charset="0"/>
                              </a:rPr>
                              <m:t>3</m:t>
                            </m:r>
                          </m:sub>
                        </m:sSub>
                      </m:oMath>
                    </m:oMathPara>
                  </a14:m>
                  <a:endParaRPr lang="zh-CN" altLang="en-US" sz="2400" dirty="0">
                    <a:solidFill>
                      <a:schemeClr val="accent5">
                        <a:lumMod val="75000"/>
                      </a:schemeClr>
                    </a:solidFill>
                  </a:endParaRPr>
                </a:p>
              </p:txBody>
            </p:sp>
          </mc:Choice>
          <mc:Fallback xmlns="">
            <p:sp>
              <p:nvSpPr>
                <p:cNvPr id="173" name="文本框 172">
                  <a:extLst>
                    <a:ext uri="{FF2B5EF4-FFF2-40B4-BE49-F238E27FC236}">
                      <a16:creationId xmlns:a16="http://schemas.microsoft.com/office/drawing/2014/main" id="{7B51992C-B853-15AD-845D-8FF59614B79A}"/>
                    </a:ext>
                  </a:extLst>
                </p:cNvPr>
                <p:cNvSpPr txBox="1">
                  <a:spLocks noRot="1" noChangeAspect="1" noMove="1" noResize="1" noEditPoints="1" noAdjustHandles="1" noChangeArrowheads="1" noChangeShapeType="1" noTextEdit="1"/>
                </p:cNvSpPr>
                <p:nvPr/>
              </p:nvSpPr>
              <p:spPr>
                <a:xfrm>
                  <a:off x="7668000" y="4104000"/>
                  <a:ext cx="540000" cy="360000"/>
                </a:xfrm>
                <a:prstGeom prst="rect">
                  <a:avLst/>
                </a:prstGeom>
                <a:blipFill>
                  <a:blip r:embed="rId9"/>
                  <a:stretch>
                    <a:fillRect t="-3390" r="-30682"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4" name="文本框 173">
                  <a:extLst>
                    <a:ext uri="{FF2B5EF4-FFF2-40B4-BE49-F238E27FC236}">
                      <a16:creationId xmlns:a16="http://schemas.microsoft.com/office/drawing/2014/main" id="{0D37A029-BA4E-6C18-F1D3-3410B6A369C3}"/>
                    </a:ext>
                  </a:extLst>
                </p:cNvPr>
                <p:cNvSpPr txBox="1"/>
                <p:nvPr/>
              </p:nvSpPr>
              <p:spPr>
                <a:xfrm>
                  <a:off x="8964000" y="140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𝑅</m:t>
                        </m:r>
                      </m:oMath>
                    </m:oMathPara>
                  </a14:m>
                  <a:endParaRPr lang="zh-CN" altLang="en-US" sz="2400" dirty="0">
                    <a:solidFill>
                      <a:schemeClr val="tx1"/>
                    </a:solidFill>
                  </a:endParaRPr>
                </a:p>
              </p:txBody>
            </p:sp>
          </mc:Choice>
          <mc:Fallback xmlns="">
            <p:sp>
              <p:nvSpPr>
                <p:cNvPr id="174" name="文本框 173">
                  <a:extLst>
                    <a:ext uri="{FF2B5EF4-FFF2-40B4-BE49-F238E27FC236}">
                      <a16:creationId xmlns:a16="http://schemas.microsoft.com/office/drawing/2014/main" id="{0D37A029-BA4E-6C18-F1D3-3410B6A369C3}"/>
                    </a:ext>
                  </a:extLst>
                </p:cNvPr>
                <p:cNvSpPr txBox="1">
                  <a:spLocks noRot="1" noChangeAspect="1" noMove="1" noResize="1" noEditPoints="1" noAdjustHandles="1" noChangeArrowheads="1" noChangeShapeType="1" noTextEdit="1"/>
                </p:cNvSpPr>
                <p:nvPr/>
              </p:nvSpPr>
              <p:spPr>
                <a:xfrm>
                  <a:off x="8964000" y="1404000"/>
                  <a:ext cx="538560" cy="360000"/>
                </a:xfrm>
                <a:prstGeom prst="rect">
                  <a:avLst/>
                </a:prstGeom>
                <a:blipFill>
                  <a:blip r:embed="rId10"/>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5" name="文本框 174">
                  <a:extLst>
                    <a:ext uri="{FF2B5EF4-FFF2-40B4-BE49-F238E27FC236}">
                      <a16:creationId xmlns:a16="http://schemas.microsoft.com/office/drawing/2014/main" id="{188A102C-5B1A-A416-6596-3879AD240EBE}"/>
                    </a:ext>
                  </a:extLst>
                </p:cNvPr>
                <p:cNvSpPr txBox="1"/>
                <p:nvPr/>
              </p:nvSpPr>
              <p:spPr>
                <a:xfrm>
                  <a:off x="9612000" y="140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𝑅</m:t>
                        </m:r>
                      </m:oMath>
                    </m:oMathPara>
                  </a14:m>
                  <a:endParaRPr lang="zh-CN" altLang="en-US" sz="2400" dirty="0">
                    <a:solidFill>
                      <a:schemeClr val="tx1"/>
                    </a:solidFill>
                  </a:endParaRPr>
                </a:p>
              </p:txBody>
            </p:sp>
          </mc:Choice>
          <mc:Fallback xmlns="">
            <p:sp>
              <p:nvSpPr>
                <p:cNvPr id="175" name="文本框 174">
                  <a:extLst>
                    <a:ext uri="{FF2B5EF4-FFF2-40B4-BE49-F238E27FC236}">
                      <a16:creationId xmlns:a16="http://schemas.microsoft.com/office/drawing/2014/main" id="{188A102C-5B1A-A416-6596-3879AD240EBE}"/>
                    </a:ext>
                  </a:extLst>
                </p:cNvPr>
                <p:cNvSpPr txBox="1">
                  <a:spLocks noRot="1" noChangeAspect="1" noMove="1" noResize="1" noEditPoints="1" noAdjustHandles="1" noChangeArrowheads="1" noChangeShapeType="1" noTextEdit="1"/>
                </p:cNvSpPr>
                <p:nvPr/>
              </p:nvSpPr>
              <p:spPr>
                <a:xfrm>
                  <a:off x="9612000" y="1404000"/>
                  <a:ext cx="538560" cy="360000"/>
                </a:xfrm>
                <a:prstGeom prst="rect">
                  <a:avLst/>
                </a:prstGeom>
                <a:blipFill>
                  <a:blip r:embed="rId11"/>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6" name="文本框 175">
                  <a:extLst>
                    <a:ext uri="{FF2B5EF4-FFF2-40B4-BE49-F238E27FC236}">
                      <a16:creationId xmlns:a16="http://schemas.microsoft.com/office/drawing/2014/main" id="{A752D39B-E5C4-C3BF-3365-99F71F40B97C}"/>
                    </a:ext>
                  </a:extLst>
                </p:cNvPr>
                <p:cNvSpPr txBox="1"/>
                <p:nvPr/>
              </p:nvSpPr>
              <p:spPr>
                <a:xfrm>
                  <a:off x="10260000" y="140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𝑅</m:t>
                        </m:r>
                      </m:oMath>
                    </m:oMathPara>
                  </a14:m>
                  <a:endParaRPr lang="zh-CN" altLang="en-US" sz="2400" dirty="0">
                    <a:solidFill>
                      <a:schemeClr val="tx1"/>
                    </a:solidFill>
                  </a:endParaRPr>
                </a:p>
              </p:txBody>
            </p:sp>
          </mc:Choice>
          <mc:Fallback xmlns="">
            <p:sp>
              <p:nvSpPr>
                <p:cNvPr id="176" name="文本框 175">
                  <a:extLst>
                    <a:ext uri="{FF2B5EF4-FFF2-40B4-BE49-F238E27FC236}">
                      <a16:creationId xmlns:a16="http://schemas.microsoft.com/office/drawing/2014/main" id="{A752D39B-E5C4-C3BF-3365-99F71F40B97C}"/>
                    </a:ext>
                  </a:extLst>
                </p:cNvPr>
                <p:cNvSpPr txBox="1">
                  <a:spLocks noRot="1" noChangeAspect="1" noMove="1" noResize="1" noEditPoints="1" noAdjustHandles="1" noChangeArrowheads="1" noChangeShapeType="1" noTextEdit="1"/>
                </p:cNvSpPr>
                <p:nvPr/>
              </p:nvSpPr>
              <p:spPr>
                <a:xfrm>
                  <a:off x="10260000" y="1404000"/>
                  <a:ext cx="538560" cy="360000"/>
                </a:xfrm>
                <a:prstGeom prst="rect">
                  <a:avLst/>
                </a:prstGeom>
                <a:blipFill>
                  <a:blip r:embed="rId12"/>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7" name="文本框 176">
                  <a:extLst>
                    <a:ext uri="{FF2B5EF4-FFF2-40B4-BE49-F238E27FC236}">
                      <a16:creationId xmlns:a16="http://schemas.microsoft.com/office/drawing/2014/main" id="{4BDCD482-3F0B-5CF6-6B7E-87F86F81F434}"/>
                    </a:ext>
                  </a:extLst>
                </p:cNvPr>
                <p:cNvSpPr txBox="1"/>
                <p:nvPr/>
              </p:nvSpPr>
              <p:spPr>
                <a:xfrm>
                  <a:off x="10908000" y="1404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chemeClr val="tx1"/>
                            </a:solidFill>
                            <a:latin typeface="Cambria Math" panose="02040503050406030204" pitchFamily="18" charset="0"/>
                          </a:rPr>
                          <m:t>𝑅</m:t>
                        </m:r>
                      </m:oMath>
                    </m:oMathPara>
                  </a14:m>
                  <a:endParaRPr lang="zh-CN" altLang="en-US" sz="2400" dirty="0">
                    <a:solidFill>
                      <a:schemeClr val="tx1"/>
                    </a:solidFill>
                  </a:endParaRPr>
                </a:p>
              </p:txBody>
            </p:sp>
          </mc:Choice>
          <mc:Fallback xmlns="">
            <p:sp>
              <p:nvSpPr>
                <p:cNvPr id="177" name="文本框 176">
                  <a:extLst>
                    <a:ext uri="{FF2B5EF4-FFF2-40B4-BE49-F238E27FC236}">
                      <a16:creationId xmlns:a16="http://schemas.microsoft.com/office/drawing/2014/main" id="{4BDCD482-3F0B-5CF6-6B7E-87F86F81F434}"/>
                    </a:ext>
                  </a:extLst>
                </p:cNvPr>
                <p:cNvSpPr txBox="1">
                  <a:spLocks noRot="1" noChangeAspect="1" noMove="1" noResize="1" noEditPoints="1" noAdjustHandles="1" noChangeArrowheads="1" noChangeShapeType="1" noTextEdit="1"/>
                </p:cNvSpPr>
                <p:nvPr/>
              </p:nvSpPr>
              <p:spPr>
                <a:xfrm>
                  <a:off x="10908000" y="1404000"/>
                  <a:ext cx="538560" cy="360000"/>
                </a:xfrm>
                <a:prstGeom prst="rect">
                  <a:avLst/>
                </a:prstGeom>
                <a:blipFill>
                  <a:blip r:embed="rId13"/>
                  <a:stretch>
                    <a:fillRect b="-10169"/>
                  </a:stretch>
                </a:blipFill>
              </p:spPr>
              <p:txBody>
                <a:bodyPr/>
                <a:lstStyle/>
                <a:p>
                  <a:r>
                    <a:rPr lang="zh-CN" altLang="en-US">
                      <a:noFill/>
                    </a:rPr>
                    <a:t> </a:t>
                  </a:r>
                </a:p>
              </p:txBody>
            </p:sp>
          </mc:Fallback>
        </mc:AlternateContent>
        <p:sp>
          <p:nvSpPr>
            <p:cNvPr id="178" name="矩形 177">
              <a:extLst>
                <a:ext uri="{FF2B5EF4-FFF2-40B4-BE49-F238E27FC236}">
                  <a16:creationId xmlns:a16="http://schemas.microsoft.com/office/drawing/2014/main" id="{A9B42F86-9020-6A10-290B-1A09206EE52B}"/>
                </a:ext>
              </a:extLst>
            </p:cNvPr>
            <p:cNvSpPr/>
            <p:nvPr/>
          </p:nvSpPr>
          <p:spPr>
            <a:xfrm>
              <a:off x="6444000" y="2160000"/>
              <a:ext cx="1224000" cy="2880000"/>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2</a:t>
              </a:r>
            </a:p>
            <a:p>
              <a:pPr algn="ctr"/>
              <a:r>
                <a:rPr lang="zh-CN" altLang="en-US" dirty="0">
                  <a:solidFill>
                    <a:schemeClr val="tx1"/>
                  </a:solidFill>
                  <a:latin typeface="微软雅黑" panose="020B0503020204020204" pitchFamily="34" charset="-122"/>
                  <a:ea typeface="微软雅黑" panose="020B0503020204020204" pitchFamily="34" charset="-122"/>
                </a:rPr>
                <a:t>线</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en-US" altLang="zh-CN" dirty="0">
                  <a:solidFill>
                    <a:schemeClr val="tx1"/>
                  </a:solidFill>
                  <a:latin typeface="微软雅黑" panose="020B0503020204020204" pitchFamily="34" charset="-122"/>
                  <a:ea typeface="微软雅黑" panose="020B0503020204020204" pitchFamily="34" charset="-122"/>
                </a:rPr>
                <a:t>|</a:t>
              </a:r>
            </a:p>
            <a:p>
              <a:pPr algn="ctr"/>
              <a:r>
                <a:rPr lang="en-US" altLang="zh-CN" dirty="0">
                  <a:solidFill>
                    <a:schemeClr val="tx1"/>
                  </a:solidFill>
                  <a:latin typeface="微软雅黑" panose="020B0503020204020204" pitchFamily="34" charset="-122"/>
                  <a:ea typeface="微软雅黑" panose="020B0503020204020204" pitchFamily="34" charset="-122"/>
                </a:rPr>
                <a:t>4</a:t>
              </a:r>
            </a:p>
            <a:p>
              <a:pPr algn="ctr"/>
              <a:r>
                <a:rPr lang="zh-CN" altLang="en-US" dirty="0">
                  <a:solidFill>
                    <a:schemeClr val="tx1"/>
                  </a:solidFill>
                  <a:latin typeface="微软雅黑" panose="020B0503020204020204" pitchFamily="34" charset="-122"/>
                  <a:ea typeface="微软雅黑" panose="020B0503020204020204" pitchFamily="34" charset="-122"/>
                </a:rPr>
                <a:t>线</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dirty="0">
                  <a:solidFill>
                    <a:schemeClr val="tx1"/>
                  </a:solidFill>
                  <a:latin typeface="微软雅黑" panose="020B0503020204020204" pitchFamily="34" charset="-122"/>
                  <a:ea typeface="微软雅黑" panose="020B0503020204020204" pitchFamily="34" charset="-122"/>
                </a:rPr>
                <a:t>译</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dirty="0">
                  <a:solidFill>
                    <a:schemeClr val="tx1"/>
                  </a:solidFill>
                  <a:latin typeface="微软雅黑" panose="020B0503020204020204" pitchFamily="34" charset="-122"/>
                  <a:ea typeface="微软雅黑" panose="020B0503020204020204" pitchFamily="34" charset="-122"/>
                </a:rPr>
                <a:t>码</a:t>
              </a:r>
              <a:endParaRPr lang="en-US" altLang="zh-CN" dirty="0">
                <a:solidFill>
                  <a:schemeClr val="tx1"/>
                </a:solidFill>
                <a:latin typeface="微软雅黑" panose="020B0503020204020204" pitchFamily="34" charset="-122"/>
                <a:ea typeface="微软雅黑" panose="020B0503020204020204" pitchFamily="34" charset="-122"/>
              </a:endParaRPr>
            </a:p>
            <a:p>
              <a:pPr algn="ctr"/>
              <a:r>
                <a:rPr lang="zh-CN" altLang="en-US" dirty="0">
                  <a:solidFill>
                    <a:schemeClr val="tx1"/>
                  </a:solidFill>
                  <a:latin typeface="微软雅黑" panose="020B0503020204020204" pitchFamily="34" charset="-122"/>
                  <a:ea typeface="微软雅黑" panose="020B0503020204020204" pitchFamily="34" charset="-122"/>
                </a:rPr>
                <a:t>器</a:t>
              </a:r>
            </a:p>
          </p:txBody>
        </p:sp>
        <p:cxnSp>
          <p:nvCxnSpPr>
            <p:cNvPr id="179" name="直接连接符 178">
              <a:extLst>
                <a:ext uri="{FF2B5EF4-FFF2-40B4-BE49-F238E27FC236}">
                  <a16:creationId xmlns:a16="http://schemas.microsoft.com/office/drawing/2014/main" id="{AC464673-769F-D79B-9539-9DED700E94B7}"/>
                </a:ext>
              </a:extLst>
            </p:cNvPr>
            <p:cNvCxnSpPr>
              <a:cxnSpLocks/>
            </p:cNvCxnSpPr>
            <p:nvPr/>
          </p:nvCxnSpPr>
          <p:spPr>
            <a:xfrm>
              <a:off x="7685999" y="2610000"/>
              <a:ext cx="370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34E80998-F94D-0472-1211-F1002783DC5D}"/>
                </a:ext>
              </a:extLst>
            </p:cNvPr>
            <p:cNvCxnSpPr>
              <a:cxnSpLocks/>
            </p:cNvCxnSpPr>
            <p:nvPr/>
          </p:nvCxnSpPr>
          <p:spPr>
            <a:xfrm>
              <a:off x="7686000" y="3258000"/>
              <a:ext cx="370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8674A7DB-8AB0-43AA-AD5B-9214B67CB0FD}"/>
                </a:ext>
              </a:extLst>
            </p:cNvPr>
            <p:cNvCxnSpPr>
              <a:cxnSpLocks/>
            </p:cNvCxnSpPr>
            <p:nvPr/>
          </p:nvCxnSpPr>
          <p:spPr>
            <a:xfrm>
              <a:off x="7686000" y="3906000"/>
              <a:ext cx="370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82E31CF7-3856-B7F8-C625-45A7293EFFD6}"/>
                </a:ext>
              </a:extLst>
            </p:cNvPr>
            <p:cNvCxnSpPr>
              <a:cxnSpLocks/>
            </p:cNvCxnSpPr>
            <p:nvPr/>
          </p:nvCxnSpPr>
          <p:spPr>
            <a:xfrm>
              <a:off x="7686000" y="4554000"/>
              <a:ext cx="370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id="{069F4AD9-D6BE-EF7F-B953-4A30BC785542}"/>
                </a:ext>
              </a:extLst>
            </p:cNvPr>
            <p:cNvCxnSpPr>
              <a:cxnSpLocks/>
            </p:cNvCxnSpPr>
            <p:nvPr/>
          </p:nvCxnSpPr>
          <p:spPr>
            <a:xfrm flipV="1">
              <a:off x="9036000" y="1260000"/>
              <a:ext cx="0" cy="46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4" name="组合 183">
              <a:extLst>
                <a:ext uri="{FF2B5EF4-FFF2-40B4-BE49-F238E27FC236}">
                  <a16:creationId xmlns:a16="http://schemas.microsoft.com/office/drawing/2014/main" id="{348A777F-36D0-E336-A2CA-EA5D23EABFB1}"/>
                </a:ext>
              </a:extLst>
            </p:cNvPr>
            <p:cNvGrpSpPr/>
            <p:nvPr/>
          </p:nvGrpSpPr>
          <p:grpSpPr>
            <a:xfrm>
              <a:off x="8442000" y="2016000"/>
              <a:ext cx="648000" cy="648000"/>
              <a:chOff x="8442000" y="2016000"/>
              <a:chExt cx="648000" cy="648000"/>
            </a:xfrm>
          </p:grpSpPr>
          <p:grpSp>
            <p:nvGrpSpPr>
              <p:cNvPr id="315" name="组合 314">
                <a:extLst>
                  <a:ext uri="{FF2B5EF4-FFF2-40B4-BE49-F238E27FC236}">
                    <a16:creationId xmlns:a16="http://schemas.microsoft.com/office/drawing/2014/main" id="{C3ECC303-3A89-7657-F540-3478B78E94BF}"/>
                  </a:ext>
                </a:extLst>
              </p:cNvPr>
              <p:cNvGrpSpPr/>
              <p:nvPr/>
            </p:nvGrpSpPr>
            <p:grpSpPr>
              <a:xfrm rot="-8100000">
                <a:off x="8586000" y="2232000"/>
                <a:ext cx="360000" cy="216000"/>
                <a:chOff x="8604000" y="2178000"/>
                <a:chExt cx="360000" cy="198000"/>
              </a:xfrm>
            </p:grpSpPr>
            <p:sp>
              <p:nvSpPr>
                <p:cNvPr id="319" name="等腰三角形 318">
                  <a:extLst>
                    <a:ext uri="{FF2B5EF4-FFF2-40B4-BE49-F238E27FC236}">
                      <a16:creationId xmlns:a16="http://schemas.microsoft.com/office/drawing/2014/main" id="{B8113B22-F53D-76CC-A5B4-D2201D624748}"/>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320" name="直接连接符 319">
                  <a:extLst>
                    <a:ext uri="{FF2B5EF4-FFF2-40B4-BE49-F238E27FC236}">
                      <a16:creationId xmlns:a16="http://schemas.microsoft.com/office/drawing/2014/main" id="{650759C1-7047-B23F-4D7F-7450669D5F97}"/>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6" name="直接连接符 315">
                <a:extLst>
                  <a:ext uri="{FF2B5EF4-FFF2-40B4-BE49-F238E27FC236}">
                    <a16:creationId xmlns:a16="http://schemas.microsoft.com/office/drawing/2014/main" id="{3A78E658-59DA-0833-62B1-E960E2947FF8}"/>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17" name="椭圆 316">
                <a:extLst>
                  <a:ext uri="{FF2B5EF4-FFF2-40B4-BE49-F238E27FC236}">
                    <a16:creationId xmlns:a16="http://schemas.microsoft.com/office/drawing/2014/main" id="{F8431318-637E-3B47-AA77-AFF7078544BE}"/>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8" name="椭圆 317">
                <a:extLst>
                  <a:ext uri="{FF2B5EF4-FFF2-40B4-BE49-F238E27FC236}">
                    <a16:creationId xmlns:a16="http://schemas.microsoft.com/office/drawing/2014/main" id="{1F2325FA-51FE-8F72-6D90-35847CD48357}"/>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5" name="矩形 184">
              <a:extLst>
                <a:ext uri="{FF2B5EF4-FFF2-40B4-BE49-F238E27FC236}">
                  <a16:creationId xmlns:a16="http://schemas.microsoft.com/office/drawing/2014/main" id="{5974AB87-186E-F8BC-7B94-DA42D52C6C54}"/>
                </a:ext>
              </a:extLst>
            </p:cNvPr>
            <p:cNvSpPr/>
            <p:nvPr/>
          </p:nvSpPr>
          <p:spPr>
            <a:xfrm>
              <a:off x="8352000" y="1944000"/>
              <a:ext cx="2952000" cy="2736000"/>
            </a:xfrm>
            <a:prstGeom prst="rect">
              <a:avLst/>
            </a:prstGeom>
            <a:noFill/>
            <a:ln w="25400">
              <a:solidFill>
                <a:srgbClr val="00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矩形 185">
              <a:extLst>
                <a:ext uri="{FF2B5EF4-FFF2-40B4-BE49-F238E27FC236}">
                  <a16:creationId xmlns:a16="http://schemas.microsoft.com/office/drawing/2014/main" id="{330A7C03-9F04-BBC1-692F-FB9C979E3D8F}"/>
                </a:ext>
              </a:extLst>
            </p:cNvPr>
            <p:cNvSpPr/>
            <p:nvPr/>
          </p:nvSpPr>
          <p:spPr>
            <a:xfrm>
              <a:off x="8964000" y="1368000"/>
              <a:ext cx="144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87" name="直接连接符 186">
              <a:extLst>
                <a:ext uri="{FF2B5EF4-FFF2-40B4-BE49-F238E27FC236}">
                  <a16:creationId xmlns:a16="http://schemas.microsoft.com/office/drawing/2014/main" id="{D4C40333-39AC-791A-488F-C4D64347043A}"/>
                </a:ext>
              </a:extLst>
            </p:cNvPr>
            <p:cNvCxnSpPr>
              <a:cxnSpLocks/>
            </p:cNvCxnSpPr>
            <p:nvPr/>
          </p:nvCxnSpPr>
          <p:spPr>
            <a:xfrm>
              <a:off x="9035999" y="1260000"/>
              <a:ext cx="194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8" name="椭圆 187">
              <a:extLst>
                <a:ext uri="{FF2B5EF4-FFF2-40B4-BE49-F238E27FC236}">
                  <a16:creationId xmlns:a16="http://schemas.microsoft.com/office/drawing/2014/main" id="{76742075-77D4-0912-23BE-81AC0647F53F}"/>
                </a:ext>
              </a:extLst>
            </p:cNvPr>
            <p:cNvSpPr/>
            <p:nvPr/>
          </p:nvSpPr>
          <p:spPr>
            <a:xfrm>
              <a:off x="9630000" y="120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a:extLst>
                <a:ext uri="{FF2B5EF4-FFF2-40B4-BE49-F238E27FC236}">
                  <a16:creationId xmlns:a16="http://schemas.microsoft.com/office/drawing/2014/main" id="{F37EB54F-2B31-B126-7FF4-09DBDD91D0B6}"/>
                </a:ext>
              </a:extLst>
            </p:cNvPr>
            <p:cNvSpPr/>
            <p:nvPr/>
          </p:nvSpPr>
          <p:spPr>
            <a:xfrm>
              <a:off x="10278000" y="120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0" name="直接连接符 189">
              <a:extLst>
                <a:ext uri="{FF2B5EF4-FFF2-40B4-BE49-F238E27FC236}">
                  <a16:creationId xmlns:a16="http://schemas.microsoft.com/office/drawing/2014/main" id="{D159BE81-C7D3-D01C-F32E-2B83F77D0B62}"/>
                </a:ext>
              </a:extLst>
            </p:cNvPr>
            <p:cNvCxnSpPr>
              <a:cxnSpLocks/>
            </p:cNvCxnSpPr>
            <p:nvPr/>
          </p:nvCxnSpPr>
          <p:spPr>
            <a:xfrm>
              <a:off x="10008000" y="1008000"/>
              <a:ext cx="0" cy="25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1" name="椭圆 190">
              <a:extLst>
                <a:ext uri="{FF2B5EF4-FFF2-40B4-BE49-F238E27FC236}">
                  <a16:creationId xmlns:a16="http://schemas.microsoft.com/office/drawing/2014/main" id="{145F3726-EBE3-8D93-A6E4-5CD540167237}"/>
                </a:ext>
              </a:extLst>
            </p:cNvPr>
            <p:cNvSpPr/>
            <p:nvPr/>
          </p:nvSpPr>
          <p:spPr>
            <a:xfrm>
              <a:off x="9954000" y="120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2" name="直接连接符 191">
              <a:extLst>
                <a:ext uri="{FF2B5EF4-FFF2-40B4-BE49-F238E27FC236}">
                  <a16:creationId xmlns:a16="http://schemas.microsoft.com/office/drawing/2014/main" id="{5DEDF3E8-0C86-14ED-A75B-D57FFA2DBE60}"/>
                </a:ext>
              </a:extLst>
            </p:cNvPr>
            <p:cNvCxnSpPr>
              <a:cxnSpLocks/>
            </p:cNvCxnSpPr>
            <p:nvPr/>
          </p:nvCxnSpPr>
          <p:spPr>
            <a:xfrm>
              <a:off x="6408000" y="5724000"/>
              <a:ext cx="43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3" name="组合 192">
              <a:extLst>
                <a:ext uri="{FF2B5EF4-FFF2-40B4-BE49-F238E27FC236}">
                  <a16:creationId xmlns:a16="http://schemas.microsoft.com/office/drawing/2014/main" id="{656E789F-F445-65D4-1C9C-7DF1BF84FA58}"/>
                </a:ext>
              </a:extLst>
            </p:cNvPr>
            <p:cNvGrpSpPr/>
            <p:nvPr/>
          </p:nvGrpSpPr>
          <p:grpSpPr>
            <a:xfrm>
              <a:off x="8715600" y="5040000"/>
              <a:ext cx="572400" cy="738000"/>
              <a:chOff x="8715600" y="5040000"/>
              <a:chExt cx="572400" cy="738000"/>
            </a:xfrm>
          </p:grpSpPr>
          <p:sp>
            <p:nvSpPr>
              <p:cNvPr id="309" name="等腰三角形 308">
                <a:extLst>
                  <a:ext uri="{FF2B5EF4-FFF2-40B4-BE49-F238E27FC236}">
                    <a16:creationId xmlns:a16="http://schemas.microsoft.com/office/drawing/2014/main" id="{E9C79B44-8B40-EE96-E5E8-4E77E5DE4E16}"/>
                  </a:ext>
                </a:extLst>
              </p:cNvPr>
              <p:cNvSpPr/>
              <p:nvPr/>
            </p:nvSpPr>
            <p:spPr>
              <a:xfrm flipV="1">
                <a:off x="8784000" y="5040000"/>
                <a:ext cx="504000" cy="432000"/>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0" name="椭圆 309">
                <a:extLst>
                  <a:ext uri="{FF2B5EF4-FFF2-40B4-BE49-F238E27FC236}">
                    <a16:creationId xmlns:a16="http://schemas.microsoft.com/office/drawing/2014/main" id="{A1C867BD-2D64-7A58-F28D-1E6C321FCA8E}"/>
                  </a:ext>
                </a:extLst>
              </p:cNvPr>
              <p:cNvSpPr/>
              <p:nvPr/>
            </p:nvSpPr>
            <p:spPr>
              <a:xfrm>
                <a:off x="8820000" y="525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1" name="椭圆 310">
                <a:extLst>
                  <a:ext uri="{FF2B5EF4-FFF2-40B4-BE49-F238E27FC236}">
                    <a16:creationId xmlns:a16="http://schemas.microsoft.com/office/drawing/2014/main" id="{11F40CB8-8482-39A6-C79B-0772E4BF1CF2}"/>
                  </a:ext>
                </a:extLst>
              </p:cNvPr>
              <p:cNvSpPr/>
              <p:nvPr/>
            </p:nvSpPr>
            <p:spPr>
              <a:xfrm>
                <a:off x="8982000" y="547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2" name="直接连接符 311">
                <a:extLst>
                  <a:ext uri="{FF2B5EF4-FFF2-40B4-BE49-F238E27FC236}">
                    <a16:creationId xmlns:a16="http://schemas.microsoft.com/office/drawing/2014/main" id="{D3317ABB-94C4-9B82-9E6A-F5F7F5307A19}"/>
                  </a:ext>
                </a:extLst>
              </p:cNvPr>
              <p:cNvCxnSpPr>
                <a:cxnSpLocks/>
              </p:cNvCxnSpPr>
              <p:nvPr/>
            </p:nvCxnSpPr>
            <p:spPr>
              <a:xfrm flipH="1">
                <a:off x="8766000" y="5346000"/>
                <a:ext cx="72000" cy="7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 name="直接连接符 312">
                <a:extLst>
                  <a:ext uri="{FF2B5EF4-FFF2-40B4-BE49-F238E27FC236}">
                    <a16:creationId xmlns:a16="http://schemas.microsoft.com/office/drawing/2014/main" id="{FBD98DDF-EFD5-E3B0-6C1F-BEBFBB0CBDCC}"/>
                  </a:ext>
                </a:extLst>
              </p:cNvPr>
              <p:cNvCxnSpPr>
                <a:cxnSpLocks/>
              </p:cNvCxnSpPr>
              <p:nvPr/>
            </p:nvCxnSpPr>
            <p:spPr>
              <a:xfrm>
                <a:off x="8769600" y="5410800"/>
                <a:ext cx="0" cy="30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14" name="椭圆 313">
                <a:extLst>
                  <a:ext uri="{FF2B5EF4-FFF2-40B4-BE49-F238E27FC236}">
                    <a16:creationId xmlns:a16="http://schemas.microsoft.com/office/drawing/2014/main" id="{80D77759-43AE-C326-E412-BB498CD8AB9B}"/>
                  </a:ext>
                </a:extLst>
              </p:cNvPr>
              <p:cNvSpPr/>
              <p:nvPr/>
            </p:nvSpPr>
            <p:spPr>
              <a:xfrm>
                <a:off x="8715600" y="5670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4" name="矩形 193">
              <a:extLst>
                <a:ext uri="{FF2B5EF4-FFF2-40B4-BE49-F238E27FC236}">
                  <a16:creationId xmlns:a16="http://schemas.microsoft.com/office/drawing/2014/main" id="{80195361-30E5-F0C4-89F1-C7A09E3B2803}"/>
                </a:ext>
              </a:extLst>
            </p:cNvPr>
            <p:cNvSpPr/>
            <p:nvPr/>
          </p:nvSpPr>
          <p:spPr>
            <a:xfrm>
              <a:off x="8352000" y="4897023"/>
              <a:ext cx="2952000" cy="936000"/>
            </a:xfrm>
            <a:prstGeom prst="rect">
              <a:avLst/>
            </a:prstGeom>
            <a:noFill/>
            <a:ln w="25400">
              <a:solidFill>
                <a:srgbClr val="00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椭圆 194">
              <a:extLst>
                <a:ext uri="{FF2B5EF4-FFF2-40B4-BE49-F238E27FC236}">
                  <a16:creationId xmlns:a16="http://schemas.microsoft.com/office/drawing/2014/main" id="{ABC0CC41-AC13-E6B5-A164-D45F48A170BB}"/>
                </a:ext>
              </a:extLst>
            </p:cNvPr>
            <p:cNvSpPr/>
            <p:nvPr/>
          </p:nvSpPr>
          <p:spPr>
            <a:xfrm>
              <a:off x="7668000" y="255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椭圆 195">
              <a:extLst>
                <a:ext uri="{FF2B5EF4-FFF2-40B4-BE49-F238E27FC236}">
                  <a16:creationId xmlns:a16="http://schemas.microsoft.com/office/drawing/2014/main" id="{CFCC99FF-7A78-FB24-9A5A-40BB1821E743}"/>
                </a:ext>
              </a:extLst>
            </p:cNvPr>
            <p:cNvSpPr/>
            <p:nvPr/>
          </p:nvSpPr>
          <p:spPr>
            <a:xfrm>
              <a:off x="7668000" y="3204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椭圆 196">
              <a:extLst>
                <a:ext uri="{FF2B5EF4-FFF2-40B4-BE49-F238E27FC236}">
                  <a16:creationId xmlns:a16="http://schemas.microsoft.com/office/drawing/2014/main" id="{FF1E4E3E-47C5-2B9A-ED19-6F6E26518BA5}"/>
                </a:ext>
              </a:extLst>
            </p:cNvPr>
            <p:cNvSpPr/>
            <p:nvPr/>
          </p:nvSpPr>
          <p:spPr>
            <a:xfrm>
              <a:off x="7668000" y="385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8" name="椭圆 197">
              <a:extLst>
                <a:ext uri="{FF2B5EF4-FFF2-40B4-BE49-F238E27FC236}">
                  <a16:creationId xmlns:a16="http://schemas.microsoft.com/office/drawing/2014/main" id="{7D92030B-7238-2F65-D20C-8F44AAA61DB9}"/>
                </a:ext>
              </a:extLst>
            </p:cNvPr>
            <p:cNvSpPr/>
            <p:nvPr/>
          </p:nvSpPr>
          <p:spPr>
            <a:xfrm>
              <a:off x="7668000" y="4500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9" name="直接连接符 198">
              <a:extLst>
                <a:ext uri="{FF2B5EF4-FFF2-40B4-BE49-F238E27FC236}">
                  <a16:creationId xmlns:a16="http://schemas.microsoft.com/office/drawing/2014/main" id="{A3859864-DB3D-A506-E56F-4B5467AADF19}"/>
                </a:ext>
              </a:extLst>
            </p:cNvPr>
            <p:cNvCxnSpPr>
              <a:cxnSpLocks/>
            </p:cNvCxnSpPr>
            <p:nvPr/>
          </p:nvCxnSpPr>
          <p:spPr>
            <a:xfrm>
              <a:off x="6228000" y="3162814"/>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C9E26AAE-9B8D-1764-C6D6-459F12363BF3}"/>
                </a:ext>
              </a:extLst>
            </p:cNvPr>
            <p:cNvCxnSpPr>
              <a:cxnSpLocks/>
            </p:cNvCxnSpPr>
            <p:nvPr/>
          </p:nvCxnSpPr>
          <p:spPr>
            <a:xfrm>
              <a:off x="6228000" y="3982967"/>
              <a:ext cx="216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1" name="文本框 200">
                  <a:extLst>
                    <a:ext uri="{FF2B5EF4-FFF2-40B4-BE49-F238E27FC236}">
                      <a16:creationId xmlns:a16="http://schemas.microsoft.com/office/drawing/2014/main" id="{F5089D9C-BA1C-7883-9BB7-824B393D408C}"/>
                    </a:ext>
                  </a:extLst>
                </p:cNvPr>
                <p:cNvSpPr txBox="1"/>
                <p:nvPr/>
              </p:nvSpPr>
              <p:spPr>
                <a:xfrm>
                  <a:off x="5760000" y="2952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b="0" i="1" smtClean="0">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201" name="文本框 200">
                  <a:extLst>
                    <a:ext uri="{FF2B5EF4-FFF2-40B4-BE49-F238E27FC236}">
                      <a16:creationId xmlns:a16="http://schemas.microsoft.com/office/drawing/2014/main" id="{F5089D9C-BA1C-7883-9BB7-824B393D408C}"/>
                    </a:ext>
                  </a:extLst>
                </p:cNvPr>
                <p:cNvSpPr txBox="1">
                  <a:spLocks noRot="1" noChangeAspect="1" noMove="1" noResize="1" noEditPoints="1" noAdjustHandles="1" noChangeArrowheads="1" noChangeShapeType="1" noTextEdit="1"/>
                </p:cNvSpPr>
                <p:nvPr/>
              </p:nvSpPr>
              <p:spPr>
                <a:xfrm>
                  <a:off x="5760000" y="2952000"/>
                  <a:ext cx="538560" cy="360000"/>
                </a:xfrm>
                <a:prstGeom prst="rect">
                  <a:avLst/>
                </a:prstGeom>
                <a:blipFill>
                  <a:blip r:embed="rId14"/>
                  <a:stretch>
                    <a:fillRect l="-1136"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2" name="文本框 201">
                  <a:extLst>
                    <a:ext uri="{FF2B5EF4-FFF2-40B4-BE49-F238E27FC236}">
                      <a16:creationId xmlns:a16="http://schemas.microsoft.com/office/drawing/2014/main" id="{1AA8B325-D25B-85AA-E2B4-15679D524FFB}"/>
                    </a:ext>
                  </a:extLst>
                </p:cNvPr>
                <p:cNvSpPr txBox="1"/>
                <p:nvPr/>
              </p:nvSpPr>
              <p:spPr>
                <a:xfrm>
                  <a:off x="5760000" y="3780000"/>
                  <a:ext cx="53856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A</m:t>
                            </m:r>
                          </m:e>
                          <m:sub>
                            <m:r>
                              <a:rPr lang="en-US" altLang="zh-CN" sz="2400" i="1">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202" name="文本框 201">
                  <a:extLst>
                    <a:ext uri="{FF2B5EF4-FFF2-40B4-BE49-F238E27FC236}">
                      <a16:creationId xmlns:a16="http://schemas.microsoft.com/office/drawing/2014/main" id="{1AA8B325-D25B-85AA-E2B4-15679D524FFB}"/>
                    </a:ext>
                  </a:extLst>
                </p:cNvPr>
                <p:cNvSpPr txBox="1">
                  <a:spLocks noRot="1" noChangeAspect="1" noMove="1" noResize="1" noEditPoints="1" noAdjustHandles="1" noChangeArrowheads="1" noChangeShapeType="1" noTextEdit="1"/>
                </p:cNvSpPr>
                <p:nvPr/>
              </p:nvSpPr>
              <p:spPr>
                <a:xfrm>
                  <a:off x="5760000" y="3780000"/>
                  <a:ext cx="538560" cy="360000"/>
                </a:xfrm>
                <a:prstGeom prst="rect">
                  <a:avLst/>
                </a:prstGeom>
                <a:blipFill>
                  <a:blip r:embed="rId15"/>
                  <a:stretch>
                    <a:fillRect l="-2273"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3" name="文本框 202">
                  <a:extLst>
                    <a:ext uri="{FF2B5EF4-FFF2-40B4-BE49-F238E27FC236}">
                      <a16:creationId xmlns:a16="http://schemas.microsoft.com/office/drawing/2014/main" id="{1CE215BD-5E2D-BE16-79F8-6A89E606B97A}"/>
                    </a:ext>
                  </a:extLst>
                </p:cNvPr>
                <p:cNvSpPr txBox="1"/>
                <p:nvPr/>
              </p:nvSpPr>
              <p:spPr>
                <a:xfrm>
                  <a:off x="5760000" y="5544000"/>
                  <a:ext cx="540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smtClean="0">
                                <a:solidFill>
                                  <a:schemeClr val="accent5">
                                    <a:lumMod val="75000"/>
                                  </a:schemeClr>
                                </a:solidFill>
                                <a:latin typeface="Cambria Math" panose="02040503050406030204" pitchFamily="18" charset="0"/>
                              </a:rPr>
                            </m:ctrlPr>
                          </m:accPr>
                          <m:e>
                            <m:r>
                              <m:rPr>
                                <m:sty m:val="p"/>
                              </m:rPr>
                              <a:rPr lang="en-US" altLang="zh-CN" sz="2400" b="0" i="0" smtClean="0">
                                <a:solidFill>
                                  <a:schemeClr val="accent5">
                                    <a:lumMod val="75000"/>
                                  </a:schemeClr>
                                </a:solidFill>
                                <a:latin typeface="Cambria Math" panose="02040503050406030204" pitchFamily="18" charset="0"/>
                              </a:rPr>
                              <m:t>OE</m:t>
                            </m:r>
                          </m:e>
                        </m:acc>
                      </m:oMath>
                    </m:oMathPara>
                  </a14:m>
                  <a:endParaRPr lang="zh-CN" altLang="en-US" sz="2400" dirty="0">
                    <a:solidFill>
                      <a:schemeClr val="accent5">
                        <a:lumMod val="75000"/>
                      </a:schemeClr>
                    </a:solidFill>
                  </a:endParaRPr>
                </a:p>
              </p:txBody>
            </p:sp>
          </mc:Choice>
          <mc:Fallback xmlns="">
            <p:sp>
              <p:nvSpPr>
                <p:cNvPr id="203" name="文本框 202">
                  <a:extLst>
                    <a:ext uri="{FF2B5EF4-FFF2-40B4-BE49-F238E27FC236}">
                      <a16:creationId xmlns:a16="http://schemas.microsoft.com/office/drawing/2014/main" id="{1CE215BD-5E2D-BE16-79F8-6A89E606B97A}"/>
                    </a:ext>
                  </a:extLst>
                </p:cNvPr>
                <p:cNvSpPr txBox="1">
                  <a:spLocks noRot="1" noChangeAspect="1" noMove="1" noResize="1" noEditPoints="1" noAdjustHandles="1" noChangeArrowheads="1" noChangeShapeType="1" noTextEdit="1"/>
                </p:cNvSpPr>
                <p:nvPr/>
              </p:nvSpPr>
              <p:spPr>
                <a:xfrm>
                  <a:off x="5760000" y="5544000"/>
                  <a:ext cx="540000" cy="360000"/>
                </a:xfrm>
                <a:prstGeom prst="rect">
                  <a:avLst/>
                </a:prstGeom>
                <a:blipFill>
                  <a:blip r:embed="rId16"/>
                  <a:stretch>
                    <a:fillRect l="-4545" r="-5682"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4" name="文本框 203">
                  <a:extLst>
                    <a:ext uri="{FF2B5EF4-FFF2-40B4-BE49-F238E27FC236}">
                      <a16:creationId xmlns:a16="http://schemas.microsoft.com/office/drawing/2014/main" id="{7B1174B2-1ED6-47AF-4C7B-446E137AEFD7}"/>
                    </a:ext>
                  </a:extLst>
                </p:cNvPr>
                <p:cNvSpPr txBox="1"/>
                <p:nvPr/>
              </p:nvSpPr>
              <p:spPr>
                <a:xfrm>
                  <a:off x="10692000" y="5940000"/>
                  <a:ext cx="576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0</m:t>
                            </m:r>
                          </m:sub>
                        </m:sSub>
                      </m:oMath>
                    </m:oMathPara>
                  </a14:m>
                  <a:endParaRPr lang="zh-CN" altLang="en-US" sz="2400" dirty="0">
                    <a:solidFill>
                      <a:schemeClr val="accent5">
                        <a:lumMod val="75000"/>
                      </a:schemeClr>
                    </a:solidFill>
                  </a:endParaRPr>
                </a:p>
              </p:txBody>
            </p:sp>
          </mc:Choice>
          <mc:Fallback xmlns="">
            <p:sp>
              <p:nvSpPr>
                <p:cNvPr id="204" name="文本框 203">
                  <a:extLst>
                    <a:ext uri="{FF2B5EF4-FFF2-40B4-BE49-F238E27FC236}">
                      <a16:creationId xmlns:a16="http://schemas.microsoft.com/office/drawing/2014/main" id="{7B1174B2-1ED6-47AF-4C7B-446E137AEFD7}"/>
                    </a:ext>
                  </a:extLst>
                </p:cNvPr>
                <p:cNvSpPr txBox="1">
                  <a:spLocks noRot="1" noChangeAspect="1" noMove="1" noResize="1" noEditPoints="1" noAdjustHandles="1" noChangeArrowheads="1" noChangeShapeType="1" noTextEdit="1"/>
                </p:cNvSpPr>
                <p:nvPr/>
              </p:nvSpPr>
              <p:spPr>
                <a:xfrm>
                  <a:off x="10692000" y="5940000"/>
                  <a:ext cx="576000" cy="360000"/>
                </a:xfrm>
                <a:prstGeom prst="rect">
                  <a:avLst/>
                </a:prstGeom>
                <a:blipFill>
                  <a:blip r:embed="rId17"/>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5" name="文本框 204">
                  <a:extLst>
                    <a:ext uri="{FF2B5EF4-FFF2-40B4-BE49-F238E27FC236}">
                      <a16:creationId xmlns:a16="http://schemas.microsoft.com/office/drawing/2014/main" id="{F06E9400-839F-04B5-2F65-513462BD5074}"/>
                    </a:ext>
                  </a:extLst>
                </p:cNvPr>
                <p:cNvSpPr txBox="1"/>
                <p:nvPr/>
              </p:nvSpPr>
              <p:spPr>
                <a:xfrm>
                  <a:off x="10044000" y="5940000"/>
                  <a:ext cx="576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1</m:t>
                            </m:r>
                          </m:sub>
                        </m:sSub>
                      </m:oMath>
                    </m:oMathPara>
                  </a14:m>
                  <a:endParaRPr lang="zh-CN" altLang="en-US" sz="2400" dirty="0">
                    <a:solidFill>
                      <a:schemeClr val="accent5">
                        <a:lumMod val="75000"/>
                      </a:schemeClr>
                    </a:solidFill>
                  </a:endParaRPr>
                </a:p>
              </p:txBody>
            </p:sp>
          </mc:Choice>
          <mc:Fallback xmlns="">
            <p:sp>
              <p:nvSpPr>
                <p:cNvPr id="205" name="文本框 204">
                  <a:extLst>
                    <a:ext uri="{FF2B5EF4-FFF2-40B4-BE49-F238E27FC236}">
                      <a16:creationId xmlns:a16="http://schemas.microsoft.com/office/drawing/2014/main" id="{F06E9400-839F-04B5-2F65-513462BD5074}"/>
                    </a:ext>
                  </a:extLst>
                </p:cNvPr>
                <p:cNvSpPr txBox="1">
                  <a:spLocks noRot="1" noChangeAspect="1" noMove="1" noResize="1" noEditPoints="1" noAdjustHandles="1" noChangeArrowheads="1" noChangeShapeType="1" noTextEdit="1"/>
                </p:cNvSpPr>
                <p:nvPr/>
              </p:nvSpPr>
              <p:spPr>
                <a:xfrm>
                  <a:off x="10044000" y="5940000"/>
                  <a:ext cx="576000" cy="360000"/>
                </a:xfrm>
                <a:prstGeom prst="rect">
                  <a:avLst/>
                </a:prstGeom>
                <a:blipFill>
                  <a:blip r:embed="rId18"/>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6" name="文本框 205">
                  <a:extLst>
                    <a:ext uri="{FF2B5EF4-FFF2-40B4-BE49-F238E27FC236}">
                      <a16:creationId xmlns:a16="http://schemas.microsoft.com/office/drawing/2014/main" id="{00298648-E281-9225-B3C8-AC3A250A9CED}"/>
                    </a:ext>
                  </a:extLst>
                </p:cNvPr>
                <p:cNvSpPr txBox="1"/>
                <p:nvPr/>
              </p:nvSpPr>
              <p:spPr>
                <a:xfrm>
                  <a:off x="9396000" y="5940000"/>
                  <a:ext cx="576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2</m:t>
                            </m:r>
                          </m:sub>
                        </m:sSub>
                      </m:oMath>
                    </m:oMathPara>
                  </a14:m>
                  <a:endParaRPr lang="zh-CN" altLang="en-US" sz="2400" dirty="0">
                    <a:solidFill>
                      <a:schemeClr val="accent5">
                        <a:lumMod val="75000"/>
                      </a:schemeClr>
                    </a:solidFill>
                  </a:endParaRPr>
                </a:p>
              </p:txBody>
            </p:sp>
          </mc:Choice>
          <mc:Fallback xmlns="">
            <p:sp>
              <p:nvSpPr>
                <p:cNvPr id="206" name="文本框 205">
                  <a:extLst>
                    <a:ext uri="{FF2B5EF4-FFF2-40B4-BE49-F238E27FC236}">
                      <a16:creationId xmlns:a16="http://schemas.microsoft.com/office/drawing/2014/main" id="{00298648-E281-9225-B3C8-AC3A250A9CED}"/>
                    </a:ext>
                  </a:extLst>
                </p:cNvPr>
                <p:cNvSpPr txBox="1">
                  <a:spLocks noRot="1" noChangeAspect="1" noMove="1" noResize="1" noEditPoints="1" noAdjustHandles="1" noChangeArrowheads="1" noChangeShapeType="1" noTextEdit="1"/>
                </p:cNvSpPr>
                <p:nvPr/>
              </p:nvSpPr>
              <p:spPr>
                <a:xfrm>
                  <a:off x="9396000" y="5940000"/>
                  <a:ext cx="576000" cy="360000"/>
                </a:xfrm>
                <a:prstGeom prst="rect">
                  <a:avLst/>
                </a:prstGeom>
                <a:blipFill>
                  <a:blip r:embed="rId19"/>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7" name="文本框 206">
                  <a:extLst>
                    <a:ext uri="{FF2B5EF4-FFF2-40B4-BE49-F238E27FC236}">
                      <a16:creationId xmlns:a16="http://schemas.microsoft.com/office/drawing/2014/main" id="{0D16141F-1252-1473-73D7-E87BA5E8AEF4}"/>
                    </a:ext>
                  </a:extLst>
                </p:cNvPr>
                <p:cNvSpPr txBox="1"/>
                <p:nvPr/>
              </p:nvSpPr>
              <p:spPr>
                <a:xfrm>
                  <a:off x="8748000" y="5940000"/>
                  <a:ext cx="576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accent5">
                                    <a:lumMod val="75000"/>
                                  </a:schemeClr>
                                </a:solidFill>
                                <a:latin typeface="Cambria Math" panose="02040503050406030204" pitchFamily="18" charset="0"/>
                              </a:rPr>
                            </m:ctrlPr>
                          </m:sSubPr>
                          <m:e>
                            <m:r>
                              <m:rPr>
                                <m:sty m:val="p"/>
                              </m:rPr>
                              <a:rPr lang="en-US" altLang="zh-CN" sz="2400" b="0" i="0" smtClean="0">
                                <a:solidFill>
                                  <a:schemeClr val="accent5">
                                    <a:lumMod val="75000"/>
                                  </a:schemeClr>
                                </a:solidFill>
                                <a:latin typeface="Cambria Math" panose="02040503050406030204" pitchFamily="18" charset="0"/>
                              </a:rPr>
                              <m:t>D</m:t>
                            </m:r>
                          </m:e>
                          <m:sub>
                            <m:r>
                              <a:rPr lang="en-US" altLang="zh-CN" sz="2400" i="1">
                                <a:solidFill>
                                  <a:schemeClr val="accent5">
                                    <a:lumMod val="75000"/>
                                  </a:schemeClr>
                                </a:solidFill>
                                <a:latin typeface="Cambria Math" panose="02040503050406030204" pitchFamily="18" charset="0"/>
                              </a:rPr>
                              <m:t>3</m:t>
                            </m:r>
                          </m:sub>
                        </m:sSub>
                      </m:oMath>
                    </m:oMathPara>
                  </a14:m>
                  <a:endParaRPr lang="zh-CN" altLang="en-US" sz="2400" dirty="0">
                    <a:solidFill>
                      <a:schemeClr val="accent5">
                        <a:lumMod val="75000"/>
                      </a:schemeClr>
                    </a:solidFill>
                  </a:endParaRPr>
                </a:p>
              </p:txBody>
            </p:sp>
          </mc:Choice>
          <mc:Fallback xmlns="">
            <p:sp>
              <p:nvSpPr>
                <p:cNvPr id="207" name="文本框 206">
                  <a:extLst>
                    <a:ext uri="{FF2B5EF4-FFF2-40B4-BE49-F238E27FC236}">
                      <a16:creationId xmlns:a16="http://schemas.microsoft.com/office/drawing/2014/main" id="{0D16141F-1252-1473-73D7-E87BA5E8AEF4}"/>
                    </a:ext>
                  </a:extLst>
                </p:cNvPr>
                <p:cNvSpPr txBox="1">
                  <a:spLocks noRot="1" noChangeAspect="1" noMove="1" noResize="1" noEditPoints="1" noAdjustHandles="1" noChangeArrowheads="1" noChangeShapeType="1" noTextEdit="1"/>
                </p:cNvSpPr>
                <p:nvPr/>
              </p:nvSpPr>
              <p:spPr>
                <a:xfrm>
                  <a:off x="8748000" y="5940000"/>
                  <a:ext cx="576000" cy="360000"/>
                </a:xfrm>
                <a:prstGeom prst="rect">
                  <a:avLst/>
                </a:prstGeom>
                <a:blipFill>
                  <a:blip r:embed="rId20"/>
                  <a:stretch>
                    <a:fillRect b="-169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8" name="文本框 207">
                  <a:extLst>
                    <a:ext uri="{FF2B5EF4-FFF2-40B4-BE49-F238E27FC236}">
                      <a16:creationId xmlns:a16="http://schemas.microsoft.com/office/drawing/2014/main" id="{7528B4B5-F503-C1B2-AB8C-6F8533BCD877}"/>
                    </a:ext>
                  </a:extLst>
                </p:cNvPr>
                <p:cNvSpPr txBox="1"/>
                <p:nvPr/>
              </p:nvSpPr>
              <p:spPr>
                <a:xfrm>
                  <a:off x="9720000" y="648000"/>
                  <a:ext cx="576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5 </m:t>
                        </m:r>
                        <m:r>
                          <m:rPr>
                            <m:sty m:val="p"/>
                          </m:rPr>
                          <a:rPr lang="en-US" altLang="zh-CN" sz="2400" b="0" i="0" smtClean="0">
                            <a:solidFill>
                              <a:schemeClr val="accent5">
                                <a:lumMod val="75000"/>
                              </a:schemeClr>
                            </a:solidFill>
                            <a:latin typeface="Cambria Math" panose="02040503050406030204" pitchFamily="18" charset="0"/>
                          </a:rPr>
                          <m:t>V</m:t>
                        </m:r>
                      </m:oMath>
                    </m:oMathPara>
                  </a14:m>
                  <a:endParaRPr lang="zh-CN" altLang="en-US" sz="2400" dirty="0">
                    <a:solidFill>
                      <a:schemeClr val="accent5">
                        <a:lumMod val="75000"/>
                      </a:schemeClr>
                    </a:solidFill>
                  </a:endParaRPr>
                </a:p>
              </p:txBody>
            </p:sp>
          </mc:Choice>
          <mc:Fallback xmlns="">
            <p:sp>
              <p:nvSpPr>
                <p:cNvPr id="208" name="文本框 207">
                  <a:extLst>
                    <a:ext uri="{FF2B5EF4-FFF2-40B4-BE49-F238E27FC236}">
                      <a16:creationId xmlns:a16="http://schemas.microsoft.com/office/drawing/2014/main" id="{7528B4B5-F503-C1B2-AB8C-6F8533BCD877}"/>
                    </a:ext>
                  </a:extLst>
                </p:cNvPr>
                <p:cNvSpPr txBox="1">
                  <a:spLocks noRot="1" noChangeAspect="1" noMove="1" noResize="1" noEditPoints="1" noAdjustHandles="1" noChangeArrowheads="1" noChangeShapeType="1" noTextEdit="1"/>
                </p:cNvSpPr>
                <p:nvPr/>
              </p:nvSpPr>
              <p:spPr>
                <a:xfrm>
                  <a:off x="9720000" y="648000"/>
                  <a:ext cx="576000" cy="360000"/>
                </a:xfrm>
                <a:prstGeom prst="rect">
                  <a:avLst/>
                </a:prstGeom>
                <a:blipFill>
                  <a:blip r:embed="rId21"/>
                  <a:stretch>
                    <a:fillRect l="-5263" r="-5263" b="-11864"/>
                  </a:stretch>
                </a:blipFill>
              </p:spPr>
              <p:txBody>
                <a:bodyPr/>
                <a:lstStyle/>
                <a:p>
                  <a:r>
                    <a:rPr lang="zh-CN" altLang="en-US">
                      <a:noFill/>
                    </a:rPr>
                    <a:t> </a:t>
                  </a:r>
                </a:p>
              </p:txBody>
            </p:sp>
          </mc:Fallback>
        </mc:AlternateContent>
        <p:sp>
          <p:nvSpPr>
            <p:cNvPr id="209" name="文本框 208">
              <a:extLst>
                <a:ext uri="{FF2B5EF4-FFF2-40B4-BE49-F238E27FC236}">
                  <a16:creationId xmlns:a16="http://schemas.microsoft.com/office/drawing/2014/main" id="{532819BB-F32C-3F7C-2B81-5425D0ADF152}"/>
                </a:ext>
              </a:extLst>
            </p:cNvPr>
            <p:cNvSpPr txBox="1"/>
            <p:nvPr/>
          </p:nvSpPr>
          <p:spPr>
            <a:xfrm>
              <a:off x="11412000" y="2448000"/>
              <a:ext cx="648000" cy="646331"/>
            </a:xfrm>
            <a:prstGeom prst="rect">
              <a:avLst/>
            </a:prstGeom>
            <a:noFill/>
          </p:spPr>
          <p:txBody>
            <a:bodyPr wrap="square">
              <a:spAutoFit/>
            </a:bodyPr>
            <a:lstStyle/>
            <a:p>
              <a:pPr algn="ctr"/>
              <a:r>
                <a:rPr kumimoji="1" lang="zh-CN" altLang="en-US" dirty="0">
                  <a:solidFill>
                    <a:srgbClr val="0000FF"/>
                  </a:solidFill>
                  <a:latin typeface="微软雅黑" panose="020B0503020204020204" pitchFamily="34" charset="-122"/>
                  <a:ea typeface="微软雅黑" panose="020B0503020204020204" pitchFamily="34" charset="-122"/>
                </a:rPr>
                <a:t>存储</a:t>
              </a:r>
              <a:endParaRPr kumimoji="1" lang="en-US" altLang="zh-CN" dirty="0">
                <a:solidFill>
                  <a:srgbClr val="0000FF"/>
                </a:solidFill>
                <a:latin typeface="微软雅黑" panose="020B0503020204020204" pitchFamily="34" charset="-122"/>
                <a:ea typeface="微软雅黑" panose="020B0503020204020204" pitchFamily="34" charset="-122"/>
              </a:endParaRPr>
            </a:p>
            <a:p>
              <a:pPr algn="ctr"/>
              <a:r>
                <a:rPr kumimoji="1" lang="zh-CN" altLang="en-US" dirty="0">
                  <a:solidFill>
                    <a:srgbClr val="0000FF"/>
                  </a:solidFill>
                  <a:latin typeface="微软雅黑" panose="020B0503020204020204" pitchFamily="34" charset="-122"/>
                  <a:ea typeface="微软雅黑" panose="020B0503020204020204" pitchFamily="34" charset="-122"/>
                </a:rPr>
                <a:t>阵列</a:t>
              </a:r>
              <a:endParaRPr lang="zh-CN" altLang="en-US" dirty="0">
                <a:solidFill>
                  <a:srgbClr val="0000FF"/>
                </a:solidFill>
              </a:endParaRPr>
            </a:p>
          </p:txBody>
        </p:sp>
        <p:cxnSp>
          <p:nvCxnSpPr>
            <p:cNvPr id="210" name="直接连接符 209">
              <a:extLst>
                <a:ext uri="{FF2B5EF4-FFF2-40B4-BE49-F238E27FC236}">
                  <a16:creationId xmlns:a16="http://schemas.microsoft.com/office/drawing/2014/main" id="{7B56791E-6881-A308-9C9E-0CB022F218E6}"/>
                </a:ext>
              </a:extLst>
            </p:cNvPr>
            <p:cNvCxnSpPr>
              <a:cxnSpLocks/>
            </p:cNvCxnSpPr>
            <p:nvPr/>
          </p:nvCxnSpPr>
          <p:spPr>
            <a:xfrm flipH="1">
              <a:off x="11340000" y="2916000"/>
              <a:ext cx="144000" cy="108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211" name="文本框 210">
              <a:extLst>
                <a:ext uri="{FF2B5EF4-FFF2-40B4-BE49-F238E27FC236}">
                  <a16:creationId xmlns:a16="http://schemas.microsoft.com/office/drawing/2014/main" id="{453B1B2B-E931-5C3D-D38B-08DAF19B05EC}"/>
                </a:ext>
              </a:extLst>
            </p:cNvPr>
            <p:cNvSpPr txBox="1"/>
            <p:nvPr/>
          </p:nvSpPr>
          <p:spPr>
            <a:xfrm>
              <a:off x="11412000" y="4608000"/>
              <a:ext cx="648000" cy="900000"/>
            </a:xfrm>
            <a:prstGeom prst="rect">
              <a:avLst/>
            </a:prstGeom>
            <a:noFill/>
          </p:spPr>
          <p:txBody>
            <a:bodyPr wrap="square">
              <a:spAutoFit/>
            </a:bodyPr>
            <a:lstStyle/>
            <a:p>
              <a:pPr algn="ctr"/>
              <a:r>
                <a:rPr kumimoji="1" lang="zh-CN" altLang="en-US" dirty="0">
                  <a:solidFill>
                    <a:srgbClr val="0000FF"/>
                  </a:solidFill>
                  <a:latin typeface="微软雅黑" panose="020B0503020204020204" pitchFamily="34" charset="-122"/>
                  <a:ea typeface="微软雅黑" panose="020B0503020204020204" pitchFamily="34" charset="-122"/>
                </a:rPr>
                <a:t>输出控制电路</a:t>
              </a:r>
              <a:endParaRPr lang="zh-CN" altLang="en-US" dirty="0">
                <a:solidFill>
                  <a:srgbClr val="0000FF"/>
                </a:solidFill>
              </a:endParaRPr>
            </a:p>
          </p:txBody>
        </p:sp>
        <p:cxnSp>
          <p:nvCxnSpPr>
            <p:cNvPr id="212" name="直接连接符 211">
              <a:extLst>
                <a:ext uri="{FF2B5EF4-FFF2-40B4-BE49-F238E27FC236}">
                  <a16:creationId xmlns:a16="http://schemas.microsoft.com/office/drawing/2014/main" id="{43F2DF29-1223-38FC-3132-A2B938B4DA09}"/>
                </a:ext>
              </a:extLst>
            </p:cNvPr>
            <p:cNvCxnSpPr>
              <a:cxnSpLocks/>
            </p:cNvCxnSpPr>
            <p:nvPr/>
          </p:nvCxnSpPr>
          <p:spPr>
            <a:xfrm flipH="1">
              <a:off x="11340000" y="5148000"/>
              <a:ext cx="144000" cy="144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213" name="文本框 212">
              <a:extLst>
                <a:ext uri="{FF2B5EF4-FFF2-40B4-BE49-F238E27FC236}">
                  <a16:creationId xmlns:a16="http://schemas.microsoft.com/office/drawing/2014/main" id="{70451E47-1E03-5D22-1833-5E6D67C0CB42}"/>
                </a:ext>
              </a:extLst>
            </p:cNvPr>
            <p:cNvSpPr txBox="1"/>
            <p:nvPr/>
          </p:nvSpPr>
          <p:spPr>
            <a:xfrm>
              <a:off x="7307999" y="1332000"/>
              <a:ext cx="720000" cy="360000"/>
            </a:xfrm>
            <a:prstGeom prst="rect">
              <a:avLst/>
            </a:prstGeom>
            <a:noFill/>
          </p:spPr>
          <p:txBody>
            <a:bodyPr wrap="square">
              <a:spAutoFit/>
            </a:bodyPr>
            <a:lstStyle/>
            <a:p>
              <a:pPr algn="ctr"/>
              <a:r>
                <a:rPr kumimoji="1" lang="zh-CN" altLang="en-US" dirty="0">
                  <a:solidFill>
                    <a:srgbClr val="0000FF"/>
                  </a:solidFill>
                  <a:latin typeface="微软雅黑" panose="020B0503020204020204" pitchFamily="34" charset="-122"/>
                  <a:ea typeface="微软雅黑" panose="020B0503020204020204" pitchFamily="34" charset="-122"/>
                </a:rPr>
                <a:t>字线</a:t>
              </a:r>
              <a:endParaRPr lang="zh-CN" altLang="en-US" dirty="0">
                <a:solidFill>
                  <a:srgbClr val="0000FF"/>
                </a:solidFill>
              </a:endParaRPr>
            </a:p>
          </p:txBody>
        </p:sp>
        <p:sp>
          <p:nvSpPr>
            <p:cNvPr id="214" name="弧形 213">
              <a:extLst>
                <a:ext uri="{FF2B5EF4-FFF2-40B4-BE49-F238E27FC236}">
                  <a16:creationId xmlns:a16="http://schemas.microsoft.com/office/drawing/2014/main" id="{3D1840DC-4204-57F9-CC8D-00542426A46C}"/>
                </a:ext>
              </a:extLst>
            </p:cNvPr>
            <p:cNvSpPr/>
            <p:nvPr/>
          </p:nvSpPr>
          <p:spPr>
            <a:xfrm rot="20968556">
              <a:off x="7576717" y="1566199"/>
              <a:ext cx="653841" cy="2248933"/>
            </a:xfrm>
            <a:prstGeom prst="arc">
              <a:avLst>
                <a:gd name="adj1" fmla="val 16632329"/>
                <a:gd name="adj2" fmla="val 20871880"/>
              </a:avLst>
            </a:prstGeom>
            <a:ln w="127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5" name="文本框 214">
              <a:extLst>
                <a:ext uri="{FF2B5EF4-FFF2-40B4-BE49-F238E27FC236}">
                  <a16:creationId xmlns:a16="http://schemas.microsoft.com/office/drawing/2014/main" id="{76BD5A9F-A024-E1AA-F3C9-235DA2E9AFFF}"/>
                </a:ext>
              </a:extLst>
            </p:cNvPr>
            <p:cNvSpPr txBox="1"/>
            <p:nvPr/>
          </p:nvSpPr>
          <p:spPr>
            <a:xfrm>
              <a:off x="8028000" y="1260000"/>
              <a:ext cx="720000" cy="360000"/>
            </a:xfrm>
            <a:prstGeom prst="rect">
              <a:avLst/>
            </a:prstGeom>
            <a:noFill/>
          </p:spPr>
          <p:txBody>
            <a:bodyPr wrap="square">
              <a:spAutoFit/>
            </a:bodyPr>
            <a:lstStyle/>
            <a:p>
              <a:pPr algn="ctr"/>
              <a:r>
                <a:rPr kumimoji="1" lang="zh-CN" altLang="en-US" dirty="0">
                  <a:solidFill>
                    <a:srgbClr val="0000FF"/>
                  </a:solidFill>
                  <a:latin typeface="微软雅黑" panose="020B0503020204020204" pitchFamily="34" charset="-122"/>
                  <a:ea typeface="微软雅黑" panose="020B0503020204020204" pitchFamily="34" charset="-122"/>
                </a:rPr>
                <a:t>位线</a:t>
              </a:r>
              <a:endParaRPr lang="zh-CN" altLang="en-US" dirty="0">
                <a:solidFill>
                  <a:srgbClr val="0000FF"/>
                </a:solidFill>
              </a:endParaRPr>
            </a:p>
          </p:txBody>
        </p:sp>
        <p:sp>
          <p:nvSpPr>
            <p:cNvPr id="216" name="弧形 215">
              <a:extLst>
                <a:ext uri="{FF2B5EF4-FFF2-40B4-BE49-F238E27FC236}">
                  <a16:creationId xmlns:a16="http://schemas.microsoft.com/office/drawing/2014/main" id="{6D3E408F-0941-8B60-C7AB-34F86F63E781}"/>
                </a:ext>
              </a:extLst>
            </p:cNvPr>
            <p:cNvSpPr/>
            <p:nvPr/>
          </p:nvSpPr>
          <p:spPr>
            <a:xfrm rot="19275396" flipH="1">
              <a:off x="8496000" y="900000"/>
              <a:ext cx="653841" cy="1056765"/>
            </a:xfrm>
            <a:prstGeom prst="arc">
              <a:avLst>
                <a:gd name="adj1" fmla="val 20563246"/>
                <a:gd name="adj2" fmla="val 4314086"/>
              </a:avLst>
            </a:prstGeom>
            <a:ln w="127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17" name="文本框 216">
                  <a:extLst>
                    <a:ext uri="{FF2B5EF4-FFF2-40B4-BE49-F238E27FC236}">
                      <a16:creationId xmlns:a16="http://schemas.microsoft.com/office/drawing/2014/main" id="{112A51F4-4C28-DECF-120C-31548D5F5E2D}"/>
                    </a:ext>
                  </a:extLst>
                </p:cNvPr>
                <p:cNvSpPr txBox="1"/>
                <p:nvPr/>
              </p:nvSpPr>
              <p:spPr>
                <a:xfrm>
                  <a:off x="6372000" y="2952000"/>
                  <a:ext cx="53856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217" name="文本框 216">
                  <a:extLst>
                    <a:ext uri="{FF2B5EF4-FFF2-40B4-BE49-F238E27FC236}">
                      <a16:creationId xmlns:a16="http://schemas.microsoft.com/office/drawing/2014/main" id="{112A51F4-4C28-DECF-120C-31548D5F5E2D}"/>
                    </a:ext>
                  </a:extLst>
                </p:cNvPr>
                <p:cNvSpPr txBox="1">
                  <a:spLocks noRot="1" noChangeAspect="1" noMove="1" noResize="1" noEditPoints="1" noAdjustHandles="1" noChangeArrowheads="1" noChangeShapeType="1" noTextEdit="1"/>
                </p:cNvSpPr>
                <p:nvPr/>
              </p:nvSpPr>
              <p:spPr>
                <a:xfrm>
                  <a:off x="6372000" y="2952000"/>
                  <a:ext cx="538560" cy="369332"/>
                </a:xfrm>
                <a:prstGeom prst="rect">
                  <a:avLst/>
                </a:prstGeom>
                <a:blipFill>
                  <a:blip r:embed="rId22"/>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8" name="文本框 217">
                  <a:extLst>
                    <a:ext uri="{FF2B5EF4-FFF2-40B4-BE49-F238E27FC236}">
                      <a16:creationId xmlns:a16="http://schemas.microsoft.com/office/drawing/2014/main" id="{E7491DF4-F9E4-736A-627B-75129BC4987D}"/>
                    </a:ext>
                  </a:extLst>
                </p:cNvPr>
                <p:cNvSpPr txBox="1"/>
                <p:nvPr/>
              </p:nvSpPr>
              <p:spPr>
                <a:xfrm>
                  <a:off x="6372000" y="3780000"/>
                  <a:ext cx="53856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A</m:t>
                            </m:r>
                          </m:e>
                          <m:sub>
                            <m:r>
                              <a:rPr lang="en-US" altLang="zh-CN" sz="2400" b="0" i="1" smtClean="0">
                                <a:solidFill>
                                  <a:schemeClr val="tx1"/>
                                </a:solidFill>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218" name="文本框 217">
                  <a:extLst>
                    <a:ext uri="{FF2B5EF4-FFF2-40B4-BE49-F238E27FC236}">
                      <a16:creationId xmlns:a16="http://schemas.microsoft.com/office/drawing/2014/main" id="{E7491DF4-F9E4-736A-627B-75129BC4987D}"/>
                    </a:ext>
                  </a:extLst>
                </p:cNvPr>
                <p:cNvSpPr txBox="1">
                  <a:spLocks noRot="1" noChangeAspect="1" noMove="1" noResize="1" noEditPoints="1" noAdjustHandles="1" noChangeArrowheads="1" noChangeShapeType="1" noTextEdit="1"/>
                </p:cNvSpPr>
                <p:nvPr/>
              </p:nvSpPr>
              <p:spPr>
                <a:xfrm>
                  <a:off x="6372000" y="3780000"/>
                  <a:ext cx="538560" cy="369332"/>
                </a:xfrm>
                <a:prstGeom prst="rect">
                  <a:avLst/>
                </a:prstGeom>
                <a:blipFill>
                  <a:blip r:embed="rId23"/>
                  <a:stretch>
                    <a:fillRect l="-1124" b="-13115"/>
                  </a:stretch>
                </a:blipFill>
              </p:spPr>
              <p:txBody>
                <a:bodyPr/>
                <a:lstStyle/>
                <a:p>
                  <a:r>
                    <a:rPr lang="zh-CN" altLang="en-US">
                      <a:noFill/>
                    </a:rPr>
                    <a:t> </a:t>
                  </a:r>
                </a:p>
              </p:txBody>
            </p:sp>
          </mc:Fallback>
        </mc:AlternateContent>
        <p:sp>
          <p:nvSpPr>
            <p:cNvPr id="219" name="文本框 218">
              <a:extLst>
                <a:ext uri="{FF2B5EF4-FFF2-40B4-BE49-F238E27FC236}">
                  <a16:creationId xmlns:a16="http://schemas.microsoft.com/office/drawing/2014/main" id="{C4CDC2C6-63BA-676E-B22E-C929A7884F25}"/>
                </a:ext>
              </a:extLst>
            </p:cNvPr>
            <p:cNvSpPr txBox="1"/>
            <p:nvPr/>
          </p:nvSpPr>
          <p:spPr>
            <a:xfrm>
              <a:off x="6444000" y="1800000"/>
              <a:ext cx="1224000" cy="360000"/>
            </a:xfrm>
            <a:prstGeom prst="rect">
              <a:avLst/>
            </a:prstGeom>
            <a:noFill/>
          </p:spPr>
          <p:txBody>
            <a:bodyPr wrap="square">
              <a:spAutoFit/>
            </a:bodyPr>
            <a:lstStyle/>
            <a:p>
              <a:pPr algn="ctr"/>
              <a:r>
                <a:rPr kumimoji="1" lang="zh-CN" altLang="en-US" dirty="0">
                  <a:solidFill>
                    <a:srgbClr val="0000FF"/>
                  </a:solidFill>
                  <a:latin typeface="微软雅黑" panose="020B0503020204020204" pitchFamily="34" charset="-122"/>
                  <a:ea typeface="微软雅黑" panose="020B0503020204020204" pitchFamily="34" charset="-122"/>
                </a:rPr>
                <a:t>地址译码</a:t>
              </a:r>
              <a:endParaRPr lang="zh-CN" altLang="en-US" dirty="0">
                <a:solidFill>
                  <a:srgbClr val="0000FF"/>
                </a:solidFill>
              </a:endParaRPr>
            </a:p>
          </p:txBody>
        </p:sp>
        <p:cxnSp>
          <p:nvCxnSpPr>
            <p:cNvPr id="220" name="直接连接符 219">
              <a:extLst>
                <a:ext uri="{FF2B5EF4-FFF2-40B4-BE49-F238E27FC236}">
                  <a16:creationId xmlns:a16="http://schemas.microsoft.com/office/drawing/2014/main" id="{73EF3738-AE59-6FBD-DC73-C1177203EC76}"/>
                </a:ext>
              </a:extLst>
            </p:cNvPr>
            <p:cNvCxnSpPr>
              <a:cxnSpLocks/>
            </p:cNvCxnSpPr>
            <p:nvPr/>
          </p:nvCxnSpPr>
          <p:spPr>
            <a:xfrm flipV="1">
              <a:off x="9684000" y="1260000"/>
              <a:ext cx="0" cy="46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1" name="矩形 220">
              <a:extLst>
                <a:ext uri="{FF2B5EF4-FFF2-40B4-BE49-F238E27FC236}">
                  <a16:creationId xmlns:a16="http://schemas.microsoft.com/office/drawing/2014/main" id="{05AF605C-9A3B-563B-8460-70EFF598061C}"/>
                </a:ext>
              </a:extLst>
            </p:cNvPr>
            <p:cNvSpPr/>
            <p:nvPr/>
          </p:nvSpPr>
          <p:spPr>
            <a:xfrm>
              <a:off x="9612000" y="1368000"/>
              <a:ext cx="144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22" name="直接连接符 221">
              <a:extLst>
                <a:ext uri="{FF2B5EF4-FFF2-40B4-BE49-F238E27FC236}">
                  <a16:creationId xmlns:a16="http://schemas.microsoft.com/office/drawing/2014/main" id="{94697B02-A342-4AE2-7B75-F91CF0977287}"/>
                </a:ext>
              </a:extLst>
            </p:cNvPr>
            <p:cNvCxnSpPr>
              <a:cxnSpLocks/>
            </p:cNvCxnSpPr>
            <p:nvPr/>
          </p:nvCxnSpPr>
          <p:spPr>
            <a:xfrm flipV="1">
              <a:off x="10332000" y="1260000"/>
              <a:ext cx="0" cy="46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3" name="矩形 222">
              <a:extLst>
                <a:ext uri="{FF2B5EF4-FFF2-40B4-BE49-F238E27FC236}">
                  <a16:creationId xmlns:a16="http://schemas.microsoft.com/office/drawing/2014/main" id="{63041792-6350-CEF3-9474-29A69830CD3F}"/>
                </a:ext>
              </a:extLst>
            </p:cNvPr>
            <p:cNvSpPr/>
            <p:nvPr/>
          </p:nvSpPr>
          <p:spPr>
            <a:xfrm>
              <a:off x="10260000" y="1368000"/>
              <a:ext cx="144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24" name="直接连接符 223">
              <a:extLst>
                <a:ext uri="{FF2B5EF4-FFF2-40B4-BE49-F238E27FC236}">
                  <a16:creationId xmlns:a16="http://schemas.microsoft.com/office/drawing/2014/main" id="{509BBBE5-C8FB-09EC-5D3E-49ACAF10693B}"/>
                </a:ext>
              </a:extLst>
            </p:cNvPr>
            <p:cNvCxnSpPr>
              <a:cxnSpLocks/>
            </p:cNvCxnSpPr>
            <p:nvPr/>
          </p:nvCxnSpPr>
          <p:spPr>
            <a:xfrm flipV="1">
              <a:off x="10980000" y="1260000"/>
              <a:ext cx="0" cy="46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5" name="矩形 224">
              <a:extLst>
                <a:ext uri="{FF2B5EF4-FFF2-40B4-BE49-F238E27FC236}">
                  <a16:creationId xmlns:a16="http://schemas.microsoft.com/office/drawing/2014/main" id="{65346DE7-6A53-F9D3-A521-9F855F720C93}"/>
                </a:ext>
              </a:extLst>
            </p:cNvPr>
            <p:cNvSpPr/>
            <p:nvPr/>
          </p:nvSpPr>
          <p:spPr>
            <a:xfrm>
              <a:off x="10908000" y="1368000"/>
              <a:ext cx="144000" cy="432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nvGrpSpPr>
            <p:cNvPr id="226" name="组合 225">
              <a:extLst>
                <a:ext uri="{FF2B5EF4-FFF2-40B4-BE49-F238E27FC236}">
                  <a16:creationId xmlns:a16="http://schemas.microsoft.com/office/drawing/2014/main" id="{5B04D540-77B5-4DBF-5D17-50E242975515}"/>
                </a:ext>
              </a:extLst>
            </p:cNvPr>
            <p:cNvGrpSpPr/>
            <p:nvPr/>
          </p:nvGrpSpPr>
          <p:grpSpPr>
            <a:xfrm>
              <a:off x="9738000" y="2016000"/>
              <a:ext cx="648000" cy="648000"/>
              <a:chOff x="8442000" y="2016000"/>
              <a:chExt cx="648000" cy="648000"/>
            </a:xfrm>
          </p:grpSpPr>
          <p:grpSp>
            <p:nvGrpSpPr>
              <p:cNvPr id="303" name="组合 302">
                <a:extLst>
                  <a:ext uri="{FF2B5EF4-FFF2-40B4-BE49-F238E27FC236}">
                    <a16:creationId xmlns:a16="http://schemas.microsoft.com/office/drawing/2014/main" id="{8EBF3E6F-D290-BF35-4DCE-DC08C9AD580F}"/>
                  </a:ext>
                </a:extLst>
              </p:cNvPr>
              <p:cNvGrpSpPr/>
              <p:nvPr/>
            </p:nvGrpSpPr>
            <p:grpSpPr>
              <a:xfrm rot="-8100000">
                <a:off x="8586000" y="2232000"/>
                <a:ext cx="360000" cy="216000"/>
                <a:chOff x="8604000" y="2178000"/>
                <a:chExt cx="360000" cy="198000"/>
              </a:xfrm>
            </p:grpSpPr>
            <p:sp>
              <p:nvSpPr>
                <p:cNvPr id="307" name="等腰三角形 306">
                  <a:extLst>
                    <a:ext uri="{FF2B5EF4-FFF2-40B4-BE49-F238E27FC236}">
                      <a16:creationId xmlns:a16="http://schemas.microsoft.com/office/drawing/2014/main" id="{BBFC7462-6CE6-C5C9-290C-01C5DAE5DCEF}"/>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308" name="直接连接符 307">
                  <a:extLst>
                    <a:ext uri="{FF2B5EF4-FFF2-40B4-BE49-F238E27FC236}">
                      <a16:creationId xmlns:a16="http://schemas.microsoft.com/office/drawing/2014/main" id="{2494398D-CD89-9488-3777-1C472E251930}"/>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4" name="直接连接符 303">
                <a:extLst>
                  <a:ext uri="{FF2B5EF4-FFF2-40B4-BE49-F238E27FC236}">
                    <a16:creationId xmlns:a16="http://schemas.microsoft.com/office/drawing/2014/main" id="{BAC2E1C0-A078-10DE-F184-96A663131952}"/>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5" name="椭圆 304">
                <a:extLst>
                  <a:ext uri="{FF2B5EF4-FFF2-40B4-BE49-F238E27FC236}">
                    <a16:creationId xmlns:a16="http://schemas.microsoft.com/office/drawing/2014/main" id="{FCCEEA5C-E2A9-23B7-1878-4B20CC28CFC2}"/>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6" name="椭圆 305">
                <a:extLst>
                  <a:ext uri="{FF2B5EF4-FFF2-40B4-BE49-F238E27FC236}">
                    <a16:creationId xmlns:a16="http://schemas.microsoft.com/office/drawing/2014/main" id="{432FAF40-9F85-3FD8-C928-30573E6CA5A7}"/>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7" name="组合 226">
              <a:extLst>
                <a:ext uri="{FF2B5EF4-FFF2-40B4-BE49-F238E27FC236}">
                  <a16:creationId xmlns:a16="http://schemas.microsoft.com/office/drawing/2014/main" id="{8DA8A1BF-073E-CAA1-8D56-02A5CB7815D0}"/>
                </a:ext>
              </a:extLst>
            </p:cNvPr>
            <p:cNvGrpSpPr/>
            <p:nvPr/>
          </p:nvGrpSpPr>
          <p:grpSpPr>
            <a:xfrm>
              <a:off x="10386000" y="2016000"/>
              <a:ext cx="648000" cy="648000"/>
              <a:chOff x="8442000" y="2016000"/>
              <a:chExt cx="648000" cy="648000"/>
            </a:xfrm>
          </p:grpSpPr>
          <p:grpSp>
            <p:nvGrpSpPr>
              <p:cNvPr id="297" name="组合 296">
                <a:extLst>
                  <a:ext uri="{FF2B5EF4-FFF2-40B4-BE49-F238E27FC236}">
                    <a16:creationId xmlns:a16="http://schemas.microsoft.com/office/drawing/2014/main" id="{77F43EB8-620C-229C-9EDB-CFD9BA7A655D}"/>
                  </a:ext>
                </a:extLst>
              </p:cNvPr>
              <p:cNvGrpSpPr/>
              <p:nvPr/>
            </p:nvGrpSpPr>
            <p:grpSpPr>
              <a:xfrm rot="-8100000">
                <a:off x="8586000" y="2232000"/>
                <a:ext cx="360000" cy="216000"/>
                <a:chOff x="8604000" y="2178000"/>
                <a:chExt cx="360000" cy="198000"/>
              </a:xfrm>
            </p:grpSpPr>
            <p:sp>
              <p:nvSpPr>
                <p:cNvPr id="301" name="等腰三角形 300">
                  <a:extLst>
                    <a:ext uri="{FF2B5EF4-FFF2-40B4-BE49-F238E27FC236}">
                      <a16:creationId xmlns:a16="http://schemas.microsoft.com/office/drawing/2014/main" id="{374D5474-EB7F-D6F0-0D2D-D1AF7860E0CD}"/>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302" name="直接连接符 301">
                  <a:extLst>
                    <a:ext uri="{FF2B5EF4-FFF2-40B4-BE49-F238E27FC236}">
                      <a16:creationId xmlns:a16="http://schemas.microsoft.com/office/drawing/2014/main" id="{DA5E167A-6870-6374-70F2-0D247E43BFA5}"/>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98" name="直接连接符 297">
                <a:extLst>
                  <a:ext uri="{FF2B5EF4-FFF2-40B4-BE49-F238E27FC236}">
                    <a16:creationId xmlns:a16="http://schemas.microsoft.com/office/drawing/2014/main" id="{65EBC6AE-BDD9-4BB2-D901-C7C4C2C14F5E}"/>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99" name="椭圆 298">
                <a:extLst>
                  <a:ext uri="{FF2B5EF4-FFF2-40B4-BE49-F238E27FC236}">
                    <a16:creationId xmlns:a16="http://schemas.microsoft.com/office/drawing/2014/main" id="{15C9B1B0-A75B-FF1A-C341-D7EE1C71A00B}"/>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0" name="椭圆 299">
                <a:extLst>
                  <a:ext uri="{FF2B5EF4-FFF2-40B4-BE49-F238E27FC236}">
                    <a16:creationId xmlns:a16="http://schemas.microsoft.com/office/drawing/2014/main" id="{45A50FB5-FC06-3586-C957-2B0372E8EBA8}"/>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8" name="组合 227">
              <a:extLst>
                <a:ext uri="{FF2B5EF4-FFF2-40B4-BE49-F238E27FC236}">
                  <a16:creationId xmlns:a16="http://schemas.microsoft.com/office/drawing/2014/main" id="{6B6EB194-F482-FD48-285A-6061E5FAD5E8}"/>
                </a:ext>
              </a:extLst>
            </p:cNvPr>
            <p:cNvGrpSpPr/>
            <p:nvPr/>
          </p:nvGrpSpPr>
          <p:grpSpPr>
            <a:xfrm>
              <a:off x="10386000" y="2664000"/>
              <a:ext cx="648000" cy="648000"/>
              <a:chOff x="8442000" y="2016000"/>
              <a:chExt cx="648000" cy="648000"/>
            </a:xfrm>
          </p:grpSpPr>
          <p:grpSp>
            <p:nvGrpSpPr>
              <p:cNvPr id="291" name="组合 290">
                <a:extLst>
                  <a:ext uri="{FF2B5EF4-FFF2-40B4-BE49-F238E27FC236}">
                    <a16:creationId xmlns:a16="http://schemas.microsoft.com/office/drawing/2014/main" id="{B0994192-22C9-243D-49C6-72D6090313C0}"/>
                  </a:ext>
                </a:extLst>
              </p:cNvPr>
              <p:cNvGrpSpPr/>
              <p:nvPr/>
            </p:nvGrpSpPr>
            <p:grpSpPr>
              <a:xfrm rot="-8100000">
                <a:off x="8586000" y="2232000"/>
                <a:ext cx="360000" cy="216000"/>
                <a:chOff x="8604000" y="2178000"/>
                <a:chExt cx="360000" cy="198000"/>
              </a:xfrm>
            </p:grpSpPr>
            <p:sp>
              <p:nvSpPr>
                <p:cNvPr id="295" name="等腰三角形 294">
                  <a:extLst>
                    <a:ext uri="{FF2B5EF4-FFF2-40B4-BE49-F238E27FC236}">
                      <a16:creationId xmlns:a16="http://schemas.microsoft.com/office/drawing/2014/main" id="{1C7A3BF4-BD47-B640-AC3A-ECF0B82E593D}"/>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96" name="直接连接符 295">
                  <a:extLst>
                    <a:ext uri="{FF2B5EF4-FFF2-40B4-BE49-F238E27FC236}">
                      <a16:creationId xmlns:a16="http://schemas.microsoft.com/office/drawing/2014/main" id="{F95AE9CF-3125-7673-09B6-B1DA87D7A4AB}"/>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92" name="直接连接符 291">
                <a:extLst>
                  <a:ext uri="{FF2B5EF4-FFF2-40B4-BE49-F238E27FC236}">
                    <a16:creationId xmlns:a16="http://schemas.microsoft.com/office/drawing/2014/main" id="{9CA38246-F68F-CDA2-55FB-21712D9DD41A}"/>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93" name="椭圆 292">
                <a:extLst>
                  <a:ext uri="{FF2B5EF4-FFF2-40B4-BE49-F238E27FC236}">
                    <a16:creationId xmlns:a16="http://schemas.microsoft.com/office/drawing/2014/main" id="{DD5B9CF8-F967-1600-A298-BB01422CADD6}"/>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4" name="椭圆 293">
                <a:extLst>
                  <a:ext uri="{FF2B5EF4-FFF2-40B4-BE49-F238E27FC236}">
                    <a16:creationId xmlns:a16="http://schemas.microsoft.com/office/drawing/2014/main" id="{159FF484-580C-1E77-9E5D-59BAD2CE602A}"/>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9" name="组合 228">
              <a:extLst>
                <a:ext uri="{FF2B5EF4-FFF2-40B4-BE49-F238E27FC236}">
                  <a16:creationId xmlns:a16="http://schemas.microsoft.com/office/drawing/2014/main" id="{0746D0B3-E55B-4A09-567E-F5E6532E2F3A}"/>
                </a:ext>
              </a:extLst>
            </p:cNvPr>
            <p:cNvGrpSpPr/>
            <p:nvPr/>
          </p:nvGrpSpPr>
          <p:grpSpPr>
            <a:xfrm>
              <a:off x="9090000" y="2664000"/>
              <a:ext cx="648000" cy="648000"/>
              <a:chOff x="8442000" y="2016000"/>
              <a:chExt cx="648000" cy="648000"/>
            </a:xfrm>
          </p:grpSpPr>
          <p:grpSp>
            <p:nvGrpSpPr>
              <p:cNvPr id="285" name="组合 284">
                <a:extLst>
                  <a:ext uri="{FF2B5EF4-FFF2-40B4-BE49-F238E27FC236}">
                    <a16:creationId xmlns:a16="http://schemas.microsoft.com/office/drawing/2014/main" id="{C425871B-E2A5-A868-56A7-697E9B215635}"/>
                  </a:ext>
                </a:extLst>
              </p:cNvPr>
              <p:cNvGrpSpPr/>
              <p:nvPr/>
            </p:nvGrpSpPr>
            <p:grpSpPr>
              <a:xfrm rot="-8100000">
                <a:off x="8586000" y="2232000"/>
                <a:ext cx="360000" cy="216000"/>
                <a:chOff x="8604000" y="2178000"/>
                <a:chExt cx="360000" cy="198000"/>
              </a:xfrm>
            </p:grpSpPr>
            <p:sp>
              <p:nvSpPr>
                <p:cNvPr id="289" name="等腰三角形 288">
                  <a:extLst>
                    <a:ext uri="{FF2B5EF4-FFF2-40B4-BE49-F238E27FC236}">
                      <a16:creationId xmlns:a16="http://schemas.microsoft.com/office/drawing/2014/main" id="{8356CDAD-AEDE-8FFF-5DE0-A3BDF1BA3FE0}"/>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90" name="直接连接符 289">
                  <a:extLst>
                    <a:ext uri="{FF2B5EF4-FFF2-40B4-BE49-F238E27FC236}">
                      <a16:creationId xmlns:a16="http://schemas.microsoft.com/office/drawing/2014/main" id="{B30C6CCC-D051-8E48-1A60-3F41C8C44FC5}"/>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6" name="直接连接符 285">
                <a:extLst>
                  <a:ext uri="{FF2B5EF4-FFF2-40B4-BE49-F238E27FC236}">
                    <a16:creationId xmlns:a16="http://schemas.microsoft.com/office/drawing/2014/main" id="{D61C2C9E-CE33-900C-0A4E-413F7DB93EF7}"/>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7" name="椭圆 286">
                <a:extLst>
                  <a:ext uri="{FF2B5EF4-FFF2-40B4-BE49-F238E27FC236}">
                    <a16:creationId xmlns:a16="http://schemas.microsoft.com/office/drawing/2014/main" id="{61C47CA4-8FF3-E1D4-685B-67D8898CCAC7}"/>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8" name="椭圆 287">
                <a:extLst>
                  <a:ext uri="{FF2B5EF4-FFF2-40B4-BE49-F238E27FC236}">
                    <a16:creationId xmlns:a16="http://schemas.microsoft.com/office/drawing/2014/main" id="{A4D507EE-EF31-23D3-47CC-A1676CD0B86B}"/>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0" name="组合 229">
              <a:extLst>
                <a:ext uri="{FF2B5EF4-FFF2-40B4-BE49-F238E27FC236}">
                  <a16:creationId xmlns:a16="http://schemas.microsoft.com/office/drawing/2014/main" id="{33F81797-04CB-9A18-8775-4737EF65D033}"/>
                </a:ext>
              </a:extLst>
            </p:cNvPr>
            <p:cNvGrpSpPr/>
            <p:nvPr/>
          </p:nvGrpSpPr>
          <p:grpSpPr>
            <a:xfrm>
              <a:off x="8442000" y="2664000"/>
              <a:ext cx="648000" cy="648000"/>
              <a:chOff x="8442000" y="2016000"/>
              <a:chExt cx="648000" cy="648000"/>
            </a:xfrm>
          </p:grpSpPr>
          <p:grpSp>
            <p:nvGrpSpPr>
              <p:cNvPr id="279" name="组合 278">
                <a:extLst>
                  <a:ext uri="{FF2B5EF4-FFF2-40B4-BE49-F238E27FC236}">
                    <a16:creationId xmlns:a16="http://schemas.microsoft.com/office/drawing/2014/main" id="{0CB8B49E-D5F2-5548-7280-5D503DF26023}"/>
                  </a:ext>
                </a:extLst>
              </p:cNvPr>
              <p:cNvGrpSpPr/>
              <p:nvPr/>
            </p:nvGrpSpPr>
            <p:grpSpPr>
              <a:xfrm rot="-8100000">
                <a:off x="8586000" y="2232000"/>
                <a:ext cx="360000" cy="216000"/>
                <a:chOff x="8604000" y="2178000"/>
                <a:chExt cx="360000" cy="198000"/>
              </a:xfrm>
            </p:grpSpPr>
            <p:sp>
              <p:nvSpPr>
                <p:cNvPr id="283" name="等腰三角形 282">
                  <a:extLst>
                    <a:ext uri="{FF2B5EF4-FFF2-40B4-BE49-F238E27FC236}">
                      <a16:creationId xmlns:a16="http://schemas.microsoft.com/office/drawing/2014/main" id="{C100A304-DC3F-7A83-E57A-E8EE4F264756}"/>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84" name="直接连接符 283">
                  <a:extLst>
                    <a:ext uri="{FF2B5EF4-FFF2-40B4-BE49-F238E27FC236}">
                      <a16:creationId xmlns:a16="http://schemas.microsoft.com/office/drawing/2014/main" id="{6F2C109D-B94D-76BB-F657-FE913E492E01}"/>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0" name="直接连接符 279">
                <a:extLst>
                  <a:ext uri="{FF2B5EF4-FFF2-40B4-BE49-F238E27FC236}">
                    <a16:creationId xmlns:a16="http://schemas.microsoft.com/office/drawing/2014/main" id="{E407C7F2-01B7-A9FE-10E9-5BE951AA6B35}"/>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1" name="椭圆 280">
                <a:extLst>
                  <a:ext uri="{FF2B5EF4-FFF2-40B4-BE49-F238E27FC236}">
                    <a16:creationId xmlns:a16="http://schemas.microsoft.com/office/drawing/2014/main" id="{BEA4B790-1965-FDB5-CAFC-0D7B2D36FF32}"/>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2" name="椭圆 281">
                <a:extLst>
                  <a:ext uri="{FF2B5EF4-FFF2-40B4-BE49-F238E27FC236}">
                    <a16:creationId xmlns:a16="http://schemas.microsoft.com/office/drawing/2014/main" id="{6EA61AD0-61C6-DFF4-AFF4-04804C560259}"/>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1" name="组合 230">
              <a:extLst>
                <a:ext uri="{FF2B5EF4-FFF2-40B4-BE49-F238E27FC236}">
                  <a16:creationId xmlns:a16="http://schemas.microsoft.com/office/drawing/2014/main" id="{46B1EE94-E2EE-4738-488E-52912A12C656}"/>
                </a:ext>
              </a:extLst>
            </p:cNvPr>
            <p:cNvGrpSpPr/>
            <p:nvPr/>
          </p:nvGrpSpPr>
          <p:grpSpPr>
            <a:xfrm>
              <a:off x="9090000" y="3312000"/>
              <a:ext cx="648000" cy="648000"/>
              <a:chOff x="8442000" y="2016000"/>
              <a:chExt cx="648000" cy="648000"/>
            </a:xfrm>
          </p:grpSpPr>
          <p:grpSp>
            <p:nvGrpSpPr>
              <p:cNvPr id="273" name="组合 272">
                <a:extLst>
                  <a:ext uri="{FF2B5EF4-FFF2-40B4-BE49-F238E27FC236}">
                    <a16:creationId xmlns:a16="http://schemas.microsoft.com/office/drawing/2014/main" id="{0E88F178-A6EC-1933-C4DF-485DBBE9D8B4}"/>
                  </a:ext>
                </a:extLst>
              </p:cNvPr>
              <p:cNvGrpSpPr/>
              <p:nvPr/>
            </p:nvGrpSpPr>
            <p:grpSpPr>
              <a:xfrm rot="-8100000">
                <a:off x="8586000" y="2232000"/>
                <a:ext cx="360000" cy="216000"/>
                <a:chOff x="8604000" y="2178000"/>
                <a:chExt cx="360000" cy="198000"/>
              </a:xfrm>
            </p:grpSpPr>
            <p:sp>
              <p:nvSpPr>
                <p:cNvPr id="277" name="等腰三角形 276">
                  <a:extLst>
                    <a:ext uri="{FF2B5EF4-FFF2-40B4-BE49-F238E27FC236}">
                      <a16:creationId xmlns:a16="http://schemas.microsoft.com/office/drawing/2014/main" id="{646D7F24-6741-8957-6246-9F2BCAAB349D}"/>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78" name="直接连接符 277">
                  <a:extLst>
                    <a:ext uri="{FF2B5EF4-FFF2-40B4-BE49-F238E27FC236}">
                      <a16:creationId xmlns:a16="http://schemas.microsoft.com/office/drawing/2014/main" id="{12E78790-B09C-C627-2BB3-3A42E8DF21D3}"/>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74" name="直接连接符 273">
                <a:extLst>
                  <a:ext uri="{FF2B5EF4-FFF2-40B4-BE49-F238E27FC236}">
                    <a16:creationId xmlns:a16="http://schemas.microsoft.com/office/drawing/2014/main" id="{1C6328E2-C533-9D54-3F7B-96F0240D4760}"/>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5" name="椭圆 274">
                <a:extLst>
                  <a:ext uri="{FF2B5EF4-FFF2-40B4-BE49-F238E27FC236}">
                    <a16:creationId xmlns:a16="http://schemas.microsoft.com/office/drawing/2014/main" id="{1F3F8767-497C-C4F6-471C-50CB81584210}"/>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椭圆 275">
                <a:extLst>
                  <a:ext uri="{FF2B5EF4-FFF2-40B4-BE49-F238E27FC236}">
                    <a16:creationId xmlns:a16="http://schemas.microsoft.com/office/drawing/2014/main" id="{479ADA9D-9360-7834-B640-6723CD42A020}"/>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2" name="组合 231">
              <a:extLst>
                <a:ext uri="{FF2B5EF4-FFF2-40B4-BE49-F238E27FC236}">
                  <a16:creationId xmlns:a16="http://schemas.microsoft.com/office/drawing/2014/main" id="{D90E2ACE-6F5A-9EE3-9EC8-1EB848F1029E}"/>
                </a:ext>
              </a:extLst>
            </p:cNvPr>
            <p:cNvGrpSpPr/>
            <p:nvPr/>
          </p:nvGrpSpPr>
          <p:grpSpPr>
            <a:xfrm>
              <a:off x="8442000" y="3960000"/>
              <a:ext cx="648000" cy="648000"/>
              <a:chOff x="8442000" y="2016000"/>
              <a:chExt cx="648000" cy="648000"/>
            </a:xfrm>
          </p:grpSpPr>
          <p:grpSp>
            <p:nvGrpSpPr>
              <p:cNvPr id="267" name="组合 266">
                <a:extLst>
                  <a:ext uri="{FF2B5EF4-FFF2-40B4-BE49-F238E27FC236}">
                    <a16:creationId xmlns:a16="http://schemas.microsoft.com/office/drawing/2014/main" id="{13C05D3F-1D41-B1D5-FAAB-4C97BE73A0A7}"/>
                  </a:ext>
                </a:extLst>
              </p:cNvPr>
              <p:cNvGrpSpPr/>
              <p:nvPr/>
            </p:nvGrpSpPr>
            <p:grpSpPr>
              <a:xfrm rot="-8100000">
                <a:off x="8586000" y="2232000"/>
                <a:ext cx="360000" cy="216000"/>
                <a:chOff x="8604000" y="2178000"/>
                <a:chExt cx="360000" cy="198000"/>
              </a:xfrm>
            </p:grpSpPr>
            <p:sp>
              <p:nvSpPr>
                <p:cNvPr id="271" name="等腰三角形 270">
                  <a:extLst>
                    <a:ext uri="{FF2B5EF4-FFF2-40B4-BE49-F238E27FC236}">
                      <a16:creationId xmlns:a16="http://schemas.microsoft.com/office/drawing/2014/main" id="{E9135A46-F687-EBE5-E215-E04029C73464}"/>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72" name="直接连接符 271">
                  <a:extLst>
                    <a:ext uri="{FF2B5EF4-FFF2-40B4-BE49-F238E27FC236}">
                      <a16:creationId xmlns:a16="http://schemas.microsoft.com/office/drawing/2014/main" id="{2E974BF0-CD49-6ED7-97B2-B2D7E988427D}"/>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8" name="直接连接符 267">
                <a:extLst>
                  <a:ext uri="{FF2B5EF4-FFF2-40B4-BE49-F238E27FC236}">
                    <a16:creationId xmlns:a16="http://schemas.microsoft.com/office/drawing/2014/main" id="{646371BE-49F5-8FA2-C70A-27FDD8E4CA03}"/>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9" name="椭圆 268">
                <a:extLst>
                  <a:ext uri="{FF2B5EF4-FFF2-40B4-BE49-F238E27FC236}">
                    <a16:creationId xmlns:a16="http://schemas.microsoft.com/office/drawing/2014/main" id="{EF9DA7D9-6517-53DF-8F21-376FFE3786BC}"/>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椭圆 269">
                <a:extLst>
                  <a:ext uri="{FF2B5EF4-FFF2-40B4-BE49-F238E27FC236}">
                    <a16:creationId xmlns:a16="http://schemas.microsoft.com/office/drawing/2014/main" id="{762985D7-A68B-ECB6-0CE3-8BFE65163B9C}"/>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3" name="组合 232">
              <a:extLst>
                <a:ext uri="{FF2B5EF4-FFF2-40B4-BE49-F238E27FC236}">
                  <a16:creationId xmlns:a16="http://schemas.microsoft.com/office/drawing/2014/main" id="{8E55B8C7-F8C9-C67D-3A59-349756249D84}"/>
                </a:ext>
              </a:extLst>
            </p:cNvPr>
            <p:cNvGrpSpPr/>
            <p:nvPr/>
          </p:nvGrpSpPr>
          <p:grpSpPr>
            <a:xfrm>
              <a:off x="9090000" y="3960000"/>
              <a:ext cx="648000" cy="648000"/>
              <a:chOff x="8442000" y="2016000"/>
              <a:chExt cx="648000" cy="648000"/>
            </a:xfrm>
          </p:grpSpPr>
          <p:grpSp>
            <p:nvGrpSpPr>
              <p:cNvPr id="261" name="组合 260">
                <a:extLst>
                  <a:ext uri="{FF2B5EF4-FFF2-40B4-BE49-F238E27FC236}">
                    <a16:creationId xmlns:a16="http://schemas.microsoft.com/office/drawing/2014/main" id="{F9E2A888-A594-9573-9E98-3A4811ADCEB5}"/>
                  </a:ext>
                </a:extLst>
              </p:cNvPr>
              <p:cNvGrpSpPr/>
              <p:nvPr/>
            </p:nvGrpSpPr>
            <p:grpSpPr>
              <a:xfrm rot="-8100000">
                <a:off x="8586000" y="2232000"/>
                <a:ext cx="360000" cy="216000"/>
                <a:chOff x="8604000" y="2178000"/>
                <a:chExt cx="360000" cy="198000"/>
              </a:xfrm>
            </p:grpSpPr>
            <p:sp>
              <p:nvSpPr>
                <p:cNvPr id="265" name="等腰三角形 264">
                  <a:extLst>
                    <a:ext uri="{FF2B5EF4-FFF2-40B4-BE49-F238E27FC236}">
                      <a16:creationId xmlns:a16="http://schemas.microsoft.com/office/drawing/2014/main" id="{E2EC3D8C-C607-BDCB-C62D-3B4133C28B20}"/>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66" name="直接连接符 265">
                  <a:extLst>
                    <a:ext uri="{FF2B5EF4-FFF2-40B4-BE49-F238E27FC236}">
                      <a16:creationId xmlns:a16="http://schemas.microsoft.com/office/drawing/2014/main" id="{D12584BE-BD1D-61E1-1FD8-42E16F7611CD}"/>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2" name="直接连接符 261">
                <a:extLst>
                  <a:ext uri="{FF2B5EF4-FFF2-40B4-BE49-F238E27FC236}">
                    <a16:creationId xmlns:a16="http://schemas.microsoft.com/office/drawing/2014/main" id="{32A9189F-EE8C-2C31-51F0-FBC6B571F729}"/>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3" name="椭圆 262">
                <a:extLst>
                  <a:ext uri="{FF2B5EF4-FFF2-40B4-BE49-F238E27FC236}">
                    <a16:creationId xmlns:a16="http://schemas.microsoft.com/office/drawing/2014/main" id="{0FC7132A-EEB8-351C-EB53-5CB196F4F7E1}"/>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4" name="椭圆 263">
                <a:extLst>
                  <a:ext uri="{FF2B5EF4-FFF2-40B4-BE49-F238E27FC236}">
                    <a16:creationId xmlns:a16="http://schemas.microsoft.com/office/drawing/2014/main" id="{8CFD6F57-BE3E-26DE-9BC2-C818FA7E5D9C}"/>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4" name="组合 233">
              <a:extLst>
                <a:ext uri="{FF2B5EF4-FFF2-40B4-BE49-F238E27FC236}">
                  <a16:creationId xmlns:a16="http://schemas.microsoft.com/office/drawing/2014/main" id="{4FDA1432-47DE-D93F-ED9A-A63BC82ACCE0}"/>
                </a:ext>
              </a:extLst>
            </p:cNvPr>
            <p:cNvGrpSpPr/>
            <p:nvPr/>
          </p:nvGrpSpPr>
          <p:grpSpPr>
            <a:xfrm>
              <a:off x="9738000" y="3960000"/>
              <a:ext cx="648000" cy="648000"/>
              <a:chOff x="8442000" y="2016000"/>
              <a:chExt cx="648000" cy="648000"/>
            </a:xfrm>
          </p:grpSpPr>
          <p:grpSp>
            <p:nvGrpSpPr>
              <p:cNvPr id="255" name="组合 254">
                <a:extLst>
                  <a:ext uri="{FF2B5EF4-FFF2-40B4-BE49-F238E27FC236}">
                    <a16:creationId xmlns:a16="http://schemas.microsoft.com/office/drawing/2014/main" id="{81D5E7DF-4A9E-4B6E-2FB2-7A18F65FE571}"/>
                  </a:ext>
                </a:extLst>
              </p:cNvPr>
              <p:cNvGrpSpPr/>
              <p:nvPr/>
            </p:nvGrpSpPr>
            <p:grpSpPr>
              <a:xfrm rot="-8100000">
                <a:off x="8586000" y="2232000"/>
                <a:ext cx="360000" cy="216000"/>
                <a:chOff x="8604000" y="2178000"/>
                <a:chExt cx="360000" cy="198000"/>
              </a:xfrm>
            </p:grpSpPr>
            <p:sp>
              <p:nvSpPr>
                <p:cNvPr id="259" name="等腰三角形 258">
                  <a:extLst>
                    <a:ext uri="{FF2B5EF4-FFF2-40B4-BE49-F238E27FC236}">
                      <a16:creationId xmlns:a16="http://schemas.microsoft.com/office/drawing/2014/main" id="{218D306D-ED96-E896-645D-1BA093F79D4C}"/>
                    </a:ext>
                  </a:extLst>
                </p:cNvPr>
                <p:cNvSpPr/>
                <p:nvPr/>
              </p:nvSpPr>
              <p:spPr>
                <a:xfrm>
                  <a:off x="8640000" y="2196000"/>
                  <a:ext cx="288000" cy="180000"/>
                </a:xfrm>
                <a:prstGeom prst="triangl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60" name="直接连接符 259">
                  <a:extLst>
                    <a:ext uri="{FF2B5EF4-FFF2-40B4-BE49-F238E27FC236}">
                      <a16:creationId xmlns:a16="http://schemas.microsoft.com/office/drawing/2014/main" id="{95DC4E07-0A00-2719-C36A-CB6C31F5A8DB}"/>
                    </a:ext>
                  </a:extLst>
                </p:cNvPr>
                <p:cNvCxnSpPr>
                  <a:cxnSpLocks/>
                </p:cNvCxnSpPr>
                <p:nvPr/>
              </p:nvCxnSpPr>
              <p:spPr>
                <a:xfrm>
                  <a:off x="8604000" y="2178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6" name="直接连接符 255">
                <a:extLst>
                  <a:ext uri="{FF2B5EF4-FFF2-40B4-BE49-F238E27FC236}">
                    <a16:creationId xmlns:a16="http://schemas.microsoft.com/office/drawing/2014/main" id="{9800D540-EEC4-7233-30ED-BFF3528C2D6A}"/>
                  </a:ext>
                </a:extLst>
              </p:cNvPr>
              <p:cNvCxnSpPr>
                <a:cxnSpLocks/>
              </p:cNvCxnSpPr>
              <p:nvPr/>
            </p:nvCxnSpPr>
            <p:spPr>
              <a:xfrm flipV="1">
                <a:off x="8496000" y="2070000"/>
                <a:ext cx="540000" cy="5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7" name="椭圆 256">
                <a:extLst>
                  <a:ext uri="{FF2B5EF4-FFF2-40B4-BE49-F238E27FC236}">
                    <a16:creationId xmlns:a16="http://schemas.microsoft.com/office/drawing/2014/main" id="{CFF64F99-EF04-BC6D-BA44-E8076612C04B}"/>
                  </a:ext>
                </a:extLst>
              </p:cNvPr>
              <p:cNvSpPr/>
              <p:nvPr/>
            </p:nvSpPr>
            <p:spPr>
              <a:xfrm>
                <a:off x="8442000" y="255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椭圆 257">
                <a:extLst>
                  <a:ext uri="{FF2B5EF4-FFF2-40B4-BE49-F238E27FC236}">
                    <a16:creationId xmlns:a16="http://schemas.microsoft.com/office/drawing/2014/main" id="{FB38F553-3393-A104-C885-B2C92CC70345}"/>
                  </a:ext>
                </a:extLst>
              </p:cNvPr>
              <p:cNvSpPr/>
              <p:nvPr/>
            </p:nvSpPr>
            <p:spPr>
              <a:xfrm>
                <a:off x="8982000" y="2016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5" name="组合 234">
              <a:extLst>
                <a:ext uri="{FF2B5EF4-FFF2-40B4-BE49-F238E27FC236}">
                  <a16:creationId xmlns:a16="http://schemas.microsoft.com/office/drawing/2014/main" id="{7CBBF834-0355-00A7-8FE2-319ACEB39106}"/>
                </a:ext>
              </a:extLst>
            </p:cNvPr>
            <p:cNvGrpSpPr/>
            <p:nvPr/>
          </p:nvGrpSpPr>
          <p:grpSpPr>
            <a:xfrm>
              <a:off x="9363600" y="5040000"/>
              <a:ext cx="572400" cy="738000"/>
              <a:chOff x="8715600" y="5040000"/>
              <a:chExt cx="572400" cy="738000"/>
            </a:xfrm>
          </p:grpSpPr>
          <p:sp>
            <p:nvSpPr>
              <p:cNvPr id="249" name="等腰三角形 248">
                <a:extLst>
                  <a:ext uri="{FF2B5EF4-FFF2-40B4-BE49-F238E27FC236}">
                    <a16:creationId xmlns:a16="http://schemas.microsoft.com/office/drawing/2014/main" id="{EC9E1B8A-EF76-EE42-CACB-91D3F1E35F9C}"/>
                  </a:ext>
                </a:extLst>
              </p:cNvPr>
              <p:cNvSpPr/>
              <p:nvPr/>
            </p:nvSpPr>
            <p:spPr>
              <a:xfrm flipV="1">
                <a:off x="8784000" y="5040000"/>
                <a:ext cx="504000" cy="432000"/>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0" name="椭圆 249">
                <a:extLst>
                  <a:ext uri="{FF2B5EF4-FFF2-40B4-BE49-F238E27FC236}">
                    <a16:creationId xmlns:a16="http://schemas.microsoft.com/office/drawing/2014/main" id="{86DB14CF-952C-66B9-B299-7448B86BF8F7}"/>
                  </a:ext>
                </a:extLst>
              </p:cNvPr>
              <p:cNvSpPr/>
              <p:nvPr/>
            </p:nvSpPr>
            <p:spPr>
              <a:xfrm>
                <a:off x="8820000" y="525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1" name="椭圆 250">
                <a:extLst>
                  <a:ext uri="{FF2B5EF4-FFF2-40B4-BE49-F238E27FC236}">
                    <a16:creationId xmlns:a16="http://schemas.microsoft.com/office/drawing/2014/main" id="{42FEF82F-D92D-85A5-AA28-EB9724E6A9DC}"/>
                  </a:ext>
                </a:extLst>
              </p:cNvPr>
              <p:cNvSpPr/>
              <p:nvPr/>
            </p:nvSpPr>
            <p:spPr>
              <a:xfrm>
                <a:off x="8982000" y="547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2" name="直接连接符 251">
                <a:extLst>
                  <a:ext uri="{FF2B5EF4-FFF2-40B4-BE49-F238E27FC236}">
                    <a16:creationId xmlns:a16="http://schemas.microsoft.com/office/drawing/2014/main" id="{0A91B68C-0079-188A-45DD-BCD97CF74923}"/>
                  </a:ext>
                </a:extLst>
              </p:cNvPr>
              <p:cNvCxnSpPr>
                <a:cxnSpLocks/>
              </p:cNvCxnSpPr>
              <p:nvPr/>
            </p:nvCxnSpPr>
            <p:spPr>
              <a:xfrm flipH="1">
                <a:off x="8766000" y="5346000"/>
                <a:ext cx="72000" cy="7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3" name="直接连接符 252">
                <a:extLst>
                  <a:ext uri="{FF2B5EF4-FFF2-40B4-BE49-F238E27FC236}">
                    <a16:creationId xmlns:a16="http://schemas.microsoft.com/office/drawing/2014/main" id="{04B56DA0-3F92-E688-4C82-B0C27F2DFA52}"/>
                  </a:ext>
                </a:extLst>
              </p:cNvPr>
              <p:cNvCxnSpPr>
                <a:cxnSpLocks/>
              </p:cNvCxnSpPr>
              <p:nvPr/>
            </p:nvCxnSpPr>
            <p:spPr>
              <a:xfrm>
                <a:off x="8769600" y="5410800"/>
                <a:ext cx="0" cy="30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4" name="椭圆 253">
                <a:extLst>
                  <a:ext uri="{FF2B5EF4-FFF2-40B4-BE49-F238E27FC236}">
                    <a16:creationId xmlns:a16="http://schemas.microsoft.com/office/drawing/2014/main" id="{F97E00C8-95DE-E32F-C9B8-558BC1FEC27F}"/>
                  </a:ext>
                </a:extLst>
              </p:cNvPr>
              <p:cNvSpPr/>
              <p:nvPr/>
            </p:nvSpPr>
            <p:spPr>
              <a:xfrm>
                <a:off x="8715600" y="5670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6" name="组合 235">
              <a:extLst>
                <a:ext uri="{FF2B5EF4-FFF2-40B4-BE49-F238E27FC236}">
                  <a16:creationId xmlns:a16="http://schemas.microsoft.com/office/drawing/2014/main" id="{FEC2A2C7-FD1E-041E-637B-97F6DC298198}"/>
                </a:ext>
              </a:extLst>
            </p:cNvPr>
            <p:cNvGrpSpPr/>
            <p:nvPr/>
          </p:nvGrpSpPr>
          <p:grpSpPr>
            <a:xfrm>
              <a:off x="10011600" y="5040000"/>
              <a:ext cx="572400" cy="738000"/>
              <a:chOff x="8715600" y="5040000"/>
              <a:chExt cx="572400" cy="738000"/>
            </a:xfrm>
          </p:grpSpPr>
          <p:sp>
            <p:nvSpPr>
              <p:cNvPr id="243" name="等腰三角形 242">
                <a:extLst>
                  <a:ext uri="{FF2B5EF4-FFF2-40B4-BE49-F238E27FC236}">
                    <a16:creationId xmlns:a16="http://schemas.microsoft.com/office/drawing/2014/main" id="{44ED614C-772C-B4A9-AE80-60EB0BE72215}"/>
                  </a:ext>
                </a:extLst>
              </p:cNvPr>
              <p:cNvSpPr/>
              <p:nvPr/>
            </p:nvSpPr>
            <p:spPr>
              <a:xfrm flipV="1">
                <a:off x="8784000" y="5040000"/>
                <a:ext cx="504000" cy="432000"/>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椭圆 243">
                <a:extLst>
                  <a:ext uri="{FF2B5EF4-FFF2-40B4-BE49-F238E27FC236}">
                    <a16:creationId xmlns:a16="http://schemas.microsoft.com/office/drawing/2014/main" id="{201F551B-168F-1C31-151C-C0F09F7FFE84}"/>
                  </a:ext>
                </a:extLst>
              </p:cNvPr>
              <p:cNvSpPr/>
              <p:nvPr/>
            </p:nvSpPr>
            <p:spPr>
              <a:xfrm>
                <a:off x="8820000" y="525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椭圆 244">
                <a:extLst>
                  <a:ext uri="{FF2B5EF4-FFF2-40B4-BE49-F238E27FC236}">
                    <a16:creationId xmlns:a16="http://schemas.microsoft.com/office/drawing/2014/main" id="{9198027E-F2FE-1F68-7B42-E8405AEBFAA9}"/>
                  </a:ext>
                </a:extLst>
              </p:cNvPr>
              <p:cNvSpPr/>
              <p:nvPr/>
            </p:nvSpPr>
            <p:spPr>
              <a:xfrm>
                <a:off x="8982000" y="547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6" name="直接连接符 245">
                <a:extLst>
                  <a:ext uri="{FF2B5EF4-FFF2-40B4-BE49-F238E27FC236}">
                    <a16:creationId xmlns:a16="http://schemas.microsoft.com/office/drawing/2014/main" id="{D47E0952-3881-8F75-93CC-03DB12974944}"/>
                  </a:ext>
                </a:extLst>
              </p:cNvPr>
              <p:cNvCxnSpPr>
                <a:cxnSpLocks/>
              </p:cNvCxnSpPr>
              <p:nvPr/>
            </p:nvCxnSpPr>
            <p:spPr>
              <a:xfrm flipH="1">
                <a:off x="8766000" y="5346000"/>
                <a:ext cx="72000" cy="7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直接连接符 246">
                <a:extLst>
                  <a:ext uri="{FF2B5EF4-FFF2-40B4-BE49-F238E27FC236}">
                    <a16:creationId xmlns:a16="http://schemas.microsoft.com/office/drawing/2014/main" id="{D4A3CB78-F9A8-2B79-9000-43F5FFBEFA52}"/>
                  </a:ext>
                </a:extLst>
              </p:cNvPr>
              <p:cNvCxnSpPr>
                <a:cxnSpLocks/>
              </p:cNvCxnSpPr>
              <p:nvPr/>
            </p:nvCxnSpPr>
            <p:spPr>
              <a:xfrm>
                <a:off x="8769600" y="5410800"/>
                <a:ext cx="0" cy="30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8" name="椭圆 247">
                <a:extLst>
                  <a:ext uri="{FF2B5EF4-FFF2-40B4-BE49-F238E27FC236}">
                    <a16:creationId xmlns:a16="http://schemas.microsoft.com/office/drawing/2014/main" id="{DEBB57B6-B72B-CAFD-3E4D-03A9C48E96A7}"/>
                  </a:ext>
                </a:extLst>
              </p:cNvPr>
              <p:cNvSpPr/>
              <p:nvPr/>
            </p:nvSpPr>
            <p:spPr>
              <a:xfrm>
                <a:off x="8715600" y="5670000"/>
                <a:ext cx="108000" cy="108000"/>
              </a:xfrm>
              <a:prstGeom prst="ellipse">
                <a:avLst/>
              </a:prstGeom>
              <a:solidFill>
                <a:schemeClr val="tx1">
                  <a:alpha val="9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7" name="组合 236">
              <a:extLst>
                <a:ext uri="{FF2B5EF4-FFF2-40B4-BE49-F238E27FC236}">
                  <a16:creationId xmlns:a16="http://schemas.microsoft.com/office/drawing/2014/main" id="{A32BDBD0-CDFE-453A-E94C-4D78D1470730}"/>
                </a:ext>
              </a:extLst>
            </p:cNvPr>
            <p:cNvGrpSpPr/>
            <p:nvPr/>
          </p:nvGrpSpPr>
          <p:grpSpPr>
            <a:xfrm>
              <a:off x="10710000" y="5040000"/>
              <a:ext cx="522000" cy="676800"/>
              <a:chOff x="8766000" y="5040000"/>
              <a:chExt cx="522000" cy="676800"/>
            </a:xfrm>
          </p:grpSpPr>
          <p:sp>
            <p:nvSpPr>
              <p:cNvPr id="238" name="等腰三角形 237">
                <a:extLst>
                  <a:ext uri="{FF2B5EF4-FFF2-40B4-BE49-F238E27FC236}">
                    <a16:creationId xmlns:a16="http://schemas.microsoft.com/office/drawing/2014/main" id="{19C27A47-51B5-128D-E807-6B31F70D084E}"/>
                  </a:ext>
                </a:extLst>
              </p:cNvPr>
              <p:cNvSpPr/>
              <p:nvPr/>
            </p:nvSpPr>
            <p:spPr>
              <a:xfrm flipV="1">
                <a:off x="8784000" y="5040000"/>
                <a:ext cx="504000" cy="432000"/>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椭圆 238">
                <a:extLst>
                  <a:ext uri="{FF2B5EF4-FFF2-40B4-BE49-F238E27FC236}">
                    <a16:creationId xmlns:a16="http://schemas.microsoft.com/office/drawing/2014/main" id="{16A5D34A-5B59-2AF6-DF8F-F859FE604263}"/>
                  </a:ext>
                </a:extLst>
              </p:cNvPr>
              <p:cNvSpPr/>
              <p:nvPr/>
            </p:nvSpPr>
            <p:spPr>
              <a:xfrm>
                <a:off x="8820000" y="525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椭圆 239">
                <a:extLst>
                  <a:ext uri="{FF2B5EF4-FFF2-40B4-BE49-F238E27FC236}">
                    <a16:creationId xmlns:a16="http://schemas.microsoft.com/office/drawing/2014/main" id="{6EA70E28-47D3-E050-CE3E-46EC9A276559}"/>
                  </a:ext>
                </a:extLst>
              </p:cNvPr>
              <p:cNvSpPr/>
              <p:nvPr/>
            </p:nvSpPr>
            <p:spPr>
              <a:xfrm>
                <a:off x="8982000" y="547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1" name="直接连接符 240">
                <a:extLst>
                  <a:ext uri="{FF2B5EF4-FFF2-40B4-BE49-F238E27FC236}">
                    <a16:creationId xmlns:a16="http://schemas.microsoft.com/office/drawing/2014/main" id="{8065353F-A0CE-061C-50B3-2B3D0CA9958B}"/>
                  </a:ext>
                </a:extLst>
              </p:cNvPr>
              <p:cNvCxnSpPr>
                <a:cxnSpLocks/>
              </p:cNvCxnSpPr>
              <p:nvPr/>
            </p:nvCxnSpPr>
            <p:spPr>
              <a:xfrm flipH="1">
                <a:off x="8766000" y="5346000"/>
                <a:ext cx="72000" cy="72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直接连接符 241">
                <a:extLst>
                  <a:ext uri="{FF2B5EF4-FFF2-40B4-BE49-F238E27FC236}">
                    <a16:creationId xmlns:a16="http://schemas.microsoft.com/office/drawing/2014/main" id="{1D939957-A5CF-65FB-3F12-2A55F33C7977}"/>
                  </a:ext>
                </a:extLst>
              </p:cNvPr>
              <p:cNvCxnSpPr>
                <a:cxnSpLocks/>
              </p:cNvCxnSpPr>
              <p:nvPr/>
            </p:nvCxnSpPr>
            <p:spPr>
              <a:xfrm>
                <a:off x="8769600" y="5410800"/>
                <a:ext cx="0" cy="30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22" name="文本框 321">
            <a:extLst>
              <a:ext uri="{FF2B5EF4-FFF2-40B4-BE49-F238E27FC236}">
                <a16:creationId xmlns:a16="http://schemas.microsoft.com/office/drawing/2014/main" id="{1C5416E8-34E9-0E04-1B6F-3DA165E64D13}"/>
              </a:ext>
            </a:extLst>
          </p:cNvPr>
          <p:cNvSpPr txBox="1"/>
          <p:nvPr/>
        </p:nvSpPr>
        <p:spPr>
          <a:xfrm>
            <a:off x="360000" y="2520000"/>
            <a:ext cx="5256000" cy="1978362"/>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RAM</a:t>
            </a:r>
            <a:r>
              <a:rPr kumimoji="1" lang="zh-CN" altLang="en-US" sz="2800" dirty="0">
                <a:solidFill>
                  <a:srgbClr val="002060"/>
                </a:solidFill>
                <a:latin typeface="微软雅黑" panose="020B0503020204020204" pitchFamily="34" charset="-122"/>
                <a:ea typeface="微软雅黑" panose="020B0503020204020204" pitchFamily="34" charset="-122"/>
              </a:rPr>
              <a:t>（随机存储器）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SRAM/DRAM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的结构、功能、存储容量（行</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列地址选通）、特征比较</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23" name="文本框 322">
            <a:extLst>
              <a:ext uri="{FF2B5EF4-FFF2-40B4-BE49-F238E27FC236}">
                <a16:creationId xmlns:a16="http://schemas.microsoft.com/office/drawing/2014/main" id="{9F780C4A-416E-3C4F-760F-BACB3AD4E239}"/>
              </a:ext>
            </a:extLst>
          </p:cNvPr>
          <p:cNvSpPr txBox="1"/>
          <p:nvPr/>
        </p:nvSpPr>
        <p:spPr>
          <a:xfrm>
            <a:off x="360000" y="4680000"/>
            <a:ext cx="3600000" cy="1656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容量扩展</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字扩展或位扩展</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字和位都扩展</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181445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10172-AD0C-1473-8F77-9BF16374907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667F8BF-06F2-42A3-6852-BE763EBB77A2}"/>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模拟部分（三极管之双极结型管）</a:t>
            </a:r>
          </a:p>
        </p:txBody>
      </p:sp>
      <p:grpSp>
        <p:nvGrpSpPr>
          <p:cNvPr id="3" name="组合 2">
            <a:extLst>
              <a:ext uri="{FF2B5EF4-FFF2-40B4-BE49-F238E27FC236}">
                <a16:creationId xmlns:a16="http://schemas.microsoft.com/office/drawing/2014/main" id="{AF9CD828-6B5D-15D7-3CBB-8ED063929130}"/>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588075B1-CEE9-E048-AB10-5410243D7C6F}"/>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59FE09F6-B561-96A7-1FEC-212FC955099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E0D0777B-A72D-68CD-6793-9063EAC0CFE3}"/>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6C4ACC4C-9342-F3C4-192F-28735EAB6798}"/>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56</a:t>
              </a:fld>
              <a:endParaRPr lang="zh-CN" altLang="en-US" sz="3200" dirty="0">
                <a:solidFill>
                  <a:schemeClr val="bg1"/>
                </a:solidFill>
                <a:latin typeface="Candara"/>
                <a:ea typeface="微软雅黑"/>
              </a:endParaRPr>
            </a:p>
          </p:txBody>
        </p:sp>
      </p:grpSp>
      <p:grpSp>
        <p:nvGrpSpPr>
          <p:cNvPr id="13" name="组合 12">
            <a:extLst>
              <a:ext uri="{FF2B5EF4-FFF2-40B4-BE49-F238E27FC236}">
                <a16:creationId xmlns:a16="http://schemas.microsoft.com/office/drawing/2014/main" id="{669794AB-236F-7ECB-AB88-EF4E10FFE2AB}"/>
              </a:ext>
            </a:extLst>
          </p:cNvPr>
          <p:cNvGrpSpPr/>
          <p:nvPr/>
        </p:nvGrpSpPr>
        <p:grpSpPr>
          <a:xfrm>
            <a:off x="720000" y="3600000"/>
            <a:ext cx="3852000" cy="2945665"/>
            <a:chOff x="720000" y="2916000"/>
            <a:chExt cx="3852000" cy="2945665"/>
          </a:xfrm>
        </p:grpSpPr>
        <p:sp>
          <p:nvSpPr>
            <p:cNvPr id="14" name="文本框 13">
              <a:extLst>
                <a:ext uri="{FF2B5EF4-FFF2-40B4-BE49-F238E27FC236}">
                  <a16:creationId xmlns:a16="http://schemas.microsoft.com/office/drawing/2014/main" id="{8C6B5FC1-966E-C410-A1CC-CBF9D05E9B7D}"/>
                </a:ext>
              </a:extLst>
            </p:cNvPr>
            <p:cNvSpPr txBox="1"/>
            <p:nvPr/>
          </p:nvSpPr>
          <p:spPr>
            <a:xfrm>
              <a:off x="3168000" y="3924000"/>
              <a:ext cx="432000" cy="461665"/>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b</a:t>
              </a:r>
              <a:endParaRPr lang="zh-CN" altLang="en-US" sz="2400"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20A02E5E-2FE6-D685-4648-FCE2C9EF4FB5}"/>
                </a:ext>
              </a:extLst>
            </p:cNvPr>
            <p:cNvSpPr txBox="1"/>
            <p:nvPr/>
          </p:nvSpPr>
          <p:spPr>
            <a:xfrm>
              <a:off x="720000" y="3924000"/>
              <a:ext cx="432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b</a:t>
              </a:r>
              <a:endParaRPr lang="zh-CN" altLang="en-US" sz="240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149F44F4-7365-9C36-B574-AEB7AF21D097}"/>
                </a:ext>
              </a:extLst>
            </p:cNvPr>
            <p:cNvSpPr txBox="1"/>
            <p:nvPr/>
          </p:nvSpPr>
          <p:spPr>
            <a:xfrm>
              <a:off x="1692000" y="4896000"/>
              <a:ext cx="432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e</a:t>
              </a:r>
              <a:endParaRPr lang="zh-CN" altLang="en-US" sz="2400" dirty="0">
                <a:latin typeface="微软雅黑" panose="020B0503020204020204" pitchFamily="34" charset="-122"/>
                <a:ea typeface="微软雅黑" panose="020B0503020204020204" pitchFamily="34" charset="-122"/>
              </a:endParaRPr>
            </a:p>
          </p:txBody>
        </p:sp>
        <p:cxnSp>
          <p:nvCxnSpPr>
            <p:cNvPr id="17" name="直接连接符 16">
              <a:extLst>
                <a:ext uri="{FF2B5EF4-FFF2-40B4-BE49-F238E27FC236}">
                  <a16:creationId xmlns:a16="http://schemas.microsoft.com/office/drawing/2014/main" id="{BF8A35DB-F0F1-AA8E-16AA-46931574A15E}"/>
                </a:ext>
              </a:extLst>
            </p:cNvPr>
            <p:cNvCxnSpPr>
              <a:cxnSpLocks/>
            </p:cNvCxnSpPr>
            <p:nvPr/>
          </p:nvCxnSpPr>
          <p:spPr>
            <a:xfrm flipV="1">
              <a:off x="1476000" y="3815400"/>
              <a:ext cx="0" cy="72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A474C45-6E97-A4CD-651D-0557198DB5AE}"/>
                </a:ext>
              </a:extLst>
            </p:cNvPr>
            <p:cNvCxnSpPr>
              <a:cxnSpLocks/>
            </p:cNvCxnSpPr>
            <p:nvPr/>
          </p:nvCxnSpPr>
          <p:spPr>
            <a:xfrm flipV="1">
              <a:off x="1476000" y="3798000"/>
              <a:ext cx="432000" cy="21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D974C8F9-6A44-D495-B11B-C059F3B79B09}"/>
                </a:ext>
              </a:extLst>
            </p:cNvPr>
            <p:cNvCxnSpPr>
              <a:cxnSpLocks/>
            </p:cNvCxnSpPr>
            <p:nvPr/>
          </p:nvCxnSpPr>
          <p:spPr>
            <a:xfrm>
              <a:off x="1476000" y="4338000"/>
              <a:ext cx="432000" cy="216000"/>
            </a:xfrm>
            <a:prstGeom prst="line">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5BCCF349-279C-43DE-F9A6-8AC08335F3CD}"/>
                </a:ext>
              </a:extLst>
            </p:cNvPr>
            <p:cNvCxnSpPr>
              <a:cxnSpLocks/>
            </p:cNvCxnSpPr>
            <p:nvPr/>
          </p:nvCxnSpPr>
          <p:spPr>
            <a:xfrm flipV="1">
              <a:off x="1908000" y="334800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F9064121-9370-3B26-9863-684F886B5DE7}"/>
                </a:ext>
              </a:extLst>
            </p:cNvPr>
            <p:cNvCxnSpPr>
              <a:cxnSpLocks/>
            </p:cNvCxnSpPr>
            <p:nvPr/>
          </p:nvCxnSpPr>
          <p:spPr>
            <a:xfrm flipV="1">
              <a:off x="1907999" y="4554000"/>
              <a:ext cx="0" cy="45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92594EF9-2817-F9A2-72E4-AA766122119A}"/>
                </a:ext>
              </a:extLst>
            </p:cNvPr>
            <p:cNvCxnSpPr>
              <a:cxnSpLocks/>
            </p:cNvCxnSpPr>
            <p:nvPr/>
          </p:nvCxnSpPr>
          <p:spPr>
            <a:xfrm>
              <a:off x="1080000" y="4176000"/>
              <a:ext cx="39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椭圆 22">
              <a:extLst>
                <a:ext uri="{FF2B5EF4-FFF2-40B4-BE49-F238E27FC236}">
                  <a16:creationId xmlns:a16="http://schemas.microsoft.com/office/drawing/2014/main" id="{BE89DFC4-AE06-1B2B-2D2C-CF02CB6407DB}"/>
                </a:ext>
              </a:extLst>
            </p:cNvPr>
            <p:cNvSpPr/>
            <p:nvPr/>
          </p:nvSpPr>
          <p:spPr>
            <a:xfrm>
              <a:off x="1080000" y="4111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24" name="椭圆 23">
              <a:extLst>
                <a:ext uri="{FF2B5EF4-FFF2-40B4-BE49-F238E27FC236}">
                  <a16:creationId xmlns:a16="http://schemas.microsoft.com/office/drawing/2014/main" id="{0F41BB18-CFC9-4909-ECA3-AA21DC66DB71}"/>
                </a:ext>
              </a:extLst>
            </p:cNvPr>
            <p:cNvSpPr/>
            <p:nvPr/>
          </p:nvSpPr>
          <p:spPr>
            <a:xfrm>
              <a:off x="1843200" y="33480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25" name="椭圆 24">
              <a:extLst>
                <a:ext uri="{FF2B5EF4-FFF2-40B4-BE49-F238E27FC236}">
                  <a16:creationId xmlns:a16="http://schemas.microsoft.com/office/drawing/2014/main" id="{7A1501AF-9CA7-0410-927E-6B691098DA92}"/>
                </a:ext>
              </a:extLst>
            </p:cNvPr>
            <p:cNvSpPr/>
            <p:nvPr/>
          </p:nvSpPr>
          <p:spPr>
            <a:xfrm>
              <a:off x="1843200" y="48600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26" name="文本框 25">
              <a:extLst>
                <a:ext uri="{FF2B5EF4-FFF2-40B4-BE49-F238E27FC236}">
                  <a16:creationId xmlns:a16="http://schemas.microsoft.com/office/drawing/2014/main" id="{2A6A99BD-37BF-1539-661A-DC748A6A26D8}"/>
                </a:ext>
              </a:extLst>
            </p:cNvPr>
            <p:cNvSpPr txBox="1"/>
            <p:nvPr/>
          </p:nvSpPr>
          <p:spPr>
            <a:xfrm>
              <a:off x="1674000" y="2916000"/>
              <a:ext cx="432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c</a:t>
              </a:r>
              <a:endParaRPr lang="zh-CN" altLang="en-US" sz="2400"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173A447F-7433-7DB1-8815-34D804087F38}"/>
                </a:ext>
              </a:extLst>
            </p:cNvPr>
            <p:cNvSpPr txBox="1"/>
            <p:nvPr/>
          </p:nvSpPr>
          <p:spPr>
            <a:xfrm>
              <a:off x="720000" y="5400000"/>
              <a:ext cx="1404000" cy="461665"/>
            </a:xfrm>
            <a:prstGeom prst="rect">
              <a:avLst/>
            </a:prstGeom>
            <a:noFill/>
          </p:spPr>
          <p:txBody>
            <a:bodyPr wrap="square">
              <a:spAutoFit/>
            </a:bodyPr>
            <a:lstStyle/>
            <a:p>
              <a:pPr algn="ctr"/>
              <a:r>
                <a:rPr kumimoji="1" lang="en-US" altLang="zh-CN" sz="2400" dirty="0">
                  <a:solidFill>
                    <a:srgbClr val="002060"/>
                  </a:solidFill>
                  <a:latin typeface="微软雅黑" panose="020B0503020204020204" pitchFamily="34" charset="-122"/>
                  <a:ea typeface="微软雅黑" panose="020B0503020204020204" pitchFamily="34" charset="-122"/>
                </a:rPr>
                <a:t>NPN </a:t>
              </a:r>
              <a:r>
                <a:rPr kumimoji="1" lang="zh-CN" altLang="en-US" sz="2400" dirty="0">
                  <a:solidFill>
                    <a:srgbClr val="002060"/>
                  </a:solidFill>
                  <a:latin typeface="微软雅黑" panose="020B0503020204020204" pitchFamily="34" charset="-122"/>
                  <a:ea typeface="微软雅黑" panose="020B0503020204020204" pitchFamily="34" charset="-122"/>
                </a:rPr>
                <a:t>型</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60B9285D-1731-35A8-4459-F3C88937959D}"/>
                </a:ext>
              </a:extLst>
            </p:cNvPr>
            <p:cNvSpPr txBox="1"/>
            <p:nvPr/>
          </p:nvSpPr>
          <p:spPr>
            <a:xfrm>
              <a:off x="4140000" y="4896000"/>
              <a:ext cx="432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e</a:t>
              </a:r>
              <a:endParaRPr lang="zh-CN" altLang="en-US" sz="2400" dirty="0">
                <a:latin typeface="微软雅黑" panose="020B0503020204020204" pitchFamily="34" charset="-122"/>
                <a:ea typeface="微软雅黑" panose="020B0503020204020204" pitchFamily="34" charset="-122"/>
              </a:endParaRPr>
            </a:p>
          </p:txBody>
        </p:sp>
        <p:cxnSp>
          <p:nvCxnSpPr>
            <p:cNvPr id="29" name="直接连接符 28">
              <a:extLst>
                <a:ext uri="{FF2B5EF4-FFF2-40B4-BE49-F238E27FC236}">
                  <a16:creationId xmlns:a16="http://schemas.microsoft.com/office/drawing/2014/main" id="{443D932D-ED7C-D319-6DEB-5913E952F793}"/>
                </a:ext>
              </a:extLst>
            </p:cNvPr>
            <p:cNvCxnSpPr>
              <a:cxnSpLocks/>
            </p:cNvCxnSpPr>
            <p:nvPr/>
          </p:nvCxnSpPr>
          <p:spPr>
            <a:xfrm flipV="1">
              <a:off x="3924000" y="3815400"/>
              <a:ext cx="0" cy="72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FFD9E0EA-1278-536A-5978-3450EA15C921}"/>
                </a:ext>
              </a:extLst>
            </p:cNvPr>
            <p:cNvCxnSpPr>
              <a:cxnSpLocks/>
            </p:cNvCxnSpPr>
            <p:nvPr/>
          </p:nvCxnSpPr>
          <p:spPr>
            <a:xfrm flipV="1">
              <a:off x="3924000" y="3798000"/>
              <a:ext cx="432000" cy="21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F2D3D393-43CD-4DB6-5CEC-8C6DDF217E30}"/>
                </a:ext>
              </a:extLst>
            </p:cNvPr>
            <p:cNvCxnSpPr>
              <a:cxnSpLocks/>
            </p:cNvCxnSpPr>
            <p:nvPr/>
          </p:nvCxnSpPr>
          <p:spPr>
            <a:xfrm>
              <a:off x="3924000" y="4338000"/>
              <a:ext cx="432000" cy="216000"/>
            </a:xfrm>
            <a:prstGeom prst="line">
              <a:avLst/>
            </a:prstGeom>
            <a:ln w="38100">
              <a:solidFill>
                <a:schemeClr val="tx1"/>
              </a:solidFill>
              <a:headEnd type="triangle" w="lg" len="lg"/>
              <a:tailEnd type="none" w="med" len="lg"/>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45728492-2BEE-4CAA-FFBC-1FEA496F5706}"/>
                </a:ext>
              </a:extLst>
            </p:cNvPr>
            <p:cNvCxnSpPr>
              <a:cxnSpLocks/>
            </p:cNvCxnSpPr>
            <p:nvPr/>
          </p:nvCxnSpPr>
          <p:spPr>
            <a:xfrm flipV="1">
              <a:off x="4356000" y="334800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D343952-A3F0-DFC3-4985-D59AB1259515}"/>
                </a:ext>
              </a:extLst>
            </p:cNvPr>
            <p:cNvCxnSpPr>
              <a:cxnSpLocks/>
            </p:cNvCxnSpPr>
            <p:nvPr/>
          </p:nvCxnSpPr>
          <p:spPr>
            <a:xfrm flipV="1">
              <a:off x="4355999" y="4554000"/>
              <a:ext cx="0" cy="45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D5055CB6-159A-3687-E77D-22EFFA4E9E3D}"/>
                </a:ext>
              </a:extLst>
            </p:cNvPr>
            <p:cNvCxnSpPr>
              <a:cxnSpLocks/>
            </p:cNvCxnSpPr>
            <p:nvPr/>
          </p:nvCxnSpPr>
          <p:spPr>
            <a:xfrm>
              <a:off x="3528000" y="4176000"/>
              <a:ext cx="39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椭圆 34">
              <a:extLst>
                <a:ext uri="{FF2B5EF4-FFF2-40B4-BE49-F238E27FC236}">
                  <a16:creationId xmlns:a16="http://schemas.microsoft.com/office/drawing/2014/main" id="{EC992D58-85DD-92AB-3AAE-D5B3CD71363E}"/>
                </a:ext>
              </a:extLst>
            </p:cNvPr>
            <p:cNvSpPr/>
            <p:nvPr/>
          </p:nvSpPr>
          <p:spPr>
            <a:xfrm>
              <a:off x="3528000" y="4111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36" name="椭圆 35">
              <a:extLst>
                <a:ext uri="{FF2B5EF4-FFF2-40B4-BE49-F238E27FC236}">
                  <a16:creationId xmlns:a16="http://schemas.microsoft.com/office/drawing/2014/main" id="{0CAB9571-8AC8-C5A8-7B2B-A3A2B055B26C}"/>
                </a:ext>
              </a:extLst>
            </p:cNvPr>
            <p:cNvSpPr/>
            <p:nvPr/>
          </p:nvSpPr>
          <p:spPr>
            <a:xfrm>
              <a:off x="4291200" y="33480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37" name="椭圆 36">
              <a:extLst>
                <a:ext uri="{FF2B5EF4-FFF2-40B4-BE49-F238E27FC236}">
                  <a16:creationId xmlns:a16="http://schemas.microsoft.com/office/drawing/2014/main" id="{844FE8C7-B43E-97C9-1724-FDFC3A6449A8}"/>
                </a:ext>
              </a:extLst>
            </p:cNvPr>
            <p:cNvSpPr/>
            <p:nvPr/>
          </p:nvSpPr>
          <p:spPr>
            <a:xfrm>
              <a:off x="4291200" y="48600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38" name="文本框 37">
              <a:extLst>
                <a:ext uri="{FF2B5EF4-FFF2-40B4-BE49-F238E27FC236}">
                  <a16:creationId xmlns:a16="http://schemas.microsoft.com/office/drawing/2014/main" id="{1D513B08-A4D9-5C8D-0AC6-CCE0F99A497D}"/>
                </a:ext>
              </a:extLst>
            </p:cNvPr>
            <p:cNvSpPr txBox="1"/>
            <p:nvPr/>
          </p:nvSpPr>
          <p:spPr>
            <a:xfrm>
              <a:off x="4122000" y="2916000"/>
              <a:ext cx="432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c</a:t>
              </a:r>
              <a:endParaRPr lang="zh-CN" altLang="en-US" sz="2400" dirty="0">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B9B7A1CB-E80A-275F-2007-181799269A39}"/>
                </a:ext>
              </a:extLst>
            </p:cNvPr>
            <p:cNvSpPr txBox="1"/>
            <p:nvPr/>
          </p:nvSpPr>
          <p:spPr>
            <a:xfrm>
              <a:off x="3168000" y="5400000"/>
              <a:ext cx="1404000" cy="461665"/>
            </a:xfrm>
            <a:prstGeom prst="rect">
              <a:avLst/>
            </a:prstGeom>
            <a:noFill/>
          </p:spPr>
          <p:txBody>
            <a:bodyPr wrap="square">
              <a:spAutoFit/>
            </a:bodyPr>
            <a:lstStyle/>
            <a:p>
              <a:pPr algn="ctr"/>
              <a:r>
                <a:rPr kumimoji="1" lang="en-US" altLang="zh-CN" sz="2400" dirty="0">
                  <a:solidFill>
                    <a:srgbClr val="002060"/>
                  </a:solidFill>
                  <a:latin typeface="微软雅黑" panose="020B0503020204020204" pitchFamily="34" charset="-122"/>
                  <a:ea typeface="微软雅黑" panose="020B0503020204020204" pitchFamily="34" charset="-122"/>
                </a:rPr>
                <a:t>PNP </a:t>
              </a:r>
              <a:r>
                <a:rPr kumimoji="1" lang="zh-CN" altLang="en-US" sz="2400" dirty="0">
                  <a:solidFill>
                    <a:srgbClr val="002060"/>
                  </a:solidFill>
                  <a:latin typeface="微软雅黑" panose="020B0503020204020204" pitchFamily="34" charset="-122"/>
                  <a:ea typeface="微软雅黑" panose="020B0503020204020204" pitchFamily="34" charset="-122"/>
                </a:rPr>
                <a:t>型</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grpSp>
      <p:sp>
        <p:nvSpPr>
          <p:cNvPr id="40" name="文本框 39">
            <a:extLst>
              <a:ext uri="{FF2B5EF4-FFF2-40B4-BE49-F238E27FC236}">
                <a16:creationId xmlns:a16="http://schemas.microsoft.com/office/drawing/2014/main" id="{B6DA5397-FAC6-C662-220D-B693B084E11C}"/>
              </a:ext>
            </a:extLst>
          </p:cNvPr>
          <p:cNvSpPr txBox="1"/>
          <p:nvPr/>
        </p:nvSpPr>
        <p:spPr>
          <a:xfrm>
            <a:off x="360000" y="827142"/>
            <a:ext cx="7462800" cy="2652393"/>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双极结型三极管（</a:t>
            </a:r>
            <a:r>
              <a:rPr kumimoji="1" lang="en-US" altLang="zh-CN" sz="2800" dirty="0">
                <a:solidFill>
                  <a:srgbClr val="002060"/>
                </a:solidFill>
                <a:latin typeface="微软雅黑" panose="020B0503020204020204" pitchFamily="34" charset="-122"/>
                <a:ea typeface="微软雅黑" panose="020B0503020204020204" pitchFamily="34" charset="-122"/>
              </a:rPr>
              <a:t>BJT</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分为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NPN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型和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PNP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型两种</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发射区掺杂浓度最高</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基区很薄（微米级）且掺杂浓度很低</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集电区掺杂浓度远低于发射区，且面积很大</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A8322CF4-BE51-9616-5B65-1463589BC57A}"/>
              </a:ext>
            </a:extLst>
          </p:cNvPr>
          <p:cNvSpPr txBox="1"/>
          <p:nvPr/>
        </p:nvSpPr>
        <p:spPr>
          <a:xfrm>
            <a:off x="7920000" y="4680000"/>
            <a:ext cx="3672180" cy="1800493"/>
          </a:xfrm>
          <a:prstGeom prst="rect">
            <a:avLst/>
          </a:prstGeom>
          <a:noFill/>
        </p:spPr>
        <p:txBody>
          <a:bodyPr wrap="square">
            <a:spAutoFit/>
          </a:bodyPr>
          <a:lstStyle/>
          <a:p>
            <a:pPr algn="ctr">
              <a:spcAft>
                <a:spcPts val="600"/>
              </a:spcAft>
            </a:pPr>
            <a:r>
              <a:rPr kumimoji="1" lang="en-US" altLang="zh-CN" sz="2400" dirty="0">
                <a:solidFill>
                  <a:srgbClr val="002060"/>
                </a:solidFill>
                <a:latin typeface="微软雅黑" panose="020B0503020204020204" pitchFamily="34" charset="-122"/>
                <a:ea typeface="微软雅黑" panose="020B0503020204020204" pitchFamily="34" charset="-122"/>
              </a:rPr>
              <a:t>NPN </a:t>
            </a:r>
            <a:r>
              <a:rPr kumimoji="1" lang="zh-CN" altLang="en-US" sz="2400" dirty="0">
                <a:solidFill>
                  <a:srgbClr val="002060"/>
                </a:solidFill>
                <a:latin typeface="微软雅黑" panose="020B0503020204020204" pitchFamily="34" charset="-122"/>
                <a:ea typeface="微软雅黑" panose="020B0503020204020204" pitchFamily="34" charset="-122"/>
              </a:rPr>
              <a:t>型 </a:t>
            </a:r>
            <a:r>
              <a:rPr kumimoji="1" lang="en-US" altLang="zh-CN" sz="2400" dirty="0">
                <a:solidFill>
                  <a:srgbClr val="002060"/>
                </a:solidFill>
                <a:latin typeface="微软雅黑" panose="020B0503020204020204" pitchFamily="34" charset="-122"/>
                <a:ea typeface="微软雅黑" panose="020B0503020204020204" pitchFamily="34" charset="-122"/>
              </a:rPr>
              <a:t>BJT </a:t>
            </a:r>
            <a:r>
              <a:rPr kumimoji="1" lang="zh-CN" altLang="en-US" sz="2400" dirty="0">
                <a:solidFill>
                  <a:srgbClr val="002060"/>
                </a:solidFill>
                <a:latin typeface="微软雅黑" panose="020B0503020204020204" pitchFamily="34" charset="-122"/>
                <a:ea typeface="微软雅黑" panose="020B0503020204020204" pitchFamily="34" charset="-122"/>
              </a:rPr>
              <a:t>截面图</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a:spcAft>
                <a:spcPts val="600"/>
              </a:spcAft>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：发射极（</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emitter</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spcAft>
                <a:spcPts val="600"/>
              </a:spcAft>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b</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：基极（</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base</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spcAft>
                <a:spcPts val="600"/>
              </a:spcAft>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：集电极（</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collector</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43" name="组合 42">
            <a:extLst>
              <a:ext uri="{FF2B5EF4-FFF2-40B4-BE49-F238E27FC236}">
                <a16:creationId xmlns:a16="http://schemas.microsoft.com/office/drawing/2014/main" id="{9E563304-2BF3-615B-B87F-C8060B09B23C}"/>
              </a:ext>
            </a:extLst>
          </p:cNvPr>
          <p:cNvGrpSpPr/>
          <p:nvPr/>
        </p:nvGrpSpPr>
        <p:grpSpPr>
          <a:xfrm>
            <a:off x="7380000" y="1800000"/>
            <a:ext cx="4211025" cy="2376000"/>
            <a:chOff x="3168000" y="1836000"/>
            <a:chExt cx="4211025" cy="2376000"/>
          </a:xfrm>
        </p:grpSpPr>
        <p:cxnSp>
          <p:nvCxnSpPr>
            <p:cNvPr id="44" name="直接连接符 43">
              <a:extLst>
                <a:ext uri="{FF2B5EF4-FFF2-40B4-BE49-F238E27FC236}">
                  <a16:creationId xmlns:a16="http://schemas.microsoft.com/office/drawing/2014/main" id="{5A276D45-DE47-2C58-DA55-325054568B27}"/>
                </a:ext>
              </a:extLst>
            </p:cNvPr>
            <p:cNvCxnSpPr>
              <a:cxnSpLocks/>
              <a:stCxn id="59" idx="0"/>
              <a:endCxn id="55" idx="0"/>
            </p:cNvCxnSpPr>
            <p:nvPr/>
          </p:nvCxnSpPr>
          <p:spPr>
            <a:xfrm>
              <a:off x="7146000" y="2160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CD46A7C7-DCCC-DDCC-0FE0-21055C35D457}"/>
                </a:ext>
              </a:extLst>
            </p:cNvPr>
            <p:cNvCxnSpPr>
              <a:cxnSpLocks/>
              <a:stCxn id="58" idx="0"/>
              <a:endCxn id="54" idx="0"/>
            </p:cNvCxnSpPr>
            <p:nvPr/>
          </p:nvCxnSpPr>
          <p:spPr>
            <a:xfrm>
              <a:off x="6660000" y="2160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483BF2D7-3966-598F-B56F-6FE0847C8A93}"/>
                </a:ext>
              </a:extLst>
            </p:cNvPr>
            <p:cNvSpPr/>
            <p:nvPr/>
          </p:nvSpPr>
          <p:spPr>
            <a:xfrm>
              <a:off x="3455025" y="2592000"/>
              <a:ext cx="3924000" cy="1620000"/>
            </a:xfrm>
            <a:prstGeom prst="rect">
              <a:avLst/>
            </a:prstGeom>
            <a:solidFill>
              <a:srgbClr val="FFC8C8"/>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0051140C-0DBE-965D-690E-C96576DD50DB}"/>
                </a:ext>
              </a:extLst>
            </p:cNvPr>
            <p:cNvSpPr/>
            <p:nvPr/>
          </p:nvSpPr>
          <p:spPr>
            <a:xfrm>
              <a:off x="3924000" y="2591999"/>
              <a:ext cx="2988000" cy="1152000"/>
            </a:xfrm>
            <a:prstGeom prst="rect">
              <a:avLst/>
            </a:prstGeom>
            <a:solidFill>
              <a:srgbClr val="FF00FF"/>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8C61A430-CE1F-ED97-91E6-4ED2A91D5348}"/>
                </a:ext>
              </a:extLst>
            </p:cNvPr>
            <p:cNvSpPr/>
            <p:nvPr/>
          </p:nvSpPr>
          <p:spPr>
            <a:xfrm>
              <a:off x="4032000" y="2592000"/>
              <a:ext cx="2772000" cy="1044000"/>
            </a:xfrm>
            <a:prstGeom prst="rect">
              <a:avLst/>
            </a:prstGeom>
            <a:solidFill>
              <a:schemeClr val="accent4">
                <a:lumMod val="40000"/>
                <a:lumOff val="60000"/>
              </a:schemeClr>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782CE6E6-E0E2-5B20-64AF-28386C7DF0A9}"/>
                </a:ext>
              </a:extLst>
            </p:cNvPr>
            <p:cNvSpPr/>
            <p:nvPr/>
          </p:nvSpPr>
          <p:spPr>
            <a:xfrm>
              <a:off x="4320000" y="2592000"/>
              <a:ext cx="2196000" cy="756000"/>
            </a:xfrm>
            <a:prstGeom prst="rect">
              <a:avLst/>
            </a:prstGeom>
            <a:solidFill>
              <a:srgbClr val="00FFFF"/>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40CFF7C7-D61F-903F-5B42-B95A393B121D}"/>
                </a:ext>
              </a:extLst>
            </p:cNvPr>
            <p:cNvSpPr txBox="1"/>
            <p:nvPr/>
          </p:nvSpPr>
          <p:spPr>
            <a:xfrm>
              <a:off x="3168000" y="2016000"/>
              <a:ext cx="972000" cy="360000"/>
            </a:xfrm>
            <a:prstGeom prst="rect">
              <a:avLst/>
            </a:prstGeom>
            <a:noFill/>
          </p:spPr>
          <p:txBody>
            <a:bodyPr wrap="square">
              <a:spAutoFit/>
            </a:bodyPr>
            <a:lstStyle/>
            <a:p>
              <a:pPr algn="ctr"/>
              <a:r>
                <a:rPr kumimoji="1" lang="zh-CN" altLang="en-US" sz="2000" dirty="0">
                  <a:solidFill>
                    <a:srgbClr val="0000FF"/>
                  </a:solidFill>
                  <a:latin typeface="微软雅黑" panose="020B0503020204020204" pitchFamily="34" charset="-122"/>
                  <a:ea typeface="微软雅黑" panose="020B0503020204020204" pitchFamily="34" charset="-122"/>
                </a:rPr>
                <a:t>集电结</a:t>
              </a:r>
              <a:endParaRPr lang="zh-CN" altLang="en-US" sz="2000" dirty="0">
                <a:solidFill>
                  <a:srgbClr val="0000FF"/>
                </a:solidFill>
                <a:latin typeface="微软雅黑" panose="020B0503020204020204" pitchFamily="34" charset="-122"/>
                <a:ea typeface="微软雅黑" panose="020B0503020204020204" pitchFamily="34" charset="-122"/>
              </a:endParaRPr>
            </a:p>
          </p:txBody>
        </p:sp>
        <p:cxnSp>
          <p:nvCxnSpPr>
            <p:cNvPr id="51" name="直接连接符 50">
              <a:extLst>
                <a:ext uri="{FF2B5EF4-FFF2-40B4-BE49-F238E27FC236}">
                  <a16:creationId xmlns:a16="http://schemas.microsoft.com/office/drawing/2014/main" id="{2A3306D2-AB7B-4345-D318-7578B1220D16}"/>
                </a:ext>
              </a:extLst>
            </p:cNvPr>
            <p:cNvCxnSpPr>
              <a:cxnSpLocks/>
            </p:cNvCxnSpPr>
            <p:nvPr/>
          </p:nvCxnSpPr>
          <p:spPr>
            <a:xfrm flipH="1" flipV="1">
              <a:off x="3888000" y="2376000"/>
              <a:ext cx="108000" cy="288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E6C3DB81-5D6D-92A8-BA64-DB284C02D1C8}"/>
                </a:ext>
              </a:extLst>
            </p:cNvPr>
            <p:cNvSpPr/>
            <p:nvPr/>
          </p:nvSpPr>
          <p:spPr>
            <a:xfrm>
              <a:off x="4428000" y="2592000"/>
              <a:ext cx="1980000" cy="648000"/>
            </a:xfrm>
            <a:prstGeom prst="rect">
              <a:avLst/>
            </a:prstGeom>
            <a:solidFill>
              <a:schemeClr val="accent6">
                <a:lumMod val="40000"/>
                <a:lumOff val="60000"/>
              </a:schemeClr>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94F77E1A-217C-2C13-5241-10692D9D7F48}"/>
                </a:ext>
              </a:extLst>
            </p:cNvPr>
            <p:cNvSpPr/>
            <p:nvPr/>
          </p:nvSpPr>
          <p:spPr>
            <a:xfrm>
              <a:off x="5310000" y="2448000"/>
              <a:ext cx="216000" cy="144000"/>
            </a:xfrm>
            <a:prstGeom prst="rect">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矩形 53">
              <a:extLst>
                <a:ext uri="{FF2B5EF4-FFF2-40B4-BE49-F238E27FC236}">
                  <a16:creationId xmlns:a16="http://schemas.microsoft.com/office/drawing/2014/main" id="{2A83F829-05D2-798B-E41D-AD7251CFDE56}"/>
                </a:ext>
              </a:extLst>
            </p:cNvPr>
            <p:cNvSpPr/>
            <p:nvPr/>
          </p:nvSpPr>
          <p:spPr>
            <a:xfrm>
              <a:off x="6552000" y="2448000"/>
              <a:ext cx="216000" cy="144000"/>
            </a:xfrm>
            <a:prstGeom prst="rect">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矩形 54">
              <a:extLst>
                <a:ext uri="{FF2B5EF4-FFF2-40B4-BE49-F238E27FC236}">
                  <a16:creationId xmlns:a16="http://schemas.microsoft.com/office/drawing/2014/main" id="{29BA2ADD-2614-90A2-5F44-11D5BF284698}"/>
                </a:ext>
              </a:extLst>
            </p:cNvPr>
            <p:cNvSpPr/>
            <p:nvPr/>
          </p:nvSpPr>
          <p:spPr>
            <a:xfrm>
              <a:off x="7038000" y="2448000"/>
              <a:ext cx="216000" cy="144000"/>
            </a:xfrm>
            <a:prstGeom prst="rect">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6" name="直接连接符 55">
              <a:extLst>
                <a:ext uri="{FF2B5EF4-FFF2-40B4-BE49-F238E27FC236}">
                  <a16:creationId xmlns:a16="http://schemas.microsoft.com/office/drawing/2014/main" id="{7EFDB8E1-6CC6-CD66-23FC-56D0F53AEC5B}"/>
                </a:ext>
              </a:extLst>
            </p:cNvPr>
            <p:cNvCxnSpPr>
              <a:cxnSpLocks/>
              <a:stCxn id="57" idx="0"/>
              <a:endCxn id="53" idx="0"/>
            </p:cNvCxnSpPr>
            <p:nvPr/>
          </p:nvCxnSpPr>
          <p:spPr>
            <a:xfrm>
              <a:off x="5418000" y="2160000"/>
              <a:ext cx="0" cy="28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椭圆 56">
              <a:extLst>
                <a:ext uri="{FF2B5EF4-FFF2-40B4-BE49-F238E27FC236}">
                  <a16:creationId xmlns:a16="http://schemas.microsoft.com/office/drawing/2014/main" id="{A2140839-8DD7-406B-3C46-385216AE3C7D}"/>
                </a:ext>
              </a:extLst>
            </p:cNvPr>
            <p:cNvSpPr/>
            <p:nvPr/>
          </p:nvSpPr>
          <p:spPr>
            <a:xfrm>
              <a:off x="5364000" y="2160000"/>
              <a:ext cx="108000" cy="108000"/>
            </a:xfrm>
            <a:prstGeom prst="ellipse">
              <a:avLst/>
            </a:prstGeom>
            <a:solidFill>
              <a:schemeClr val="lt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8" name="椭圆 57">
              <a:extLst>
                <a:ext uri="{FF2B5EF4-FFF2-40B4-BE49-F238E27FC236}">
                  <a16:creationId xmlns:a16="http://schemas.microsoft.com/office/drawing/2014/main" id="{F2EC08F1-042B-15A3-F07A-84806902E8AF}"/>
                </a:ext>
              </a:extLst>
            </p:cNvPr>
            <p:cNvSpPr/>
            <p:nvPr/>
          </p:nvSpPr>
          <p:spPr>
            <a:xfrm>
              <a:off x="6606000" y="2160000"/>
              <a:ext cx="108000" cy="108000"/>
            </a:xfrm>
            <a:prstGeom prst="ellipse">
              <a:avLst/>
            </a:prstGeom>
            <a:solidFill>
              <a:schemeClr val="lt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9" name="椭圆 58">
              <a:extLst>
                <a:ext uri="{FF2B5EF4-FFF2-40B4-BE49-F238E27FC236}">
                  <a16:creationId xmlns:a16="http://schemas.microsoft.com/office/drawing/2014/main" id="{E5B3F385-EDA0-8894-DC66-9B9114D5554C}"/>
                </a:ext>
              </a:extLst>
            </p:cNvPr>
            <p:cNvSpPr/>
            <p:nvPr/>
          </p:nvSpPr>
          <p:spPr>
            <a:xfrm>
              <a:off x="7092000" y="2160000"/>
              <a:ext cx="108000" cy="108000"/>
            </a:xfrm>
            <a:prstGeom prst="ellipse">
              <a:avLst/>
            </a:prstGeom>
            <a:solidFill>
              <a:schemeClr val="lt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0" name="文本框 59">
              <a:extLst>
                <a:ext uri="{FF2B5EF4-FFF2-40B4-BE49-F238E27FC236}">
                  <a16:creationId xmlns:a16="http://schemas.microsoft.com/office/drawing/2014/main" id="{F5D8E83C-2375-30D4-BE4A-D8DCE672FABE}"/>
                </a:ext>
              </a:extLst>
            </p:cNvPr>
            <p:cNvSpPr txBox="1"/>
            <p:nvPr/>
          </p:nvSpPr>
          <p:spPr>
            <a:xfrm>
              <a:off x="4248000" y="2016000"/>
              <a:ext cx="972000" cy="360000"/>
            </a:xfrm>
            <a:prstGeom prst="rect">
              <a:avLst/>
            </a:prstGeom>
            <a:noFill/>
          </p:spPr>
          <p:txBody>
            <a:bodyPr wrap="square">
              <a:spAutoFit/>
            </a:bodyPr>
            <a:lstStyle/>
            <a:p>
              <a:pPr algn="ctr"/>
              <a:r>
                <a:rPr kumimoji="1" lang="zh-CN" altLang="en-US" sz="2000" dirty="0">
                  <a:solidFill>
                    <a:srgbClr val="0000FF"/>
                  </a:solidFill>
                  <a:latin typeface="微软雅黑" panose="020B0503020204020204" pitchFamily="34" charset="-122"/>
                  <a:ea typeface="微软雅黑" panose="020B0503020204020204" pitchFamily="34" charset="-122"/>
                </a:rPr>
                <a:t>发射结</a:t>
              </a:r>
              <a:endParaRPr lang="zh-CN" altLang="en-US" sz="2000" dirty="0">
                <a:solidFill>
                  <a:srgbClr val="0000FF"/>
                </a:solidFill>
                <a:latin typeface="微软雅黑" panose="020B0503020204020204" pitchFamily="34" charset="-122"/>
                <a:ea typeface="微软雅黑" panose="020B0503020204020204" pitchFamily="34" charset="-122"/>
              </a:endParaRPr>
            </a:p>
          </p:txBody>
        </p:sp>
        <p:cxnSp>
          <p:nvCxnSpPr>
            <p:cNvPr id="61" name="直接连接符 60">
              <a:extLst>
                <a:ext uri="{FF2B5EF4-FFF2-40B4-BE49-F238E27FC236}">
                  <a16:creationId xmlns:a16="http://schemas.microsoft.com/office/drawing/2014/main" id="{38C6B55A-5977-619A-087D-55BAFD22F485}"/>
                </a:ext>
              </a:extLst>
            </p:cNvPr>
            <p:cNvCxnSpPr>
              <a:cxnSpLocks/>
            </p:cNvCxnSpPr>
            <p:nvPr/>
          </p:nvCxnSpPr>
          <p:spPr>
            <a:xfrm flipV="1">
              <a:off x="4356000" y="2376000"/>
              <a:ext cx="108000" cy="28800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238A7019-C724-996E-666A-22F02B10596D}"/>
                </a:ext>
              </a:extLst>
            </p:cNvPr>
            <p:cNvSpPr txBox="1"/>
            <p:nvPr/>
          </p:nvSpPr>
          <p:spPr>
            <a:xfrm>
              <a:off x="4428000" y="2736000"/>
              <a:ext cx="1980000" cy="360000"/>
            </a:xfrm>
            <a:prstGeom prst="rect">
              <a:avLst/>
            </a:prstGeom>
            <a:noFill/>
          </p:spPr>
          <p:txBody>
            <a:bodyPr wrap="square">
              <a:spAutoFit/>
            </a:bodyPr>
            <a:lstStyle/>
            <a:p>
              <a:pPr algn="ctr"/>
              <a:r>
                <a:rPr kumimoji="1" lang="en-US" altLang="zh-CN" dirty="0">
                  <a:latin typeface="微软雅黑" panose="020B0503020204020204" pitchFamily="34" charset="-122"/>
                  <a:ea typeface="微软雅黑" panose="020B0503020204020204" pitchFamily="34" charset="-122"/>
                </a:rPr>
                <a:t>N </a:t>
              </a:r>
              <a:r>
                <a:rPr kumimoji="1" lang="zh-CN" altLang="en-US" dirty="0">
                  <a:latin typeface="微软雅黑" panose="020B0503020204020204" pitchFamily="34" charset="-122"/>
                  <a:ea typeface="微软雅黑" panose="020B0503020204020204" pitchFamily="34" charset="-122"/>
                </a:rPr>
                <a:t>发射区</a:t>
              </a:r>
              <a:endParaRPr lang="zh-CN" altLang="en-US" dirty="0">
                <a:latin typeface="微软雅黑" panose="020B0503020204020204" pitchFamily="34" charset="-122"/>
                <a:ea typeface="微软雅黑" panose="020B0503020204020204" pitchFamily="34" charset="-122"/>
              </a:endParaRPr>
            </a:p>
          </p:txBody>
        </p:sp>
        <p:sp>
          <p:nvSpPr>
            <p:cNvPr id="63" name="文本框 62">
              <a:extLst>
                <a:ext uri="{FF2B5EF4-FFF2-40B4-BE49-F238E27FC236}">
                  <a16:creationId xmlns:a16="http://schemas.microsoft.com/office/drawing/2014/main" id="{1BB07A85-C99D-561E-1132-3AEC3E3B0B90}"/>
                </a:ext>
              </a:extLst>
            </p:cNvPr>
            <p:cNvSpPr txBox="1"/>
            <p:nvPr/>
          </p:nvSpPr>
          <p:spPr>
            <a:xfrm>
              <a:off x="4428000" y="3312000"/>
              <a:ext cx="1980000" cy="360000"/>
            </a:xfrm>
            <a:prstGeom prst="rect">
              <a:avLst/>
            </a:prstGeom>
            <a:noFill/>
          </p:spPr>
          <p:txBody>
            <a:bodyPr wrap="square">
              <a:spAutoFit/>
            </a:bodyPr>
            <a:lstStyle/>
            <a:p>
              <a:pPr algn="ctr"/>
              <a:r>
                <a:rPr kumimoji="1" lang="en-US" altLang="zh-CN" dirty="0">
                  <a:latin typeface="微软雅黑" panose="020B0503020204020204" pitchFamily="34" charset="-122"/>
                  <a:ea typeface="微软雅黑" panose="020B0503020204020204" pitchFamily="34" charset="-122"/>
                </a:rPr>
                <a:t>P </a:t>
              </a:r>
              <a:r>
                <a:rPr kumimoji="1" lang="zh-CN" altLang="en-US" dirty="0">
                  <a:latin typeface="微软雅黑" panose="020B0503020204020204" pitchFamily="34" charset="-122"/>
                  <a:ea typeface="微软雅黑" panose="020B0503020204020204" pitchFamily="34" charset="-122"/>
                </a:rPr>
                <a:t>基区</a:t>
              </a:r>
              <a:endParaRPr lang="zh-CN" altLang="en-US" dirty="0">
                <a:latin typeface="微软雅黑" panose="020B0503020204020204" pitchFamily="34" charset="-122"/>
                <a:ea typeface="微软雅黑" panose="020B0503020204020204" pitchFamily="34" charset="-122"/>
              </a:endParaRPr>
            </a:p>
          </p:txBody>
        </p:sp>
        <p:sp>
          <p:nvSpPr>
            <p:cNvPr id="128" name="文本框 127">
              <a:extLst>
                <a:ext uri="{FF2B5EF4-FFF2-40B4-BE49-F238E27FC236}">
                  <a16:creationId xmlns:a16="http://schemas.microsoft.com/office/drawing/2014/main" id="{DC654BC4-8A2D-5EF1-C81A-F08D913369AF}"/>
                </a:ext>
              </a:extLst>
            </p:cNvPr>
            <p:cNvSpPr txBox="1"/>
            <p:nvPr/>
          </p:nvSpPr>
          <p:spPr>
            <a:xfrm>
              <a:off x="4428000" y="3780000"/>
              <a:ext cx="1980000" cy="360000"/>
            </a:xfrm>
            <a:prstGeom prst="rect">
              <a:avLst/>
            </a:prstGeom>
            <a:noFill/>
          </p:spPr>
          <p:txBody>
            <a:bodyPr wrap="square">
              <a:spAutoFit/>
            </a:bodyPr>
            <a:lstStyle/>
            <a:p>
              <a:pPr algn="ctr"/>
              <a:r>
                <a:rPr kumimoji="1" lang="en-US" altLang="zh-CN" dirty="0">
                  <a:latin typeface="微软雅黑" panose="020B0503020204020204" pitchFamily="34" charset="-122"/>
                  <a:ea typeface="微软雅黑" panose="020B0503020204020204" pitchFamily="34" charset="-122"/>
                </a:rPr>
                <a:t>N </a:t>
              </a:r>
              <a:r>
                <a:rPr kumimoji="1" lang="zh-CN" altLang="en-US" dirty="0">
                  <a:latin typeface="微软雅黑" panose="020B0503020204020204" pitchFamily="34" charset="-122"/>
                  <a:ea typeface="微软雅黑" panose="020B0503020204020204" pitchFamily="34" charset="-122"/>
                </a:rPr>
                <a:t>集电区</a:t>
              </a:r>
              <a:endParaRPr lang="zh-CN" altLang="en-US" dirty="0">
                <a:latin typeface="微软雅黑" panose="020B0503020204020204" pitchFamily="34" charset="-122"/>
                <a:ea typeface="微软雅黑" panose="020B0503020204020204" pitchFamily="34" charset="-122"/>
              </a:endParaRPr>
            </a:p>
          </p:txBody>
        </p:sp>
        <p:sp>
          <p:nvSpPr>
            <p:cNvPr id="129" name="文本框 128">
              <a:extLst>
                <a:ext uri="{FF2B5EF4-FFF2-40B4-BE49-F238E27FC236}">
                  <a16:creationId xmlns:a16="http://schemas.microsoft.com/office/drawing/2014/main" id="{0CBD69FF-002E-6850-1036-B87BCAB1783C}"/>
                </a:ext>
              </a:extLst>
            </p:cNvPr>
            <p:cNvSpPr txBox="1"/>
            <p:nvPr/>
          </p:nvSpPr>
          <p:spPr>
            <a:xfrm>
              <a:off x="5274000" y="1836000"/>
              <a:ext cx="288112" cy="360000"/>
            </a:xfrm>
            <a:prstGeom prst="rect">
              <a:avLst/>
            </a:prstGeom>
            <a:noFill/>
          </p:spPr>
          <p:txBody>
            <a:bodyPr wrap="square">
              <a:spAutoFit/>
            </a:bodyPr>
            <a:lstStyle/>
            <a:p>
              <a:pPr algn="ctr"/>
              <a:r>
                <a:rPr kumimoji="1" lang="en-US" altLang="zh-CN" dirty="0">
                  <a:latin typeface="微软雅黑" panose="020B0503020204020204" pitchFamily="34" charset="-122"/>
                  <a:ea typeface="微软雅黑" panose="020B0503020204020204" pitchFamily="34" charset="-122"/>
                </a:rPr>
                <a:t>e</a:t>
              </a:r>
              <a:endParaRPr lang="zh-CN" altLang="en-US" dirty="0">
                <a:latin typeface="微软雅黑" panose="020B0503020204020204" pitchFamily="34" charset="-122"/>
                <a:ea typeface="微软雅黑" panose="020B0503020204020204" pitchFamily="34" charset="-122"/>
              </a:endParaRPr>
            </a:p>
          </p:txBody>
        </p:sp>
        <p:sp>
          <p:nvSpPr>
            <p:cNvPr id="130" name="文本框 129">
              <a:extLst>
                <a:ext uri="{FF2B5EF4-FFF2-40B4-BE49-F238E27FC236}">
                  <a16:creationId xmlns:a16="http://schemas.microsoft.com/office/drawing/2014/main" id="{702D6AEF-088A-6672-7928-7C628EF04855}"/>
                </a:ext>
              </a:extLst>
            </p:cNvPr>
            <p:cNvSpPr txBox="1"/>
            <p:nvPr/>
          </p:nvSpPr>
          <p:spPr>
            <a:xfrm>
              <a:off x="6516000" y="1836000"/>
              <a:ext cx="288112" cy="360000"/>
            </a:xfrm>
            <a:prstGeom prst="rect">
              <a:avLst/>
            </a:prstGeom>
            <a:noFill/>
          </p:spPr>
          <p:txBody>
            <a:bodyPr wrap="square">
              <a:spAutoFit/>
            </a:bodyPr>
            <a:lstStyle/>
            <a:p>
              <a:pPr algn="ctr"/>
              <a:r>
                <a:rPr kumimoji="1" lang="en-US" altLang="zh-CN" dirty="0">
                  <a:latin typeface="微软雅黑" panose="020B0503020204020204" pitchFamily="34" charset="-122"/>
                  <a:ea typeface="微软雅黑" panose="020B0503020204020204" pitchFamily="34" charset="-122"/>
                </a:rPr>
                <a:t>b</a:t>
              </a:r>
              <a:endParaRPr lang="zh-CN" altLang="en-US" dirty="0">
                <a:latin typeface="微软雅黑" panose="020B0503020204020204" pitchFamily="34" charset="-122"/>
                <a:ea typeface="微软雅黑" panose="020B0503020204020204" pitchFamily="34" charset="-122"/>
              </a:endParaRPr>
            </a:p>
          </p:txBody>
        </p:sp>
        <p:sp>
          <p:nvSpPr>
            <p:cNvPr id="131" name="文本框 130">
              <a:extLst>
                <a:ext uri="{FF2B5EF4-FFF2-40B4-BE49-F238E27FC236}">
                  <a16:creationId xmlns:a16="http://schemas.microsoft.com/office/drawing/2014/main" id="{C009FFDF-4084-E7E0-B851-FA7DC2D3A3DA}"/>
                </a:ext>
              </a:extLst>
            </p:cNvPr>
            <p:cNvSpPr txBox="1"/>
            <p:nvPr/>
          </p:nvSpPr>
          <p:spPr>
            <a:xfrm>
              <a:off x="7002000" y="1836000"/>
              <a:ext cx="288112" cy="360000"/>
            </a:xfrm>
            <a:prstGeom prst="rect">
              <a:avLst/>
            </a:prstGeom>
            <a:noFill/>
          </p:spPr>
          <p:txBody>
            <a:bodyPr wrap="square">
              <a:spAutoFit/>
            </a:bodyPr>
            <a:lstStyle/>
            <a:p>
              <a:pPr algn="ctr"/>
              <a:r>
                <a:rPr kumimoji="1" lang="en-US" altLang="zh-CN" dirty="0">
                  <a:latin typeface="微软雅黑" panose="020B0503020204020204" pitchFamily="34" charset="-122"/>
                  <a:ea typeface="微软雅黑" panose="020B0503020204020204" pitchFamily="34" charset="-122"/>
                </a:rPr>
                <a:t>c</a:t>
              </a:r>
              <a:endParaRPr lang="zh-CN" altLang="en-US"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0325859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97EEA-D691-4C1E-77D2-3F99F987EC4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185B07F-3CAD-CB40-FD6B-C75FFDAB5FF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模拟部分（三极管之双极结型管）</a:t>
            </a:r>
          </a:p>
        </p:txBody>
      </p:sp>
      <p:grpSp>
        <p:nvGrpSpPr>
          <p:cNvPr id="8" name="组合 7">
            <a:extLst>
              <a:ext uri="{FF2B5EF4-FFF2-40B4-BE49-F238E27FC236}">
                <a16:creationId xmlns:a16="http://schemas.microsoft.com/office/drawing/2014/main" id="{3F5928FE-695E-5552-DD34-F32A5B9B8C62}"/>
              </a:ext>
            </a:extLst>
          </p:cNvPr>
          <p:cNvGrpSpPr/>
          <p:nvPr/>
        </p:nvGrpSpPr>
        <p:grpSpPr>
          <a:xfrm>
            <a:off x="11449269" y="6198682"/>
            <a:ext cx="786273" cy="548639"/>
            <a:chOff x="11454918" y="5839511"/>
            <a:chExt cx="786273" cy="548639"/>
          </a:xfrm>
        </p:grpSpPr>
        <p:grpSp>
          <p:nvGrpSpPr>
            <p:cNvPr id="9" name="组合 8">
              <a:extLst>
                <a:ext uri="{FF2B5EF4-FFF2-40B4-BE49-F238E27FC236}">
                  <a16:creationId xmlns:a16="http://schemas.microsoft.com/office/drawing/2014/main" id="{81A72515-D0BD-5F7C-2074-5488BFAAD908}"/>
                </a:ext>
              </a:extLst>
            </p:cNvPr>
            <p:cNvGrpSpPr/>
            <p:nvPr/>
          </p:nvGrpSpPr>
          <p:grpSpPr>
            <a:xfrm>
              <a:off x="11454918" y="5867450"/>
              <a:ext cx="737081" cy="520700"/>
              <a:chOff x="11454918" y="5867450"/>
              <a:chExt cx="737081" cy="520700"/>
            </a:xfrm>
          </p:grpSpPr>
          <p:sp>
            <p:nvSpPr>
              <p:cNvPr id="11" name="箭头: 五边形 10">
                <a:extLst>
                  <a:ext uri="{FF2B5EF4-FFF2-40B4-BE49-F238E27FC236}">
                    <a16:creationId xmlns:a16="http://schemas.microsoft.com/office/drawing/2014/main" id="{ED988CB5-B73C-D77D-BA09-20AD08989469}"/>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箭头: V 形 11">
                <a:extLst>
                  <a:ext uri="{FF2B5EF4-FFF2-40B4-BE49-F238E27FC236}">
                    <a16:creationId xmlns:a16="http://schemas.microsoft.com/office/drawing/2014/main" id="{33CA81C5-7CFB-5969-2D60-FEB628760CA2}"/>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0" name="灯片编号占位符 3">
              <a:extLst>
                <a:ext uri="{FF2B5EF4-FFF2-40B4-BE49-F238E27FC236}">
                  <a16:creationId xmlns:a16="http://schemas.microsoft.com/office/drawing/2014/main" id="{947EBF1C-5C4C-CE9E-CB18-9DDD076C5A3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57</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852C6BEE-7F93-850D-1BBB-6C9EA3C6B928}"/>
                  </a:ext>
                </a:extLst>
              </p:cNvPr>
              <p:cNvSpPr txBox="1"/>
              <p:nvPr/>
            </p:nvSpPr>
            <p:spPr>
              <a:xfrm>
                <a:off x="360002" y="827142"/>
                <a:ext cx="7946165" cy="213225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BJT </a:t>
                </a:r>
                <a:r>
                  <a:rPr kumimoji="1" lang="zh-CN" altLang="en-US" sz="2800" dirty="0">
                    <a:solidFill>
                      <a:srgbClr val="002060"/>
                    </a:solidFill>
                    <a:latin typeface="微软雅黑" panose="020B0503020204020204" pitchFamily="34" charset="-122"/>
                    <a:ea typeface="微软雅黑" panose="020B0503020204020204" pitchFamily="34" charset="-122"/>
                  </a:rPr>
                  <a:t>的工作特性（以 </a:t>
                </a:r>
                <a:r>
                  <a:rPr kumimoji="1" lang="en-US" altLang="zh-CN" sz="2800" dirty="0">
                    <a:solidFill>
                      <a:srgbClr val="002060"/>
                    </a:solidFill>
                    <a:latin typeface="微软雅黑" panose="020B0503020204020204" pitchFamily="34" charset="-122"/>
                    <a:ea typeface="微软雅黑" panose="020B0503020204020204" pitchFamily="34" charset="-122"/>
                  </a:rPr>
                  <a:t>NPN </a:t>
                </a:r>
                <a:r>
                  <a:rPr kumimoji="1" lang="zh-CN" altLang="en-US" sz="2800" dirty="0">
                    <a:solidFill>
                      <a:srgbClr val="002060"/>
                    </a:solidFill>
                    <a:latin typeface="微软雅黑" panose="020B0503020204020204" pitchFamily="34" charset="-122"/>
                    <a:ea typeface="微软雅黑" panose="020B0503020204020204" pitchFamily="34" charset="-122"/>
                  </a:rPr>
                  <a:t>为例）</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kumimoji="1" lang="en-US" altLang="zh-CN" sz="2400" i="1" dirty="0"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BE</m:t>
                        </m:r>
                      </m:sub>
                    </m:sSub>
                    <m:r>
                      <a:rPr kumimoji="1" lang="en-US" altLang="zh-CN" sz="2400" b="0" i="1" dirty="0" smtClean="0">
                        <a:solidFill>
                          <a:schemeClr val="accent5">
                            <a:lumMod val="75000"/>
                          </a:schemeClr>
                        </a:solidFill>
                        <a:latin typeface="Cambria Math" panose="02040503050406030204" pitchFamily="18" charset="0"/>
                        <a:ea typeface="微软雅黑" panose="020B0503020204020204" pitchFamily="34" charset="-122"/>
                      </a:rPr>
                      <m:t>&lt;</m:t>
                    </m:r>
                    <m:sSub>
                      <m:sSubPr>
                        <m:ctrlPr>
                          <a:rPr kumimoji="1" lang="en-US" altLang="zh-CN" sz="2400" b="0" i="1" dirty="0"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dirty="0"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dirty="0" smtClean="0">
                            <a:solidFill>
                              <a:schemeClr val="accent5">
                                <a:lumMod val="75000"/>
                              </a:schemeClr>
                            </a:solidFill>
                            <a:latin typeface="Cambria Math" panose="02040503050406030204" pitchFamily="18" charset="0"/>
                            <a:ea typeface="微软雅黑" panose="020B0503020204020204" pitchFamily="34" charset="-122"/>
                          </a:rPr>
                          <m:t>T</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rgbClr val="FF0000"/>
                    </a:solidFill>
                    <a:latin typeface="微软雅黑" panose="020B0503020204020204" pitchFamily="34" charset="-122"/>
                    <a:ea typeface="微软雅黑" panose="020B0503020204020204" pitchFamily="34" charset="-122"/>
                  </a:rPr>
                  <a:t>截止</a:t>
                </a:r>
                <a:endParaRPr kumimoji="1" lang="en-US" altLang="zh-CN" sz="2400" dirty="0">
                  <a:solidFill>
                    <a:srgbClr val="FF000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BE</m:t>
                        </m:r>
                      </m:sub>
                    </m:sSub>
                    <m:r>
                      <a:rPr kumimoji="1" lang="en-US" altLang="zh-CN" sz="2400" b="0" i="1" dirty="0" smtClean="0">
                        <a:solidFill>
                          <a:schemeClr val="accent5">
                            <a:lumMod val="75000"/>
                          </a:schemeClr>
                        </a:solidFill>
                        <a:latin typeface="Cambria Math" panose="02040503050406030204" pitchFamily="18" charset="0"/>
                        <a:ea typeface="微软雅黑" panose="020B0503020204020204" pitchFamily="34" charset="-122"/>
                      </a:rPr>
                      <m:t>&gt;</m:t>
                    </m:r>
                    <m:sSub>
                      <m:sSub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T</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dirty="0" smtClean="0">
                            <a:solidFill>
                              <a:schemeClr val="accent5">
                                <a:lumMod val="75000"/>
                              </a:schemeClr>
                            </a:solidFill>
                            <a:latin typeface="Cambria Math" panose="02040503050406030204" pitchFamily="18" charset="0"/>
                            <a:ea typeface="微软雅黑" panose="020B0503020204020204" pitchFamily="34" charset="-122"/>
                          </a:rPr>
                          <m:t>C</m:t>
                        </m:r>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E</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较小（</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 - b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正偏或弱反偏），</a:t>
                </a:r>
                <a:r>
                  <a:rPr kumimoji="1" lang="zh-CN" altLang="en-US" sz="2400" dirty="0">
                    <a:solidFill>
                      <a:srgbClr val="0000FF"/>
                    </a:solidFill>
                    <a:latin typeface="微软雅黑" panose="020B0503020204020204" pitchFamily="34" charset="-122"/>
                    <a:ea typeface="微软雅黑" panose="020B0503020204020204" pitchFamily="34" charset="-122"/>
                  </a:rPr>
                  <a:t>饱和</a:t>
                </a:r>
                <a:endParaRPr kumimoji="1" lang="en-US" altLang="zh-CN" sz="2400" dirty="0">
                  <a:solidFill>
                    <a:srgbClr val="0000FF"/>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BE</m:t>
                        </m:r>
                      </m:sub>
                    </m:sSub>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&gt;</m:t>
                    </m:r>
                    <m:sSub>
                      <m:sSub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T</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CE</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较大（</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 - b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反偏），</a:t>
                </a:r>
                <a:r>
                  <a:rPr kumimoji="1" lang="zh-CN" altLang="en-US" sz="2400" dirty="0">
                    <a:solidFill>
                      <a:srgbClr val="00B050"/>
                    </a:solidFill>
                    <a:latin typeface="微软雅黑" panose="020B0503020204020204" pitchFamily="34" charset="-122"/>
                    <a:ea typeface="微软雅黑" panose="020B0503020204020204" pitchFamily="34" charset="-122"/>
                  </a:rPr>
                  <a:t>放大</a:t>
                </a:r>
                <a:endParaRPr kumimoji="1" lang="en-US" altLang="zh-CN" sz="2400" dirty="0">
                  <a:solidFill>
                    <a:srgbClr val="00B050"/>
                  </a:solidFill>
                  <a:latin typeface="微软雅黑" panose="020B0503020204020204" pitchFamily="34" charset="-122"/>
                  <a:ea typeface="微软雅黑" panose="020B0503020204020204" pitchFamily="34" charset="-122"/>
                </a:endParaRPr>
              </a:p>
            </p:txBody>
          </p:sp>
        </mc:Choice>
        <mc:Fallback xmlns="">
          <p:sp>
            <p:nvSpPr>
              <p:cNvPr id="41" name="文本框 40">
                <a:extLst>
                  <a:ext uri="{FF2B5EF4-FFF2-40B4-BE49-F238E27FC236}">
                    <a16:creationId xmlns:a16="http://schemas.microsoft.com/office/drawing/2014/main" id="{852C6BEE-7F93-850D-1BBB-6C9EA3C6B928}"/>
                  </a:ext>
                </a:extLst>
              </p:cNvPr>
              <p:cNvSpPr txBox="1">
                <a:spLocks noRot="1" noChangeAspect="1" noMove="1" noResize="1" noEditPoints="1" noAdjustHandles="1" noChangeArrowheads="1" noChangeShapeType="1" noTextEdit="1"/>
              </p:cNvSpPr>
              <p:nvPr/>
            </p:nvSpPr>
            <p:spPr>
              <a:xfrm>
                <a:off x="360002" y="827142"/>
                <a:ext cx="7946165" cy="2132250"/>
              </a:xfrm>
              <a:prstGeom prst="rect">
                <a:avLst/>
              </a:prstGeom>
              <a:blipFill>
                <a:blip r:embed="rId2"/>
                <a:stretch>
                  <a:fillRect l="-1380" t="-1146" b="-6017"/>
                </a:stretch>
              </a:blipFill>
            </p:spPr>
            <p:txBody>
              <a:bodyPr/>
              <a:lstStyle/>
              <a:p>
                <a:r>
                  <a:rPr lang="zh-CN" altLang="en-US">
                    <a:noFill/>
                  </a:rPr>
                  <a:t> </a:t>
                </a:r>
              </a:p>
            </p:txBody>
          </p:sp>
        </mc:Fallback>
      </mc:AlternateContent>
      <p:grpSp>
        <p:nvGrpSpPr>
          <p:cNvPr id="134" name="组合 133">
            <a:extLst>
              <a:ext uri="{FF2B5EF4-FFF2-40B4-BE49-F238E27FC236}">
                <a16:creationId xmlns:a16="http://schemas.microsoft.com/office/drawing/2014/main" id="{B359784F-A4EC-3F2C-803C-3D7B0ED0CD80}"/>
              </a:ext>
            </a:extLst>
          </p:cNvPr>
          <p:cNvGrpSpPr/>
          <p:nvPr/>
        </p:nvGrpSpPr>
        <p:grpSpPr>
          <a:xfrm>
            <a:off x="8928000" y="720000"/>
            <a:ext cx="2844000" cy="2477665"/>
            <a:chOff x="4608000" y="1260000"/>
            <a:chExt cx="2844000" cy="2477665"/>
          </a:xfrm>
        </p:grpSpPr>
        <mc:AlternateContent xmlns:mc="http://schemas.openxmlformats.org/markup-compatibility/2006" xmlns:a14="http://schemas.microsoft.com/office/drawing/2010/main">
          <mc:Choice Requires="a14">
            <p:sp>
              <p:nvSpPr>
                <p:cNvPr id="135" name="文本框 134">
                  <a:extLst>
                    <a:ext uri="{FF2B5EF4-FFF2-40B4-BE49-F238E27FC236}">
                      <a16:creationId xmlns:a16="http://schemas.microsoft.com/office/drawing/2014/main" id="{2403C773-1EF9-A015-EB89-5DD53494146A}"/>
                    </a:ext>
                  </a:extLst>
                </p:cNvPr>
                <p:cNvSpPr txBox="1"/>
                <p:nvPr/>
              </p:nvSpPr>
              <p:spPr>
                <a:xfrm>
                  <a:off x="4608000" y="2448000"/>
                  <a:ext cx="612000" cy="1008000"/>
                </a:xfrm>
                <a:prstGeom prst="rect">
                  <a:avLst/>
                </a:prstGeom>
                <a:noFill/>
              </p:spPr>
              <p:txBody>
                <a:bodyPr wrap="square">
                  <a:spAutoFit/>
                </a:bodyPr>
                <a:lstStyle/>
                <a:p>
                  <a:pPr algn="r"/>
                  <a14:m>
                    <m:oMathPara xmlns:m="http://schemas.openxmlformats.org/officeDocument/2006/math">
                      <m:oMathParaPr>
                        <m:jc m:val="centerGroup"/>
                      </m:oMathParaPr>
                      <m:oMath xmlns:m="http://schemas.openxmlformats.org/officeDocument/2006/math">
                        <m:r>
                          <a:rPr kumimoji="1" lang="en-US" altLang="zh-CN" sz="2000" i="1" dirty="0">
                            <a:solidFill>
                              <a:srgbClr val="C00000"/>
                            </a:solidFill>
                            <a:latin typeface="Cambria Math" panose="02040503050406030204" pitchFamily="18" charset="0"/>
                            <a:ea typeface="微软雅黑" panose="020B0503020204020204" pitchFamily="34" charset="-122"/>
                          </a:rPr>
                          <m:t>+</m:t>
                        </m:r>
                      </m:oMath>
                    </m:oMathPara>
                  </a14:m>
                  <a:endParaRPr kumimoji="1" lang="en-US" altLang="zh-CN" sz="2000" i="1" dirty="0">
                    <a:solidFill>
                      <a:srgbClr val="C00000"/>
                    </a:solidFill>
                    <a:latin typeface="Cambria Math" panose="02040503050406030204" pitchFamily="18" charset="0"/>
                    <a:ea typeface="微软雅黑" panose="020B0503020204020204" pitchFamily="34" charset="-122"/>
                  </a:endParaRPr>
                </a:p>
                <a:p>
                  <a:pPr algn="r"/>
                  <a14:m>
                    <m:oMathPara xmlns:m="http://schemas.openxmlformats.org/officeDocument/2006/math">
                      <m:oMathParaPr>
                        <m:jc m:val="centerGroup"/>
                      </m:oMathParaPr>
                      <m:oMath xmlns:m="http://schemas.openxmlformats.org/officeDocument/2006/math">
                        <m:sSub>
                          <m:sSubPr>
                            <m:ctrlPr>
                              <a:rPr kumimoji="1" lang="en-US" altLang="zh-CN" sz="2000" i="1" dirty="0">
                                <a:solidFill>
                                  <a:srgbClr val="C00000"/>
                                </a:solidFill>
                                <a:latin typeface="Cambria Math" panose="02040503050406030204" pitchFamily="18" charset="0"/>
                                <a:ea typeface="微软雅黑" panose="020B0503020204020204" pitchFamily="34" charset="-122"/>
                              </a:rPr>
                            </m:ctrlPr>
                          </m:sSubPr>
                          <m:e>
                            <m:r>
                              <a:rPr kumimoji="1" lang="en-US" altLang="zh-CN" sz="2000" i="1" dirty="0">
                                <a:solidFill>
                                  <a:srgbClr val="C00000"/>
                                </a:solidFill>
                                <a:latin typeface="Cambria Math" panose="02040503050406030204" pitchFamily="18" charset="0"/>
                                <a:ea typeface="微软雅黑" panose="020B0503020204020204" pitchFamily="34" charset="-122"/>
                              </a:rPr>
                              <m:t>𝑣</m:t>
                            </m:r>
                          </m:e>
                          <m:sub>
                            <m:r>
                              <m:rPr>
                                <m:sty m:val="p"/>
                              </m:rPr>
                              <a:rPr kumimoji="1" lang="en-US" altLang="zh-CN" sz="2000" dirty="0">
                                <a:solidFill>
                                  <a:srgbClr val="C00000"/>
                                </a:solidFill>
                                <a:latin typeface="Cambria Math" panose="02040503050406030204" pitchFamily="18" charset="0"/>
                                <a:ea typeface="微软雅黑" panose="020B0503020204020204" pitchFamily="34" charset="-122"/>
                              </a:rPr>
                              <m:t>BE</m:t>
                            </m:r>
                          </m:sub>
                        </m:sSub>
                      </m:oMath>
                    </m:oMathPara>
                  </a14:m>
                  <a:endParaRPr kumimoji="1" lang="en-US" altLang="zh-CN" sz="2000" dirty="0">
                    <a:solidFill>
                      <a:srgbClr val="C00000"/>
                    </a:solidFill>
                    <a:latin typeface="微软雅黑" panose="020B0503020204020204" pitchFamily="34" charset="-122"/>
                    <a:ea typeface="微软雅黑" panose="020B0503020204020204" pitchFamily="34" charset="-122"/>
                  </a:endParaRPr>
                </a:p>
                <a:p>
                  <a:pPr algn="r"/>
                  <a14:m>
                    <m:oMathPara xmlns:m="http://schemas.openxmlformats.org/officeDocument/2006/math">
                      <m:oMathParaPr>
                        <m:jc m:val="centerGroup"/>
                      </m:oMathParaPr>
                      <m:oMath xmlns:m="http://schemas.openxmlformats.org/officeDocument/2006/math">
                        <m:r>
                          <a:rPr kumimoji="1" lang="en-US" altLang="zh-CN" sz="2000" i="1" dirty="0">
                            <a:solidFill>
                              <a:srgbClr val="C00000"/>
                            </a:solidFill>
                            <a:latin typeface="Cambria Math" panose="02040503050406030204" pitchFamily="18" charset="0"/>
                            <a:ea typeface="微软雅黑" panose="020B0503020204020204" pitchFamily="34" charset="-122"/>
                          </a:rPr>
                          <m:t>−</m:t>
                        </m:r>
                      </m:oMath>
                    </m:oMathPara>
                  </a14:m>
                  <a:endParaRPr kumimoji="1" lang="en-US" altLang="zh-CN" sz="2000" i="1" dirty="0">
                    <a:solidFill>
                      <a:srgbClr val="C00000"/>
                    </a:solidFill>
                    <a:latin typeface="Cambria Math" panose="02040503050406030204" pitchFamily="18" charset="0"/>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D04806DA-A9B4-3554-D7AD-0426CE3ABF82}"/>
                    </a:ext>
                  </a:extLst>
                </p:cNvPr>
                <p:cNvSpPr txBox="1">
                  <a:spLocks noRot="1" noChangeAspect="1" noMove="1" noResize="1" noEditPoints="1" noAdjustHandles="1" noChangeArrowheads="1" noChangeShapeType="1" noTextEdit="1"/>
                </p:cNvSpPr>
                <p:nvPr/>
              </p:nvSpPr>
              <p:spPr>
                <a:xfrm>
                  <a:off x="4608000" y="2448000"/>
                  <a:ext cx="612000" cy="1008000"/>
                </a:xfrm>
                <a:prstGeom prst="rect">
                  <a:avLst/>
                </a:prstGeom>
                <a:blipFill>
                  <a:blip r:embed="rId27"/>
                  <a:stretch>
                    <a:fillRect/>
                  </a:stretch>
                </a:blipFill>
              </p:spPr>
              <p:txBody>
                <a:bodyPr/>
                <a:lstStyle/>
                <a:p>
                  <a:r>
                    <a:rPr lang="zh-CN" altLang="en-US">
                      <a:noFill/>
                    </a:rPr>
                    <a:t> </a:t>
                  </a:r>
                </a:p>
              </p:txBody>
            </p:sp>
          </mc:Fallback>
        </mc:AlternateContent>
        <p:sp>
          <p:nvSpPr>
            <p:cNvPr id="136" name="文本框 135">
              <a:extLst>
                <a:ext uri="{FF2B5EF4-FFF2-40B4-BE49-F238E27FC236}">
                  <a16:creationId xmlns:a16="http://schemas.microsoft.com/office/drawing/2014/main" id="{6227ABF8-434E-97D6-DD00-0CDB6C392D4E}"/>
                </a:ext>
              </a:extLst>
            </p:cNvPr>
            <p:cNvSpPr txBox="1"/>
            <p:nvPr/>
          </p:nvSpPr>
          <p:spPr>
            <a:xfrm>
              <a:off x="6084000" y="3276000"/>
              <a:ext cx="432000" cy="461665"/>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137" name="直接连接符 136">
              <a:extLst>
                <a:ext uri="{FF2B5EF4-FFF2-40B4-BE49-F238E27FC236}">
                  <a16:creationId xmlns:a16="http://schemas.microsoft.com/office/drawing/2014/main" id="{C1DEB340-FB8E-4276-8990-2FD9CEE9C857}"/>
                </a:ext>
              </a:extLst>
            </p:cNvPr>
            <p:cNvCxnSpPr>
              <a:cxnSpLocks/>
            </p:cNvCxnSpPr>
            <p:nvPr/>
          </p:nvCxnSpPr>
          <p:spPr>
            <a:xfrm flipV="1">
              <a:off x="5868000" y="2231400"/>
              <a:ext cx="0" cy="72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85176C2C-E3EC-3224-02CD-FC21785B19BD}"/>
                </a:ext>
              </a:extLst>
            </p:cNvPr>
            <p:cNvCxnSpPr>
              <a:cxnSpLocks/>
            </p:cNvCxnSpPr>
            <p:nvPr/>
          </p:nvCxnSpPr>
          <p:spPr>
            <a:xfrm flipV="1">
              <a:off x="5868000" y="2214000"/>
              <a:ext cx="432000" cy="21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ECFDCA6C-314C-C474-15A9-76C13B1DDB84}"/>
                </a:ext>
              </a:extLst>
            </p:cNvPr>
            <p:cNvCxnSpPr>
              <a:cxnSpLocks/>
            </p:cNvCxnSpPr>
            <p:nvPr/>
          </p:nvCxnSpPr>
          <p:spPr>
            <a:xfrm>
              <a:off x="5868000" y="2754000"/>
              <a:ext cx="432000" cy="216000"/>
            </a:xfrm>
            <a:prstGeom prst="line">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4D165CDD-058B-D63C-CA06-DCED8C2698CF}"/>
                </a:ext>
              </a:extLst>
            </p:cNvPr>
            <p:cNvCxnSpPr>
              <a:cxnSpLocks/>
            </p:cNvCxnSpPr>
            <p:nvPr/>
          </p:nvCxnSpPr>
          <p:spPr>
            <a:xfrm flipV="1">
              <a:off x="6300000" y="176400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53AE75EC-9EDB-13B0-7084-4EB5F911BB85}"/>
                </a:ext>
              </a:extLst>
            </p:cNvPr>
            <p:cNvCxnSpPr>
              <a:cxnSpLocks/>
            </p:cNvCxnSpPr>
            <p:nvPr/>
          </p:nvCxnSpPr>
          <p:spPr>
            <a:xfrm flipV="1">
              <a:off x="6299999" y="2970000"/>
              <a:ext cx="0" cy="36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FBF44BB4-A119-4921-13C1-A5B0CF93E8FF}"/>
                </a:ext>
              </a:extLst>
            </p:cNvPr>
            <p:cNvCxnSpPr>
              <a:cxnSpLocks/>
            </p:cNvCxnSpPr>
            <p:nvPr/>
          </p:nvCxnSpPr>
          <p:spPr>
            <a:xfrm>
              <a:off x="5184000" y="2592000"/>
              <a:ext cx="68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3" name="文本框 142">
              <a:extLst>
                <a:ext uri="{FF2B5EF4-FFF2-40B4-BE49-F238E27FC236}">
                  <a16:creationId xmlns:a16="http://schemas.microsoft.com/office/drawing/2014/main" id="{94A87D26-CCCD-F77C-9CF7-8303A4023FB5}"/>
                </a:ext>
              </a:extLst>
            </p:cNvPr>
            <p:cNvSpPr txBox="1"/>
            <p:nvPr/>
          </p:nvSpPr>
          <p:spPr>
            <a:xfrm>
              <a:off x="4960800" y="2088000"/>
              <a:ext cx="432000" cy="461665"/>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b</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44" name="椭圆 143">
              <a:extLst>
                <a:ext uri="{FF2B5EF4-FFF2-40B4-BE49-F238E27FC236}">
                  <a16:creationId xmlns:a16="http://schemas.microsoft.com/office/drawing/2014/main" id="{79CE7CCF-BBB9-581B-502C-DB51E025F26B}"/>
                </a:ext>
              </a:extLst>
            </p:cNvPr>
            <p:cNvSpPr/>
            <p:nvPr/>
          </p:nvSpPr>
          <p:spPr>
            <a:xfrm>
              <a:off x="5112000" y="2527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145" name="椭圆 144">
              <a:extLst>
                <a:ext uri="{FF2B5EF4-FFF2-40B4-BE49-F238E27FC236}">
                  <a16:creationId xmlns:a16="http://schemas.microsoft.com/office/drawing/2014/main" id="{FDF49F08-BED0-FB29-1F13-A03F4236911D}"/>
                </a:ext>
              </a:extLst>
            </p:cNvPr>
            <p:cNvSpPr/>
            <p:nvPr/>
          </p:nvSpPr>
          <p:spPr>
            <a:xfrm>
              <a:off x="6912000" y="1699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146" name="文本框 145">
              <a:extLst>
                <a:ext uri="{FF2B5EF4-FFF2-40B4-BE49-F238E27FC236}">
                  <a16:creationId xmlns:a16="http://schemas.microsoft.com/office/drawing/2014/main" id="{D49A991B-9936-F7C4-E6A2-CE4C4881C099}"/>
                </a:ext>
              </a:extLst>
            </p:cNvPr>
            <p:cNvSpPr txBox="1"/>
            <p:nvPr/>
          </p:nvSpPr>
          <p:spPr>
            <a:xfrm>
              <a:off x="6760800" y="1260000"/>
              <a:ext cx="432000" cy="461665"/>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147" name="直接连接符 146">
              <a:extLst>
                <a:ext uri="{FF2B5EF4-FFF2-40B4-BE49-F238E27FC236}">
                  <a16:creationId xmlns:a16="http://schemas.microsoft.com/office/drawing/2014/main" id="{DE8F71D1-C00A-2949-FB91-CB6AC13BA6FF}"/>
                </a:ext>
              </a:extLst>
            </p:cNvPr>
            <p:cNvCxnSpPr>
              <a:cxnSpLocks/>
            </p:cNvCxnSpPr>
            <p:nvPr/>
          </p:nvCxnSpPr>
          <p:spPr>
            <a:xfrm>
              <a:off x="6300000" y="1764000"/>
              <a:ext cx="61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90F0F432-F574-E328-D588-E7A866D94CBF}"/>
                </a:ext>
              </a:extLst>
            </p:cNvPr>
            <p:cNvCxnSpPr>
              <a:cxnSpLocks/>
            </p:cNvCxnSpPr>
            <p:nvPr/>
          </p:nvCxnSpPr>
          <p:spPr>
            <a:xfrm>
              <a:off x="5184000" y="3330000"/>
              <a:ext cx="180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9" name="椭圆 148">
              <a:extLst>
                <a:ext uri="{FF2B5EF4-FFF2-40B4-BE49-F238E27FC236}">
                  <a16:creationId xmlns:a16="http://schemas.microsoft.com/office/drawing/2014/main" id="{0226D462-D6A2-902C-D7F3-67BA368576F9}"/>
                </a:ext>
              </a:extLst>
            </p:cNvPr>
            <p:cNvSpPr/>
            <p:nvPr/>
          </p:nvSpPr>
          <p:spPr>
            <a:xfrm>
              <a:off x="5112000" y="3265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150" name="椭圆 149">
              <a:extLst>
                <a:ext uri="{FF2B5EF4-FFF2-40B4-BE49-F238E27FC236}">
                  <a16:creationId xmlns:a16="http://schemas.microsoft.com/office/drawing/2014/main" id="{AAE2674D-31A7-D8B6-73E8-389E622A6B4B}"/>
                </a:ext>
              </a:extLst>
            </p:cNvPr>
            <p:cNvSpPr/>
            <p:nvPr/>
          </p:nvSpPr>
          <p:spPr>
            <a:xfrm>
              <a:off x="6912000" y="3265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151" name="椭圆 150">
              <a:extLst>
                <a:ext uri="{FF2B5EF4-FFF2-40B4-BE49-F238E27FC236}">
                  <a16:creationId xmlns:a16="http://schemas.microsoft.com/office/drawing/2014/main" id="{A1C07DA7-83E3-AE6D-6730-F6BCABA345E7}"/>
                </a:ext>
              </a:extLst>
            </p:cNvPr>
            <p:cNvSpPr/>
            <p:nvPr/>
          </p:nvSpPr>
          <p:spPr>
            <a:xfrm>
              <a:off x="6246000" y="3276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152" name="文本框 151">
                  <a:extLst>
                    <a:ext uri="{FF2B5EF4-FFF2-40B4-BE49-F238E27FC236}">
                      <a16:creationId xmlns:a16="http://schemas.microsoft.com/office/drawing/2014/main" id="{15AB767F-BB41-F4CA-BA8D-908737AAA52C}"/>
                    </a:ext>
                  </a:extLst>
                </p:cNvPr>
                <p:cNvSpPr txBox="1"/>
                <p:nvPr/>
              </p:nvSpPr>
              <p:spPr>
                <a:xfrm>
                  <a:off x="6480000" y="1836000"/>
                  <a:ext cx="360000" cy="432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dirty="0" smtClean="0">
                                <a:solidFill>
                                  <a:srgbClr val="00B050"/>
                                </a:solidFill>
                                <a:latin typeface="Cambria Math" panose="02040503050406030204" pitchFamily="18" charset="0"/>
                                <a:ea typeface="微软雅黑" panose="020B0503020204020204" pitchFamily="34" charset="-122"/>
                              </a:rPr>
                            </m:ctrlPr>
                          </m:sSubPr>
                          <m:e>
                            <m:r>
                              <a:rPr kumimoji="1" lang="en-US" altLang="zh-CN" sz="2400" b="0" i="1" dirty="0" smtClean="0">
                                <a:solidFill>
                                  <a:srgbClr val="00B050"/>
                                </a:solidFill>
                                <a:latin typeface="Cambria Math" panose="02040503050406030204" pitchFamily="18" charset="0"/>
                                <a:ea typeface="微软雅黑" panose="020B0503020204020204" pitchFamily="34" charset="-122"/>
                              </a:rPr>
                              <m:t>𝑖</m:t>
                            </m:r>
                          </m:e>
                          <m:sub>
                            <m:r>
                              <m:rPr>
                                <m:sty m:val="p"/>
                              </m:rPr>
                              <a:rPr kumimoji="1" lang="en-US" altLang="zh-CN" sz="2400" dirty="0">
                                <a:solidFill>
                                  <a:srgbClr val="00B050"/>
                                </a:solidFill>
                                <a:latin typeface="Cambria Math" panose="02040503050406030204" pitchFamily="18" charset="0"/>
                                <a:ea typeface="微软雅黑" panose="020B0503020204020204" pitchFamily="34" charset="-122"/>
                              </a:rPr>
                              <m:t>C</m:t>
                            </m:r>
                          </m:sub>
                        </m:sSub>
                      </m:oMath>
                    </m:oMathPara>
                  </a14:m>
                  <a:endParaRPr lang="zh-CN" altLang="en-US" sz="2400" dirty="0">
                    <a:solidFill>
                      <a:srgbClr val="00B050"/>
                    </a:solidFill>
                  </a:endParaRPr>
                </a:p>
              </p:txBody>
            </p:sp>
          </mc:Choice>
          <mc:Fallback xmlns="">
            <p:sp>
              <p:nvSpPr>
                <p:cNvPr id="23" name="文本框 22">
                  <a:extLst>
                    <a:ext uri="{FF2B5EF4-FFF2-40B4-BE49-F238E27FC236}">
                      <a16:creationId xmlns:a16="http://schemas.microsoft.com/office/drawing/2014/main" id="{2F168867-4B61-6A8F-AF9D-DDF2F39C6642}"/>
                    </a:ext>
                  </a:extLst>
                </p:cNvPr>
                <p:cNvSpPr txBox="1">
                  <a:spLocks noRot="1" noChangeAspect="1" noMove="1" noResize="1" noEditPoints="1" noAdjustHandles="1" noChangeArrowheads="1" noChangeShapeType="1" noTextEdit="1"/>
                </p:cNvSpPr>
                <p:nvPr/>
              </p:nvSpPr>
              <p:spPr>
                <a:xfrm>
                  <a:off x="6480000" y="1836000"/>
                  <a:ext cx="360000" cy="432000"/>
                </a:xfrm>
                <a:prstGeom prst="rect">
                  <a:avLst/>
                </a:prstGeom>
                <a:blipFill>
                  <a:blip r:embed="rId28"/>
                  <a:stretch>
                    <a:fillRect l="-5085" r="-13559" b="-10000"/>
                  </a:stretch>
                </a:blipFill>
              </p:spPr>
              <p:txBody>
                <a:bodyPr/>
                <a:lstStyle/>
                <a:p>
                  <a:r>
                    <a:rPr lang="zh-CN" altLang="en-US">
                      <a:noFill/>
                    </a:rPr>
                    <a:t> </a:t>
                  </a:r>
                </a:p>
              </p:txBody>
            </p:sp>
          </mc:Fallback>
        </mc:AlternateContent>
        <p:cxnSp>
          <p:nvCxnSpPr>
            <p:cNvPr id="153" name="直接箭头连接符 152">
              <a:extLst>
                <a:ext uri="{FF2B5EF4-FFF2-40B4-BE49-F238E27FC236}">
                  <a16:creationId xmlns:a16="http://schemas.microsoft.com/office/drawing/2014/main" id="{DB8DF2FA-68FD-2D32-6D58-AF663A75D02E}"/>
                </a:ext>
              </a:extLst>
            </p:cNvPr>
            <p:cNvCxnSpPr>
              <a:cxnSpLocks/>
            </p:cNvCxnSpPr>
            <p:nvPr/>
          </p:nvCxnSpPr>
          <p:spPr>
            <a:xfrm flipH="1">
              <a:off x="6408000" y="1872000"/>
              <a:ext cx="432000" cy="0"/>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CD7B676A-111E-A94A-A358-376006F59766}"/>
                </a:ext>
              </a:extLst>
            </p:cNvPr>
            <p:cNvCxnSpPr>
              <a:cxnSpLocks/>
            </p:cNvCxnSpPr>
            <p:nvPr/>
          </p:nvCxnSpPr>
          <p:spPr>
            <a:xfrm flipH="1">
              <a:off x="5328000" y="2700000"/>
              <a:ext cx="432000" cy="0"/>
            </a:xfrm>
            <a:prstGeom prst="straightConnector1">
              <a:avLst/>
            </a:prstGeom>
            <a:ln w="25400">
              <a:solidFill>
                <a:srgbClr val="00B050"/>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文本框 154">
                  <a:extLst>
                    <a:ext uri="{FF2B5EF4-FFF2-40B4-BE49-F238E27FC236}">
                      <a16:creationId xmlns:a16="http://schemas.microsoft.com/office/drawing/2014/main" id="{83FFD451-E26B-9215-E328-2D5A68562785}"/>
                    </a:ext>
                  </a:extLst>
                </p:cNvPr>
                <p:cNvSpPr txBox="1"/>
                <p:nvPr/>
              </p:nvSpPr>
              <p:spPr>
                <a:xfrm>
                  <a:off x="5328000" y="2664000"/>
                  <a:ext cx="360000" cy="432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dirty="0" smtClean="0">
                                <a:solidFill>
                                  <a:srgbClr val="00B050"/>
                                </a:solidFill>
                                <a:latin typeface="Cambria Math" panose="02040503050406030204" pitchFamily="18" charset="0"/>
                                <a:ea typeface="微软雅黑" panose="020B0503020204020204" pitchFamily="34" charset="-122"/>
                              </a:rPr>
                            </m:ctrlPr>
                          </m:sSubPr>
                          <m:e>
                            <m:r>
                              <a:rPr kumimoji="1" lang="en-US" altLang="zh-CN" sz="2400" b="0" i="1" dirty="0" smtClean="0">
                                <a:solidFill>
                                  <a:srgbClr val="00B050"/>
                                </a:solidFill>
                                <a:latin typeface="Cambria Math" panose="02040503050406030204" pitchFamily="18" charset="0"/>
                                <a:ea typeface="微软雅黑" panose="020B0503020204020204" pitchFamily="34" charset="-122"/>
                              </a:rPr>
                              <m:t>𝑖</m:t>
                            </m:r>
                          </m:e>
                          <m:sub>
                            <m:r>
                              <m:rPr>
                                <m:sty m:val="p"/>
                              </m:rPr>
                              <a:rPr kumimoji="1" lang="en-US" altLang="zh-CN" sz="2400" b="0" i="0" dirty="0" smtClean="0">
                                <a:solidFill>
                                  <a:srgbClr val="00B050"/>
                                </a:solidFill>
                                <a:latin typeface="Cambria Math" panose="02040503050406030204" pitchFamily="18" charset="0"/>
                                <a:ea typeface="微软雅黑" panose="020B0503020204020204" pitchFamily="34" charset="-122"/>
                              </a:rPr>
                              <m:t>B</m:t>
                            </m:r>
                          </m:sub>
                        </m:sSub>
                      </m:oMath>
                    </m:oMathPara>
                  </a14:m>
                  <a:endParaRPr lang="zh-CN" altLang="en-US" sz="2400" dirty="0">
                    <a:solidFill>
                      <a:srgbClr val="00B050"/>
                    </a:solidFill>
                  </a:endParaRPr>
                </a:p>
              </p:txBody>
            </p:sp>
          </mc:Choice>
          <mc:Fallback xmlns="">
            <p:sp>
              <p:nvSpPr>
                <p:cNvPr id="26" name="文本框 25">
                  <a:extLst>
                    <a:ext uri="{FF2B5EF4-FFF2-40B4-BE49-F238E27FC236}">
                      <a16:creationId xmlns:a16="http://schemas.microsoft.com/office/drawing/2014/main" id="{730708DC-5C08-28E0-64FE-BF935EB30FC2}"/>
                    </a:ext>
                  </a:extLst>
                </p:cNvPr>
                <p:cNvSpPr txBox="1">
                  <a:spLocks noRot="1" noChangeAspect="1" noMove="1" noResize="1" noEditPoints="1" noAdjustHandles="1" noChangeArrowheads="1" noChangeShapeType="1" noTextEdit="1"/>
                </p:cNvSpPr>
                <p:nvPr/>
              </p:nvSpPr>
              <p:spPr>
                <a:xfrm>
                  <a:off x="5328000" y="2664000"/>
                  <a:ext cx="360000" cy="432000"/>
                </a:xfrm>
                <a:prstGeom prst="rect">
                  <a:avLst/>
                </a:prstGeom>
                <a:blipFill>
                  <a:blip r:embed="rId29"/>
                  <a:stretch>
                    <a:fillRect l="-5085" r="-16949" b="-98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 name="文本框 155">
                  <a:extLst>
                    <a:ext uri="{FF2B5EF4-FFF2-40B4-BE49-F238E27FC236}">
                      <a16:creationId xmlns:a16="http://schemas.microsoft.com/office/drawing/2014/main" id="{A5F90D53-9280-914C-4E4B-824395EA9A6A}"/>
                    </a:ext>
                  </a:extLst>
                </p:cNvPr>
                <p:cNvSpPr txBox="1"/>
                <p:nvPr/>
              </p:nvSpPr>
              <p:spPr>
                <a:xfrm>
                  <a:off x="6876000" y="1746000"/>
                  <a:ext cx="576000" cy="1620000"/>
                </a:xfrm>
                <a:prstGeom prst="rect">
                  <a:avLst/>
                </a:prstGeom>
                <a:noFill/>
              </p:spPr>
              <p:txBody>
                <a:bodyPr wrap="square">
                  <a:spAutoFit/>
                </a:bodyPr>
                <a:lstStyle/>
                <a:p>
                  <a:pPr algn="r"/>
                  <a14:m>
                    <m:oMathPara xmlns:m="http://schemas.openxmlformats.org/officeDocument/2006/math">
                      <m:oMathParaPr>
                        <m:jc m:val="centerGroup"/>
                      </m:oMathParaPr>
                      <m:oMath xmlns:m="http://schemas.openxmlformats.org/officeDocument/2006/math">
                        <m:r>
                          <a:rPr kumimoji="1" lang="en-US" altLang="zh-CN" sz="2000" i="1" dirty="0">
                            <a:solidFill>
                              <a:srgbClr val="C00000"/>
                            </a:solidFill>
                            <a:latin typeface="Cambria Math" panose="02040503050406030204" pitchFamily="18" charset="0"/>
                            <a:ea typeface="微软雅黑" panose="020B0503020204020204" pitchFamily="34" charset="-122"/>
                          </a:rPr>
                          <m:t>+</m:t>
                        </m:r>
                      </m:oMath>
                    </m:oMathPara>
                  </a14:m>
                  <a:endParaRPr kumimoji="1" lang="en-US" altLang="zh-CN" sz="2000" i="1" dirty="0">
                    <a:solidFill>
                      <a:srgbClr val="C00000"/>
                    </a:solidFill>
                    <a:latin typeface="Cambria Math" panose="02040503050406030204" pitchFamily="18" charset="0"/>
                    <a:ea typeface="微软雅黑" panose="020B0503020204020204" pitchFamily="34" charset="-122"/>
                  </a:endParaRPr>
                </a:p>
                <a:p>
                  <a:pPr algn="r"/>
                  <a:endParaRPr kumimoji="1" lang="en-US" altLang="zh-CN" sz="2000" i="1" dirty="0">
                    <a:solidFill>
                      <a:srgbClr val="C00000"/>
                    </a:solidFill>
                    <a:latin typeface="Cambria Math" panose="02040503050406030204" pitchFamily="18" charset="0"/>
                    <a:ea typeface="微软雅黑" panose="020B0503020204020204" pitchFamily="34" charset="-122"/>
                  </a:endParaRPr>
                </a:p>
                <a:p>
                  <a:pPr algn="r"/>
                  <a14:m>
                    <m:oMathPara xmlns:m="http://schemas.openxmlformats.org/officeDocument/2006/math">
                      <m:oMathParaPr>
                        <m:jc m:val="centerGroup"/>
                      </m:oMathParaPr>
                      <m:oMath xmlns:m="http://schemas.openxmlformats.org/officeDocument/2006/math">
                        <m:sSub>
                          <m:sSubPr>
                            <m:ctrlPr>
                              <a:rPr kumimoji="1" lang="en-US" altLang="zh-CN" sz="2000" i="1" dirty="0">
                                <a:solidFill>
                                  <a:srgbClr val="C00000"/>
                                </a:solidFill>
                                <a:latin typeface="Cambria Math" panose="02040503050406030204" pitchFamily="18" charset="0"/>
                                <a:ea typeface="微软雅黑" panose="020B0503020204020204" pitchFamily="34" charset="-122"/>
                              </a:rPr>
                            </m:ctrlPr>
                          </m:sSubPr>
                          <m:e>
                            <m:r>
                              <a:rPr kumimoji="1" lang="en-US" altLang="zh-CN" sz="2000" i="1" dirty="0">
                                <a:solidFill>
                                  <a:srgbClr val="C00000"/>
                                </a:solidFill>
                                <a:latin typeface="Cambria Math" panose="02040503050406030204" pitchFamily="18" charset="0"/>
                                <a:ea typeface="微软雅黑" panose="020B0503020204020204" pitchFamily="34" charset="-122"/>
                              </a:rPr>
                              <m:t>𝑣</m:t>
                            </m:r>
                          </m:e>
                          <m:sub>
                            <m:r>
                              <m:rPr>
                                <m:sty m:val="p"/>
                              </m:rPr>
                              <a:rPr kumimoji="1" lang="en-US" altLang="zh-CN" sz="2000" dirty="0">
                                <a:solidFill>
                                  <a:srgbClr val="C00000"/>
                                </a:solidFill>
                                <a:latin typeface="Cambria Math" panose="02040503050406030204" pitchFamily="18" charset="0"/>
                                <a:ea typeface="微软雅黑" panose="020B0503020204020204" pitchFamily="34" charset="-122"/>
                              </a:rPr>
                              <m:t>CE</m:t>
                            </m:r>
                          </m:sub>
                        </m:sSub>
                      </m:oMath>
                    </m:oMathPara>
                  </a14:m>
                  <a:endParaRPr kumimoji="1" lang="en-US" altLang="zh-CN" sz="2000" dirty="0">
                    <a:solidFill>
                      <a:srgbClr val="C00000"/>
                    </a:solidFill>
                    <a:latin typeface="微软雅黑" panose="020B0503020204020204" pitchFamily="34" charset="-122"/>
                    <a:ea typeface="微软雅黑" panose="020B0503020204020204" pitchFamily="34" charset="-122"/>
                  </a:endParaRPr>
                </a:p>
                <a:p>
                  <a:pPr algn="r"/>
                  <a:endParaRPr kumimoji="1" lang="en-US" altLang="zh-CN" sz="2000" dirty="0">
                    <a:solidFill>
                      <a:srgbClr val="C00000"/>
                    </a:solidFill>
                    <a:latin typeface="微软雅黑" panose="020B0503020204020204" pitchFamily="34" charset="-122"/>
                    <a:ea typeface="微软雅黑" panose="020B0503020204020204" pitchFamily="34" charset="-122"/>
                  </a:endParaRPr>
                </a:p>
                <a:p>
                  <a:pPr algn="r"/>
                  <a14:m>
                    <m:oMathPara xmlns:m="http://schemas.openxmlformats.org/officeDocument/2006/math">
                      <m:oMathParaPr>
                        <m:jc m:val="centerGroup"/>
                      </m:oMathParaPr>
                      <m:oMath xmlns:m="http://schemas.openxmlformats.org/officeDocument/2006/math">
                        <m:r>
                          <a:rPr kumimoji="1" lang="en-US" altLang="zh-CN" sz="2000" i="1" dirty="0">
                            <a:solidFill>
                              <a:srgbClr val="C00000"/>
                            </a:solidFill>
                            <a:latin typeface="Cambria Math" panose="02040503050406030204" pitchFamily="18" charset="0"/>
                            <a:ea typeface="微软雅黑" panose="020B0503020204020204" pitchFamily="34" charset="-122"/>
                          </a:rPr>
                          <m:t>−</m:t>
                        </m:r>
                      </m:oMath>
                    </m:oMathPara>
                  </a14:m>
                  <a:endParaRPr kumimoji="1" lang="en-US" altLang="zh-CN" sz="2000" i="1" dirty="0">
                    <a:solidFill>
                      <a:srgbClr val="C00000"/>
                    </a:solidFill>
                    <a:latin typeface="Cambria Math" panose="02040503050406030204" pitchFamily="18" charset="0"/>
                    <a:ea typeface="微软雅黑" panose="020B0503020204020204" pitchFamily="34" charset="-122"/>
                  </a:endParaRPr>
                </a:p>
              </p:txBody>
            </p:sp>
          </mc:Choice>
          <mc:Fallback xmlns="">
            <p:sp>
              <p:nvSpPr>
                <p:cNvPr id="27" name="文本框 26">
                  <a:extLst>
                    <a:ext uri="{FF2B5EF4-FFF2-40B4-BE49-F238E27FC236}">
                      <a16:creationId xmlns:a16="http://schemas.microsoft.com/office/drawing/2014/main" id="{9BEF3920-FD09-CE49-F91E-ED6491F15C24}"/>
                    </a:ext>
                  </a:extLst>
                </p:cNvPr>
                <p:cNvSpPr txBox="1">
                  <a:spLocks noRot="1" noChangeAspect="1" noMove="1" noResize="1" noEditPoints="1" noAdjustHandles="1" noChangeArrowheads="1" noChangeShapeType="1" noTextEdit="1"/>
                </p:cNvSpPr>
                <p:nvPr/>
              </p:nvSpPr>
              <p:spPr>
                <a:xfrm>
                  <a:off x="6876000" y="1746000"/>
                  <a:ext cx="576000" cy="1620000"/>
                </a:xfrm>
                <a:prstGeom prst="rect">
                  <a:avLst/>
                </a:prstGeom>
                <a:blipFill>
                  <a:blip r:embed="rId30"/>
                  <a:stretch>
                    <a:fillRect/>
                  </a:stretch>
                </a:blipFill>
              </p:spPr>
              <p:txBody>
                <a:bodyPr/>
                <a:lstStyle/>
                <a:p>
                  <a:r>
                    <a:rPr lang="zh-CN" altLang="en-US">
                      <a:noFill/>
                    </a:rPr>
                    <a:t> </a:t>
                  </a:r>
                </a:p>
              </p:txBody>
            </p:sp>
          </mc:Fallback>
        </mc:AlternateContent>
      </p:grpSp>
      <p:grpSp>
        <p:nvGrpSpPr>
          <p:cNvPr id="225" name="组合 224">
            <a:extLst>
              <a:ext uri="{FF2B5EF4-FFF2-40B4-BE49-F238E27FC236}">
                <a16:creationId xmlns:a16="http://schemas.microsoft.com/office/drawing/2014/main" id="{1D898613-E5FB-49B4-E373-B8211BE36EF0}"/>
              </a:ext>
            </a:extLst>
          </p:cNvPr>
          <p:cNvGrpSpPr/>
          <p:nvPr/>
        </p:nvGrpSpPr>
        <p:grpSpPr>
          <a:xfrm>
            <a:off x="720000" y="3168000"/>
            <a:ext cx="8531999" cy="2801224"/>
            <a:chOff x="540001" y="3780000"/>
            <a:chExt cx="8531999" cy="2801224"/>
          </a:xfrm>
        </p:grpSpPr>
        <p:grpSp>
          <p:nvGrpSpPr>
            <p:cNvPr id="157" name="组合 156">
              <a:extLst>
                <a:ext uri="{FF2B5EF4-FFF2-40B4-BE49-F238E27FC236}">
                  <a16:creationId xmlns:a16="http://schemas.microsoft.com/office/drawing/2014/main" id="{10624013-15B8-94FB-8D5B-F9A7DD1B4776}"/>
                </a:ext>
              </a:extLst>
            </p:cNvPr>
            <p:cNvGrpSpPr/>
            <p:nvPr/>
          </p:nvGrpSpPr>
          <p:grpSpPr>
            <a:xfrm>
              <a:off x="540001" y="3780000"/>
              <a:ext cx="3706777" cy="2772000"/>
              <a:chOff x="8241898" y="3738225"/>
              <a:chExt cx="3690543" cy="2811338"/>
            </a:xfrm>
          </p:grpSpPr>
          <p:cxnSp>
            <p:nvCxnSpPr>
              <p:cNvPr id="158" name="直接箭头连接符 157">
                <a:extLst>
                  <a:ext uri="{FF2B5EF4-FFF2-40B4-BE49-F238E27FC236}">
                    <a16:creationId xmlns:a16="http://schemas.microsoft.com/office/drawing/2014/main" id="{F5DE520C-E17C-70A2-1874-67302B4E49D8}"/>
                  </a:ext>
                </a:extLst>
              </p:cNvPr>
              <p:cNvCxnSpPr>
                <a:cxnSpLocks/>
              </p:cNvCxnSpPr>
              <p:nvPr/>
            </p:nvCxnSpPr>
            <p:spPr>
              <a:xfrm flipV="1">
                <a:off x="8670251" y="4103334"/>
                <a:ext cx="0" cy="2116891"/>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59" name="任意多边形: 形状 158">
                <a:extLst>
                  <a:ext uri="{FF2B5EF4-FFF2-40B4-BE49-F238E27FC236}">
                    <a16:creationId xmlns:a16="http://schemas.microsoft.com/office/drawing/2014/main" id="{41AD5290-E903-177C-6D43-93018967BA3D}"/>
                  </a:ext>
                </a:extLst>
              </p:cNvPr>
              <p:cNvSpPr/>
              <p:nvPr/>
            </p:nvSpPr>
            <p:spPr>
              <a:xfrm>
                <a:off x="9305385" y="4393456"/>
                <a:ext cx="749193" cy="1824958"/>
              </a:xfrm>
              <a:custGeom>
                <a:avLst/>
                <a:gdLst>
                  <a:gd name="connsiteX0" fmla="*/ 0 w 749193"/>
                  <a:gd name="connsiteY0" fmla="*/ 1824958 h 1824958"/>
                  <a:gd name="connsiteX1" fmla="*/ 487936 w 749193"/>
                  <a:gd name="connsiteY1" fmla="*/ 1444598 h 1824958"/>
                  <a:gd name="connsiteX2" fmla="*/ 749193 w 749193"/>
                  <a:gd name="connsiteY2" fmla="*/ 0 h 1824958"/>
                </a:gdLst>
                <a:ahLst/>
                <a:cxnLst>
                  <a:cxn ang="0">
                    <a:pos x="connsiteX0" y="connsiteY0"/>
                  </a:cxn>
                  <a:cxn ang="0">
                    <a:pos x="connsiteX1" y="connsiteY1"/>
                  </a:cxn>
                  <a:cxn ang="0">
                    <a:pos x="connsiteX2" y="connsiteY2"/>
                  </a:cxn>
                </a:cxnLst>
                <a:rect l="l" t="t" r="r" b="b"/>
                <a:pathLst>
                  <a:path w="749193" h="1824958">
                    <a:moveTo>
                      <a:pt x="0" y="1824958"/>
                    </a:moveTo>
                    <a:cubicBezTo>
                      <a:pt x="181535" y="1786858"/>
                      <a:pt x="363071" y="1748758"/>
                      <a:pt x="487936" y="1444598"/>
                    </a:cubicBezTo>
                    <a:cubicBezTo>
                      <a:pt x="612801" y="1140438"/>
                      <a:pt x="680997" y="570219"/>
                      <a:pt x="749193" y="0"/>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endParaRPr>
              </a:p>
            </p:txBody>
          </p:sp>
          <p:sp>
            <p:nvSpPr>
              <p:cNvPr id="160" name="任意多边形: 形状 159">
                <a:extLst>
                  <a:ext uri="{FF2B5EF4-FFF2-40B4-BE49-F238E27FC236}">
                    <a16:creationId xmlns:a16="http://schemas.microsoft.com/office/drawing/2014/main" id="{5AF665F4-E336-C90F-4FFD-C7CEF6B09CA7}"/>
                  </a:ext>
                </a:extLst>
              </p:cNvPr>
              <p:cNvSpPr/>
              <p:nvPr/>
            </p:nvSpPr>
            <p:spPr>
              <a:xfrm>
                <a:off x="9471838" y="4392818"/>
                <a:ext cx="978174" cy="1824958"/>
              </a:xfrm>
              <a:custGeom>
                <a:avLst/>
                <a:gdLst>
                  <a:gd name="connsiteX0" fmla="*/ 0 w 749193"/>
                  <a:gd name="connsiteY0" fmla="*/ 1824958 h 1824958"/>
                  <a:gd name="connsiteX1" fmla="*/ 487936 w 749193"/>
                  <a:gd name="connsiteY1" fmla="*/ 1444598 h 1824958"/>
                  <a:gd name="connsiteX2" fmla="*/ 749193 w 749193"/>
                  <a:gd name="connsiteY2" fmla="*/ 0 h 1824958"/>
                </a:gdLst>
                <a:ahLst/>
                <a:cxnLst>
                  <a:cxn ang="0">
                    <a:pos x="connsiteX0" y="connsiteY0"/>
                  </a:cxn>
                  <a:cxn ang="0">
                    <a:pos x="connsiteX1" y="connsiteY1"/>
                  </a:cxn>
                  <a:cxn ang="0">
                    <a:pos x="connsiteX2" y="connsiteY2"/>
                  </a:cxn>
                </a:cxnLst>
                <a:rect l="l" t="t" r="r" b="b"/>
                <a:pathLst>
                  <a:path w="749193" h="1824958">
                    <a:moveTo>
                      <a:pt x="0" y="1824958"/>
                    </a:moveTo>
                    <a:cubicBezTo>
                      <a:pt x="181535" y="1786858"/>
                      <a:pt x="363071" y="1748758"/>
                      <a:pt x="487936" y="1444598"/>
                    </a:cubicBezTo>
                    <a:cubicBezTo>
                      <a:pt x="612801" y="1140438"/>
                      <a:pt x="680997" y="570219"/>
                      <a:pt x="749193" y="0"/>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61" name="任意多边形: 形状 160">
                <a:extLst>
                  <a:ext uri="{FF2B5EF4-FFF2-40B4-BE49-F238E27FC236}">
                    <a16:creationId xmlns:a16="http://schemas.microsoft.com/office/drawing/2014/main" id="{24F37D3E-28A2-A406-D158-11C2986FC516}"/>
                  </a:ext>
                </a:extLst>
              </p:cNvPr>
              <p:cNvSpPr/>
              <p:nvPr/>
            </p:nvSpPr>
            <p:spPr>
              <a:xfrm>
                <a:off x="9442697" y="4394009"/>
                <a:ext cx="1123422" cy="1824953"/>
              </a:xfrm>
              <a:custGeom>
                <a:avLst/>
                <a:gdLst>
                  <a:gd name="connsiteX0" fmla="*/ 0 w 749193"/>
                  <a:gd name="connsiteY0" fmla="*/ 1824958 h 1824958"/>
                  <a:gd name="connsiteX1" fmla="*/ 487936 w 749193"/>
                  <a:gd name="connsiteY1" fmla="*/ 1444598 h 1824958"/>
                  <a:gd name="connsiteX2" fmla="*/ 749193 w 749193"/>
                  <a:gd name="connsiteY2" fmla="*/ 0 h 1824958"/>
                </a:gdLst>
                <a:ahLst/>
                <a:cxnLst>
                  <a:cxn ang="0">
                    <a:pos x="connsiteX0" y="connsiteY0"/>
                  </a:cxn>
                  <a:cxn ang="0">
                    <a:pos x="connsiteX1" y="connsiteY1"/>
                  </a:cxn>
                  <a:cxn ang="0">
                    <a:pos x="connsiteX2" y="connsiteY2"/>
                  </a:cxn>
                </a:cxnLst>
                <a:rect l="l" t="t" r="r" b="b"/>
                <a:pathLst>
                  <a:path w="749193" h="1824958">
                    <a:moveTo>
                      <a:pt x="0" y="1824958"/>
                    </a:moveTo>
                    <a:cubicBezTo>
                      <a:pt x="181535" y="1786858"/>
                      <a:pt x="363071" y="1748758"/>
                      <a:pt x="487936" y="1444598"/>
                    </a:cubicBezTo>
                    <a:cubicBezTo>
                      <a:pt x="612801" y="1140438"/>
                      <a:pt x="680997" y="570219"/>
                      <a:pt x="749193" y="0"/>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2" name="文本框 161">
                    <a:extLst>
                      <a:ext uri="{FF2B5EF4-FFF2-40B4-BE49-F238E27FC236}">
                        <a16:creationId xmlns:a16="http://schemas.microsoft.com/office/drawing/2014/main" id="{E8CD7BC9-E28C-E151-BD0F-F616B7E5642B}"/>
                      </a:ext>
                    </a:extLst>
                  </p:cNvPr>
                  <p:cNvSpPr txBox="1"/>
                  <p:nvPr/>
                </p:nvSpPr>
                <p:spPr>
                  <a:xfrm>
                    <a:off x="11000540" y="6000053"/>
                    <a:ext cx="931901" cy="438131"/>
                  </a:xfrm>
                  <a:prstGeom prst="rect">
                    <a:avLst/>
                  </a:prstGeom>
                  <a:noFill/>
                </p:spPr>
                <p:txBody>
                  <a:bodyPr wrap="square">
                    <a:spAutoFit/>
                  </a:bodyPr>
                  <a:lstStyle/>
                  <a:p>
                    <a:pPr algn="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dirty="0" smtClean="0">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000" dirty="0">
                                  <a:solidFill>
                                    <a:schemeClr val="tx1"/>
                                  </a:solidFill>
                                  <a:latin typeface="Cambria Math" panose="02040503050406030204" pitchFamily="18" charset="0"/>
                                  <a:ea typeface="微软雅黑" panose="020B0503020204020204" pitchFamily="34" charset="-122"/>
                                </a:rPr>
                                <m:t>B</m:t>
                              </m:r>
                              <m:r>
                                <m:rPr>
                                  <m:sty m:val="p"/>
                                </m:rPr>
                                <a:rPr kumimoji="1" lang="en-US" altLang="zh-CN" sz="2000" b="0" i="0" dirty="0" smtClean="0">
                                  <a:solidFill>
                                    <a:schemeClr val="tx1"/>
                                  </a:solidFill>
                                  <a:latin typeface="Cambria Math" panose="02040503050406030204" pitchFamily="18" charset="0"/>
                                  <a:ea typeface="微软雅黑" panose="020B0503020204020204" pitchFamily="34" charset="-122"/>
                                </a:rPr>
                                <m:t>E</m:t>
                              </m:r>
                            </m:sub>
                          </m:sSub>
                          <m:r>
                            <a:rPr kumimoji="1" lang="en-US" altLang="zh-CN" sz="2000" b="0" i="1" dirty="0" smtClean="0">
                              <a:solidFill>
                                <a:schemeClr val="tx1"/>
                              </a:solidFill>
                              <a:latin typeface="Cambria Math" panose="02040503050406030204" pitchFamily="18" charset="0"/>
                              <a:ea typeface="微软雅黑" panose="020B0503020204020204" pitchFamily="34" charset="-122"/>
                            </a:rPr>
                            <m:t>/</m:t>
                          </m:r>
                          <m:r>
                            <m:rPr>
                              <m:sty m:val="p"/>
                            </m:rPr>
                            <a:rPr kumimoji="1" lang="en-US" altLang="zh-CN" sz="2000" b="0" i="0" dirty="0" smtClean="0">
                              <a:solidFill>
                                <a:schemeClr val="tx1"/>
                              </a:solidFill>
                              <a:latin typeface="Cambria Math" panose="02040503050406030204" pitchFamily="18" charset="0"/>
                              <a:ea typeface="微软雅黑" panose="020B0503020204020204" pitchFamily="34" charset="-122"/>
                            </a:rPr>
                            <m:t>V</m:t>
                          </m:r>
                        </m:oMath>
                      </m:oMathPara>
                    </a14:m>
                    <a:endParaRPr kumimoji="1" lang="en-US" altLang="zh-CN" sz="20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56" name="文本框 55">
                    <a:extLst>
                      <a:ext uri="{FF2B5EF4-FFF2-40B4-BE49-F238E27FC236}">
                        <a16:creationId xmlns:a16="http://schemas.microsoft.com/office/drawing/2014/main" id="{1B91E252-F3C5-0B3C-7D1D-4DF05CFD3F1E}"/>
                      </a:ext>
                    </a:extLst>
                  </p:cNvPr>
                  <p:cNvSpPr txBox="1">
                    <a:spLocks noRot="1" noChangeAspect="1" noMove="1" noResize="1" noEditPoints="1" noAdjustHandles="1" noChangeArrowheads="1" noChangeShapeType="1" noTextEdit="1"/>
                  </p:cNvSpPr>
                  <p:nvPr/>
                </p:nvSpPr>
                <p:spPr>
                  <a:xfrm>
                    <a:off x="11000540" y="6000053"/>
                    <a:ext cx="931901" cy="438131"/>
                  </a:xfrm>
                  <a:prstGeom prst="rect">
                    <a:avLst/>
                  </a:prstGeom>
                  <a:blipFill>
                    <a:blip r:embed="rId31"/>
                    <a:stretch>
                      <a:fillRect b="-70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3" name="文本框 162">
                    <a:extLst>
                      <a:ext uri="{FF2B5EF4-FFF2-40B4-BE49-F238E27FC236}">
                        <a16:creationId xmlns:a16="http://schemas.microsoft.com/office/drawing/2014/main" id="{FF253C72-69DB-9F4E-30A0-D0753605880E}"/>
                      </a:ext>
                    </a:extLst>
                  </p:cNvPr>
                  <p:cNvSpPr txBox="1"/>
                  <p:nvPr/>
                </p:nvSpPr>
                <p:spPr>
                  <a:xfrm>
                    <a:off x="8241898" y="3738225"/>
                    <a:ext cx="896058" cy="400110"/>
                  </a:xfrm>
                  <a:prstGeom prst="rect">
                    <a:avLst/>
                  </a:prstGeom>
                  <a:noFill/>
                </p:spPr>
                <p:txBody>
                  <a:bodyPr wrap="square">
                    <a:spAutoFit/>
                  </a:bodyPr>
                  <a:lstStyle/>
                  <a:p>
                    <a:pPr algn="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dirty="0" smtClean="0">
                                  <a:solidFill>
                                    <a:schemeClr val="tx1"/>
                                  </a:solidFill>
                                  <a:latin typeface="Cambria Math" panose="02040503050406030204" pitchFamily="18" charset="0"/>
                                  <a:ea typeface="微软雅黑" panose="020B0503020204020204" pitchFamily="34" charset="-122"/>
                                </a:rPr>
                                <m:t>𝑖</m:t>
                              </m:r>
                            </m:e>
                            <m:sub>
                              <m:r>
                                <m:rPr>
                                  <m:sty m:val="p"/>
                                </m:rPr>
                                <a:rPr kumimoji="1" lang="en-US" altLang="zh-CN" sz="2000" dirty="0">
                                  <a:solidFill>
                                    <a:schemeClr val="tx1"/>
                                  </a:solidFill>
                                  <a:latin typeface="Cambria Math" panose="02040503050406030204" pitchFamily="18" charset="0"/>
                                  <a:ea typeface="微软雅黑" panose="020B0503020204020204" pitchFamily="34" charset="-122"/>
                                </a:rPr>
                                <m:t>B</m:t>
                              </m:r>
                            </m:sub>
                          </m:sSub>
                          <m:r>
                            <a:rPr kumimoji="1" lang="en-US" altLang="zh-CN" sz="2000" b="0" i="1" dirty="0" smtClean="0">
                              <a:solidFill>
                                <a:schemeClr val="tx1"/>
                              </a:solidFill>
                              <a:latin typeface="Cambria Math" panose="02040503050406030204" pitchFamily="18" charset="0"/>
                              <a:ea typeface="微软雅黑" panose="020B0503020204020204" pitchFamily="34" charset="-122"/>
                            </a:rPr>
                            <m:t>/</m:t>
                          </m:r>
                          <m:r>
                            <m:rPr>
                              <m:sty m:val="p"/>
                            </m:rPr>
                            <a:rPr kumimoji="1" lang="el-GR" altLang="zh-CN" sz="2000" b="0" i="1" dirty="0" smtClean="0">
                              <a:solidFill>
                                <a:schemeClr val="tx1"/>
                              </a:solidFill>
                              <a:latin typeface="Cambria Math" panose="02040503050406030204" pitchFamily="18" charset="0"/>
                              <a:ea typeface="Cambria Math" panose="02040503050406030204" pitchFamily="18" charset="0"/>
                            </a:rPr>
                            <m:t>μ</m:t>
                          </m:r>
                          <m:r>
                            <m:rPr>
                              <m:sty m:val="p"/>
                            </m:rPr>
                            <a:rPr kumimoji="1" lang="en-US" altLang="zh-CN" sz="2000" b="0" i="0" dirty="0" smtClean="0">
                              <a:solidFill>
                                <a:schemeClr val="tx1"/>
                              </a:solidFill>
                              <a:latin typeface="Cambria Math" panose="02040503050406030204" pitchFamily="18" charset="0"/>
                              <a:ea typeface="Cambria Math" panose="02040503050406030204" pitchFamily="18" charset="0"/>
                            </a:rPr>
                            <m:t>A</m:t>
                          </m:r>
                        </m:oMath>
                      </m:oMathPara>
                    </a14:m>
                    <a:endParaRPr kumimoji="1" lang="en-US" altLang="zh-CN" sz="20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9" name="文本框 38">
                    <a:extLst>
                      <a:ext uri="{FF2B5EF4-FFF2-40B4-BE49-F238E27FC236}">
                        <a16:creationId xmlns:a16="http://schemas.microsoft.com/office/drawing/2014/main" id="{AB51BDF8-4A4F-402F-1E3F-69B7365601E1}"/>
                      </a:ext>
                    </a:extLst>
                  </p:cNvPr>
                  <p:cNvSpPr txBox="1">
                    <a:spLocks noRot="1" noChangeAspect="1" noMove="1" noResize="1" noEditPoints="1" noAdjustHandles="1" noChangeArrowheads="1" noChangeShapeType="1" noTextEdit="1"/>
                  </p:cNvSpPr>
                  <p:nvPr/>
                </p:nvSpPr>
                <p:spPr>
                  <a:xfrm>
                    <a:off x="8241898" y="3738225"/>
                    <a:ext cx="896058" cy="400110"/>
                  </a:xfrm>
                  <a:prstGeom prst="rect">
                    <a:avLst/>
                  </a:prstGeom>
                  <a:blipFill>
                    <a:blip r:embed="rId9"/>
                    <a:stretch>
                      <a:fillRect b="-16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 name="文本框 163">
                    <a:extLst>
                      <a:ext uri="{FF2B5EF4-FFF2-40B4-BE49-F238E27FC236}">
                        <a16:creationId xmlns:a16="http://schemas.microsoft.com/office/drawing/2014/main" id="{7F7B9617-22DC-A00A-AC83-D4C68B69E5FB}"/>
                      </a:ext>
                    </a:extLst>
                  </p:cNvPr>
                  <p:cNvSpPr txBox="1"/>
                  <p:nvPr/>
                </p:nvSpPr>
                <p:spPr>
                  <a:xfrm>
                    <a:off x="9030430" y="4066823"/>
                    <a:ext cx="1182318" cy="3651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i="1" dirty="0" smtClean="0">
                                  <a:solidFill>
                                    <a:schemeClr val="tx1"/>
                                  </a:solidFill>
                                  <a:latin typeface="Cambria Math" panose="02040503050406030204" pitchFamily="18" charset="0"/>
                                  <a:ea typeface="微软雅黑" panose="020B0503020204020204" pitchFamily="34" charset="-122"/>
                                </a:rPr>
                              </m:ctrlPr>
                            </m:sSubPr>
                            <m:e>
                              <m:r>
                                <a:rPr kumimoji="1" lang="en-US" altLang="zh-CN" b="0" i="1" dirty="0" smtClean="0">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b="0" i="0" dirty="0" smtClean="0">
                                  <a:solidFill>
                                    <a:schemeClr val="tx1"/>
                                  </a:solidFill>
                                  <a:latin typeface="Cambria Math" panose="02040503050406030204" pitchFamily="18" charset="0"/>
                                  <a:ea typeface="微软雅黑" panose="020B0503020204020204" pitchFamily="34" charset="-122"/>
                                </a:rPr>
                                <m:t>CE</m:t>
                              </m:r>
                            </m:sub>
                          </m:sSub>
                          <m:r>
                            <a:rPr kumimoji="1" lang="en-US" altLang="zh-CN" i="1" dirty="0">
                              <a:solidFill>
                                <a:schemeClr val="tx1"/>
                              </a:solidFill>
                              <a:latin typeface="Cambria Math" panose="02040503050406030204" pitchFamily="18" charset="0"/>
                              <a:ea typeface="微软雅黑" panose="020B0503020204020204" pitchFamily="34" charset="-122"/>
                            </a:rPr>
                            <m:t>=</m:t>
                          </m:r>
                          <m:r>
                            <a:rPr kumimoji="1" lang="en-US" altLang="zh-CN" b="0" i="1" dirty="0" smtClean="0">
                              <a:solidFill>
                                <a:schemeClr val="tx1"/>
                              </a:solidFill>
                              <a:latin typeface="Cambria Math" panose="02040503050406030204" pitchFamily="18" charset="0"/>
                              <a:ea typeface="微软雅黑" panose="020B0503020204020204" pitchFamily="34" charset="-122"/>
                            </a:rPr>
                            <m:t>0 </m:t>
                          </m:r>
                          <m:r>
                            <m:rPr>
                              <m:sty m:val="p"/>
                            </m:rPr>
                            <a:rPr kumimoji="1" lang="en-US" altLang="zh-CN" b="0" i="0" dirty="0" smtClean="0">
                              <a:solidFill>
                                <a:schemeClr val="tx1"/>
                              </a:solidFill>
                              <a:latin typeface="Cambria Math" panose="02040503050406030204" pitchFamily="18" charset="0"/>
                              <a:ea typeface="微软雅黑" panose="020B0503020204020204" pitchFamily="34" charset="-122"/>
                            </a:rPr>
                            <m:t>V</m:t>
                          </m:r>
                        </m:oMath>
                      </m:oMathPara>
                    </a14:m>
                    <a:endParaRPr kumimoji="1"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0" name="文本框 39">
                    <a:extLst>
                      <a:ext uri="{FF2B5EF4-FFF2-40B4-BE49-F238E27FC236}">
                        <a16:creationId xmlns:a16="http://schemas.microsoft.com/office/drawing/2014/main" id="{1CBFB917-187D-E75D-0628-CE4BA9053442}"/>
                      </a:ext>
                    </a:extLst>
                  </p:cNvPr>
                  <p:cNvSpPr txBox="1">
                    <a:spLocks noRot="1" noChangeAspect="1" noMove="1" noResize="1" noEditPoints="1" noAdjustHandles="1" noChangeArrowheads="1" noChangeShapeType="1" noTextEdit="1"/>
                  </p:cNvSpPr>
                  <p:nvPr/>
                </p:nvSpPr>
                <p:spPr>
                  <a:xfrm>
                    <a:off x="9030430" y="4066823"/>
                    <a:ext cx="1182318" cy="365109"/>
                  </a:xfrm>
                  <a:prstGeom prst="rect">
                    <a:avLst/>
                  </a:prstGeom>
                  <a:blipFill>
                    <a:blip r:embed="rId10"/>
                    <a:stretch>
                      <a:fillRect b="-3390"/>
                    </a:stretch>
                  </a:blipFill>
                </p:spPr>
                <p:txBody>
                  <a:bodyPr/>
                  <a:lstStyle/>
                  <a:p>
                    <a:r>
                      <a:rPr lang="zh-CN" altLang="en-US">
                        <a:noFill/>
                      </a:rPr>
                      <a:t> </a:t>
                    </a:r>
                  </a:p>
                </p:txBody>
              </p:sp>
            </mc:Fallback>
          </mc:AlternateContent>
          <p:cxnSp>
            <p:nvCxnSpPr>
              <p:cNvPr id="165" name="直接箭头连接符 164">
                <a:extLst>
                  <a:ext uri="{FF2B5EF4-FFF2-40B4-BE49-F238E27FC236}">
                    <a16:creationId xmlns:a16="http://schemas.microsoft.com/office/drawing/2014/main" id="{65F29FB6-C547-8F93-CC44-F2D2AA70DF5E}"/>
                  </a:ext>
                </a:extLst>
              </p:cNvPr>
              <p:cNvCxnSpPr>
                <a:cxnSpLocks/>
              </p:cNvCxnSpPr>
              <p:nvPr/>
            </p:nvCxnSpPr>
            <p:spPr>
              <a:xfrm>
                <a:off x="8672007" y="6220965"/>
                <a:ext cx="2365594"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6" name="文本框 165">
                    <a:extLst>
                      <a:ext uri="{FF2B5EF4-FFF2-40B4-BE49-F238E27FC236}">
                        <a16:creationId xmlns:a16="http://schemas.microsoft.com/office/drawing/2014/main" id="{DA58E0EA-D0D1-0B68-2763-9D480B86AEC2}"/>
                      </a:ext>
                    </a:extLst>
                  </p:cNvPr>
                  <p:cNvSpPr txBox="1"/>
                  <p:nvPr/>
                </p:nvSpPr>
                <p:spPr>
                  <a:xfrm>
                    <a:off x="10105701" y="4066823"/>
                    <a:ext cx="501325" cy="3651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i="1" dirty="0" smtClean="0">
                              <a:solidFill>
                                <a:schemeClr val="tx1"/>
                              </a:solidFill>
                              <a:latin typeface="Cambria Math" panose="02040503050406030204" pitchFamily="18" charset="0"/>
                              <a:ea typeface="微软雅黑" panose="020B0503020204020204" pitchFamily="34" charset="-122"/>
                            </a:rPr>
                            <m:t>1</m:t>
                          </m:r>
                          <m:r>
                            <a:rPr kumimoji="1" lang="en-US" altLang="zh-CN" b="0" i="1" dirty="0" smtClean="0">
                              <a:solidFill>
                                <a:schemeClr val="tx1"/>
                              </a:solidFill>
                              <a:latin typeface="Cambria Math" panose="02040503050406030204" pitchFamily="18" charset="0"/>
                              <a:ea typeface="微软雅黑" panose="020B0503020204020204" pitchFamily="34" charset="-122"/>
                            </a:rPr>
                            <m:t> </m:t>
                          </m:r>
                          <m:r>
                            <m:rPr>
                              <m:sty m:val="p"/>
                            </m:rPr>
                            <a:rPr kumimoji="1" lang="en-US" altLang="zh-CN" b="0" i="0" dirty="0" smtClean="0">
                              <a:solidFill>
                                <a:schemeClr val="tx1"/>
                              </a:solidFill>
                              <a:latin typeface="Cambria Math" panose="02040503050406030204" pitchFamily="18" charset="0"/>
                              <a:ea typeface="微软雅黑" panose="020B0503020204020204" pitchFamily="34" charset="-122"/>
                            </a:rPr>
                            <m:t>V</m:t>
                          </m:r>
                        </m:oMath>
                      </m:oMathPara>
                    </a14:m>
                    <a:endParaRPr kumimoji="1"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2" name="文本框 41">
                    <a:extLst>
                      <a:ext uri="{FF2B5EF4-FFF2-40B4-BE49-F238E27FC236}">
                        <a16:creationId xmlns:a16="http://schemas.microsoft.com/office/drawing/2014/main" id="{1A8F4CCB-EE50-2C95-A692-98440E53F89B}"/>
                      </a:ext>
                    </a:extLst>
                  </p:cNvPr>
                  <p:cNvSpPr txBox="1">
                    <a:spLocks noRot="1" noChangeAspect="1" noMove="1" noResize="1" noEditPoints="1" noAdjustHandles="1" noChangeArrowheads="1" noChangeShapeType="1" noTextEdit="1"/>
                  </p:cNvSpPr>
                  <p:nvPr/>
                </p:nvSpPr>
                <p:spPr>
                  <a:xfrm>
                    <a:off x="10105701" y="4066823"/>
                    <a:ext cx="501325" cy="365109"/>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7" name="文本框 166">
                    <a:extLst>
                      <a:ext uri="{FF2B5EF4-FFF2-40B4-BE49-F238E27FC236}">
                        <a16:creationId xmlns:a16="http://schemas.microsoft.com/office/drawing/2014/main" id="{F156EFF7-5E52-E038-5174-8251DDC47CF6}"/>
                      </a:ext>
                    </a:extLst>
                  </p:cNvPr>
                  <p:cNvSpPr txBox="1"/>
                  <p:nvPr/>
                </p:nvSpPr>
                <p:spPr>
                  <a:xfrm>
                    <a:off x="10464124" y="4066823"/>
                    <a:ext cx="645162" cy="3651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i="1" dirty="0" smtClean="0">
                              <a:solidFill>
                                <a:schemeClr val="tx1"/>
                              </a:solidFill>
                              <a:latin typeface="Cambria Math" panose="02040503050406030204" pitchFamily="18" charset="0"/>
                              <a:ea typeface="微软雅黑" panose="020B0503020204020204" pitchFamily="34" charset="-122"/>
                            </a:rPr>
                            <m:t>1</m:t>
                          </m:r>
                          <m:r>
                            <a:rPr kumimoji="1" lang="en-US" altLang="zh-CN" b="0" i="1" dirty="0" smtClean="0">
                              <a:solidFill>
                                <a:schemeClr val="tx1"/>
                              </a:solidFill>
                              <a:latin typeface="Cambria Math" panose="02040503050406030204" pitchFamily="18" charset="0"/>
                              <a:ea typeface="微软雅黑" panose="020B0503020204020204" pitchFamily="34" charset="-122"/>
                            </a:rPr>
                            <m:t>0 </m:t>
                          </m:r>
                          <m:r>
                            <m:rPr>
                              <m:sty m:val="p"/>
                            </m:rPr>
                            <a:rPr kumimoji="1" lang="en-US" altLang="zh-CN" b="0" i="0" dirty="0" smtClean="0">
                              <a:solidFill>
                                <a:schemeClr val="tx1"/>
                              </a:solidFill>
                              <a:latin typeface="Cambria Math" panose="02040503050406030204" pitchFamily="18" charset="0"/>
                              <a:ea typeface="微软雅黑" panose="020B0503020204020204" pitchFamily="34" charset="-122"/>
                            </a:rPr>
                            <m:t>V</m:t>
                          </m:r>
                        </m:oMath>
                      </m:oMathPara>
                    </a14:m>
                    <a:endParaRPr kumimoji="1"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3" name="文本框 42">
                    <a:extLst>
                      <a:ext uri="{FF2B5EF4-FFF2-40B4-BE49-F238E27FC236}">
                        <a16:creationId xmlns:a16="http://schemas.microsoft.com/office/drawing/2014/main" id="{791AF35A-F7B9-063C-8760-4CC1C6F108B2}"/>
                      </a:ext>
                    </a:extLst>
                  </p:cNvPr>
                  <p:cNvSpPr txBox="1">
                    <a:spLocks noRot="1" noChangeAspect="1" noMove="1" noResize="1" noEditPoints="1" noAdjustHandles="1" noChangeArrowheads="1" noChangeShapeType="1" noTextEdit="1"/>
                  </p:cNvSpPr>
                  <p:nvPr/>
                </p:nvSpPr>
                <p:spPr>
                  <a:xfrm>
                    <a:off x="10464124" y="4066823"/>
                    <a:ext cx="645162" cy="365109"/>
                  </a:xfrm>
                  <a:prstGeom prst="rect">
                    <a:avLst/>
                  </a:prstGeom>
                  <a:blipFill>
                    <a:blip r:embed="rId12"/>
                    <a:stretch>
                      <a:fillRect/>
                    </a:stretch>
                  </a:blipFill>
                </p:spPr>
                <p:txBody>
                  <a:bodyPr/>
                  <a:lstStyle/>
                  <a:p>
                    <a:r>
                      <a:rPr lang="zh-CN" altLang="en-US">
                        <a:noFill/>
                      </a:rPr>
                      <a:t> </a:t>
                    </a:r>
                  </a:p>
                </p:txBody>
              </p:sp>
            </mc:Fallback>
          </mc:AlternateContent>
          <p:cxnSp>
            <p:nvCxnSpPr>
              <p:cNvPr id="168" name="直接箭头连接符 167">
                <a:extLst>
                  <a:ext uri="{FF2B5EF4-FFF2-40B4-BE49-F238E27FC236}">
                    <a16:creationId xmlns:a16="http://schemas.microsoft.com/office/drawing/2014/main" id="{0204CFA9-DCAA-D52F-7320-3B691B96579F}"/>
                  </a:ext>
                </a:extLst>
              </p:cNvPr>
              <p:cNvCxnSpPr>
                <a:cxnSpLocks/>
              </p:cNvCxnSpPr>
              <p:nvPr/>
            </p:nvCxnSpPr>
            <p:spPr>
              <a:xfrm flipV="1">
                <a:off x="9121297" y="6104485"/>
                <a:ext cx="0" cy="114269"/>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69" name="直接箭头连接符 168">
                <a:extLst>
                  <a:ext uri="{FF2B5EF4-FFF2-40B4-BE49-F238E27FC236}">
                    <a16:creationId xmlns:a16="http://schemas.microsoft.com/office/drawing/2014/main" id="{AE98AAEB-8143-E906-D072-11226DA19DE9}"/>
                  </a:ext>
                </a:extLst>
              </p:cNvPr>
              <p:cNvCxnSpPr>
                <a:cxnSpLocks/>
              </p:cNvCxnSpPr>
              <p:nvPr/>
            </p:nvCxnSpPr>
            <p:spPr>
              <a:xfrm flipV="1">
                <a:off x="9571433" y="6104100"/>
                <a:ext cx="0" cy="114269"/>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70" name="直接箭头连接符 169">
                <a:extLst>
                  <a:ext uri="{FF2B5EF4-FFF2-40B4-BE49-F238E27FC236}">
                    <a16:creationId xmlns:a16="http://schemas.microsoft.com/office/drawing/2014/main" id="{216AA224-5750-FA40-4014-256C03024F38}"/>
                  </a:ext>
                </a:extLst>
              </p:cNvPr>
              <p:cNvCxnSpPr>
                <a:cxnSpLocks/>
              </p:cNvCxnSpPr>
              <p:nvPr/>
            </p:nvCxnSpPr>
            <p:spPr>
              <a:xfrm flipV="1">
                <a:off x="10021901" y="6103571"/>
                <a:ext cx="0" cy="114269"/>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71" name="直接箭头连接符 170">
                <a:extLst>
                  <a:ext uri="{FF2B5EF4-FFF2-40B4-BE49-F238E27FC236}">
                    <a16:creationId xmlns:a16="http://schemas.microsoft.com/office/drawing/2014/main" id="{40C4AD39-72F5-9009-3E8E-8B35B6A60D5B}"/>
                  </a:ext>
                </a:extLst>
              </p:cNvPr>
              <p:cNvCxnSpPr>
                <a:cxnSpLocks/>
              </p:cNvCxnSpPr>
              <p:nvPr/>
            </p:nvCxnSpPr>
            <p:spPr>
              <a:xfrm flipV="1">
                <a:off x="10471758" y="6103571"/>
                <a:ext cx="0" cy="114269"/>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2" name="文本框 171">
                    <a:extLst>
                      <a:ext uri="{FF2B5EF4-FFF2-40B4-BE49-F238E27FC236}">
                        <a16:creationId xmlns:a16="http://schemas.microsoft.com/office/drawing/2014/main" id="{5BA9A970-2FA2-5CD9-9804-94ACD82B1B70}"/>
                      </a:ext>
                    </a:extLst>
                  </p:cNvPr>
                  <p:cNvSpPr txBox="1"/>
                  <p:nvPr/>
                </p:nvSpPr>
                <p:spPr>
                  <a:xfrm>
                    <a:off x="8519026" y="6180231"/>
                    <a:ext cx="30308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b="0" i="1" dirty="0" smtClean="0">
                              <a:solidFill>
                                <a:schemeClr val="tx1"/>
                              </a:solidFill>
                              <a:latin typeface="Cambria Math" panose="02040503050406030204" pitchFamily="18" charset="0"/>
                              <a:ea typeface="微软雅黑" panose="020B0503020204020204" pitchFamily="34" charset="-122"/>
                            </a:rPr>
                            <m:t>0</m:t>
                          </m:r>
                        </m:oMath>
                      </m:oMathPara>
                    </a14:m>
                    <a:endParaRPr kumimoji="1"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28" name="文本框 127">
                    <a:extLst>
                      <a:ext uri="{FF2B5EF4-FFF2-40B4-BE49-F238E27FC236}">
                        <a16:creationId xmlns:a16="http://schemas.microsoft.com/office/drawing/2014/main" id="{BDB7D353-DEBC-3DB3-7B96-D8C34E90DB80}"/>
                      </a:ext>
                    </a:extLst>
                  </p:cNvPr>
                  <p:cNvSpPr txBox="1">
                    <a:spLocks noRot="1" noChangeAspect="1" noMove="1" noResize="1" noEditPoints="1" noAdjustHandles="1" noChangeArrowheads="1" noChangeShapeType="1" noTextEdit="1"/>
                  </p:cNvSpPr>
                  <p:nvPr/>
                </p:nvSpPr>
                <p:spPr>
                  <a:xfrm>
                    <a:off x="8519026" y="6180231"/>
                    <a:ext cx="303089" cy="369332"/>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3" name="文本框 172">
                    <a:extLst>
                      <a:ext uri="{FF2B5EF4-FFF2-40B4-BE49-F238E27FC236}">
                        <a16:creationId xmlns:a16="http://schemas.microsoft.com/office/drawing/2014/main" id="{205A1002-DB5B-92BA-A617-047E1A2BD39E}"/>
                      </a:ext>
                    </a:extLst>
                  </p:cNvPr>
                  <p:cNvSpPr txBox="1"/>
                  <p:nvPr/>
                </p:nvSpPr>
                <p:spPr>
                  <a:xfrm>
                    <a:off x="8883461" y="6180231"/>
                    <a:ext cx="480316" cy="369332"/>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kumimoji="1" lang="en-US" altLang="zh-CN" b="0" i="1" dirty="0" smtClean="0">
                              <a:solidFill>
                                <a:schemeClr val="tx1"/>
                              </a:solidFill>
                              <a:latin typeface="Cambria Math" panose="02040503050406030204" pitchFamily="18" charset="0"/>
                              <a:ea typeface="微软雅黑" panose="020B0503020204020204" pitchFamily="34" charset="-122"/>
                            </a:rPr>
                            <m:t>0.2</m:t>
                          </m:r>
                        </m:oMath>
                      </m:oMathPara>
                    </a14:m>
                    <a:endParaRPr kumimoji="1"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29" name="文本框 128">
                    <a:extLst>
                      <a:ext uri="{FF2B5EF4-FFF2-40B4-BE49-F238E27FC236}">
                        <a16:creationId xmlns:a16="http://schemas.microsoft.com/office/drawing/2014/main" id="{C05C3B28-21DE-FD65-DA0B-49C91FFC590E}"/>
                      </a:ext>
                    </a:extLst>
                  </p:cNvPr>
                  <p:cNvSpPr txBox="1">
                    <a:spLocks noRot="1" noChangeAspect="1" noMove="1" noResize="1" noEditPoints="1" noAdjustHandles="1" noChangeArrowheads="1" noChangeShapeType="1" noTextEdit="1"/>
                  </p:cNvSpPr>
                  <p:nvPr/>
                </p:nvSpPr>
                <p:spPr>
                  <a:xfrm>
                    <a:off x="8883461" y="6180231"/>
                    <a:ext cx="480316" cy="369332"/>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4" name="文本框 173">
                    <a:extLst>
                      <a:ext uri="{FF2B5EF4-FFF2-40B4-BE49-F238E27FC236}">
                        <a16:creationId xmlns:a16="http://schemas.microsoft.com/office/drawing/2014/main" id="{CAEC012F-1A5C-5746-647D-556AD73A8AB0}"/>
                      </a:ext>
                    </a:extLst>
                  </p:cNvPr>
                  <p:cNvSpPr txBox="1"/>
                  <p:nvPr/>
                </p:nvSpPr>
                <p:spPr>
                  <a:xfrm>
                    <a:off x="9334168" y="6180231"/>
                    <a:ext cx="480316" cy="369332"/>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kumimoji="1" lang="en-US" altLang="zh-CN" b="0" i="1" dirty="0" smtClean="0">
                              <a:solidFill>
                                <a:schemeClr val="tx1"/>
                              </a:solidFill>
                              <a:latin typeface="Cambria Math" panose="02040503050406030204" pitchFamily="18" charset="0"/>
                              <a:ea typeface="微软雅黑" panose="020B0503020204020204" pitchFamily="34" charset="-122"/>
                            </a:rPr>
                            <m:t>0.4</m:t>
                          </m:r>
                        </m:oMath>
                      </m:oMathPara>
                    </a14:m>
                    <a:endParaRPr kumimoji="1"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30" name="文本框 129">
                    <a:extLst>
                      <a:ext uri="{FF2B5EF4-FFF2-40B4-BE49-F238E27FC236}">
                        <a16:creationId xmlns:a16="http://schemas.microsoft.com/office/drawing/2014/main" id="{769A776A-995C-BE46-4F55-DFACD6734349}"/>
                      </a:ext>
                    </a:extLst>
                  </p:cNvPr>
                  <p:cNvSpPr txBox="1">
                    <a:spLocks noRot="1" noChangeAspect="1" noMove="1" noResize="1" noEditPoints="1" noAdjustHandles="1" noChangeArrowheads="1" noChangeShapeType="1" noTextEdit="1"/>
                  </p:cNvSpPr>
                  <p:nvPr/>
                </p:nvSpPr>
                <p:spPr>
                  <a:xfrm>
                    <a:off x="9334168" y="6180231"/>
                    <a:ext cx="480316" cy="369332"/>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5" name="文本框 174">
                    <a:extLst>
                      <a:ext uri="{FF2B5EF4-FFF2-40B4-BE49-F238E27FC236}">
                        <a16:creationId xmlns:a16="http://schemas.microsoft.com/office/drawing/2014/main" id="{6CDA7F23-8A3D-8D98-1CB4-C2D8CCC3B765}"/>
                      </a:ext>
                    </a:extLst>
                  </p:cNvPr>
                  <p:cNvSpPr txBox="1"/>
                  <p:nvPr/>
                </p:nvSpPr>
                <p:spPr>
                  <a:xfrm>
                    <a:off x="9782736" y="6180231"/>
                    <a:ext cx="480316" cy="369332"/>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kumimoji="1" lang="en-US" altLang="zh-CN" b="0" i="1" dirty="0" smtClean="0">
                              <a:solidFill>
                                <a:schemeClr val="tx1"/>
                              </a:solidFill>
                              <a:latin typeface="Cambria Math" panose="02040503050406030204" pitchFamily="18" charset="0"/>
                              <a:ea typeface="微软雅黑" panose="020B0503020204020204" pitchFamily="34" charset="-122"/>
                            </a:rPr>
                            <m:t>0.6</m:t>
                          </m:r>
                        </m:oMath>
                      </m:oMathPara>
                    </a14:m>
                    <a:endParaRPr kumimoji="1"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31" name="文本框 130">
                    <a:extLst>
                      <a:ext uri="{FF2B5EF4-FFF2-40B4-BE49-F238E27FC236}">
                        <a16:creationId xmlns:a16="http://schemas.microsoft.com/office/drawing/2014/main" id="{CB3EF7B3-BE4B-7E0F-6070-DE17EB7B1F9A}"/>
                      </a:ext>
                    </a:extLst>
                  </p:cNvPr>
                  <p:cNvSpPr txBox="1">
                    <a:spLocks noRot="1" noChangeAspect="1" noMove="1" noResize="1" noEditPoints="1" noAdjustHandles="1" noChangeArrowheads="1" noChangeShapeType="1" noTextEdit="1"/>
                  </p:cNvSpPr>
                  <p:nvPr/>
                </p:nvSpPr>
                <p:spPr>
                  <a:xfrm>
                    <a:off x="9782736" y="6180231"/>
                    <a:ext cx="480316" cy="369332"/>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6" name="文本框 175">
                    <a:extLst>
                      <a:ext uri="{FF2B5EF4-FFF2-40B4-BE49-F238E27FC236}">
                        <a16:creationId xmlns:a16="http://schemas.microsoft.com/office/drawing/2014/main" id="{6D4DFD19-FA05-8815-86D2-6516456D3DF0}"/>
                      </a:ext>
                    </a:extLst>
                  </p:cNvPr>
                  <p:cNvSpPr txBox="1"/>
                  <p:nvPr/>
                </p:nvSpPr>
                <p:spPr>
                  <a:xfrm>
                    <a:off x="10232716" y="6180231"/>
                    <a:ext cx="480316" cy="369332"/>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kumimoji="1" lang="en-US" altLang="zh-CN" b="0" i="1" dirty="0" smtClean="0">
                              <a:solidFill>
                                <a:schemeClr val="tx1"/>
                              </a:solidFill>
                              <a:latin typeface="Cambria Math" panose="02040503050406030204" pitchFamily="18" charset="0"/>
                              <a:ea typeface="微软雅黑" panose="020B0503020204020204" pitchFamily="34" charset="-122"/>
                            </a:rPr>
                            <m:t>0.8</m:t>
                          </m:r>
                        </m:oMath>
                      </m:oMathPara>
                    </a14:m>
                    <a:endParaRPr kumimoji="1"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32" name="文本框 131">
                    <a:extLst>
                      <a:ext uri="{FF2B5EF4-FFF2-40B4-BE49-F238E27FC236}">
                        <a16:creationId xmlns:a16="http://schemas.microsoft.com/office/drawing/2014/main" id="{DA9E0653-853C-D955-C44D-CDBFB833128C}"/>
                      </a:ext>
                    </a:extLst>
                  </p:cNvPr>
                  <p:cNvSpPr txBox="1">
                    <a:spLocks noRot="1" noChangeAspect="1" noMove="1" noResize="1" noEditPoints="1" noAdjustHandles="1" noChangeArrowheads="1" noChangeShapeType="1" noTextEdit="1"/>
                  </p:cNvSpPr>
                  <p:nvPr/>
                </p:nvSpPr>
                <p:spPr>
                  <a:xfrm>
                    <a:off x="10232716" y="6180231"/>
                    <a:ext cx="480316" cy="369332"/>
                  </a:xfrm>
                  <a:prstGeom prst="rect">
                    <a:avLst/>
                  </a:prstGeom>
                  <a:blipFill>
                    <a:blip r:embed="rId17"/>
                    <a:stretch>
                      <a:fillRect/>
                    </a:stretch>
                  </a:blipFill>
                </p:spPr>
                <p:txBody>
                  <a:bodyPr/>
                  <a:lstStyle/>
                  <a:p>
                    <a:r>
                      <a:rPr lang="zh-CN" altLang="en-US">
                        <a:noFill/>
                      </a:rPr>
                      <a:t> </a:t>
                    </a:r>
                  </a:p>
                </p:txBody>
              </p:sp>
            </mc:Fallback>
          </mc:AlternateContent>
        </p:grpSp>
        <p:grpSp>
          <p:nvGrpSpPr>
            <p:cNvPr id="177" name="组合 176">
              <a:extLst>
                <a:ext uri="{FF2B5EF4-FFF2-40B4-BE49-F238E27FC236}">
                  <a16:creationId xmlns:a16="http://schemas.microsoft.com/office/drawing/2014/main" id="{AE3CA234-20D4-EF65-5088-D9E25CBD87FE}"/>
                </a:ext>
              </a:extLst>
            </p:cNvPr>
            <p:cNvGrpSpPr/>
            <p:nvPr/>
          </p:nvGrpSpPr>
          <p:grpSpPr>
            <a:xfrm>
              <a:off x="5400000" y="3780000"/>
              <a:ext cx="3672000" cy="2801224"/>
              <a:chOff x="7964274" y="3816858"/>
              <a:chExt cx="3629384" cy="2839496"/>
            </a:xfrm>
          </p:grpSpPr>
          <p:cxnSp>
            <p:nvCxnSpPr>
              <p:cNvPr id="178" name="直接连接符 177">
                <a:extLst>
                  <a:ext uri="{FF2B5EF4-FFF2-40B4-BE49-F238E27FC236}">
                    <a16:creationId xmlns:a16="http://schemas.microsoft.com/office/drawing/2014/main" id="{1D934C48-5AA4-3A9A-D15E-E430F39B9CDD}"/>
                  </a:ext>
                </a:extLst>
              </p:cNvPr>
              <p:cNvCxnSpPr>
                <a:cxnSpLocks/>
              </p:cNvCxnSpPr>
              <p:nvPr/>
            </p:nvCxnSpPr>
            <p:spPr>
              <a:xfrm flipH="1">
                <a:off x="8349336" y="4581297"/>
                <a:ext cx="84162" cy="46404"/>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8B5E16AB-59FC-AEE0-FB24-C076F95C83E0}"/>
                  </a:ext>
                </a:extLst>
              </p:cNvPr>
              <p:cNvCxnSpPr>
                <a:cxnSpLocks/>
              </p:cNvCxnSpPr>
              <p:nvPr/>
            </p:nvCxnSpPr>
            <p:spPr>
              <a:xfrm flipH="1">
                <a:off x="8345378" y="6010476"/>
                <a:ext cx="255708" cy="14098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1C13A220-67DF-7D59-4C13-38145A763F22}"/>
                  </a:ext>
                </a:extLst>
              </p:cNvPr>
              <p:cNvCxnSpPr>
                <a:cxnSpLocks/>
              </p:cNvCxnSpPr>
              <p:nvPr/>
            </p:nvCxnSpPr>
            <p:spPr>
              <a:xfrm flipH="1">
                <a:off x="8357692" y="5719818"/>
                <a:ext cx="311567" cy="171787"/>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008D9B9B-0525-6342-55D2-76685A5FF6E1}"/>
                  </a:ext>
                </a:extLst>
              </p:cNvPr>
              <p:cNvCxnSpPr>
                <a:cxnSpLocks/>
              </p:cNvCxnSpPr>
              <p:nvPr/>
            </p:nvCxnSpPr>
            <p:spPr>
              <a:xfrm flipH="1">
                <a:off x="8345378" y="5436831"/>
                <a:ext cx="353812" cy="195079"/>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7094B349-AA01-3E87-8B57-2B07AD282314}"/>
                  </a:ext>
                </a:extLst>
              </p:cNvPr>
              <p:cNvCxnSpPr>
                <a:cxnSpLocks/>
              </p:cNvCxnSpPr>
              <p:nvPr/>
            </p:nvCxnSpPr>
            <p:spPr>
              <a:xfrm flipH="1">
                <a:off x="8355767" y="5133062"/>
                <a:ext cx="384346" cy="211914"/>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id="{49818659-C6B1-BE63-58AA-6552CBD45324}"/>
                  </a:ext>
                </a:extLst>
              </p:cNvPr>
              <p:cNvCxnSpPr>
                <a:cxnSpLocks/>
              </p:cNvCxnSpPr>
              <p:nvPr/>
            </p:nvCxnSpPr>
            <p:spPr>
              <a:xfrm flipH="1">
                <a:off x="8345378" y="4829108"/>
                <a:ext cx="411834" cy="22707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085ED3E4-6962-5B0D-A5E1-9520AD9FEB17}"/>
                  </a:ext>
                </a:extLst>
              </p:cNvPr>
              <p:cNvCxnSpPr>
                <a:cxnSpLocks/>
              </p:cNvCxnSpPr>
              <p:nvPr/>
            </p:nvCxnSpPr>
            <p:spPr>
              <a:xfrm flipH="1">
                <a:off x="8355767" y="4598717"/>
                <a:ext cx="291153" cy="160531"/>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B5B5057C-20B5-3BFC-A84E-CF7DA8F6D48E}"/>
                  </a:ext>
                </a:extLst>
              </p:cNvPr>
              <p:cNvCxnSpPr>
                <a:cxnSpLocks/>
              </p:cNvCxnSpPr>
              <p:nvPr/>
            </p:nvCxnSpPr>
            <p:spPr>
              <a:xfrm flipH="1">
                <a:off x="8357450" y="4674495"/>
                <a:ext cx="415189" cy="22892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6" name="直接连接符 185">
                <a:extLst>
                  <a:ext uri="{FF2B5EF4-FFF2-40B4-BE49-F238E27FC236}">
                    <a16:creationId xmlns:a16="http://schemas.microsoft.com/office/drawing/2014/main" id="{0664F39C-4A26-5905-700E-8DF72E6CE75F}"/>
                  </a:ext>
                </a:extLst>
              </p:cNvPr>
              <p:cNvCxnSpPr>
                <a:cxnSpLocks/>
              </p:cNvCxnSpPr>
              <p:nvPr/>
            </p:nvCxnSpPr>
            <p:spPr>
              <a:xfrm flipH="1">
                <a:off x="8349062" y="4975354"/>
                <a:ext cx="408150" cy="225039"/>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7" name="直接连接符 186">
                <a:extLst>
                  <a:ext uri="{FF2B5EF4-FFF2-40B4-BE49-F238E27FC236}">
                    <a16:creationId xmlns:a16="http://schemas.microsoft.com/office/drawing/2014/main" id="{2A30E6C1-C038-93EC-BDE2-07DE4BB3FE0D}"/>
                  </a:ext>
                </a:extLst>
              </p:cNvPr>
              <p:cNvCxnSpPr>
                <a:cxnSpLocks/>
              </p:cNvCxnSpPr>
              <p:nvPr/>
            </p:nvCxnSpPr>
            <p:spPr>
              <a:xfrm flipH="1">
                <a:off x="8355767" y="5286647"/>
                <a:ext cx="358727" cy="197789"/>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8" name="直接连接符 187">
                <a:extLst>
                  <a:ext uri="{FF2B5EF4-FFF2-40B4-BE49-F238E27FC236}">
                    <a16:creationId xmlns:a16="http://schemas.microsoft.com/office/drawing/2014/main" id="{36AC38FA-F9C4-1362-904E-F169BEE48B21}"/>
                  </a:ext>
                </a:extLst>
              </p:cNvPr>
              <p:cNvCxnSpPr>
                <a:cxnSpLocks/>
              </p:cNvCxnSpPr>
              <p:nvPr/>
            </p:nvCxnSpPr>
            <p:spPr>
              <a:xfrm flipH="1">
                <a:off x="8368134" y="5576168"/>
                <a:ext cx="316693" cy="174613"/>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9" name="直接连接符 188">
                <a:extLst>
                  <a:ext uri="{FF2B5EF4-FFF2-40B4-BE49-F238E27FC236}">
                    <a16:creationId xmlns:a16="http://schemas.microsoft.com/office/drawing/2014/main" id="{89A8C912-0405-C460-F41C-354424C69119}"/>
                  </a:ext>
                </a:extLst>
              </p:cNvPr>
              <p:cNvCxnSpPr>
                <a:cxnSpLocks/>
              </p:cNvCxnSpPr>
              <p:nvPr/>
            </p:nvCxnSpPr>
            <p:spPr>
              <a:xfrm flipH="1">
                <a:off x="8370499" y="5855134"/>
                <a:ext cx="278306" cy="153448"/>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0" name="直接连接符 189">
                <a:extLst>
                  <a:ext uri="{FF2B5EF4-FFF2-40B4-BE49-F238E27FC236}">
                    <a16:creationId xmlns:a16="http://schemas.microsoft.com/office/drawing/2014/main" id="{36AAEBE8-DED2-BE61-CFC4-17A386B6DA41}"/>
                  </a:ext>
                </a:extLst>
              </p:cNvPr>
              <p:cNvCxnSpPr>
                <a:cxnSpLocks/>
              </p:cNvCxnSpPr>
              <p:nvPr/>
            </p:nvCxnSpPr>
            <p:spPr>
              <a:xfrm flipH="1">
                <a:off x="8362800" y="6170345"/>
                <a:ext cx="161317" cy="88944"/>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id="{7F48BCDE-7860-58B0-F963-3C3D0D5E64E7}"/>
                  </a:ext>
                </a:extLst>
              </p:cNvPr>
              <p:cNvCxnSpPr>
                <a:cxnSpLocks/>
              </p:cNvCxnSpPr>
              <p:nvPr/>
            </p:nvCxnSpPr>
            <p:spPr>
              <a:xfrm flipH="1">
                <a:off x="8540163" y="6226621"/>
                <a:ext cx="129096" cy="7117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9C8FEE67-4A43-D887-B498-3F1C0DBFBE2F}"/>
                  </a:ext>
                </a:extLst>
              </p:cNvPr>
              <p:cNvCxnSpPr>
                <a:cxnSpLocks/>
              </p:cNvCxnSpPr>
              <p:nvPr/>
            </p:nvCxnSpPr>
            <p:spPr>
              <a:xfrm flipH="1">
                <a:off x="8714494" y="6222586"/>
                <a:ext cx="129096" cy="7117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F1E83F70-2161-E043-038C-D82B8CC20EEE}"/>
                  </a:ext>
                </a:extLst>
              </p:cNvPr>
              <p:cNvCxnSpPr>
                <a:cxnSpLocks/>
              </p:cNvCxnSpPr>
              <p:nvPr/>
            </p:nvCxnSpPr>
            <p:spPr>
              <a:xfrm flipH="1">
                <a:off x="8913920" y="6215546"/>
                <a:ext cx="129096" cy="7117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E5B70C7F-505C-E89E-9D5C-0F57BB289A8B}"/>
                  </a:ext>
                </a:extLst>
              </p:cNvPr>
              <p:cNvCxnSpPr>
                <a:cxnSpLocks/>
              </p:cNvCxnSpPr>
              <p:nvPr/>
            </p:nvCxnSpPr>
            <p:spPr>
              <a:xfrm flipH="1">
                <a:off x="9101601" y="6217271"/>
                <a:ext cx="129096" cy="7117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3C09BE28-E566-84B2-8B45-2A91F0C6D0A9}"/>
                  </a:ext>
                </a:extLst>
              </p:cNvPr>
              <p:cNvCxnSpPr>
                <a:cxnSpLocks/>
              </p:cNvCxnSpPr>
              <p:nvPr/>
            </p:nvCxnSpPr>
            <p:spPr>
              <a:xfrm flipH="1">
                <a:off x="9295535" y="6214817"/>
                <a:ext cx="129096" cy="7117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BBD14A02-614C-5B3B-E698-9DC16B4A7913}"/>
                  </a:ext>
                </a:extLst>
              </p:cNvPr>
              <p:cNvCxnSpPr>
                <a:cxnSpLocks/>
              </p:cNvCxnSpPr>
              <p:nvPr/>
            </p:nvCxnSpPr>
            <p:spPr>
              <a:xfrm flipH="1">
                <a:off x="9484657" y="6215545"/>
                <a:ext cx="129096" cy="7117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D4FBCE68-5526-2F00-C08F-21C741279773}"/>
                  </a:ext>
                </a:extLst>
              </p:cNvPr>
              <p:cNvCxnSpPr>
                <a:cxnSpLocks/>
              </p:cNvCxnSpPr>
              <p:nvPr/>
            </p:nvCxnSpPr>
            <p:spPr>
              <a:xfrm flipH="1">
                <a:off x="9672643" y="6219354"/>
                <a:ext cx="129096" cy="7117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9469854B-44AE-6108-C1A2-4C7DC5E5BAF9}"/>
                  </a:ext>
                </a:extLst>
              </p:cNvPr>
              <p:cNvCxnSpPr>
                <a:cxnSpLocks/>
              </p:cNvCxnSpPr>
              <p:nvPr/>
            </p:nvCxnSpPr>
            <p:spPr>
              <a:xfrm flipH="1">
                <a:off x="9864981" y="6215544"/>
                <a:ext cx="129096" cy="7117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57AB13CC-828B-C2C0-4BD7-F611FAB0AB8B}"/>
                  </a:ext>
                </a:extLst>
              </p:cNvPr>
              <p:cNvCxnSpPr>
                <a:cxnSpLocks/>
              </p:cNvCxnSpPr>
              <p:nvPr/>
            </p:nvCxnSpPr>
            <p:spPr>
              <a:xfrm flipH="1">
                <a:off x="10045763" y="6214817"/>
                <a:ext cx="129096" cy="7117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00" name="任意多边形: 形状 199">
                <a:extLst>
                  <a:ext uri="{FF2B5EF4-FFF2-40B4-BE49-F238E27FC236}">
                    <a16:creationId xmlns:a16="http://schemas.microsoft.com/office/drawing/2014/main" id="{D38E49CA-9CFB-C707-1901-9C4EDC729A88}"/>
                  </a:ext>
                </a:extLst>
              </p:cNvPr>
              <p:cNvSpPr/>
              <p:nvPr/>
            </p:nvSpPr>
            <p:spPr>
              <a:xfrm>
                <a:off x="8349062" y="4592782"/>
                <a:ext cx="429980" cy="1700983"/>
              </a:xfrm>
              <a:custGeom>
                <a:avLst/>
                <a:gdLst>
                  <a:gd name="connsiteX0" fmla="*/ 0 w 749193"/>
                  <a:gd name="connsiteY0" fmla="*/ 1824958 h 1824958"/>
                  <a:gd name="connsiteX1" fmla="*/ 487936 w 749193"/>
                  <a:gd name="connsiteY1" fmla="*/ 1444598 h 1824958"/>
                  <a:gd name="connsiteX2" fmla="*/ 749193 w 749193"/>
                  <a:gd name="connsiteY2" fmla="*/ 0 h 1824958"/>
                </a:gdLst>
                <a:ahLst/>
                <a:cxnLst>
                  <a:cxn ang="0">
                    <a:pos x="connsiteX0" y="connsiteY0"/>
                  </a:cxn>
                  <a:cxn ang="0">
                    <a:pos x="connsiteX1" y="connsiteY1"/>
                  </a:cxn>
                  <a:cxn ang="0">
                    <a:pos x="connsiteX2" y="connsiteY2"/>
                  </a:cxn>
                </a:cxnLst>
                <a:rect l="l" t="t" r="r" b="b"/>
                <a:pathLst>
                  <a:path w="749193" h="1824958">
                    <a:moveTo>
                      <a:pt x="0" y="1824958"/>
                    </a:moveTo>
                    <a:cubicBezTo>
                      <a:pt x="181535" y="1786858"/>
                      <a:pt x="363071" y="1748758"/>
                      <a:pt x="487936" y="1444598"/>
                    </a:cubicBezTo>
                    <a:cubicBezTo>
                      <a:pt x="612801" y="1140438"/>
                      <a:pt x="680997" y="570219"/>
                      <a:pt x="749193" y="0"/>
                    </a:cubicBezTo>
                  </a:path>
                </a:pathLst>
              </a:custGeom>
              <a:noFill/>
              <a:ln w="25400">
                <a:solidFill>
                  <a:srgbClr val="00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1" name="文本框 200">
                    <a:extLst>
                      <a:ext uri="{FF2B5EF4-FFF2-40B4-BE49-F238E27FC236}">
                        <a16:creationId xmlns:a16="http://schemas.microsoft.com/office/drawing/2014/main" id="{2E488F6B-F3E2-38EB-99B4-4B4444A55F06}"/>
                      </a:ext>
                    </a:extLst>
                  </p:cNvPr>
                  <p:cNvSpPr txBox="1"/>
                  <p:nvPr/>
                </p:nvSpPr>
                <p:spPr>
                  <a:xfrm>
                    <a:off x="10668521" y="6078096"/>
                    <a:ext cx="925137" cy="437902"/>
                  </a:xfrm>
                  <a:prstGeom prst="rect">
                    <a:avLst/>
                  </a:prstGeom>
                  <a:noFill/>
                </p:spPr>
                <p:txBody>
                  <a:bodyPr wrap="square">
                    <a:spAutoFit/>
                  </a:bodyPr>
                  <a:lstStyle/>
                  <a:p>
                    <a:pPr algn="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dirty="0" smtClean="0">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000" b="0" i="0" dirty="0" smtClean="0">
                                  <a:solidFill>
                                    <a:schemeClr val="tx1"/>
                                  </a:solidFill>
                                  <a:latin typeface="Cambria Math" panose="02040503050406030204" pitchFamily="18" charset="0"/>
                                  <a:ea typeface="微软雅黑" panose="020B0503020204020204" pitchFamily="34" charset="-122"/>
                                </a:rPr>
                                <m:t>CE</m:t>
                              </m:r>
                            </m:sub>
                          </m:sSub>
                          <m:r>
                            <a:rPr kumimoji="1" lang="en-US" altLang="zh-CN" sz="2000" b="0" i="1" dirty="0" smtClean="0">
                              <a:solidFill>
                                <a:schemeClr val="tx1"/>
                              </a:solidFill>
                              <a:latin typeface="Cambria Math" panose="02040503050406030204" pitchFamily="18" charset="0"/>
                              <a:ea typeface="微软雅黑" panose="020B0503020204020204" pitchFamily="34" charset="-122"/>
                            </a:rPr>
                            <m:t>/</m:t>
                          </m:r>
                          <m:r>
                            <m:rPr>
                              <m:sty m:val="p"/>
                            </m:rPr>
                            <a:rPr kumimoji="1" lang="en-US" altLang="zh-CN" sz="2000" b="0" i="0" dirty="0" smtClean="0">
                              <a:solidFill>
                                <a:schemeClr val="tx1"/>
                              </a:solidFill>
                              <a:latin typeface="Cambria Math" panose="02040503050406030204" pitchFamily="18" charset="0"/>
                              <a:ea typeface="微软雅黑" panose="020B0503020204020204" pitchFamily="34" charset="-122"/>
                            </a:rPr>
                            <m:t>V</m:t>
                          </m:r>
                        </m:oMath>
                      </m:oMathPara>
                    </a14:m>
                    <a:endParaRPr kumimoji="1" lang="en-US" altLang="zh-CN" sz="20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07" name="文本框 206">
                    <a:extLst>
                      <a:ext uri="{FF2B5EF4-FFF2-40B4-BE49-F238E27FC236}">
                        <a16:creationId xmlns:a16="http://schemas.microsoft.com/office/drawing/2014/main" id="{534D5368-7066-EA48-7611-B46439A3CFB3}"/>
                      </a:ext>
                    </a:extLst>
                  </p:cNvPr>
                  <p:cNvSpPr txBox="1">
                    <a:spLocks noRot="1" noChangeAspect="1" noMove="1" noResize="1" noEditPoints="1" noAdjustHandles="1" noChangeArrowheads="1" noChangeShapeType="1" noTextEdit="1"/>
                  </p:cNvSpPr>
                  <p:nvPr/>
                </p:nvSpPr>
                <p:spPr>
                  <a:xfrm>
                    <a:off x="10668521" y="6078096"/>
                    <a:ext cx="925137" cy="437902"/>
                  </a:xfrm>
                  <a:prstGeom prst="rect">
                    <a:avLst/>
                  </a:prstGeom>
                  <a:blipFill>
                    <a:blip r:embed="rId32"/>
                    <a:stretch>
                      <a:fillRect b="-70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2" name="文本框 201">
                    <a:extLst>
                      <a:ext uri="{FF2B5EF4-FFF2-40B4-BE49-F238E27FC236}">
                        <a16:creationId xmlns:a16="http://schemas.microsoft.com/office/drawing/2014/main" id="{CE8766EF-1F98-80AD-FBA5-83DF3B15B6BB}"/>
                      </a:ext>
                    </a:extLst>
                  </p:cNvPr>
                  <p:cNvSpPr txBox="1"/>
                  <p:nvPr/>
                </p:nvSpPr>
                <p:spPr>
                  <a:xfrm>
                    <a:off x="7964274" y="3816858"/>
                    <a:ext cx="933328" cy="400110"/>
                  </a:xfrm>
                  <a:prstGeom prst="rect">
                    <a:avLst/>
                  </a:prstGeom>
                  <a:noFill/>
                </p:spPr>
                <p:txBody>
                  <a:bodyPr wrap="square">
                    <a:spAutoFit/>
                  </a:bodyPr>
                  <a:lstStyle/>
                  <a:p>
                    <a:pPr algn="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dirty="0" smtClean="0">
                                  <a:solidFill>
                                    <a:schemeClr val="tx1"/>
                                  </a:solidFill>
                                  <a:latin typeface="Cambria Math" panose="02040503050406030204" pitchFamily="18" charset="0"/>
                                  <a:ea typeface="微软雅黑" panose="020B0503020204020204" pitchFamily="34" charset="-122"/>
                                </a:rPr>
                                <m:t>𝑖</m:t>
                              </m:r>
                            </m:e>
                            <m:sub>
                              <m:r>
                                <m:rPr>
                                  <m:sty m:val="p"/>
                                </m:rPr>
                                <a:rPr kumimoji="1" lang="en-US" altLang="zh-CN" sz="2000" b="0" i="0" dirty="0" smtClean="0">
                                  <a:solidFill>
                                    <a:schemeClr val="tx1"/>
                                  </a:solidFill>
                                  <a:latin typeface="Cambria Math" panose="02040503050406030204" pitchFamily="18" charset="0"/>
                                  <a:ea typeface="微软雅黑" panose="020B0503020204020204" pitchFamily="34" charset="-122"/>
                                </a:rPr>
                                <m:t>C</m:t>
                              </m:r>
                            </m:sub>
                          </m:sSub>
                          <m:r>
                            <a:rPr kumimoji="1" lang="en-US" altLang="zh-CN" sz="2000" b="0" i="1" dirty="0" smtClean="0">
                              <a:solidFill>
                                <a:schemeClr val="tx1"/>
                              </a:solidFill>
                              <a:latin typeface="Cambria Math" panose="02040503050406030204" pitchFamily="18" charset="0"/>
                              <a:ea typeface="微软雅黑" panose="020B0503020204020204" pitchFamily="34" charset="-122"/>
                            </a:rPr>
                            <m:t>/</m:t>
                          </m:r>
                          <m:r>
                            <m:rPr>
                              <m:sty m:val="p"/>
                            </m:rPr>
                            <a:rPr kumimoji="1" lang="en-US" altLang="zh-CN" sz="2000" i="1" dirty="0">
                              <a:latin typeface="Cambria Math" panose="02040503050406030204" pitchFamily="18" charset="0"/>
                              <a:ea typeface="Cambria Math" panose="02040503050406030204" pitchFamily="18" charset="0"/>
                            </a:rPr>
                            <m:t>m</m:t>
                          </m:r>
                          <m:r>
                            <m:rPr>
                              <m:sty m:val="p"/>
                            </m:rPr>
                            <a:rPr kumimoji="1" lang="en-US" altLang="zh-CN" sz="2000" b="0" i="0" dirty="0" smtClean="0">
                              <a:solidFill>
                                <a:schemeClr val="tx1"/>
                              </a:solidFill>
                              <a:latin typeface="Cambria Math" panose="02040503050406030204" pitchFamily="18" charset="0"/>
                              <a:ea typeface="Cambria Math" panose="02040503050406030204" pitchFamily="18" charset="0"/>
                            </a:rPr>
                            <m:t>A</m:t>
                          </m:r>
                        </m:oMath>
                      </m:oMathPara>
                    </a14:m>
                    <a:endParaRPr kumimoji="1" lang="en-US" altLang="zh-CN" sz="20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0" name="文本框 79">
                    <a:extLst>
                      <a:ext uri="{FF2B5EF4-FFF2-40B4-BE49-F238E27FC236}">
                        <a16:creationId xmlns:a16="http://schemas.microsoft.com/office/drawing/2014/main" id="{F051C51A-D746-C15E-F030-410B3D022EDA}"/>
                      </a:ext>
                    </a:extLst>
                  </p:cNvPr>
                  <p:cNvSpPr txBox="1">
                    <a:spLocks noRot="1" noChangeAspect="1" noMove="1" noResize="1" noEditPoints="1" noAdjustHandles="1" noChangeArrowheads="1" noChangeShapeType="1" noTextEdit="1"/>
                  </p:cNvSpPr>
                  <p:nvPr/>
                </p:nvSpPr>
                <p:spPr>
                  <a:xfrm>
                    <a:off x="7964274" y="3816858"/>
                    <a:ext cx="933328" cy="400110"/>
                  </a:xfrm>
                  <a:prstGeom prst="rect">
                    <a:avLst/>
                  </a:prstGeom>
                  <a:blipFill>
                    <a:blip r:embed="rId19"/>
                    <a:stretch>
                      <a:fillRect b="-16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3" name="文本框 202">
                    <a:extLst>
                      <a:ext uri="{FF2B5EF4-FFF2-40B4-BE49-F238E27FC236}">
                        <a16:creationId xmlns:a16="http://schemas.microsoft.com/office/drawing/2014/main" id="{91759BA1-328A-5FEE-E64F-868DFE3578F2}"/>
                      </a:ext>
                    </a:extLst>
                  </p:cNvPr>
                  <p:cNvSpPr txBox="1"/>
                  <p:nvPr/>
                </p:nvSpPr>
                <p:spPr>
                  <a:xfrm>
                    <a:off x="9138487" y="4510203"/>
                    <a:ext cx="1601199" cy="364919"/>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kumimoji="1" lang="en-US" altLang="zh-CN" i="1" dirty="0" smtClean="0">
                                  <a:solidFill>
                                    <a:schemeClr val="tx1"/>
                                  </a:solidFill>
                                  <a:latin typeface="Cambria Math" panose="02040503050406030204" pitchFamily="18" charset="0"/>
                                  <a:ea typeface="微软雅黑" panose="020B0503020204020204" pitchFamily="34" charset="-122"/>
                                </a:rPr>
                              </m:ctrlPr>
                            </m:sSubPr>
                            <m:e>
                              <m:r>
                                <a:rPr kumimoji="1" lang="en-US" altLang="zh-CN" b="0" i="1" dirty="0" smtClean="0">
                                  <a:solidFill>
                                    <a:schemeClr val="tx1"/>
                                  </a:solidFill>
                                  <a:latin typeface="Cambria Math" panose="02040503050406030204" pitchFamily="18" charset="0"/>
                                  <a:ea typeface="微软雅黑" panose="020B0503020204020204" pitchFamily="34" charset="-122"/>
                                </a:rPr>
                                <m:t>𝑖</m:t>
                              </m:r>
                            </m:e>
                            <m:sub>
                              <m:r>
                                <m:rPr>
                                  <m:sty m:val="p"/>
                                </m:rPr>
                                <a:rPr kumimoji="1" lang="en-US" altLang="zh-CN" b="0" i="0" dirty="0" smtClean="0">
                                  <a:solidFill>
                                    <a:schemeClr val="tx1"/>
                                  </a:solidFill>
                                  <a:latin typeface="Cambria Math" panose="02040503050406030204" pitchFamily="18" charset="0"/>
                                  <a:ea typeface="微软雅黑" panose="020B0503020204020204" pitchFamily="34" charset="-122"/>
                                </a:rPr>
                                <m:t>B</m:t>
                              </m:r>
                            </m:sub>
                          </m:sSub>
                          <m:r>
                            <a:rPr kumimoji="1" lang="en-US" altLang="zh-CN" i="1" dirty="0">
                              <a:latin typeface="Cambria Math" panose="02040503050406030204" pitchFamily="18" charset="0"/>
                              <a:ea typeface="微软雅黑" panose="020B0503020204020204" pitchFamily="34" charset="-122"/>
                            </a:rPr>
                            <m:t>=</m:t>
                          </m:r>
                          <m:r>
                            <a:rPr kumimoji="1" lang="en-US" altLang="zh-CN" b="0" i="1" dirty="0" smtClean="0">
                              <a:latin typeface="Cambria Math" panose="02040503050406030204" pitchFamily="18" charset="0"/>
                              <a:ea typeface="微软雅黑" panose="020B0503020204020204" pitchFamily="34" charset="-122"/>
                            </a:rPr>
                            <m:t>100 </m:t>
                          </m:r>
                          <m:r>
                            <m:rPr>
                              <m:sty m:val="p"/>
                            </m:rPr>
                            <a:rPr kumimoji="1" lang="el-GR" altLang="zh-CN" b="0" i="1" dirty="0" smtClean="0">
                              <a:latin typeface="Cambria Math" panose="02040503050406030204" pitchFamily="18" charset="0"/>
                              <a:ea typeface="Cambria Math" panose="02040503050406030204" pitchFamily="18" charset="0"/>
                            </a:rPr>
                            <m:t>μ</m:t>
                          </m:r>
                          <m:r>
                            <m:rPr>
                              <m:sty m:val="p"/>
                            </m:rPr>
                            <a:rPr kumimoji="1" lang="en-US" altLang="zh-CN" b="0" i="0" dirty="0" smtClean="0">
                              <a:latin typeface="Cambria Math" panose="02040503050406030204" pitchFamily="18" charset="0"/>
                              <a:ea typeface="Cambria Math" panose="02040503050406030204" pitchFamily="18" charset="0"/>
                            </a:rPr>
                            <m:t>A</m:t>
                          </m:r>
                        </m:oMath>
                      </m:oMathPara>
                    </a14:m>
                    <a:endParaRPr kumimoji="1"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09" name="文本框 208">
                    <a:extLst>
                      <a:ext uri="{FF2B5EF4-FFF2-40B4-BE49-F238E27FC236}">
                        <a16:creationId xmlns:a16="http://schemas.microsoft.com/office/drawing/2014/main" id="{B1A946CC-538F-6EBA-5A46-FCEE7C949827}"/>
                      </a:ext>
                    </a:extLst>
                  </p:cNvPr>
                  <p:cNvSpPr txBox="1">
                    <a:spLocks noRot="1" noChangeAspect="1" noMove="1" noResize="1" noEditPoints="1" noAdjustHandles="1" noChangeArrowheads="1" noChangeShapeType="1" noTextEdit="1"/>
                  </p:cNvSpPr>
                  <p:nvPr/>
                </p:nvSpPr>
                <p:spPr>
                  <a:xfrm>
                    <a:off x="9138487" y="4510203"/>
                    <a:ext cx="1601199" cy="364919"/>
                  </a:xfrm>
                  <a:prstGeom prst="rect">
                    <a:avLst/>
                  </a:prstGeom>
                  <a:blipFill>
                    <a:blip r:embed="rId33"/>
                    <a:stretch>
                      <a:fillRect b="-11864"/>
                    </a:stretch>
                  </a:blipFill>
                </p:spPr>
                <p:txBody>
                  <a:bodyPr/>
                  <a:lstStyle/>
                  <a:p>
                    <a:r>
                      <a:rPr lang="zh-CN" altLang="en-US">
                        <a:noFill/>
                      </a:rPr>
                      <a:t> </a:t>
                    </a:r>
                  </a:p>
                </p:txBody>
              </p:sp>
            </mc:Fallback>
          </mc:AlternateContent>
          <p:sp>
            <p:nvSpPr>
              <p:cNvPr id="204" name="任意多边形: 形状 203">
                <a:extLst>
                  <a:ext uri="{FF2B5EF4-FFF2-40B4-BE49-F238E27FC236}">
                    <a16:creationId xmlns:a16="http://schemas.microsoft.com/office/drawing/2014/main" id="{B7300950-6908-A645-10EB-46DA4DDA9FD4}"/>
                  </a:ext>
                </a:extLst>
              </p:cNvPr>
              <p:cNvSpPr/>
              <p:nvPr/>
            </p:nvSpPr>
            <p:spPr>
              <a:xfrm>
                <a:off x="8640495" y="4854977"/>
                <a:ext cx="1584291" cy="361379"/>
              </a:xfrm>
              <a:custGeom>
                <a:avLst/>
                <a:gdLst>
                  <a:gd name="connsiteX0" fmla="*/ 0 w 1341485"/>
                  <a:gd name="connsiteY0" fmla="*/ 361379 h 361379"/>
                  <a:gd name="connsiteX1" fmla="*/ 306625 w 1341485"/>
                  <a:gd name="connsiteY1" fmla="*/ 71180 h 361379"/>
                  <a:gd name="connsiteX2" fmla="*/ 1341485 w 1341485"/>
                  <a:gd name="connsiteY2" fmla="*/ 0 h 361379"/>
                </a:gdLst>
                <a:ahLst/>
                <a:cxnLst>
                  <a:cxn ang="0">
                    <a:pos x="connsiteX0" y="connsiteY0"/>
                  </a:cxn>
                  <a:cxn ang="0">
                    <a:pos x="connsiteX1" y="connsiteY1"/>
                  </a:cxn>
                  <a:cxn ang="0">
                    <a:pos x="connsiteX2" y="connsiteY2"/>
                  </a:cxn>
                </a:cxnLst>
                <a:rect l="l" t="t" r="r" b="b"/>
                <a:pathLst>
                  <a:path w="1341485" h="361379">
                    <a:moveTo>
                      <a:pt x="0" y="361379"/>
                    </a:moveTo>
                    <a:cubicBezTo>
                      <a:pt x="41522" y="246394"/>
                      <a:pt x="83044" y="131410"/>
                      <a:pt x="306625" y="71180"/>
                    </a:cubicBezTo>
                    <a:cubicBezTo>
                      <a:pt x="530206" y="10950"/>
                      <a:pt x="1168096" y="10038"/>
                      <a:pt x="1341485" y="0"/>
                    </a:cubicBezTo>
                  </a:path>
                </a:pathLst>
              </a:cu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5" name="直接连接符 204">
                <a:extLst>
                  <a:ext uri="{FF2B5EF4-FFF2-40B4-BE49-F238E27FC236}">
                    <a16:creationId xmlns:a16="http://schemas.microsoft.com/office/drawing/2014/main" id="{E0EEEC2D-5CC6-D850-86E6-BCC27D991EEB}"/>
                  </a:ext>
                </a:extLst>
              </p:cNvPr>
              <p:cNvCxnSpPr>
                <a:cxnSpLocks/>
              </p:cNvCxnSpPr>
              <p:nvPr/>
            </p:nvCxnSpPr>
            <p:spPr>
              <a:xfrm flipH="1">
                <a:off x="8356093" y="5216356"/>
                <a:ext cx="284402" cy="1090437"/>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sp>
            <p:nvSpPr>
              <p:cNvPr id="206" name="任意多边形: 形状 205">
                <a:extLst>
                  <a:ext uri="{FF2B5EF4-FFF2-40B4-BE49-F238E27FC236}">
                    <a16:creationId xmlns:a16="http://schemas.microsoft.com/office/drawing/2014/main" id="{F09EEDD8-D050-C110-7865-F4522CBEC14E}"/>
                  </a:ext>
                </a:extLst>
              </p:cNvPr>
              <p:cNvSpPr/>
              <p:nvPr/>
            </p:nvSpPr>
            <p:spPr>
              <a:xfrm>
                <a:off x="8514022" y="5338932"/>
                <a:ext cx="1710764" cy="361379"/>
              </a:xfrm>
              <a:custGeom>
                <a:avLst/>
                <a:gdLst>
                  <a:gd name="connsiteX0" fmla="*/ 0 w 1341485"/>
                  <a:gd name="connsiteY0" fmla="*/ 361379 h 361379"/>
                  <a:gd name="connsiteX1" fmla="*/ 306625 w 1341485"/>
                  <a:gd name="connsiteY1" fmla="*/ 71180 h 361379"/>
                  <a:gd name="connsiteX2" fmla="*/ 1341485 w 1341485"/>
                  <a:gd name="connsiteY2" fmla="*/ 0 h 361379"/>
                </a:gdLst>
                <a:ahLst/>
                <a:cxnLst>
                  <a:cxn ang="0">
                    <a:pos x="connsiteX0" y="connsiteY0"/>
                  </a:cxn>
                  <a:cxn ang="0">
                    <a:pos x="connsiteX1" y="connsiteY1"/>
                  </a:cxn>
                  <a:cxn ang="0">
                    <a:pos x="connsiteX2" y="connsiteY2"/>
                  </a:cxn>
                </a:cxnLst>
                <a:rect l="l" t="t" r="r" b="b"/>
                <a:pathLst>
                  <a:path w="1341485" h="361379">
                    <a:moveTo>
                      <a:pt x="0" y="361379"/>
                    </a:moveTo>
                    <a:cubicBezTo>
                      <a:pt x="41522" y="246394"/>
                      <a:pt x="83044" y="131410"/>
                      <a:pt x="306625" y="71180"/>
                    </a:cubicBezTo>
                    <a:cubicBezTo>
                      <a:pt x="530206" y="10950"/>
                      <a:pt x="1168096" y="10038"/>
                      <a:pt x="1341485" y="0"/>
                    </a:cubicBezTo>
                  </a:path>
                </a:pathLst>
              </a:cu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任意多边形: 形状 206">
                <a:extLst>
                  <a:ext uri="{FF2B5EF4-FFF2-40B4-BE49-F238E27FC236}">
                    <a16:creationId xmlns:a16="http://schemas.microsoft.com/office/drawing/2014/main" id="{9A5C1525-EDD6-B93D-5F8C-522270345BB7}"/>
                  </a:ext>
                </a:extLst>
              </p:cNvPr>
              <p:cNvSpPr/>
              <p:nvPr/>
            </p:nvSpPr>
            <p:spPr>
              <a:xfrm>
                <a:off x="8397677" y="5791546"/>
                <a:ext cx="1827106" cy="361379"/>
              </a:xfrm>
              <a:custGeom>
                <a:avLst/>
                <a:gdLst>
                  <a:gd name="connsiteX0" fmla="*/ 0 w 1341485"/>
                  <a:gd name="connsiteY0" fmla="*/ 361379 h 361379"/>
                  <a:gd name="connsiteX1" fmla="*/ 306625 w 1341485"/>
                  <a:gd name="connsiteY1" fmla="*/ 71180 h 361379"/>
                  <a:gd name="connsiteX2" fmla="*/ 1341485 w 1341485"/>
                  <a:gd name="connsiteY2" fmla="*/ 0 h 361379"/>
                </a:gdLst>
                <a:ahLst/>
                <a:cxnLst>
                  <a:cxn ang="0">
                    <a:pos x="connsiteX0" y="connsiteY0"/>
                  </a:cxn>
                  <a:cxn ang="0">
                    <a:pos x="connsiteX1" y="connsiteY1"/>
                  </a:cxn>
                  <a:cxn ang="0">
                    <a:pos x="connsiteX2" y="connsiteY2"/>
                  </a:cxn>
                </a:cxnLst>
                <a:rect l="l" t="t" r="r" b="b"/>
                <a:pathLst>
                  <a:path w="1341485" h="361379">
                    <a:moveTo>
                      <a:pt x="0" y="361379"/>
                    </a:moveTo>
                    <a:cubicBezTo>
                      <a:pt x="41522" y="246394"/>
                      <a:pt x="83044" y="131410"/>
                      <a:pt x="306625" y="71180"/>
                    </a:cubicBezTo>
                    <a:cubicBezTo>
                      <a:pt x="530206" y="10950"/>
                      <a:pt x="1168096" y="10038"/>
                      <a:pt x="1341485" y="0"/>
                    </a:cubicBezTo>
                  </a:path>
                </a:pathLst>
              </a:cu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任意多边形: 形状 207">
                <a:extLst>
                  <a:ext uri="{FF2B5EF4-FFF2-40B4-BE49-F238E27FC236}">
                    <a16:creationId xmlns:a16="http://schemas.microsoft.com/office/drawing/2014/main" id="{E92DA8A1-2276-D794-684C-81FDF7D248CA}"/>
                  </a:ext>
                </a:extLst>
              </p:cNvPr>
              <p:cNvSpPr/>
              <p:nvPr/>
            </p:nvSpPr>
            <p:spPr>
              <a:xfrm>
                <a:off x="8355767" y="6204489"/>
                <a:ext cx="1869015" cy="93295"/>
              </a:xfrm>
              <a:custGeom>
                <a:avLst/>
                <a:gdLst>
                  <a:gd name="connsiteX0" fmla="*/ 0 w 1341485"/>
                  <a:gd name="connsiteY0" fmla="*/ 361379 h 361379"/>
                  <a:gd name="connsiteX1" fmla="*/ 306625 w 1341485"/>
                  <a:gd name="connsiteY1" fmla="*/ 71180 h 361379"/>
                  <a:gd name="connsiteX2" fmla="*/ 1341485 w 1341485"/>
                  <a:gd name="connsiteY2" fmla="*/ 0 h 361379"/>
                </a:gdLst>
                <a:ahLst/>
                <a:cxnLst>
                  <a:cxn ang="0">
                    <a:pos x="connsiteX0" y="connsiteY0"/>
                  </a:cxn>
                  <a:cxn ang="0">
                    <a:pos x="connsiteX1" y="connsiteY1"/>
                  </a:cxn>
                  <a:cxn ang="0">
                    <a:pos x="connsiteX2" y="connsiteY2"/>
                  </a:cxn>
                </a:cxnLst>
                <a:rect l="l" t="t" r="r" b="b"/>
                <a:pathLst>
                  <a:path w="1341485" h="361379">
                    <a:moveTo>
                      <a:pt x="0" y="361379"/>
                    </a:moveTo>
                    <a:cubicBezTo>
                      <a:pt x="41522" y="246394"/>
                      <a:pt x="83044" y="131410"/>
                      <a:pt x="306625" y="71180"/>
                    </a:cubicBezTo>
                    <a:cubicBezTo>
                      <a:pt x="530206" y="10950"/>
                      <a:pt x="1168096" y="10038"/>
                      <a:pt x="1341485" y="0"/>
                    </a:cubicBezTo>
                  </a:path>
                </a:pathLst>
              </a:cu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9" name="文本框 208">
                    <a:extLst>
                      <a:ext uri="{FF2B5EF4-FFF2-40B4-BE49-F238E27FC236}">
                        <a16:creationId xmlns:a16="http://schemas.microsoft.com/office/drawing/2014/main" id="{CBA58A7E-2362-0DF9-2534-B807ADE1144D}"/>
                      </a:ext>
                    </a:extLst>
                  </p:cNvPr>
                  <p:cNvSpPr txBox="1"/>
                  <p:nvPr/>
                </p:nvSpPr>
                <p:spPr>
                  <a:xfrm>
                    <a:off x="8066108" y="6226621"/>
                    <a:ext cx="429980" cy="400110"/>
                  </a:xfrm>
                  <a:prstGeom prst="rect">
                    <a:avLst/>
                  </a:prstGeom>
                  <a:noFill/>
                </p:spPr>
                <p:txBody>
                  <a:bodyPr wrap="square">
                    <a:spAutoFit/>
                  </a:bodyPr>
                  <a:lstStyle/>
                  <a:p>
                    <a:pPr algn="r"/>
                    <a14:m>
                      <m:oMathPara xmlns:m="http://schemas.openxmlformats.org/officeDocument/2006/math">
                        <m:oMathParaPr>
                          <m:jc m:val="centerGroup"/>
                        </m:oMathParaPr>
                        <m:oMath xmlns:m="http://schemas.openxmlformats.org/officeDocument/2006/math">
                          <m:r>
                            <a:rPr kumimoji="1" lang="en-US" altLang="zh-CN" sz="2000" b="0" i="1" dirty="0" smtClean="0">
                              <a:latin typeface="Cambria Math" panose="02040503050406030204" pitchFamily="18" charset="0"/>
                              <a:ea typeface="微软雅黑" panose="020B0503020204020204" pitchFamily="34" charset="-122"/>
                            </a:rPr>
                            <m:t>𝑂</m:t>
                          </m:r>
                        </m:oMath>
                      </m:oMathPara>
                    </a14:m>
                    <a:endParaRPr kumimoji="1" lang="en-US" altLang="zh-CN" sz="20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8" name="文本框 17">
                    <a:extLst>
                      <a:ext uri="{FF2B5EF4-FFF2-40B4-BE49-F238E27FC236}">
                        <a16:creationId xmlns:a16="http://schemas.microsoft.com/office/drawing/2014/main" id="{05D8C42D-66F6-5979-624D-74E45DEDBB5E}"/>
                      </a:ext>
                    </a:extLst>
                  </p:cNvPr>
                  <p:cNvSpPr txBox="1">
                    <a:spLocks noRot="1" noChangeAspect="1" noMove="1" noResize="1" noEditPoints="1" noAdjustHandles="1" noChangeArrowheads="1" noChangeShapeType="1" noTextEdit="1"/>
                  </p:cNvSpPr>
                  <p:nvPr/>
                </p:nvSpPr>
                <p:spPr>
                  <a:xfrm>
                    <a:off x="8066108" y="6226621"/>
                    <a:ext cx="429980" cy="400110"/>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0" name="文本框 209">
                    <a:extLst>
                      <a:ext uri="{FF2B5EF4-FFF2-40B4-BE49-F238E27FC236}">
                        <a16:creationId xmlns:a16="http://schemas.microsoft.com/office/drawing/2014/main" id="{D0122109-00DA-FE0E-5B73-8BBEF1DCC9AC}"/>
                      </a:ext>
                    </a:extLst>
                  </p:cNvPr>
                  <p:cNvSpPr txBox="1"/>
                  <p:nvPr/>
                </p:nvSpPr>
                <p:spPr>
                  <a:xfrm>
                    <a:off x="9814548" y="4984597"/>
                    <a:ext cx="925137" cy="364919"/>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a:rPr kumimoji="1" lang="en-US" altLang="zh-CN" b="0" i="0" dirty="0" smtClean="0">
                              <a:latin typeface="Cambria Math" panose="02040503050406030204" pitchFamily="18" charset="0"/>
                              <a:ea typeface="微软雅黑" panose="020B0503020204020204" pitchFamily="34" charset="-122"/>
                            </a:rPr>
                            <m:t>6</m:t>
                          </m:r>
                          <m:r>
                            <a:rPr kumimoji="1" lang="en-US" altLang="zh-CN" b="0" i="1" dirty="0" smtClean="0">
                              <a:latin typeface="Cambria Math" panose="02040503050406030204" pitchFamily="18" charset="0"/>
                              <a:ea typeface="微软雅黑" panose="020B0503020204020204" pitchFamily="34" charset="-122"/>
                            </a:rPr>
                            <m:t>0 </m:t>
                          </m:r>
                          <m:r>
                            <m:rPr>
                              <m:sty m:val="p"/>
                            </m:rPr>
                            <a:rPr kumimoji="1" lang="el-GR" altLang="zh-CN" b="0" i="1" dirty="0" smtClean="0">
                              <a:latin typeface="Cambria Math" panose="02040503050406030204" pitchFamily="18" charset="0"/>
                              <a:ea typeface="Cambria Math" panose="02040503050406030204" pitchFamily="18" charset="0"/>
                            </a:rPr>
                            <m:t>μ</m:t>
                          </m:r>
                          <m:r>
                            <m:rPr>
                              <m:sty m:val="p"/>
                            </m:rPr>
                            <a:rPr kumimoji="1" lang="en-US" altLang="zh-CN" b="0" i="0" dirty="0" smtClean="0">
                              <a:latin typeface="Cambria Math" panose="02040503050406030204" pitchFamily="18" charset="0"/>
                              <a:ea typeface="Cambria Math" panose="02040503050406030204" pitchFamily="18" charset="0"/>
                            </a:rPr>
                            <m:t>A</m:t>
                          </m:r>
                        </m:oMath>
                      </m:oMathPara>
                    </a14:m>
                    <a:endParaRPr kumimoji="1"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16" name="文本框 215">
                    <a:extLst>
                      <a:ext uri="{FF2B5EF4-FFF2-40B4-BE49-F238E27FC236}">
                        <a16:creationId xmlns:a16="http://schemas.microsoft.com/office/drawing/2014/main" id="{1FB49BFB-F7F6-124A-D315-9ABC02FDC44E}"/>
                      </a:ext>
                    </a:extLst>
                  </p:cNvPr>
                  <p:cNvSpPr txBox="1">
                    <a:spLocks noRot="1" noChangeAspect="1" noMove="1" noResize="1" noEditPoints="1" noAdjustHandles="1" noChangeArrowheads="1" noChangeShapeType="1" noTextEdit="1"/>
                  </p:cNvSpPr>
                  <p:nvPr/>
                </p:nvSpPr>
                <p:spPr>
                  <a:xfrm>
                    <a:off x="9814548" y="4984597"/>
                    <a:ext cx="925137" cy="364919"/>
                  </a:xfrm>
                  <a:prstGeom prst="rect">
                    <a:avLst/>
                  </a:prstGeom>
                  <a:blipFill>
                    <a:blip r:embed="rId34"/>
                    <a:stretch>
                      <a:fillRect b="-118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1" name="文本框 210">
                    <a:extLst>
                      <a:ext uri="{FF2B5EF4-FFF2-40B4-BE49-F238E27FC236}">
                        <a16:creationId xmlns:a16="http://schemas.microsoft.com/office/drawing/2014/main" id="{20664E29-EE21-F528-4F2D-BE37E50684A3}"/>
                      </a:ext>
                    </a:extLst>
                  </p:cNvPr>
                  <p:cNvSpPr txBox="1"/>
                  <p:nvPr/>
                </p:nvSpPr>
                <p:spPr>
                  <a:xfrm>
                    <a:off x="9814548" y="5458992"/>
                    <a:ext cx="925137" cy="364919"/>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a:rPr kumimoji="1" lang="en-US" altLang="zh-CN" b="0" i="1" dirty="0" smtClean="0">
                              <a:latin typeface="Cambria Math" panose="02040503050406030204" pitchFamily="18" charset="0"/>
                              <a:ea typeface="微软雅黑" panose="020B0503020204020204" pitchFamily="34" charset="-122"/>
                            </a:rPr>
                            <m:t>40 </m:t>
                          </m:r>
                          <m:r>
                            <m:rPr>
                              <m:sty m:val="p"/>
                            </m:rPr>
                            <a:rPr kumimoji="1" lang="el-GR" altLang="zh-CN" b="0" i="1" dirty="0" smtClean="0">
                              <a:latin typeface="Cambria Math" panose="02040503050406030204" pitchFamily="18" charset="0"/>
                              <a:ea typeface="Cambria Math" panose="02040503050406030204" pitchFamily="18" charset="0"/>
                            </a:rPr>
                            <m:t>μ</m:t>
                          </m:r>
                          <m:r>
                            <m:rPr>
                              <m:sty m:val="p"/>
                            </m:rPr>
                            <a:rPr kumimoji="1" lang="en-US" altLang="zh-CN" b="0" i="0" dirty="0" smtClean="0">
                              <a:latin typeface="Cambria Math" panose="02040503050406030204" pitchFamily="18" charset="0"/>
                              <a:ea typeface="Cambria Math" panose="02040503050406030204" pitchFamily="18" charset="0"/>
                            </a:rPr>
                            <m:t>A</m:t>
                          </m:r>
                        </m:oMath>
                      </m:oMathPara>
                    </a14:m>
                    <a:endParaRPr kumimoji="1"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17" name="文本框 216">
                    <a:extLst>
                      <a:ext uri="{FF2B5EF4-FFF2-40B4-BE49-F238E27FC236}">
                        <a16:creationId xmlns:a16="http://schemas.microsoft.com/office/drawing/2014/main" id="{A942DF15-A162-3C15-5274-098A6E92899D}"/>
                      </a:ext>
                    </a:extLst>
                  </p:cNvPr>
                  <p:cNvSpPr txBox="1">
                    <a:spLocks noRot="1" noChangeAspect="1" noMove="1" noResize="1" noEditPoints="1" noAdjustHandles="1" noChangeArrowheads="1" noChangeShapeType="1" noTextEdit="1"/>
                  </p:cNvSpPr>
                  <p:nvPr/>
                </p:nvSpPr>
                <p:spPr>
                  <a:xfrm>
                    <a:off x="9814548" y="5458992"/>
                    <a:ext cx="925137" cy="364919"/>
                  </a:xfrm>
                  <a:prstGeom prst="rect">
                    <a:avLst/>
                  </a:prstGeom>
                  <a:blipFill>
                    <a:blip r:embed="rId35"/>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2" name="文本框 211">
                    <a:extLst>
                      <a:ext uri="{FF2B5EF4-FFF2-40B4-BE49-F238E27FC236}">
                        <a16:creationId xmlns:a16="http://schemas.microsoft.com/office/drawing/2014/main" id="{12FC2BB4-0D22-E037-3789-BCCD7BBF8380}"/>
                      </a:ext>
                    </a:extLst>
                  </p:cNvPr>
                  <p:cNvSpPr txBox="1"/>
                  <p:nvPr/>
                </p:nvSpPr>
                <p:spPr>
                  <a:xfrm>
                    <a:off x="10099206" y="5860402"/>
                    <a:ext cx="640480" cy="364919"/>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a:rPr kumimoji="1" lang="en-US" altLang="zh-CN" b="0" i="1" dirty="0" smtClean="0">
                              <a:latin typeface="Cambria Math" panose="02040503050406030204" pitchFamily="18" charset="0"/>
                              <a:ea typeface="微软雅黑" panose="020B0503020204020204" pitchFamily="34" charset="-122"/>
                            </a:rPr>
                            <m:t>0 </m:t>
                          </m:r>
                          <m:r>
                            <m:rPr>
                              <m:sty m:val="p"/>
                            </m:rPr>
                            <a:rPr kumimoji="1" lang="el-GR" altLang="zh-CN" b="0" i="1" dirty="0" smtClean="0">
                              <a:latin typeface="Cambria Math" panose="02040503050406030204" pitchFamily="18" charset="0"/>
                              <a:ea typeface="Cambria Math" panose="02040503050406030204" pitchFamily="18" charset="0"/>
                            </a:rPr>
                            <m:t>μ</m:t>
                          </m:r>
                          <m:r>
                            <m:rPr>
                              <m:sty m:val="p"/>
                            </m:rPr>
                            <a:rPr kumimoji="1" lang="en-US" altLang="zh-CN" b="0" i="0" dirty="0" smtClean="0">
                              <a:latin typeface="Cambria Math" panose="02040503050406030204" pitchFamily="18" charset="0"/>
                              <a:ea typeface="Cambria Math" panose="02040503050406030204" pitchFamily="18" charset="0"/>
                            </a:rPr>
                            <m:t>A</m:t>
                          </m:r>
                        </m:oMath>
                      </m:oMathPara>
                    </a14:m>
                    <a:endParaRPr kumimoji="1"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18" name="文本框 217">
                    <a:extLst>
                      <a:ext uri="{FF2B5EF4-FFF2-40B4-BE49-F238E27FC236}">
                        <a16:creationId xmlns:a16="http://schemas.microsoft.com/office/drawing/2014/main" id="{20D8DECD-E6D3-1EFD-CA14-18681C1FCED1}"/>
                      </a:ext>
                    </a:extLst>
                  </p:cNvPr>
                  <p:cNvSpPr txBox="1">
                    <a:spLocks noRot="1" noChangeAspect="1" noMove="1" noResize="1" noEditPoints="1" noAdjustHandles="1" noChangeArrowheads="1" noChangeShapeType="1" noTextEdit="1"/>
                  </p:cNvSpPr>
                  <p:nvPr/>
                </p:nvSpPr>
                <p:spPr>
                  <a:xfrm>
                    <a:off x="10099206" y="5860402"/>
                    <a:ext cx="640480" cy="364919"/>
                  </a:xfrm>
                  <a:prstGeom prst="rect">
                    <a:avLst/>
                  </a:prstGeom>
                  <a:blipFill>
                    <a:blip r:embed="rId36"/>
                    <a:stretch>
                      <a:fillRect b="-10169"/>
                    </a:stretch>
                  </a:blipFill>
                </p:spPr>
                <p:txBody>
                  <a:bodyPr/>
                  <a:lstStyle/>
                  <a:p>
                    <a:r>
                      <a:rPr lang="zh-CN" altLang="en-US">
                        <a:noFill/>
                      </a:rPr>
                      <a:t> </a:t>
                    </a:r>
                  </a:p>
                </p:txBody>
              </p:sp>
            </mc:Fallback>
          </mc:AlternateContent>
          <p:sp>
            <p:nvSpPr>
              <p:cNvPr id="213" name="文本框 212">
                <a:extLst>
                  <a:ext uri="{FF2B5EF4-FFF2-40B4-BE49-F238E27FC236}">
                    <a16:creationId xmlns:a16="http://schemas.microsoft.com/office/drawing/2014/main" id="{E5E021FD-76E0-EBDB-7A6B-992F18133834}"/>
                  </a:ext>
                </a:extLst>
              </p:cNvPr>
              <p:cNvSpPr txBox="1"/>
              <p:nvPr/>
            </p:nvSpPr>
            <p:spPr>
              <a:xfrm>
                <a:off x="8283567" y="4181777"/>
                <a:ext cx="999191" cy="405577"/>
              </a:xfrm>
              <a:prstGeom prst="rect">
                <a:avLst/>
              </a:prstGeom>
              <a:noFill/>
            </p:spPr>
            <p:txBody>
              <a:bodyPr wrap="square">
                <a:spAutoFit/>
              </a:bodyPr>
              <a:lstStyle/>
              <a:p>
                <a:pPr algn="ctr"/>
                <a:r>
                  <a:rPr lang="zh-CN" altLang="en-US" sz="2000" dirty="0">
                    <a:solidFill>
                      <a:srgbClr val="0000FF"/>
                    </a:solidFill>
                    <a:latin typeface="微软雅黑" panose="020B0503020204020204" pitchFamily="34" charset="-122"/>
                    <a:ea typeface="微软雅黑" panose="020B0503020204020204" pitchFamily="34" charset="-122"/>
                  </a:rPr>
                  <a:t>饱和区</a:t>
                </a:r>
              </a:p>
            </p:txBody>
          </p:sp>
          <p:sp>
            <p:nvSpPr>
              <p:cNvPr id="214" name="文本框 213">
                <a:extLst>
                  <a:ext uri="{FF2B5EF4-FFF2-40B4-BE49-F238E27FC236}">
                    <a16:creationId xmlns:a16="http://schemas.microsoft.com/office/drawing/2014/main" id="{6145E961-2263-2F25-34AB-E7E75C63166C}"/>
                  </a:ext>
                </a:extLst>
              </p:cNvPr>
              <p:cNvSpPr txBox="1"/>
              <p:nvPr/>
            </p:nvSpPr>
            <p:spPr>
              <a:xfrm>
                <a:off x="9208704" y="4893368"/>
                <a:ext cx="485479" cy="1341521"/>
              </a:xfrm>
              <a:prstGeom prst="rect">
                <a:avLst/>
              </a:prstGeom>
              <a:noFill/>
            </p:spPr>
            <p:txBody>
              <a:bodyPr wrap="square">
                <a:spAutoFit/>
              </a:bodyPr>
              <a:lstStyle/>
              <a:p>
                <a:pPr algn="ctr">
                  <a:spcAft>
                    <a:spcPts val="1200"/>
                  </a:spcAft>
                </a:pPr>
                <a:r>
                  <a:rPr lang="zh-CN" altLang="en-US" sz="2000" dirty="0">
                    <a:solidFill>
                      <a:srgbClr val="00B050"/>
                    </a:solidFill>
                    <a:latin typeface="微软雅黑" panose="020B0503020204020204" pitchFamily="34" charset="-122"/>
                    <a:ea typeface="微软雅黑" panose="020B0503020204020204" pitchFamily="34" charset="-122"/>
                  </a:rPr>
                  <a:t>放</a:t>
                </a:r>
                <a:endParaRPr lang="en-US" altLang="zh-CN" sz="2000" dirty="0">
                  <a:solidFill>
                    <a:srgbClr val="00B050"/>
                  </a:solidFill>
                  <a:latin typeface="微软雅黑" panose="020B0503020204020204" pitchFamily="34" charset="-122"/>
                  <a:ea typeface="微软雅黑" panose="020B0503020204020204" pitchFamily="34" charset="-122"/>
                </a:endParaRPr>
              </a:p>
              <a:p>
                <a:pPr algn="ctr">
                  <a:spcAft>
                    <a:spcPts val="1200"/>
                  </a:spcAft>
                </a:pPr>
                <a:r>
                  <a:rPr lang="zh-CN" altLang="en-US" sz="2000" dirty="0">
                    <a:solidFill>
                      <a:srgbClr val="00B050"/>
                    </a:solidFill>
                    <a:latin typeface="微软雅黑" panose="020B0503020204020204" pitchFamily="34" charset="-122"/>
                    <a:ea typeface="微软雅黑" panose="020B0503020204020204" pitchFamily="34" charset="-122"/>
                  </a:rPr>
                  <a:t>大</a:t>
                </a:r>
                <a:endParaRPr lang="en-US" altLang="zh-CN" sz="2000" dirty="0">
                  <a:solidFill>
                    <a:srgbClr val="00B050"/>
                  </a:solidFill>
                  <a:latin typeface="微软雅黑" panose="020B0503020204020204" pitchFamily="34" charset="-122"/>
                  <a:ea typeface="微软雅黑" panose="020B0503020204020204" pitchFamily="34" charset="-122"/>
                </a:endParaRPr>
              </a:p>
              <a:p>
                <a:pPr algn="ctr">
                  <a:spcAft>
                    <a:spcPts val="1200"/>
                  </a:spcAft>
                </a:pPr>
                <a:r>
                  <a:rPr lang="zh-CN" altLang="en-US" sz="2000" dirty="0">
                    <a:solidFill>
                      <a:srgbClr val="00B050"/>
                    </a:solidFill>
                    <a:latin typeface="微软雅黑" panose="020B0503020204020204" pitchFamily="34" charset="-122"/>
                    <a:ea typeface="微软雅黑" panose="020B0503020204020204" pitchFamily="34" charset="-122"/>
                  </a:rPr>
                  <a:t>区</a:t>
                </a:r>
              </a:p>
            </p:txBody>
          </p:sp>
          <p:sp>
            <p:nvSpPr>
              <p:cNvPr id="215" name="文本框 214">
                <a:extLst>
                  <a:ext uri="{FF2B5EF4-FFF2-40B4-BE49-F238E27FC236}">
                    <a16:creationId xmlns:a16="http://schemas.microsoft.com/office/drawing/2014/main" id="{77CBDE28-3D5F-C519-8FD2-F0EAD3B4B34F}"/>
                  </a:ext>
                </a:extLst>
              </p:cNvPr>
              <p:cNvSpPr txBox="1"/>
              <p:nvPr/>
            </p:nvSpPr>
            <p:spPr>
              <a:xfrm>
                <a:off x="8902899" y="6250777"/>
                <a:ext cx="999191" cy="405577"/>
              </a:xfrm>
              <a:prstGeom prst="rect">
                <a:avLst/>
              </a:prstGeom>
              <a:noFill/>
            </p:spPr>
            <p:txBody>
              <a:bodyPr wrap="square">
                <a:spAutoFit/>
              </a:bodyPr>
              <a:lstStyle/>
              <a:p>
                <a:pPr algn="ctr"/>
                <a:r>
                  <a:rPr lang="zh-CN" altLang="en-US" sz="2000" dirty="0">
                    <a:solidFill>
                      <a:srgbClr val="FF0000"/>
                    </a:solidFill>
                    <a:latin typeface="微软雅黑" panose="020B0503020204020204" pitchFamily="34" charset="-122"/>
                    <a:ea typeface="微软雅黑" panose="020B0503020204020204" pitchFamily="34" charset="-122"/>
                  </a:rPr>
                  <a:t>截止区</a:t>
                </a:r>
              </a:p>
            </p:txBody>
          </p:sp>
          <p:cxnSp>
            <p:nvCxnSpPr>
              <p:cNvPr id="216" name="直接箭头连接符 215">
                <a:extLst>
                  <a:ext uri="{FF2B5EF4-FFF2-40B4-BE49-F238E27FC236}">
                    <a16:creationId xmlns:a16="http://schemas.microsoft.com/office/drawing/2014/main" id="{D5493FA1-2C67-0B85-64D7-A102D4E6DEE0}"/>
                  </a:ext>
                </a:extLst>
              </p:cNvPr>
              <p:cNvCxnSpPr>
                <a:cxnSpLocks/>
              </p:cNvCxnSpPr>
              <p:nvPr/>
            </p:nvCxnSpPr>
            <p:spPr>
              <a:xfrm flipV="1">
                <a:off x="8356094" y="4192673"/>
                <a:ext cx="0" cy="2116891"/>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17" name="直接箭头连接符 216">
                <a:extLst>
                  <a:ext uri="{FF2B5EF4-FFF2-40B4-BE49-F238E27FC236}">
                    <a16:creationId xmlns:a16="http://schemas.microsoft.com/office/drawing/2014/main" id="{BB1F1FA1-3F9A-5B90-7D40-3A39527CEDDB}"/>
                  </a:ext>
                </a:extLst>
              </p:cNvPr>
              <p:cNvCxnSpPr>
                <a:cxnSpLocks/>
              </p:cNvCxnSpPr>
              <p:nvPr/>
            </p:nvCxnSpPr>
            <p:spPr>
              <a:xfrm>
                <a:off x="8356094" y="6297776"/>
                <a:ext cx="234842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218" name="矩形 217">
              <a:extLst>
                <a:ext uri="{FF2B5EF4-FFF2-40B4-BE49-F238E27FC236}">
                  <a16:creationId xmlns:a16="http://schemas.microsoft.com/office/drawing/2014/main" id="{7C2C0CBF-176D-2F3D-6B2D-F87BE39E542E}"/>
                </a:ext>
              </a:extLst>
            </p:cNvPr>
            <p:cNvSpPr/>
            <p:nvPr/>
          </p:nvSpPr>
          <p:spPr>
            <a:xfrm>
              <a:off x="1044000" y="6084000"/>
              <a:ext cx="648000" cy="180000"/>
            </a:xfrm>
            <a:prstGeom prst="rect">
              <a:avLst/>
            </a:prstGeom>
            <a:noFill/>
            <a:ln w="2540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文本框 218">
              <a:extLst>
                <a:ext uri="{FF2B5EF4-FFF2-40B4-BE49-F238E27FC236}">
                  <a16:creationId xmlns:a16="http://schemas.microsoft.com/office/drawing/2014/main" id="{8B9B8281-BD59-0A02-3632-9C7B932D4A00}"/>
                </a:ext>
              </a:extLst>
            </p:cNvPr>
            <p:cNvSpPr txBox="1"/>
            <p:nvPr/>
          </p:nvSpPr>
          <p:spPr>
            <a:xfrm>
              <a:off x="900000" y="5724000"/>
              <a:ext cx="972000" cy="396000"/>
            </a:xfrm>
            <a:prstGeom prst="rect">
              <a:avLst/>
            </a:prstGeom>
            <a:noFill/>
          </p:spPr>
          <p:txBody>
            <a:bodyPr wrap="square">
              <a:spAutoFit/>
            </a:bodyPr>
            <a:lstStyle/>
            <a:p>
              <a:pPr algn="ctr"/>
              <a:r>
                <a:rPr lang="zh-CN" altLang="en-US" sz="2000" dirty="0">
                  <a:solidFill>
                    <a:srgbClr val="FF0000"/>
                  </a:solidFill>
                  <a:latin typeface="微软雅黑" panose="020B0503020204020204" pitchFamily="34" charset="-122"/>
                  <a:ea typeface="微软雅黑" panose="020B0503020204020204" pitchFamily="34" charset="-122"/>
                </a:rPr>
                <a:t>截止区</a:t>
              </a:r>
            </a:p>
          </p:txBody>
        </p:sp>
        <p:sp>
          <p:nvSpPr>
            <p:cNvPr id="220" name="平行四边形 219">
              <a:extLst>
                <a:ext uri="{FF2B5EF4-FFF2-40B4-BE49-F238E27FC236}">
                  <a16:creationId xmlns:a16="http://schemas.microsoft.com/office/drawing/2014/main" id="{1D34709D-C4F5-1178-F2B2-7CD4A434E5D7}"/>
                </a:ext>
              </a:extLst>
            </p:cNvPr>
            <p:cNvSpPr/>
            <p:nvPr/>
          </p:nvSpPr>
          <p:spPr>
            <a:xfrm>
              <a:off x="2016000" y="4410000"/>
              <a:ext cx="468000" cy="1440000"/>
            </a:xfrm>
            <a:prstGeom prst="parallelogram">
              <a:avLst>
                <a:gd name="adj" fmla="val 52886"/>
              </a:avLst>
            </a:prstGeom>
            <a:noFill/>
            <a:ln w="25400">
              <a:solidFill>
                <a:srgbClr val="0000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文本框 220">
              <a:extLst>
                <a:ext uri="{FF2B5EF4-FFF2-40B4-BE49-F238E27FC236}">
                  <a16:creationId xmlns:a16="http://schemas.microsoft.com/office/drawing/2014/main" id="{FCF8377E-A909-696E-8707-3A72519839D6}"/>
                </a:ext>
              </a:extLst>
            </p:cNvPr>
            <p:cNvSpPr txBox="1"/>
            <p:nvPr/>
          </p:nvSpPr>
          <p:spPr>
            <a:xfrm>
              <a:off x="1692000" y="4500000"/>
              <a:ext cx="432000" cy="1008000"/>
            </a:xfrm>
            <a:prstGeom prst="rect">
              <a:avLst/>
            </a:prstGeom>
            <a:noFill/>
          </p:spPr>
          <p:txBody>
            <a:bodyPr wrap="square">
              <a:spAutoFit/>
            </a:bodyPr>
            <a:lstStyle/>
            <a:p>
              <a:pPr algn="ctr"/>
              <a:r>
                <a:rPr lang="zh-CN" altLang="en-US" sz="2000" dirty="0">
                  <a:solidFill>
                    <a:srgbClr val="0000FF"/>
                  </a:solidFill>
                  <a:latin typeface="微软雅黑" panose="020B0503020204020204" pitchFamily="34" charset="-122"/>
                  <a:ea typeface="微软雅黑" panose="020B0503020204020204" pitchFamily="34" charset="-122"/>
                </a:rPr>
                <a:t>饱和区</a:t>
              </a:r>
            </a:p>
          </p:txBody>
        </p:sp>
        <p:sp>
          <p:nvSpPr>
            <p:cNvPr id="222" name="平行四边形 221">
              <a:extLst>
                <a:ext uri="{FF2B5EF4-FFF2-40B4-BE49-F238E27FC236}">
                  <a16:creationId xmlns:a16="http://schemas.microsoft.com/office/drawing/2014/main" id="{01C3C2FA-3FEC-AE32-F3E3-B7D73C491C49}"/>
                </a:ext>
              </a:extLst>
            </p:cNvPr>
            <p:cNvSpPr/>
            <p:nvPr/>
          </p:nvSpPr>
          <p:spPr>
            <a:xfrm>
              <a:off x="2376000" y="4410000"/>
              <a:ext cx="1116000" cy="1440000"/>
            </a:xfrm>
            <a:prstGeom prst="parallelogram">
              <a:avLst>
                <a:gd name="adj" fmla="val 22307"/>
              </a:avLst>
            </a:prstGeom>
            <a:noFill/>
            <a:ln w="25400">
              <a:solidFill>
                <a:srgbClr val="00B05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文本框 222">
              <a:extLst>
                <a:ext uri="{FF2B5EF4-FFF2-40B4-BE49-F238E27FC236}">
                  <a16:creationId xmlns:a16="http://schemas.microsoft.com/office/drawing/2014/main" id="{DF28DCC6-039A-8D4B-CA70-659B1DEC4FF4}"/>
                </a:ext>
              </a:extLst>
            </p:cNvPr>
            <p:cNvSpPr txBox="1"/>
            <p:nvPr/>
          </p:nvSpPr>
          <p:spPr>
            <a:xfrm>
              <a:off x="2844000" y="4608000"/>
              <a:ext cx="432000" cy="1008000"/>
            </a:xfrm>
            <a:prstGeom prst="rect">
              <a:avLst/>
            </a:prstGeom>
            <a:noFill/>
          </p:spPr>
          <p:txBody>
            <a:bodyPr wrap="square">
              <a:spAutoFit/>
            </a:bodyPr>
            <a:lstStyle/>
            <a:p>
              <a:pPr algn="ctr"/>
              <a:r>
                <a:rPr lang="zh-CN" altLang="en-US" sz="2000" dirty="0">
                  <a:solidFill>
                    <a:srgbClr val="00B050"/>
                  </a:solidFill>
                  <a:latin typeface="微软雅黑" panose="020B0503020204020204" pitchFamily="34" charset="-122"/>
                  <a:ea typeface="微软雅黑" panose="020B0503020204020204" pitchFamily="34" charset="-122"/>
                </a:rPr>
                <a:t>放大区</a:t>
              </a:r>
            </a:p>
          </p:txBody>
        </p:sp>
      </p:grpSp>
      <p:sp>
        <p:nvSpPr>
          <p:cNvPr id="224" name="矩形 223">
            <a:extLst>
              <a:ext uri="{FF2B5EF4-FFF2-40B4-BE49-F238E27FC236}">
                <a16:creationId xmlns:a16="http://schemas.microsoft.com/office/drawing/2014/main" id="{82774D23-889B-DCC1-72DC-171C43CA4DAF}"/>
              </a:ext>
            </a:extLst>
          </p:cNvPr>
          <p:cNvSpPr/>
          <p:nvPr/>
        </p:nvSpPr>
        <p:spPr>
          <a:xfrm>
            <a:off x="720000" y="6120000"/>
            <a:ext cx="7200000" cy="540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en-US" altLang="zh-CN" sz="2400" dirty="0">
                <a:solidFill>
                  <a:srgbClr val="002060"/>
                </a:solidFill>
                <a:latin typeface="微软雅黑" panose="020B0503020204020204" pitchFamily="34" charset="-122"/>
                <a:ea typeface="微软雅黑" panose="020B0503020204020204" pitchFamily="34" charset="-122"/>
              </a:rPr>
              <a:t>“</a:t>
            </a:r>
            <a:r>
              <a:rPr kumimoji="1" lang="zh-CN" altLang="en-US" sz="2400" dirty="0">
                <a:solidFill>
                  <a:srgbClr val="002060"/>
                </a:solidFill>
                <a:latin typeface="微软雅黑" panose="020B0503020204020204" pitchFamily="34" charset="-122"/>
                <a:ea typeface="微软雅黑" panose="020B0503020204020204" pitchFamily="34" charset="-122"/>
              </a:rPr>
              <a:t>放大</a:t>
            </a:r>
            <a:r>
              <a:rPr kumimoji="1" lang="en-US" altLang="zh-CN" sz="2400" dirty="0">
                <a:solidFill>
                  <a:srgbClr val="002060"/>
                </a:solidFill>
                <a:latin typeface="微软雅黑" panose="020B0503020204020204" pitchFamily="34" charset="-122"/>
                <a:ea typeface="微软雅黑" panose="020B0503020204020204" pitchFamily="34" charset="-122"/>
              </a:rPr>
              <a:t>”/</a:t>
            </a:r>
            <a:r>
              <a:rPr kumimoji="1" lang="zh-CN" altLang="en-US" sz="2400" dirty="0">
                <a:solidFill>
                  <a:srgbClr val="002060"/>
                </a:solidFill>
                <a:latin typeface="微软雅黑" panose="020B0503020204020204" pitchFamily="34" charset="-122"/>
                <a:ea typeface="微软雅黑" panose="020B0503020204020204" pitchFamily="34" charset="-122"/>
              </a:rPr>
              <a:t>“饱和”</a:t>
            </a:r>
            <a:r>
              <a:rPr kumimoji="1" lang="en-US" altLang="zh-CN" sz="2400" dirty="0">
                <a:solidFill>
                  <a:srgbClr val="002060"/>
                </a:solidFill>
                <a:latin typeface="微软雅黑" panose="020B0503020204020204" pitchFamily="34" charset="-122"/>
                <a:ea typeface="微软雅黑" panose="020B0503020204020204" pitchFamily="34" charset="-122"/>
              </a:rPr>
              <a:t>/</a:t>
            </a:r>
            <a:r>
              <a:rPr kumimoji="1" lang="zh-CN" altLang="en-US" sz="2400" dirty="0">
                <a:solidFill>
                  <a:srgbClr val="002060"/>
                </a:solidFill>
                <a:latin typeface="微软雅黑" panose="020B0503020204020204" pitchFamily="34" charset="-122"/>
                <a:ea typeface="微软雅黑" panose="020B0503020204020204" pitchFamily="34" charset="-122"/>
              </a:rPr>
              <a:t>“截止”的主语是 基极电流</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
        <p:nvSpPr>
          <p:cNvPr id="226" name="矩形 225">
            <a:extLst>
              <a:ext uri="{FF2B5EF4-FFF2-40B4-BE49-F238E27FC236}">
                <a16:creationId xmlns:a16="http://schemas.microsoft.com/office/drawing/2014/main" id="{899D5C39-3856-1378-9226-A6EB333CB77C}"/>
              </a:ext>
            </a:extLst>
          </p:cNvPr>
          <p:cNvSpPr/>
          <p:nvPr/>
        </p:nvSpPr>
        <p:spPr>
          <a:xfrm>
            <a:off x="9720000" y="3960000"/>
            <a:ext cx="2160000" cy="540000"/>
          </a:xfrm>
          <a:prstGeom prst="rect">
            <a:avLst/>
          </a:prstGeom>
          <a:solidFill>
            <a:schemeClr val="accent5">
              <a:lumMod val="20000"/>
              <a:lumOff val="80000"/>
            </a:schemeClr>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solidFill>
                  <a:srgbClr val="002060"/>
                </a:solidFill>
                <a:latin typeface="微软雅黑" panose="020B0503020204020204" pitchFamily="34" charset="-122"/>
                <a:ea typeface="微软雅黑" panose="020B0503020204020204" pitchFamily="34" charset="-122"/>
              </a:rPr>
              <a:t>PNP </a:t>
            </a:r>
            <a:r>
              <a:rPr lang="zh-CN" altLang="en-US" sz="2400" dirty="0">
                <a:solidFill>
                  <a:srgbClr val="002060"/>
                </a:solidFill>
                <a:latin typeface="微软雅黑" panose="020B0503020204020204" pitchFamily="34" charset="-122"/>
                <a:ea typeface="微软雅黑" panose="020B0503020204020204" pitchFamily="34" charset="-122"/>
              </a:rPr>
              <a:t>管呢？</a:t>
            </a:r>
          </a:p>
        </p:txBody>
      </p:sp>
    </p:spTree>
    <p:extLst>
      <p:ext uri="{BB962C8B-B14F-4D97-AF65-F5344CB8AC3E}">
        <p14:creationId xmlns:p14="http://schemas.microsoft.com/office/powerpoint/2010/main" val="37396523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82A14-D797-EE5D-4E6C-444B961E30E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6E8F70F-3A72-7632-9BB5-4713A356693C}"/>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模拟部分（三极管之双极结型管）</a:t>
            </a:r>
          </a:p>
        </p:txBody>
      </p:sp>
      <p:grpSp>
        <p:nvGrpSpPr>
          <p:cNvPr id="8" name="组合 7">
            <a:extLst>
              <a:ext uri="{FF2B5EF4-FFF2-40B4-BE49-F238E27FC236}">
                <a16:creationId xmlns:a16="http://schemas.microsoft.com/office/drawing/2014/main" id="{11ED642F-33FC-18F2-16EF-6CFE1BD98AD6}"/>
              </a:ext>
            </a:extLst>
          </p:cNvPr>
          <p:cNvGrpSpPr/>
          <p:nvPr/>
        </p:nvGrpSpPr>
        <p:grpSpPr>
          <a:xfrm>
            <a:off x="11449269" y="6198682"/>
            <a:ext cx="786273" cy="548639"/>
            <a:chOff x="11454918" y="5839511"/>
            <a:chExt cx="786273" cy="548639"/>
          </a:xfrm>
        </p:grpSpPr>
        <p:grpSp>
          <p:nvGrpSpPr>
            <p:cNvPr id="9" name="组合 8">
              <a:extLst>
                <a:ext uri="{FF2B5EF4-FFF2-40B4-BE49-F238E27FC236}">
                  <a16:creationId xmlns:a16="http://schemas.microsoft.com/office/drawing/2014/main" id="{9E8768D4-3A4E-C40C-F222-0177DD013E2D}"/>
                </a:ext>
              </a:extLst>
            </p:cNvPr>
            <p:cNvGrpSpPr/>
            <p:nvPr/>
          </p:nvGrpSpPr>
          <p:grpSpPr>
            <a:xfrm>
              <a:off x="11454918" y="5867450"/>
              <a:ext cx="737081" cy="520700"/>
              <a:chOff x="11454918" y="5867450"/>
              <a:chExt cx="737081" cy="520700"/>
            </a:xfrm>
          </p:grpSpPr>
          <p:sp>
            <p:nvSpPr>
              <p:cNvPr id="11" name="箭头: 五边形 10">
                <a:extLst>
                  <a:ext uri="{FF2B5EF4-FFF2-40B4-BE49-F238E27FC236}">
                    <a16:creationId xmlns:a16="http://schemas.microsoft.com/office/drawing/2014/main" id="{742F9803-9F51-D836-FB2B-560348D3E46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箭头: V 形 11">
                <a:extLst>
                  <a:ext uri="{FF2B5EF4-FFF2-40B4-BE49-F238E27FC236}">
                    <a16:creationId xmlns:a16="http://schemas.microsoft.com/office/drawing/2014/main" id="{F5BBA3D4-0F80-B6E7-B7AB-90864273056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0" name="灯片编号占位符 3">
              <a:extLst>
                <a:ext uri="{FF2B5EF4-FFF2-40B4-BE49-F238E27FC236}">
                  <a16:creationId xmlns:a16="http://schemas.microsoft.com/office/drawing/2014/main" id="{8D1D24AF-96FC-5800-BD67-F31E0AFBD34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58</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D96660BC-CDF4-7B72-695F-C496C528DBA5}"/>
                  </a:ext>
                </a:extLst>
              </p:cNvPr>
              <p:cNvSpPr txBox="1"/>
              <p:nvPr/>
            </p:nvSpPr>
            <p:spPr>
              <a:xfrm>
                <a:off x="360003" y="827142"/>
                <a:ext cx="5735998" cy="384259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BJT </a:t>
                </a:r>
                <a:r>
                  <a:rPr kumimoji="1" lang="zh-CN" altLang="en-US" sz="2800" dirty="0">
                    <a:solidFill>
                      <a:srgbClr val="002060"/>
                    </a:solidFill>
                    <a:latin typeface="微软雅黑" panose="020B0503020204020204" pitchFamily="34" charset="-122"/>
                    <a:ea typeface="微软雅黑" panose="020B0503020204020204" pitchFamily="34" charset="-122"/>
                  </a:rPr>
                  <a:t>放大状态下的电流关系</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kumimoji="1" lang="en-US" altLang="zh-CN" sz="2400" i="1" dirty="0"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C</m:t>
                        </m:r>
                      </m:sub>
                    </m:sSub>
                    <m:r>
                      <a:rPr kumimoji="1" lang="en-US" altLang="zh-CN" sz="2400" i="1" dirty="0">
                        <a:solidFill>
                          <a:schemeClr val="accent5">
                            <a:lumMod val="75000"/>
                          </a:schemeClr>
                        </a:solidFill>
                        <a:latin typeface="Cambria Math" panose="02040503050406030204" pitchFamily="18" charset="0"/>
                        <a:ea typeface="Cambria Math" panose="02040503050406030204" pitchFamily="18" charset="0"/>
                      </a:rPr>
                      <m:t>≈</m:t>
                    </m:r>
                    <m:r>
                      <a:rPr kumimoji="1" lang="zh-CN" altLang="en-US" sz="2400" i="1" dirty="0">
                        <a:solidFill>
                          <a:schemeClr val="accent5">
                            <a:lumMod val="75000"/>
                          </a:schemeClr>
                        </a:solidFill>
                        <a:latin typeface="Cambria Math" panose="02040503050406030204" pitchFamily="18" charset="0"/>
                        <a:ea typeface="微软雅黑" panose="020B0503020204020204" pitchFamily="34" charset="-122"/>
                      </a:rPr>
                      <m:t>𝛼</m:t>
                    </m:r>
                    <m:sSub>
                      <m:sSub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E</m:t>
                        </m:r>
                      </m:sub>
                    </m:sSub>
                  </m:oMath>
                </a14:m>
                <a:endPar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C</m:t>
                        </m:r>
                      </m:sub>
                    </m:sSub>
                    <m:r>
                      <a:rPr kumimoji="1" lang="en-US" altLang="zh-CN" sz="2400" i="1" dirty="0">
                        <a:solidFill>
                          <a:schemeClr val="accent5">
                            <a:lumMod val="75000"/>
                          </a:schemeClr>
                        </a:solidFill>
                        <a:latin typeface="Cambria Math" panose="02040503050406030204" pitchFamily="18" charset="0"/>
                        <a:ea typeface="Cambria Math" panose="02040503050406030204" pitchFamily="18" charset="0"/>
                      </a:rPr>
                      <m:t>≈</m:t>
                    </m:r>
                    <m:r>
                      <a:rPr kumimoji="1" lang="zh-CN" altLang="en-US" sz="2400" i="1" dirty="0">
                        <a:solidFill>
                          <a:schemeClr val="accent5">
                            <a:lumMod val="75000"/>
                          </a:schemeClr>
                        </a:solidFill>
                        <a:latin typeface="Cambria Math" panose="02040503050406030204" pitchFamily="18" charset="0"/>
                        <a:ea typeface="微软雅黑" panose="020B0503020204020204" pitchFamily="34" charset="-122"/>
                      </a:rPr>
                      <m:t>𝛽</m:t>
                    </m:r>
                    <m:sSub>
                      <m:sSub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B</m:t>
                        </m:r>
                      </m:sub>
                    </m:sSub>
                  </m:oMath>
                </a14:m>
                <a:endPar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E</m:t>
                        </m:r>
                      </m:sub>
                    </m:sSub>
                    <m:r>
                      <a:rPr kumimoji="1" lang="en-US" altLang="zh-CN" sz="2400" i="1" dirty="0">
                        <a:solidFill>
                          <a:schemeClr val="accent5">
                            <a:lumMod val="75000"/>
                          </a:schemeClr>
                        </a:solidFill>
                        <a:latin typeface="Cambria Math" panose="02040503050406030204" pitchFamily="18" charset="0"/>
                        <a:ea typeface="Cambria Math" panose="02040503050406030204" pitchFamily="18" charset="0"/>
                      </a:rPr>
                      <m:t>≈</m:t>
                    </m:r>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 </m:t>
                    </m:r>
                    <m:d>
                      <m:dPr>
                        <m:ctrlPr>
                          <a:rPr kumimoji="1" lang="en-US" altLang="zh-CN" sz="2400" i="1" dirty="0">
                            <a:solidFill>
                              <a:schemeClr val="accent5">
                                <a:lumMod val="75000"/>
                              </a:schemeClr>
                            </a:solidFill>
                            <a:latin typeface="Cambria Math" panose="02040503050406030204" pitchFamily="18" charset="0"/>
                            <a:ea typeface="Cambria Math" panose="02040503050406030204" pitchFamily="18" charset="0"/>
                          </a:rPr>
                        </m:ctrlPr>
                      </m:d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1+</m:t>
                        </m:r>
                        <m:r>
                          <a:rPr kumimoji="1" lang="zh-CN" altLang="en-US" sz="2400" i="1" dirty="0">
                            <a:solidFill>
                              <a:schemeClr val="accent5">
                                <a:lumMod val="75000"/>
                              </a:schemeClr>
                            </a:solidFill>
                            <a:latin typeface="Cambria Math" panose="02040503050406030204" pitchFamily="18" charset="0"/>
                            <a:ea typeface="微软雅黑" panose="020B0503020204020204" pitchFamily="34" charset="-122"/>
                          </a:rPr>
                          <m:t>𝛽</m:t>
                        </m:r>
                      </m:e>
                    </m:d>
                    <m:sSub>
                      <m:sSub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B</m:t>
                        </m:r>
                      </m:sub>
                    </m:sSub>
                    <m:r>
                      <a:rPr kumimoji="1" lang="en-US" altLang="zh-CN" sz="2400" i="1" dirty="0">
                        <a:solidFill>
                          <a:schemeClr val="accent5">
                            <a:lumMod val="75000"/>
                          </a:schemeClr>
                        </a:solidFill>
                        <a:latin typeface="Cambria Math" panose="02040503050406030204" pitchFamily="18" charset="0"/>
                        <a:ea typeface="Cambria Math" panose="02040503050406030204" pitchFamily="18" charset="0"/>
                      </a:rPr>
                      <m:t>≈</m:t>
                    </m:r>
                    <m:sSub>
                      <m:sSub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sSubPr>
                      <m:e>
                        <m:r>
                          <a:rPr kumimoji="1" lang="zh-CN" altLang="en-US" sz="2400" i="1" dirty="0">
                            <a:solidFill>
                              <a:schemeClr val="accent5">
                                <a:lumMod val="75000"/>
                              </a:schemeClr>
                            </a:solidFill>
                            <a:latin typeface="Cambria Math" panose="02040503050406030204" pitchFamily="18" charset="0"/>
                            <a:ea typeface="微软雅黑" panose="020B0503020204020204" pitchFamily="34" charset="-122"/>
                          </a:rPr>
                          <m:t>𝛽</m:t>
                        </m:r>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B</m:t>
                        </m:r>
                      </m:sub>
                    </m:sSub>
                  </m:oMath>
                </a14:m>
                <a:endPar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r>
                      <a:rPr kumimoji="1" lang="zh-CN" altLang="en-US" sz="2400" i="1" dirty="0">
                        <a:solidFill>
                          <a:schemeClr val="accent5">
                            <a:lumMod val="75000"/>
                          </a:schemeClr>
                        </a:solidFill>
                        <a:latin typeface="Cambria Math" panose="02040503050406030204" pitchFamily="18" charset="0"/>
                        <a:ea typeface="微软雅黑" panose="020B0503020204020204" pitchFamily="34" charset="-122"/>
                      </a:rPr>
                      <m:t>𝛽</m:t>
                    </m:r>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ctrlPr>
                      </m:fPr>
                      <m:num>
                        <m:r>
                          <a:rPr kumimoji="1" lang="zh-CN" altLang="en-US" sz="2400" i="1" dirty="0">
                            <a:solidFill>
                              <a:schemeClr val="accent5">
                                <a:lumMod val="75000"/>
                              </a:schemeClr>
                            </a:solidFill>
                            <a:latin typeface="Cambria Math" panose="02040503050406030204" pitchFamily="18" charset="0"/>
                            <a:ea typeface="微软雅黑" panose="020B0503020204020204" pitchFamily="34" charset="-122"/>
                          </a:rPr>
                          <m:t>𝛼</m:t>
                        </m:r>
                      </m:num>
                      <m:den>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1−</m:t>
                        </m:r>
                        <m:r>
                          <a:rPr kumimoji="1" lang="zh-CN" altLang="en-US" sz="2400" i="1" dirty="0">
                            <a:solidFill>
                              <a:schemeClr val="accent5">
                                <a:lumMod val="75000"/>
                              </a:schemeClr>
                            </a:solidFill>
                            <a:latin typeface="Cambria Math" panose="02040503050406030204" pitchFamily="18" charset="0"/>
                            <a:ea typeface="微软雅黑" panose="020B0503020204020204" pitchFamily="34" charset="-122"/>
                          </a:rPr>
                          <m:t>𝛼</m:t>
                        </m:r>
                      </m:den>
                    </m:f>
                  </m:oMath>
                </a14:m>
                <a:endPar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r>
                      <a:rPr kumimoji="1" lang="zh-CN" altLang="en-US" sz="2400" i="1" dirty="0">
                        <a:solidFill>
                          <a:schemeClr val="accent5">
                            <a:lumMod val="75000"/>
                          </a:schemeClr>
                        </a:solidFill>
                        <a:latin typeface="Cambria Math" panose="02040503050406030204" pitchFamily="18" charset="0"/>
                        <a:ea typeface="微软雅黑" panose="020B0503020204020204" pitchFamily="34" charset="-122"/>
                      </a:rPr>
                      <m:t>𝛼</m:t>
                    </m:r>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&lt;1</m:t>
                    </m:r>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但接近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p>
              <a:p>
                <a:pPr marL="914400" lvl="1" indent="-457200">
                  <a:lnSpc>
                    <a:spcPct val="120000"/>
                  </a:lnSpc>
                  <a:spcAft>
                    <a:spcPts val="600"/>
                  </a:spcAft>
                  <a:buFont typeface="Wingdings" panose="05000000000000000000" pitchFamily="2" charset="2"/>
                  <a:buChar char="Ø"/>
                </a:pPr>
                <a14:m>
                  <m:oMath xmlns:m="http://schemas.openxmlformats.org/officeDocument/2006/math">
                    <m:r>
                      <a:rPr kumimoji="1" lang="zh-CN" altLang="en-US" sz="2400" i="1" dirty="0">
                        <a:solidFill>
                          <a:schemeClr val="accent5">
                            <a:lumMod val="75000"/>
                          </a:schemeClr>
                        </a:solidFill>
                        <a:latin typeface="Cambria Math" panose="02040503050406030204" pitchFamily="18" charset="0"/>
                        <a:ea typeface="微软雅黑" panose="020B0503020204020204" pitchFamily="34" charset="-122"/>
                      </a:rPr>
                      <m:t>𝛽</m:t>
                    </m:r>
                  </m:oMath>
                </a14:m>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远大于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endParaRPr lang="en-US" altLang="zh-CN" sz="24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41" name="文本框 40">
                <a:extLst>
                  <a:ext uri="{FF2B5EF4-FFF2-40B4-BE49-F238E27FC236}">
                    <a16:creationId xmlns:a16="http://schemas.microsoft.com/office/drawing/2014/main" id="{D96660BC-CDF4-7B72-695F-C496C528DBA5}"/>
                  </a:ext>
                </a:extLst>
              </p:cNvPr>
              <p:cNvSpPr txBox="1">
                <a:spLocks noRot="1" noChangeAspect="1" noMove="1" noResize="1" noEditPoints="1" noAdjustHandles="1" noChangeArrowheads="1" noChangeShapeType="1" noTextEdit="1"/>
              </p:cNvSpPr>
              <p:nvPr/>
            </p:nvSpPr>
            <p:spPr>
              <a:xfrm>
                <a:off x="360003" y="827142"/>
                <a:ext cx="5735998" cy="3842590"/>
              </a:xfrm>
              <a:prstGeom prst="rect">
                <a:avLst/>
              </a:prstGeom>
              <a:blipFill>
                <a:blip r:embed="rId2"/>
                <a:stretch>
                  <a:fillRect l="-1913" t="-635" b="-2698"/>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FA83B403-A844-EBE2-169A-D6858126CBD8}"/>
              </a:ext>
            </a:extLst>
          </p:cNvPr>
          <p:cNvGrpSpPr/>
          <p:nvPr/>
        </p:nvGrpSpPr>
        <p:grpSpPr>
          <a:xfrm>
            <a:off x="6480000" y="2160000"/>
            <a:ext cx="5436000" cy="3600000"/>
            <a:chOff x="6660000" y="2988000"/>
            <a:chExt cx="5436000" cy="3600000"/>
          </a:xfrm>
        </p:grpSpPr>
        <p:sp>
          <p:nvSpPr>
            <p:cNvPr id="5" name="矩形 4">
              <a:extLst>
                <a:ext uri="{FF2B5EF4-FFF2-40B4-BE49-F238E27FC236}">
                  <a16:creationId xmlns:a16="http://schemas.microsoft.com/office/drawing/2014/main" id="{2BA8A9C9-4597-4562-A4F4-7F4AF2F66D5E}"/>
                </a:ext>
              </a:extLst>
            </p:cNvPr>
            <p:cNvSpPr/>
            <p:nvPr/>
          </p:nvSpPr>
          <p:spPr>
            <a:xfrm>
              <a:off x="8460000" y="2988000"/>
              <a:ext cx="144000" cy="2232000"/>
            </a:xfrm>
            <a:prstGeom prst="rect">
              <a:avLst/>
            </a:prstGeom>
            <a:solidFill>
              <a:schemeClr val="accent6">
                <a:lumMod val="40000"/>
                <a:lumOff val="60000"/>
              </a:schemeClr>
            </a:solidFill>
            <a:ln w="25400">
              <a:no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 name="矩形 5">
              <a:extLst>
                <a:ext uri="{FF2B5EF4-FFF2-40B4-BE49-F238E27FC236}">
                  <a16:creationId xmlns:a16="http://schemas.microsoft.com/office/drawing/2014/main" id="{E617A258-38EE-C463-3158-C37F18A304D3}"/>
                </a:ext>
              </a:extLst>
            </p:cNvPr>
            <p:cNvSpPr/>
            <p:nvPr/>
          </p:nvSpPr>
          <p:spPr>
            <a:xfrm>
              <a:off x="9468000" y="2988000"/>
              <a:ext cx="720000" cy="2232000"/>
            </a:xfrm>
            <a:prstGeom prst="rect">
              <a:avLst/>
            </a:prstGeom>
            <a:solidFill>
              <a:schemeClr val="accent6">
                <a:lumMod val="40000"/>
                <a:lumOff val="60000"/>
              </a:schemeClr>
            </a:solidFill>
            <a:ln w="25400">
              <a:no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211216-C087-79D6-F6CB-5DEAEF9A423E}"/>
                    </a:ext>
                  </a:extLst>
                </p:cNvPr>
                <p:cNvSpPr txBox="1"/>
                <p:nvPr/>
              </p:nvSpPr>
              <p:spPr>
                <a:xfrm>
                  <a:off x="7452000" y="3672000"/>
                  <a:ext cx="540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dirty="0" smtClean="0">
                                <a:solidFill>
                                  <a:srgbClr val="0000FF"/>
                                </a:solidFill>
                                <a:latin typeface="Cambria Math" panose="02040503050406030204" pitchFamily="18" charset="0"/>
                                <a:ea typeface="微软雅黑" panose="020B0503020204020204" pitchFamily="34" charset="-122"/>
                              </a:rPr>
                              <m:t>𝐼</m:t>
                            </m:r>
                          </m:e>
                          <m:sub>
                            <m:r>
                              <m:rPr>
                                <m:sty m:val="p"/>
                              </m:rPr>
                              <a:rPr kumimoji="1" lang="en-US" altLang="zh-CN" sz="2000" b="0" i="0" dirty="0" smtClean="0">
                                <a:solidFill>
                                  <a:srgbClr val="0000FF"/>
                                </a:solidFill>
                                <a:latin typeface="Cambria Math" panose="02040503050406030204" pitchFamily="18" charset="0"/>
                                <a:ea typeface="微软雅黑" panose="020B0503020204020204" pitchFamily="34" charset="-122"/>
                              </a:rPr>
                              <m:t>EN</m:t>
                            </m:r>
                          </m:sub>
                        </m:sSub>
                      </m:oMath>
                    </m:oMathPara>
                  </a14:m>
                  <a:endParaRPr dirty="0"/>
                </a:p>
              </p:txBody>
            </p:sp>
          </mc:Choice>
          <mc:Fallback xmlns="">
            <p:sp>
              <p:nvSpPr>
                <p:cNvPr id="159" name="文本框 158">
                  <a:extLst>
                    <a:ext uri="{FF2B5EF4-FFF2-40B4-BE49-F238E27FC236}">
                      <a16:creationId xmlns:a16="http://schemas.microsoft.com/office/drawing/2014/main" id="{85520645-0DC1-B6EA-9086-B2AC15148120}"/>
                    </a:ext>
                  </a:extLst>
                </p:cNvPr>
                <p:cNvSpPr txBox="1">
                  <a:spLocks noRot="1" noChangeAspect="1" noMove="1" noResize="1" noEditPoints="1" noAdjustHandles="1" noChangeArrowheads="1" noChangeShapeType="1" noTextEdit="1"/>
                </p:cNvSpPr>
                <p:nvPr/>
              </p:nvSpPr>
              <p:spPr>
                <a:xfrm>
                  <a:off x="7452000" y="3672000"/>
                  <a:ext cx="540000" cy="432000"/>
                </a:xfrm>
                <a:prstGeom prst="rect">
                  <a:avLst/>
                </a:prstGeom>
                <a:blipFill>
                  <a:blip r:embed="rId51"/>
                  <a:stretch>
                    <a:fillRect l="-5618"/>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C8F97014-A427-DA05-B2DF-EEC789D582E6}"/>
                </a:ext>
              </a:extLst>
            </p:cNvPr>
            <p:cNvSpPr/>
            <p:nvPr/>
          </p:nvSpPr>
          <p:spPr>
            <a:xfrm>
              <a:off x="8964000" y="5220000"/>
              <a:ext cx="360000" cy="144000"/>
            </a:xfrm>
            <a:prstGeom prst="rect">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B4425A0E-76CD-9DBF-8BF2-EB075FB94BBD}"/>
                </a:ext>
              </a:extLst>
            </p:cNvPr>
            <p:cNvSpPr/>
            <p:nvPr/>
          </p:nvSpPr>
          <p:spPr>
            <a:xfrm>
              <a:off x="7308000" y="2988000"/>
              <a:ext cx="3672000" cy="2232000"/>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5" name="矩形 14">
              <a:extLst>
                <a:ext uri="{FF2B5EF4-FFF2-40B4-BE49-F238E27FC236}">
                  <a16:creationId xmlns:a16="http://schemas.microsoft.com/office/drawing/2014/main" id="{D88ACE94-CA56-29BE-53AC-8F01EDBC3038}"/>
                </a:ext>
              </a:extLst>
            </p:cNvPr>
            <p:cNvSpPr/>
            <p:nvPr/>
          </p:nvSpPr>
          <p:spPr>
            <a:xfrm>
              <a:off x="7164000" y="4320000"/>
              <a:ext cx="144000" cy="360000"/>
            </a:xfrm>
            <a:prstGeom prst="rect">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E0A86040-29DF-003C-8783-16B110343E1D}"/>
                </a:ext>
              </a:extLst>
            </p:cNvPr>
            <p:cNvCxnSpPr>
              <a:cxnSpLocks/>
            </p:cNvCxnSpPr>
            <p:nvPr/>
          </p:nvCxnSpPr>
          <p:spPr>
            <a:xfrm>
              <a:off x="6840000" y="4500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A579F51E-5D23-84AC-27E8-80438D4651C0}"/>
                </a:ext>
              </a:extLst>
            </p:cNvPr>
            <p:cNvCxnSpPr>
              <a:cxnSpLocks/>
            </p:cNvCxnSpPr>
            <p:nvPr/>
          </p:nvCxnSpPr>
          <p:spPr>
            <a:xfrm>
              <a:off x="9144000" y="5256000"/>
              <a:ext cx="0" cy="108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92331A1C-11F9-FCB6-091E-A893ADCC010A}"/>
                </a:ext>
              </a:extLst>
            </p:cNvPr>
            <p:cNvSpPr txBox="1"/>
            <p:nvPr/>
          </p:nvSpPr>
          <p:spPr>
            <a:xfrm>
              <a:off x="7452000" y="2988000"/>
              <a:ext cx="504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N</a:t>
              </a:r>
            </a:p>
          </p:txBody>
        </p:sp>
        <p:sp>
          <p:nvSpPr>
            <p:cNvPr id="19" name="文本框 18">
              <a:extLst>
                <a:ext uri="{FF2B5EF4-FFF2-40B4-BE49-F238E27FC236}">
                  <a16:creationId xmlns:a16="http://schemas.microsoft.com/office/drawing/2014/main" id="{FC8F1EC0-149C-A008-FA4F-D0DD93F4EB96}"/>
                </a:ext>
              </a:extLst>
            </p:cNvPr>
            <p:cNvSpPr txBox="1"/>
            <p:nvPr/>
          </p:nvSpPr>
          <p:spPr>
            <a:xfrm>
              <a:off x="8892000" y="2988000"/>
              <a:ext cx="504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P</a:t>
              </a:r>
            </a:p>
          </p:txBody>
        </p:sp>
        <p:sp>
          <p:nvSpPr>
            <p:cNvPr id="20" name="文本框 19">
              <a:extLst>
                <a:ext uri="{FF2B5EF4-FFF2-40B4-BE49-F238E27FC236}">
                  <a16:creationId xmlns:a16="http://schemas.microsoft.com/office/drawing/2014/main" id="{1ED6D3BA-BEA2-70BB-399C-640F4A6C7F57}"/>
                </a:ext>
              </a:extLst>
            </p:cNvPr>
            <p:cNvSpPr txBox="1"/>
            <p:nvPr/>
          </p:nvSpPr>
          <p:spPr>
            <a:xfrm>
              <a:off x="10332000" y="2988000"/>
              <a:ext cx="504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N</a:t>
              </a:r>
            </a:p>
          </p:txBody>
        </p:sp>
        <p:sp>
          <p:nvSpPr>
            <p:cNvPr id="21" name="文本框 20">
              <a:extLst>
                <a:ext uri="{FF2B5EF4-FFF2-40B4-BE49-F238E27FC236}">
                  <a16:creationId xmlns:a16="http://schemas.microsoft.com/office/drawing/2014/main" id="{DBC91B46-D7A4-ABD9-4F0D-CFB5BAFCDAEC}"/>
                </a:ext>
              </a:extLst>
            </p:cNvPr>
            <p:cNvSpPr txBox="1"/>
            <p:nvPr/>
          </p:nvSpPr>
          <p:spPr>
            <a:xfrm>
              <a:off x="6660000" y="3996000"/>
              <a:ext cx="504000" cy="504000"/>
            </a:xfrm>
            <a:prstGeom prst="rect">
              <a:avLst/>
            </a:prstGeom>
            <a:noFill/>
          </p:spPr>
          <p:txBody>
            <a:bodyPr wrap="square">
              <a:spAutoFit/>
            </a:bodyPr>
            <a:lstStyle/>
            <a:p>
              <a:pPr algn="ctr"/>
              <a:r>
                <a:rPr kumimoji="1" lang="en-US" altLang="zh-CN" sz="2800" dirty="0">
                  <a:latin typeface="微软雅黑" panose="020B0503020204020204" pitchFamily="34" charset="-122"/>
                  <a:ea typeface="微软雅黑" panose="020B0503020204020204" pitchFamily="34" charset="-122"/>
                </a:rPr>
                <a:t>e</a:t>
              </a:r>
            </a:p>
          </p:txBody>
        </p:sp>
        <p:sp>
          <p:nvSpPr>
            <p:cNvPr id="22" name="文本框 21">
              <a:extLst>
                <a:ext uri="{FF2B5EF4-FFF2-40B4-BE49-F238E27FC236}">
                  <a16:creationId xmlns:a16="http://schemas.microsoft.com/office/drawing/2014/main" id="{6C135B45-7942-9A5F-7B34-B96C88992256}"/>
                </a:ext>
              </a:extLst>
            </p:cNvPr>
            <p:cNvSpPr txBox="1"/>
            <p:nvPr/>
          </p:nvSpPr>
          <p:spPr>
            <a:xfrm>
              <a:off x="8640000" y="5364000"/>
              <a:ext cx="504000" cy="504000"/>
            </a:xfrm>
            <a:prstGeom prst="rect">
              <a:avLst/>
            </a:prstGeom>
            <a:noFill/>
          </p:spPr>
          <p:txBody>
            <a:bodyPr wrap="square">
              <a:spAutoFit/>
            </a:bodyPr>
            <a:lstStyle/>
            <a:p>
              <a:pPr algn="ctr"/>
              <a:r>
                <a:rPr kumimoji="1" lang="en-US" altLang="zh-CN" sz="2800" dirty="0">
                  <a:latin typeface="微软雅黑" panose="020B0503020204020204" pitchFamily="34" charset="-122"/>
                  <a:ea typeface="微软雅黑" panose="020B0503020204020204" pitchFamily="34" charset="-122"/>
                </a:rPr>
                <a:t>b</a:t>
              </a:r>
            </a:p>
          </p:txBody>
        </p:sp>
        <p:sp>
          <p:nvSpPr>
            <p:cNvPr id="23" name="文本框 22">
              <a:extLst>
                <a:ext uri="{FF2B5EF4-FFF2-40B4-BE49-F238E27FC236}">
                  <a16:creationId xmlns:a16="http://schemas.microsoft.com/office/drawing/2014/main" id="{6EC29362-16B5-1061-76AF-1C29D6E1714D}"/>
                </a:ext>
              </a:extLst>
            </p:cNvPr>
            <p:cNvSpPr txBox="1"/>
            <p:nvPr/>
          </p:nvSpPr>
          <p:spPr>
            <a:xfrm>
              <a:off x="11124000" y="3996000"/>
              <a:ext cx="504000" cy="504000"/>
            </a:xfrm>
            <a:prstGeom prst="rect">
              <a:avLst/>
            </a:prstGeom>
            <a:noFill/>
          </p:spPr>
          <p:txBody>
            <a:bodyPr wrap="square">
              <a:spAutoFit/>
            </a:bodyPr>
            <a:lstStyle/>
            <a:p>
              <a:pPr algn="ctr"/>
              <a:r>
                <a:rPr kumimoji="1" lang="en-US" altLang="zh-CN" sz="2800" dirty="0">
                  <a:latin typeface="微软雅黑" panose="020B0503020204020204" pitchFamily="34" charset="-122"/>
                  <a:ea typeface="微软雅黑" panose="020B0503020204020204" pitchFamily="34" charset="-122"/>
                </a:rPr>
                <a:t>c</a:t>
              </a:r>
            </a:p>
          </p:txBody>
        </p:sp>
        <p:sp>
          <p:nvSpPr>
            <p:cNvPr id="24" name="矩形 23">
              <a:extLst>
                <a:ext uri="{FF2B5EF4-FFF2-40B4-BE49-F238E27FC236}">
                  <a16:creationId xmlns:a16="http://schemas.microsoft.com/office/drawing/2014/main" id="{A1A00538-7047-BAF3-D899-9086A5DB8A2C}"/>
                </a:ext>
              </a:extLst>
            </p:cNvPr>
            <p:cNvSpPr/>
            <p:nvPr/>
          </p:nvSpPr>
          <p:spPr>
            <a:xfrm>
              <a:off x="10980000" y="4320000"/>
              <a:ext cx="144000" cy="360000"/>
            </a:xfrm>
            <a:prstGeom prst="rect">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62EF7BAC-8182-753B-F8EA-AD978EEB12E4}"/>
                </a:ext>
              </a:extLst>
            </p:cNvPr>
            <p:cNvCxnSpPr>
              <a:cxnSpLocks/>
            </p:cNvCxnSpPr>
            <p:nvPr/>
          </p:nvCxnSpPr>
          <p:spPr>
            <a:xfrm>
              <a:off x="11088000" y="4500000"/>
              <a:ext cx="36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E38A7D13-1ED1-B0F3-C03A-0D0BB77B342D}"/>
                </a:ext>
              </a:extLst>
            </p:cNvPr>
            <p:cNvCxnSpPr>
              <a:cxnSpLocks/>
            </p:cNvCxnSpPr>
            <p:nvPr/>
          </p:nvCxnSpPr>
          <p:spPr>
            <a:xfrm>
              <a:off x="11448000" y="4500000"/>
              <a:ext cx="0" cy="183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5803F9C9-7008-EC54-EE4B-F4E1FCBC5B41}"/>
                </a:ext>
              </a:extLst>
            </p:cNvPr>
            <p:cNvCxnSpPr>
              <a:cxnSpLocks/>
            </p:cNvCxnSpPr>
            <p:nvPr/>
          </p:nvCxnSpPr>
          <p:spPr>
            <a:xfrm flipH="1" flipV="1">
              <a:off x="6840000" y="6336000"/>
              <a:ext cx="460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DB7B1AE0-28EA-83AE-8C30-BD9110BB5DF7}"/>
                </a:ext>
              </a:extLst>
            </p:cNvPr>
            <p:cNvSpPr/>
            <p:nvPr/>
          </p:nvSpPr>
          <p:spPr>
            <a:xfrm>
              <a:off x="11358000" y="5040000"/>
              <a:ext cx="180000" cy="540000"/>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a:extLst>
                <a:ext uri="{FF2B5EF4-FFF2-40B4-BE49-F238E27FC236}">
                  <a16:creationId xmlns:a16="http://schemas.microsoft.com/office/drawing/2014/main" id="{537B4425-EF7B-070A-A936-D12F3357E68D}"/>
                </a:ext>
              </a:extLst>
            </p:cNvPr>
            <p:cNvSpPr/>
            <p:nvPr/>
          </p:nvSpPr>
          <p:spPr>
            <a:xfrm>
              <a:off x="10242000" y="6264000"/>
              <a:ext cx="126000" cy="144000"/>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0" name="直接连接符 29">
              <a:extLst>
                <a:ext uri="{FF2B5EF4-FFF2-40B4-BE49-F238E27FC236}">
                  <a16:creationId xmlns:a16="http://schemas.microsoft.com/office/drawing/2014/main" id="{0ECBE5A1-03BC-060E-1D3B-67A0A25D080C}"/>
                </a:ext>
              </a:extLst>
            </p:cNvPr>
            <p:cNvCxnSpPr>
              <a:cxnSpLocks/>
            </p:cNvCxnSpPr>
            <p:nvPr/>
          </p:nvCxnSpPr>
          <p:spPr>
            <a:xfrm>
              <a:off x="10242000" y="6228000"/>
              <a:ext cx="0" cy="216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F84805A-C262-B00F-797D-D916F8495674}"/>
                </a:ext>
              </a:extLst>
            </p:cNvPr>
            <p:cNvCxnSpPr>
              <a:cxnSpLocks/>
            </p:cNvCxnSpPr>
            <p:nvPr/>
          </p:nvCxnSpPr>
          <p:spPr>
            <a:xfrm>
              <a:off x="10368000" y="6084000"/>
              <a:ext cx="0" cy="50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0245EFB-F421-0AE1-7734-8DBBDC93766A}"/>
                    </a:ext>
                  </a:extLst>
                </p:cNvPr>
                <p:cNvSpPr txBox="1"/>
                <p:nvPr/>
              </p:nvSpPr>
              <p:spPr>
                <a:xfrm>
                  <a:off x="11556000" y="5040000"/>
                  <a:ext cx="540000" cy="540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kumimoji="1" lang="en-US" altLang="zh-CN" sz="2800" i="1" dirty="0"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800" b="0" i="1" dirty="0" smtClean="0">
                                <a:solidFill>
                                  <a:schemeClr val="accent5">
                                    <a:lumMod val="75000"/>
                                  </a:schemeClr>
                                </a:solidFill>
                                <a:latin typeface="Cambria Math" panose="02040503050406030204" pitchFamily="18" charset="0"/>
                                <a:ea typeface="微软雅黑" panose="020B0503020204020204" pitchFamily="34" charset="-122"/>
                              </a:rPr>
                              <m:t>𝑅</m:t>
                            </m:r>
                          </m:e>
                          <m:sub>
                            <m:r>
                              <m:rPr>
                                <m:sty m:val="p"/>
                              </m:rPr>
                              <a:rPr kumimoji="1" lang="en-US" altLang="zh-CN" sz="2800" b="0" i="0" dirty="0" smtClean="0">
                                <a:solidFill>
                                  <a:schemeClr val="accent5">
                                    <a:lumMod val="75000"/>
                                  </a:schemeClr>
                                </a:solidFill>
                                <a:latin typeface="Cambria Math" panose="02040503050406030204" pitchFamily="18" charset="0"/>
                                <a:ea typeface="微软雅黑" panose="020B0503020204020204" pitchFamily="34" charset="-122"/>
                              </a:rPr>
                              <m:t>c</m:t>
                            </m:r>
                          </m:sub>
                        </m:sSub>
                      </m:oMath>
                    </m:oMathPara>
                  </a14:m>
                  <a:endParaRPr dirty="0"/>
                </a:p>
              </p:txBody>
            </p:sp>
          </mc:Choice>
          <mc:Fallback xmlns="">
            <p:sp>
              <p:nvSpPr>
                <p:cNvPr id="181" name="文本框 180">
                  <a:extLst>
                    <a:ext uri="{FF2B5EF4-FFF2-40B4-BE49-F238E27FC236}">
                      <a16:creationId xmlns:a16="http://schemas.microsoft.com/office/drawing/2014/main" id="{EDA727A7-F760-9609-C4BA-85CCFE9CE85F}"/>
                    </a:ext>
                  </a:extLst>
                </p:cNvPr>
                <p:cNvSpPr txBox="1">
                  <a:spLocks noRot="1" noChangeAspect="1" noMove="1" noResize="1" noEditPoints="1" noAdjustHandles="1" noChangeArrowheads="1" noChangeShapeType="1" noTextEdit="1"/>
                </p:cNvSpPr>
                <p:nvPr/>
              </p:nvSpPr>
              <p:spPr>
                <a:xfrm>
                  <a:off x="11556000" y="5040000"/>
                  <a:ext cx="540000" cy="540000"/>
                </a:xfrm>
                <a:prstGeom prst="rect">
                  <a:avLst/>
                </a:prstGeom>
                <a:blipFill>
                  <a:blip r:embed="rId5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BD4DAFB1-C1CA-3EE9-ACED-5D1579D98BC7}"/>
                    </a:ext>
                  </a:extLst>
                </p:cNvPr>
                <p:cNvSpPr txBox="1"/>
                <p:nvPr/>
              </p:nvSpPr>
              <p:spPr>
                <a:xfrm>
                  <a:off x="10944000" y="5652000"/>
                  <a:ext cx="504000" cy="540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kumimoji="1" lang="en-US" altLang="zh-CN" sz="2800" i="1" dirty="0" smtClean="0">
                                <a:solidFill>
                                  <a:srgbClr val="0000FF"/>
                                </a:solidFill>
                                <a:latin typeface="Cambria Math" panose="02040503050406030204" pitchFamily="18" charset="0"/>
                                <a:ea typeface="微软雅黑" panose="020B0503020204020204" pitchFamily="34" charset="-122"/>
                              </a:rPr>
                            </m:ctrlPr>
                          </m:sSubPr>
                          <m:e>
                            <m:r>
                              <a:rPr kumimoji="1" lang="en-US" altLang="zh-CN" sz="2800" b="0" i="1" dirty="0" smtClean="0">
                                <a:solidFill>
                                  <a:srgbClr val="0000FF"/>
                                </a:solidFill>
                                <a:latin typeface="Cambria Math" panose="02040503050406030204" pitchFamily="18" charset="0"/>
                                <a:ea typeface="微软雅黑" panose="020B0503020204020204" pitchFamily="34" charset="-122"/>
                              </a:rPr>
                              <m:t>𝐼</m:t>
                            </m:r>
                          </m:e>
                          <m:sub>
                            <m:r>
                              <m:rPr>
                                <m:sty m:val="p"/>
                              </m:rPr>
                              <a:rPr kumimoji="1" lang="en-US" altLang="zh-CN" sz="2800" b="0" i="0" dirty="0" smtClean="0">
                                <a:solidFill>
                                  <a:srgbClr val="0000FF"/>
                                </a:solidFill>
                                <a:latin typeface="Cambria Math" panose="02040503050406030204" pitchFamily="18" charset="0"/>
                                <a:ea typeface="微软雅黑" panose="020B0503020204020204" pitchFamily="34" charset="-122"/>
                              </a:rPr>
                              <m:t>C</m:t>
                            </m:r>
                          </m:sub>
                        </m:sSub>
                      </m:oMath>
                    </m:oMathPara>
                  </a14:m>
                  <a:endParaRPr dirty="0"/>
                </a:p>
              </p:txBody>
            </p:sp>
          </mc:Choice>
          <mc:Fallback xmlns="">
            <p:sp>
              <p:nvSpPr>
                <p:cNvPr id="182" name="文本框 181">
                  <a:extLst>
                    <a:ext uri="{FF2B5EF4-FFF2-40B4-BE49-F238E27FC236}">
                      <a16:creationId xmlns:a16="http://schemas.microsoft.com/office/drawing/2014/main" id="{F46A31ED-B76B-B88C-FDF0-FECB4819B429}"/>
                    </a:ext>
                  </a:extLst>
                </p:cNvPr>
                <p:cNvSpPr txBox="1">
                  <a:spLocks noRot="1" noChangeAspect="1" noMove="1" noResize="1" noEditPoints="1" noAdjustHandles="1" noChangeArrowheads="1" noChangeShapeType="1" noTextEdit="1"/>
                </p:cNvSpPr>
                <p:nvPr/>
              </p:nvSpPr>
              <p:spPr>
                <a:xfrm>
                  <a:off x="10944000" y="5652000"/>
                  <a:ext cx="504000" cy="540000"/>
                </a:xfrm>
                <a:prstGeom prst="rect">
                  <a:avLst/>
                </a:prstGeom>
                <a:blipFill>
                  <a:blip r:embed="rId53"/>
                  <a:stretch>
                    <a:fillRect/>
                  </a:stretch>
                </a:blipFill>
              </p:spPr>
              <p:txBody>
                <a:bodyPr/>
                <a:lstStyle/>
                <a:p>
                  <a:r>
                    <a:rPr lang="zh-CN" altLang="en-US">
                      <a:noFill/>
                    </a:rPr>
                    <a:t> </a:t>
                  </a:r>
                </a:p>
              </p:txBody>
            </p:sp>
          </mc:Fallback>
        </mc:AlternateContent>
        <p:cxnSp>
          <p:nvCxnSpPr>
            <p:cNvPr id="34" name="直接箭头连接符 33">
              <a:extLst>
                <a:ext uri="{FF2B5EF4-FFF2-40B4-BE49-F238E27FC236}">
                  <a16:creationId xmlns:a16="http://schemas.microsoft.com/office/drawing/2014/main" id="{AF393EDC-0724-B2ED-32EE-D764BCE9DDBD}"/>
                </a:ext>
              </a:extLst>
            </p:cNvPr>
            <p:cNvCxnSpPr>
              <a:cxnSpLocks/>
            </p:cNvCxnSpPr>
            <p:nvPr/>
          </p:nvCxnSpPr>
          <p:spPr>
            <a:xfrm flipV="1">
              <a:off x="11340000" y="5652000"/>
              <a:ext cx="0" cy="540000"/>
            </a:xfrm>
            <a:prstGeom prst="straightConnector1">
              <a:avLst/>
            </a:prstGeom>
            <a:ln w="2540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23AA7F59-5670-3EB2-1C91-0288545840A2}"/>
                    </a:ext>
                  </a:extLst>
                </p:cNvPr>
                <p:cNvSpPr txBox="1"/>
                <p:nvPr/>
              </p:nvSpPr>
              <p:spPr>
                <a:xfrm>
                  <a:off x="9252000" y="5652000"/>
                  <a:ext cx="504000" cy="540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kumimoji="1" lang="en-US" altLang="zh-CN" sz="2800" i="1" dirty="0" smtClean="0">
                                <a:solidFill>
                                  <a:srgbClr val="0000FF"/>
                                </a:solidFill>
                                <a:latin typeface="Cambria Math" panose="02040503050406030204" pitchFamily="18" charset="0"/>
                                <a:ea typeface="微软雅黑" panose="020B0503020204020204" pitchFamily="34" charset="-122"/>
                              </a:rPr>
                            </m:ctrlPr>
                          </m:sSubPr>
                          <m:e>
                            <m:r>
                              <a:rPr kumimoji="1" lang="en-US" altLang="zh-CN" sz="2800" b="0" i="1" dirty="0" smtClean="0">
                                <a:solidFill>
                                  <a:srgbClr val="0000FF"/>
                                </a:solidFill>
                                <a:latin typeface="Cambria Math" panose="02040503050406030204" pitchFamily="18" charset="0"/>
                                <a:ea typeface="微软雅黑" panose="020B0503020204020204" pitchFamily="34" charset="-122"/>
                              </a:rPr>
                              <m:t>𝐼</m:t>
                            </m:r>
                          </m:e>
                          <m:sub>
                            <m:r>
                              <m:rPr>
                                <m:sty m:val="p"/>
                              </m:rPr>
                              <a:rPr kumimoji="1" lang="en-US" altLang="zh-CN" sz="2800" b="0" i="0" dirty="0" smtClean="0">
                                <a:solidFill>
                                  <a:srgbClr val="0000FF"/>
                                </a:solidFill>
                                <a:latin typeface="Cambria Math" panose="02040503050406030204" pitchFamily="18" charset="0"/>
                                <a:ea typeface="微软雅黑" panose="020B0503020204020204" pitchFamily="34" charset="-122"/>
                              </a:rPr>
                              <m:t>B</m:t>
                            </m:r>
                          </m:sub>
                        </m:sSub>
                      </m:oMath>
                    </m:oMathPara>
                  </a14:m>
                  <a:endParaRPr dirty="0"/>
                </a:p>
              </p:txBody>
            </p:sp>
          </mc:Choice>
          <mc:Fallback xmlns="">
            <p:sp>
              <p:nvSpPr>
                <p:cNvPr id="184" name="文本框 183">
                  <a:extLst>
                    <a:ext uri="{FF2B5EF4-FFF2-40B4-BE49-F238E27FC236}">
                      <a16:creationId xmlns:a16="http://schemas.microsoft.com/office/drawing/2014/main" id="{48225C49-9BB2-3945-7BE6-B6EC4D4AAE4A}"/>
                    </a:ext>
                  </a:extLst>
                </p:cNvPr>
                <p:cNvSpPr txBox="1">
                  <a:spLocks noRot="1" noChangeAspect="1" noMove="1" noResize="1" noEditPoints="1" noAdjustHandles="1" noChangeArrowheads="1" noChangeShapeType="1" noTextEdit="1"/>
                </p:cNvSpPr>
                <p:nvPr/>
              </p:nvSpPr>
              <p:spPr>
                <a:xfrm>
                  <a:off x="9252000" y="5652000"/>
                  <a:ext cx="504000" cy="540000"/>
                </a:xfrm>
                <a:prstGeom prst="rect">
                  <a:avLst/>
                </a:prstGeom>
                <a:blipFill>
                  <a:blip r:embed="rId54"/>
                  <a:stretch>
                    <a:fillRect/>
                  </a:stretch>
                </a:blipFill>
              </p:spPr>
              <p:txBody>
                <a:bodyPr/>
                <a:lstStyle/>
                <a:p>
                  <a:r>
                    <a:rPr lang="zh-CN" altLang="en-US">
                      <a:noFill/>
                    </a:rPr>
                    <a:t> </a:t>
                  </a:r>
                </a:p>
              </p:txBody>
            </p:sp>
          </mc:Fallback>
        </mc:AlternateContent>
        <p:cxnSp>
          <p:nvCxnSpPr>
            <p:cNvPr id="36" name="直接箭头连接符 35">
              <a:extLst>
                <a:ext uri="{FF2B5EF4-FFF2-40B4-BE49-F238E27FC236}">
                  <a16:creationId xmlns:a16="http://schemas.microsoft.com/office/drawing/2014/main" id="{9B015DC0-6348-DD64-F85C-9B55C19E39EA}"/>
                </a:ext>
              </a:extLst>
            </p:cNvPr>
            <p:cNvCxnSpPr>
              <a:cxnSpLocks/>
            </p:cNvCxnSpPr>
            <p:nvPr/>
          </p:nvCxnSpPr>
          <p:spPr>
            <a:xfrm flipV="1">
              <a:off x="9252000" y="5652000"/>
              <a:ext cx="0" cy="540000"/>
            </a:xfrm>
            <a:prstGeom prst="straightConnector1">
              <a:avLst/>
            </a:prstGeom>
            <a:ln w="2540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428ED458-4F50-277A-CD6C-55F43AE999D6}"/>
                    </a:ext>
                  </a:extLst>
                </p:cNvPr>
                <p:cNvSpPr txBox="1"/>
                <p:nvPr/>
              </p:nvSpPr>
              <p:spPr>
                <a:xfrm>
                  <a:off x="9972000" y="5544000"/>
                  <a:ext cx="720000" cy="540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kumimoji="1" lang="en-US" altLang="zh-CN" sz="2800" i="1" dirty="0"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800" b="0" i="1" dirty="0"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800" b="0" i="0" dirty="0" smtClean="0">
                                <a:solidFill>
                                  <a:schemeClr val="accent5">
                                    <a:lumMod val="75000"/>
                                  </a:schemeClr>
                                </a:solidFill>
                                <a:latin typeface="Cambria Math" panose="02040503050406030204" pitchFamily="18" charset="0"/>
                                <a:ea typeface="微软雅黑" panose="020B0503020204020204" pitchFamily="34" charset="-122"/>
                              </a:rPr>
                              <m:t>CC</m:t>
                            </m:r>
                          </m:sub>
                        </m:sSub>
                      </m:oMath>
                    </m:oMathPara>
                  </a14:m>
                  <a:endParaRPr dirty="0"/>
                </a:p>
              </p:txBody>
            </p:sp>
          </mc:Choice>
          <mc:Fallback xmlns="">
            <p:sp>
              <p:nvSpPr>
                <p:cNvPr id="186" name="文本框 185">
                  <a:extLst>
                    <a:ext uri="{FF2B5EF4-FFF2-40B4-BE49-F238E27FC236}">
                      <a16:creationId xmlns:a16="http://schemas.microsoft.com/office/drawing/2014/main" id="{B87ACA3C-B5EA-FD83-43EF-3D693B397603}"/>
                    </a:ext>
                  </a:extLst>
                </p:cNvPr>
                <p:cNvSpPr txBox="1">
                  <a:spLocks noRot="1" noChangeAspect="1" noMove="1" noResize="1" noEditPoints="1" noAdjustHandles="1" noChangeArrowheads="1" noChangeShapeType="1" noTextEdit="1"/>
                </p:cNvSpPr>
                <p:nvPr/>
              </p:nvSpPr>
              <p:spPr>
                <a:xfrm>
                  <a:off x="9972000" y="5544000"/>
                  <a:ext cx="720000" cy="540000"/>
                </a:xfrm>
                <a:prstGeom prst="rect">
                  <a:avLst/>
                </a:prstGeom>
                <a:blipFill>
                  <a:blip r:embed="rId55"/>
                  <a:stretch>
                    <a:fillRect/>
                  </a:stretch>
                </a:blipFill>
              </p:spPr>
              <p:txBody>
                <a:bodyPr/>
                <a:lstStyle/>
                <a:p>
                  <a:r>
                    <a:rPr lang="zh-CN" altLang="en-US">
                      <a:noFill/>
                    </a:rPr>
                    <a:t> </a:t>
                  </a:r>
                </a:p>
              </p:txBody>
            </p:sp>
          </mc:Fallback>
        </mc:AlternateContent>
        <p:sp>
          <p:nvSpPr>
            <p:cNvPr id="38" name="箭头: 燕尾形 37">
              <a:extLst>
                <a:ext uri="{FF2B5EF4-FFF2-40B4-BE49-F238E27FC236}">
                  <a16:creationId xmlns:a16="http://schemas.microsoft.com/office/drawing/2014/main" id="{462F3D5A-6BEF-974F-B565-7BB2FAE9C8C9}"/>
                </a:ext>
              </a:extLst>
            </p:cNvPr>
            <p:cNvSpPr/>
            <p:nvPr/>
          </p:nvSpPr>
          <p:spPr>
            <a:xfrm flipH="1">
              <a:off x="9234000" y="4536000"/>
              <a:ext cx="1278000" cy="612000"/>
            </a:xfrm>
            <a:prstGeom prst="notchedRightArrow">
              <a:avLst>
                <a:gd name="adj1" fmla="val 59801"/>
                <a:gd name="adj2" fmla="val 29444"/>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9" name="椭圆 38">
              <a:extLst>
                <a:ext uri="{FF2B5EF4-FFF2-40B4-BE49-F238E27FC236}">
                  <a16:creationId xmlns:a16="http://schemas.microsoft.com/office/drawing/2014/main" id="{6377737E-65EE-3507-0570-FA04FF9B5A17}"/>
                </a:ext>
              </a:extLst>
            </p:cNvPr>
            <p:cNvSpPr/>
            <p:nvPr/>
          </p:nvSpPr>
          <p:spPr>
            <a:xfrm>
              <a:off x="9324000" y="4716000"/>
              <a:ext cx="108000" cy="108000"/>
            </a:xfrm>
            <a:prstGeom prst="ellipse">
              <a:avLst/>
            </a:prstGeom>
            <a:solidFill>
              <a:srgbClr val="0000FF"/>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a:extLst>
                <a:ext uri="{FF2B5EF4-FFF2-40B4-BE49-F238E27FC236}">
                  <a16:creationId xmlns:a16="http://schemas.microsoft.com/office/drawing/2014/main" id="{5F6B8978-D30C-A6A5-A56F-928684A73FDE}"/>
                </a:ext>
              </a:extLst>
            </p:cNvPr>
            <p:cNvCxnSpPr>
              <a:cxnSpLocks/>
              <a:stCxn id="39" idx="6"/>
            </p:cNvCxnSpPr>
            <p:nvPr/>
          </p:nvCxnSpPr>
          <p:spPr>
            <a:xfrm>
              <a:off x="9432000" y="4770000"/>
              <a:ext cx="936000" cy="0"/>
            </a:xfrm>
            <a:prstGeom prst="straightConnector1">
              <a:avLst/>
            </a:prstGeom>
            <a:ln w="12700">
              <a:solidFill>
                <a:srgbClr val="0000FF"/>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515835D8-8EB4-7825-8FF2-62155D4C70E3}"/>
                </a:ext>
              </a:extLst>
            </p:cNvPr>
            <p:cNvCxnSpPr>
              <a:cxnSpLocks/>
            </p:cNvCxnSpPr>
            <p:nvPr/>
          </p:nvCxnSpPr>
          <p:spPr>
            <a:xfrm flipH="1">
              <a:off x="9324000" y="4914000"/>
              <a:ext cx="936000" cy="0"/>
            </a:xfrm>
            <a:prstGeom prst="straightConnector1">
              <a:avLst/>
            </a:prstGeom>
            <a:ln w="12700">
              <a:solidFill>
                <a:srgbClr val="0000FF"/>
              </a:solidFill>
              <a:tailEnd type="triangle" w="sm" len="lg"/>
            </a:ln>
          </p:spPr>
          <p:style>
            <a:lnRef idx="1">
              <a:schemeClr val="accent1"/>
            </a:lnRef>
            <a:fillRef idx="0">
              <a:schemeClr val="accent1"/>
            </a:fillRef>
            <a:effectRef idx="0">
              <a:schemeClr val="accent1"/>
            </a:effectRef>
            <a:fontRef idx="minor">
              <a:schemeClr val="tx1"/>
            </a:fontRef>
          </p:style>
        </p:cxnSp>
        <p:sp>
          <p:nvSpPr>
            <p:cNvPr id="43" name="椭圆 42">
              <a:extLst>
                <a:ext uri="{FF2B5EF4-FFF2-40B4-BE49-F238E27FC236}">
                  <a16:creationId xmlns:a16="http://schemas.microsoft.com/office/drawing/2014/main" id="{6E679705-5715-CF4A-05D2-8A28D0A27F1F}"/>
                </a:ext>
              </a:extLst>
            </p:cNvPr>
            <p:cNvSpPr/>
            <p:nvPr/>
          </p:nvSpPr>
          <p:spPr>
            <a:xfrm>
              <a:off x="10260000" y="4867200"/>
              <a:ext cx="93600" cy="93600"/>
            </a:xfrm>
            <a:prstGeom prst="ellipse">
              <a:avLst/>
            </a:prstGeom>
            <a:solidFill>
              <a:schemeClr val="bg1"/>
            </a:solidFill>
            <a:ln w="254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CC3ACAEC-7896-37F6-0D46-DC66A5811B21}"/>
                    </a:ext>
                  </a:extLst>
                </p:cNvPr>
                <p:cNvSpPr txBox="1"/>
                <p:nvPr/>
              </p:nvSpPr>
              <p:spPr>
                <a:xfrm>
                  <a:off x="10476000" y="4626000"/>
                  <a:ext cx="576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dirty="0" smtClean="0">
                                <a:solidFill>
                                  <a:srgbClr val="0000FF"/>
                                </a:solidFill>
                                <a:latin typeface="Cambria Math" panose="02040503050406030204" pitchFamily="18" charset="0"/>
                                <a:ea typeface="微软雅黑" panose="020B0503020204020204" pitchFamily="34" charset="-122"/>
                              </a:rPr>
                              <m:t>𝐼</m:t>
                            </m:r>
                          </m:e>
                          <m:sub>
                            <m:r>
                              <m:rPr>
                                <m:sty m:val="p"/>
                              </m:rPr>
                              <a:rPr kumimoji="1" lang="en-US" altLang="zh-CN" sz="2000" b="0" i="0" dirty="0" smtClean="0">
                                <a:solidFill>
                                  <a:srgbClr val="0000FF"/>
                                </a:solidFill>
                                <a:latin typeface="Cambria Math" panose="02040503050406030204" pitchFamily="18" charset="0"/>
                                <a:ea typeface="微软雅黑" panose="020B0503020204020204" pitchFamily="34" charset="-122"/>
                              </a:rPr>
                              <m:t>CBO</m:t>
                            </m:r>
                          </m:sub>
                        </m:sSub>
                      </m:oMath>
                    </m:oMathPara>
                  </a14:m>
                  <a:endParaRPr dirty="0"/>
                </a:p>
              </p:txBody>
            </p:sp>
          </mc:Choice>
          <mc:Fallback xmlns="">
            <p:sp>
              <p:nvSpPr>
                <p:cNvPr id="192" name="文本框 191">
                  <a:extLst>
                    <a:ext uri="{FF2B5EF4-FFF2-40B4-BE49-F238E27FC236}">
                      <a16:creationId xmlns:a16="http://schemas.microsoft.com/office/drawing/2014/main" id="{968F6164-7054-ABA2-CA73-430C4828051B}"/>
                    </a:ext>
                  </a:extLst>
                </p:cNvPr>
                <p:cNvSpPr txBox="1">
                  <a:spLocks noRot="1" noChangeAspect="1" noMove="1" noResize="1" noEditPoints="1" noAdjustHandles="1" noChangeArrowheads="1" noChangeShapeType="1" noTextEdit="1"/>
                </p:cNvSpPr>
                <p:nvPr/>
              </p:nvSpPr>
              <p:spPr>
                <a:xfrm>
                  <a:off x="10476000" y="4626000"/>
                  <a:ext cx="576000" cy="432000"/>
                </a:xfrm>
                <a:prstGeom prst="rect">
                  <a:avLst/>
                </a:prstGeom>
                <a:blipFill>
                  <a:blip r:embed="rId56"/>
                  <a:stretch>
                    <a:fillRect l="-12766"/>
                  </a:stretch>
                </a:blipFill>
              </p:spPr>
              <p:txBody>
                <a:bodyPr/>
                <a:lstStyle/>
                <a:p>
                  <a:r>
                    <a:rPr lang="zh-CN" altLang="en-US">
                      <a:noFill/>
                    </a:rPr>
                    <a:t> </a:t>
                  </a:r>
                </a:p>
              </p:txBody>
            </p:sp>
          </mc:Fallback>
        </mc:AlternateContent>
        <p:sp>
          <p:nvSpPr>
            <p:cNvPr id="45" name="箭头: 燕尾形 44">
              <a:extLst>
                <a:ext uri="{FF2B5EF4-FFF2-40B4-BE49-F238E27FC236}">
                  <a16:creationId xmlns:a16="http://schemas.microsoft.com/office/drawing/2014/main" id="{E20A40C5-D271-B18C-EF93-3FF6F5DD7045}"/>
                </a:ext>
              </a:extLst>
            </p:cNvPr>
            <p:cNvSpPr/>
            <p:nvPr/>
          </p:nvSpPr>
          <p:spPr>
            <a:xfrm flipH="1">
              <a:off x="7416000" y="3420000"/>
              <a:ext cx="3168000" cy="936000"/>
            </a:xfrm>
            <a:prstGeom prst="notchedRightArrow">
              <a:avLst>
                <a:gd name="adj1" fmla="val 59801"/>
                <a:gd name="adj2" fmla="val 29444"/>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46" name="直接箭头连接符 45">
              <a:extLst>
                <a:ext uri="{FF2B5EF4-FFF2-40B4-BE49-F238E27FC236}">
                  <a16:creationId xmlns:a16="http://schemas.microsoft.com/office/drawing/2014/main" id="{B99DC110-BB0C-E1F6-1493-2EF06F8D4B37}"/>
                </a:ext>
              </a:extLst>
            </p:cNvPr>
            <p:cNvCxnSpPr>
              <a:cxnSpLocks/>
            </p:cNvCxnSpPr>
            <p:nvPr/>
          </p:nvCxnSpPr>
          <p:spPr>
            <a:xfrm>
              <a:off x="9432000" y="3888000"/>
              <a:ext cx="936000" cy="0"/>
            </a:xfrm>
            <a:prstGeom prst="straightConnector1">
              <a:avLst/>
            </a:prstGeom>
            <a:ln w="12700">
              <a:solidFill>
                <a:srgbClr val="0000FF"/>
              </a:solidFill>
              <a:tailEnd type="triangle" w="sm" len="lg"/>
            </a:ln>
          </p:spPr>
          <p:style>
            <a:lnRef idx="1">
              <a:schemeClr val="accent1"/>
            </a:lnRef>
            <a:fillRef idx="0">
              <a:schemeClr val="accent1"/>
            </a:fillRef>
            <a:effectRef idx="0">
              <a:schemeClr val="accent1"/>
            </a:effectRef>
            <a:fontRef idx="minor">
              <a:schemeClr val="tx1"/>
            </a:fontRef>
          </p:style>
        </p:cxnSp>
        <p:sp>
          <p:nvSpPr>
            <p:cNvPr id="47" name="椭圆 46">
              <a:extLst>
                <a:ext uri="{FF2B5EF4-FFF2-40B4-BE49-F238E27FC236}">
                  <a16:creationId xmlns:a16="http://schemas.microsoft.com/office/drawing/2014/main" id="{F4EC2FEC-2A62-E620-7AC1-6AF02BE7DD6A}"/>
                </a:ext>
              </a:extLst>
            </p:cNvPr>
            <p:cNvSpPr/>
            <p:nvPr/>
          </p:nvSpPr>
          <p:spPr>
            <a:xfrm>
              <a:off x="9324000" y="3834000"/>
              <a:ext cx="108000" cy="108000"/>
            </a:xfrm>
            <a:prstGeom prst="ellipse">
              <a:avLst/>
            </a:prstGeom>
            <a:solidFill>
              <a:srgbClr val="0000FF"/>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箭头连接符 47">
              <a:extLst>
                <a:ext uri="{FF2B5EF4-FFF2-40B4-BE49-F238E27FC236}">
                  <a16:creationId xmlns:a16="http://schemas.microsoft.com/office/drawing/2014/main" id="{D0FAC293-E2D8-F7A5-D742-53A48800A5EC}"/>
                </a:ext>
              </a:extLst>
            </p:cNvPr>
            <p:cNvCxnSpPr>
              <a:cxnSpLocks/>
            </p:cNvCxnSpPr>
            <p:nvPr/>
          </p:nvCxnSpPr>
          <p:spPr>
            <a:xfrm>
              <a:off x="9432000" y="3726000"/>
              <a:ext cx="936000" cy="0"/>
            </a:xfrm>
            <a:prstGeom prst="straightConnector1">
              <a:avLst/>
            </a:prstGeom>
            <a:ln w="12700">
              <a:solidFill>
                <a:srgbClr val="0000FF"/>
              </a:solidFill>
              <a:tailEnd type="triangle" w="sm" len="lg"/>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981C062D-31F4-9BF7-61F3-6F7BE505ECA4}"/>
                </a:ext>
              </a:extLst>
            </p:cNvPr>
            <p:cNvSpPr/>
            <p:nvPr/>
          </p:nvSpPr>
          <p:spPr>
            <a:xfrm>
              <a:off x="9324000" y="3672000"/>
              <a:ext cx="108000" cy="108000"/>
            </a:xfrm>
            <a:prstGeom prst="ellipse">
              <a:avLst/>
            </a:prstGeom>
            <a:solidFill>
              <a:srgbClr val="0000FF"/>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箭头连接符 49">
              <a:extLst>
                <a:ext uri="{FF2B5EF4-FFF2-40B4-BE49-F238E27FC236}">
                  <a16:creationId xmlns:a16="http://schemas.microsoft.com/office/drawing/2014/main" id="{B542E0ED-F8C6-C235-26F7-274718CC907F}"/>
                </a:ext>
              </a:extLst>
            </p:cNvPr>
            <p:cNvCxnSpPr>
              <a:cxnSpLocks/>
            </p:cNvCxnSpPr>
            <p:nvPr/>
          </p:nvCxnSpPr>
          <p:spPr>
            <a:xfrm>
              <a:off x="9432000" y="4050000"/>
              <a:ext cx="936000" cy="0"/>
            </a:xfrm>
            <a:prstGeom prst="straightConnector1">
              <a:avLst/>
            </a:prstGeom>
            <a:ln w="12700">
              <a:solidFill>
                <a:srgbClr val="0000FF"/>
              </a:solidFill>
              <a:tailEnd type="triangle" w="sm" len="lg"/>
            </a:ln>
          </p:spPr>
          <p:style>
            <a:lnRef idx="1">
              <a:schemeClr val="accent1"/>
            </a:lnRef>
            <a:fillRef idx="0">
              <a:schemeClr val="accent1"/>
            </a:fillRef>
            <a:effectRef idx="0">
              <a:schemeClr val="accent1"/>
            </a:effectRef>
            <a:fontRef idx="minor">
              <a:schemeClr val="tx1"/>
            </a:fontRef>
          </p:style>
        </p:cxnSp>
        <p:sp>
          <p:nvSpPr>
            <p:cNvPr id="51" name="椭圆 50">
              <a:extLst>
                <a:ext uri="{FF2B5EF4-FFF2-40B4-BE49-F238E27FC236}">
                  <a16:creationId xmlns:a16="http://schemas.microsoft.com/office/drawing/2014/main" id="{E1D90B24-1B8B-ABA8-F240-F0DBCC995096}"/>
                </a:ext>
              </a:extLst>
            </p:cNvPr>
            <p:cNvSpPr/>
            <p:nvPr/>
          </p:nvSpPr>
          <p:spPr>
            <a:xfrm>
              <a:off x="9324000" y="3996000"/>
              <a:ext cx="108000" cy="108000"/>
            </a:xfrm>
            <a:prstGeom prst="ellipse">
              <a:avLst/>
            </a:prstGeom>
            <a:solidFill>
              <a:srgbClr val="0000FF"/>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6E4D0F1D-247F-D438-92E9-B1651A687C45}"/>
                    </a:ext>
                  </a:extLst>
                </p:cNvPr>
                <p:cNvSpPr txBox="1"/>
                <p:nvPr/>
              </p:nvSpPr>
              <p:spPr>
                <a:xfrm>
                  <a:off x="8568000" y="4320000"/>
                  <a:ext cx="540000" cy="396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dirty="0" smtClean="0">
                                <a:solidFill>
                                  <a:srgbClr val="0000FF"/>
                                </a:solidFill>
                                <a:latin typeface="Cambria Math" panose="02040503050406030204" pitchFamily="18" charset="0"/>
                                <a:ea typeface="微软雅黑" panose="020B0503020204020204" pitchFamily="34" charset="-122"/>
                              </a:rPr>
                              <m:t>𝐼</m:t>
                            </m:r>
                          </m:e>
                          <m:sub>
                            <m:r>
                              <m:rPr>
                                <m:sty m:val="p"/>
                              </m:rPr>
                              <a:rPr kumimoji="1" lang="en-US" altLang="zh-CN" sz="2000" b="0" i="0" dirty="0" smtClean="0">
                                <a:solidFill>
                                  <a:srgbClr val="0000FF"/>
                                </a:solidFill>
                                <a:latin typeface="Cambria Math" panose="02040503050406030204" pitchFamily="18" charset="0"/>
                                <a:ea typeface="微软雅黑" panose="020B0503020204020204" pitchFamily="34" charset="-122"/>
                              </a:rPr>
                              <m:t>BN</m:t>
                            </m:r>
                          </m:sub>
                        </m:sSub>
                      </m:oMath>
                    </m:oMathPara>
                  </a14:m>
                  <a:endParaRPr dirty="0"/>
                </a:p>
              </p:txBody>
            </p:sp>
          </mc:Choice>
          <mc:Fallback xmlns="">
            <p:sp>
              <p:nvSpPr>
                <p:cNvPr id="236" name="文本框 235">
                  <a:extLst>
                    <a:ext uri="{FF2B5EF4-FFF2-40B4-BE49-F238E27FC236}">
                      <a16:creationId xmlns:a16="http://schemas.microsoft.com/office/drawing/2014/main" id="{F2B291D3-2086-4848-EF00-3E71A3BB5730}"/>
                    </a:ext>
                  </a:extLst>
                </p:cNvPr>
                <p:cNvSpPr txBox="1">
                  <a:spLocks noRot="1" noChangeAspect="1" noMove="1" noResize="1" noEditPoints="1" noAdjustHandles="1" noChangeArrowheads="1" noChangeShapeType="1" noTextEdit="1"/>
                </p:cNvSpPr>
                <p:nvPr/>
              </p:nvSpPr>
              <p:spPr>
                <a:xfrm>
                  <a:off x="8568000" y="4320000"/>
                  <a:ext cx="540000" cy="396000"/>
                </a:xfrm>
                <a:prstGeom prst="rect">
                  <a:avLst/>
                </a:prstGeom>
                <a:blipFill>
                  <a:blip r:embed="rId57"/>
                  <a:stretch>
                    <a:fillRect l="-6818" b="-1538"/>
                  </a:stretch>
                </a:blipFill>
              </p:spPr>
              <p:txBody>
                <a:bodyPr/>
                <a:lstStyle/>
                <a:p>
                  <a:r>
                    <a:rPr lang="zh-CN" altLang="en-US">
                      <a:noFill/>
                    </a:rPr>
                    <a:t> </a:t>
                  </a:r>
                </a:p>
              </p:txBody>
            </p:sp>
          </mc:Fallback>
        </mc:AlternateContent>
        <p:sp>
          <p:nvSpPr>
            <p:cNvPr id="53" name="箭头: 燕尾形 52">
              <a:extLst>
                <a:ext uri="{FF2B5EF4-FFF2-40B4-BE49-F238E27FC236}">
                  <a16:creationId xmlns:a16="http://schemas.microsoft.com/office/drawing/2014/main" id="{AFB77CE1-C120-724C-326A-F269488B18DB}"/>
                </a:ext>
              </a:extLst>
            </p:cNvPr>
            <p:cNvSpPr/>
            <p:nvPr/>
          </p:nvSpPr>
          <p:spPr>
            <a:xfrm rot="4800000" flipH="1">
              <a:off x="8676000" y="3982692"/>
              <a:ext cx="720000" cy="360000"/>
            </a:xfrm>
            <a:prstGeom prst="notchedRightArrow">
              <a:avLst>
                <a:gd name="adj1" fmla="val 59801"/>
                <a:gd name="adj2" fmla="val 29444"/>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4" name="矩形 53">
              <a:extLst>
                <a:ext uri="{FF2B5EF4-FFF2-40B4-BE49-F238E27FC236}">
                  <a16:creationId xmlns:a16="http://schemas.microsoft.com/office/drawing/2014/main" id="{4661969D-D535-C00D-38C5-DEAEC9E7C7FC}"/>
                </a:ext>
              </a:extLst>
            </p:cNvPr>
            <p:cNvSpPr/>
            <p:nvPr/>
          </p:nvSpPr>
          <p:spPr>
            <a:xfrm>
              <a:off x="8748000" y="3795555"/>
              <a:ext cx="468000" cy="360000"/>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矩形 54">
              <a:extLst>
                <a:ext uri="{FF2B5EF4-FFF2-40B4-BE49-F238E27FC236}">
                  <a16:creationId xmlns:a16="http://schemas.microsoft.com/office/drawing/2014/main" id="{B66EA75F-86CD-81E0-DA78-BE5B6333E126}"/>
                </a:ext>
              </a:extLst>
            </p:cNvPr>
            <p:cNvSpPr/>
            <p:nvPr/>
          </p:nvSpPr>
          <p:spPr>
            <a:xfrm rot="4800000">
              <a:off x="8850546" y="4136250"/>
              <a:ext cx="396000" cy="189593"/>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6" name="组合 55">
              <a:extLst>
                <a:ext uri="{FF2B5EF4-FFF2-40B4-BE49-F238E27FC236}">
                  <a16:creationId xmlns:a16="http://schemas.microsoft.com/office/drawing/2014/main" id="{F20B6FE3-96C0-9A79-8BF9-C4BA1D984DB3}"/>
                </a:ext>
              </a:extLst>
            </p:cNvPr>
            <p:cNvGrpSpPr/>
            <p:nvPr/>
          </p:nvGrpSpPr>
          <p:grpSpPr>
            <a:xfrm rot="4800000">
              <a:off x="8892000" y="4211532"/>
              <a:ext cx="324000" cy="108000"/>
              <a:chOff x="7970915" y="4583666"/>
              <a:chExt cx="324000" cy="108000"/>
            </a:xfrm>
          </p:grpSpPr>
          <p:sp>
            <p:nvSpPr>
              <p:cNvPr id="238" name="椭圆 237">
                <a:extLst>
                  <a:ext uri="{FF2B5EF4-FFF2-40B4-BE49-F238E27FC236}">
                    <a16:creationId xmlns:a16="http://schemas.microsoft.com/office/drawing/2014/main" id="{5D2F27F7-4150-792B-43B7-ACE2EF40C107}"/>
                  </a:ext>
                </a:extLst>
              </p:cNvPr>
              <p:cNvSpPr/>
              <p:nvPr/>
            </p:nvSpPr>
            <p:spPr>
              <a:xfrm>
                <a:off x="7970930" y="4583666"/>
                <a:ext cx="108000" cy="108000"/>
              </a:xfrm>
              <a:prstGeom prst="ellipse">
                <a:avLst/>
              </a:prstGeom>
              <a:solidFill>
                <a:srgbClr val="0000FF"/>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9" name="直接箭头连接符 238">
                <a:extLst>
                  <a:ext uri="{FF2B5EF4-FFF2-40B4-BE49-F238E27FC236}">
                    <a16:creationId xmlns:a16="http://schemas.microsoft.com/office/drawing/2014/main" id="{FB3B1B28-40CE-A39D-EC15-D8F91F81EDB4}"/>
                  </a:ext>
                </a:extLst>
              </p:cNvPr>
              <p:cNvCxnSpPr>
                <a:cxnSpLocks/>
                <a:stCxn id="238" idx="2"/>
              </p:cNvCxnSpPr>
              <p:nvPr/>
            </p:nvCxnSpPr>
            <p:spPr>
              <a:xfrm>
                <a:off x="7970915" y="4637662"/>
                <a:ext cx="324000" cy="0"/>
              </a:xfrm>
              <a:prstGeom prst="straightConnector1">
                <a:avLst/>
              </a:prstGeom>
              <a:ln w="12700">
                <a:solidFill>
                  <a:srgbClr val="0000FF"/>
                </a:solidFill>
                <a:tailEnd type="triangle" w="sm" len="lg"/>
              </a:ln>
            </p:spPr>
            <p:style>
              <a:lnRef idx="1">
                <a:schemeClr val="accent1"/>
              </a:lnRef>
              <a:fillRef idx="0">
                <a:schemeClr val="accent1"/>
              </a:fillRef>
              <a:effectRef idx="0">
                <a:schemeClr val="accent1"/>
              </a:effectRef>
              <a:fontRef idx="minor">
                <a:schemeClr val="tx1"/>
              </a:fontRef>
            </p:style>
          </p:cxnSp>
        </p:grpSp>
        <p:grpSp>
          <p:nvGrpSpPr>
            <p:cNvPr id="57" name="组合 56">
              <a:extLst>
                <a:ext uri="{FF2B5EF4-FFF2-40B4-BE49-F238E27FC236}">
                  <a16:creationId xmlns:a16="http://schemas.microsoft.com/office/drawing/2014/main" id="{26414A9F-9F98-7C0A-80DD-8FB91571D502}"/>
                </a:ext>
              </a:extLst>
            </p:cNvPr>
            <p:cNvGrpSpPr/>
            <p:nvPr/>
          </p:nvGrpSpPr>
          <p:grpSpPr>
            <a:xfrm rot="4800000">
              <a:off x="8956800" y="4608000"/>
              <a:ext cx="329413" cy="93600"/>
              <a:chOff x="10250917" y="5414609"/>
              <a:chExt cx="329413" cy="93600"/>
            </a:xfrm>
          </p:grpSpPr>
          <p:cxnSp>
            <p:nvCxnSpPr>
              <p:cNvPr id="236" name="直接箭头连接符 235">
                <a:extLst>
                  <a:ext uri="{FF2B5EF4-FFF2-40B4-BE49-F238E27FC236}">
                    <a16:creationId xmlns:a16="http://schemas.microsoft.com/office/drawing/2014/main" id="{DE3097E4-2EF2-2D43-126C-73ABF16FBEC2}"/>
                  </a:ext>
                </a:extLst>
              </p:cNvPr>
              <p:cNvCxnSpPr>
                <a:cxnSpLocks/>
              </p:cNvCxnSpPr>
              <p:nvPr/>
            </p:nvCxnSpPr>
            <p:spPr>
              <a:xfrm flipH="1">
                <a:off x="10250917" y="5461409"/>
                <a:ext cx="324000" cy="0"/>
              </a:xfrm>
              <a:prstGeom prst="straightConnector1">
                <a:avLst/>
              </a:prstGeom>
              <a:ln w="12700">
                <a:solidFill>
                  <a:srgbClr val="0000FF"/>
                </a:solidFill>
                <a:tailEnd type="triangle" w="sm" len="lg"/>
              </a:ln>
            </p:spPr>
            <p:style>
              <a:lnRef idx="1">
                <a:schemeClr val="accent1"/>
              </a:lnRef>
              <a:fillRef idx="0">
                <a:schemeClr val="accent1"/>
              </a:fillRef>
              <a:effectRef idx="0">
                <a:schemeClr val="accent1"/>
              </a:effectRef>
              <a:fontRef idx="minor">
                <a:schemeClr val="tx1"/>
              </a:fontRef>
            </p:style>
          </p:cxnSp>
          <p:sp>
            <p:nvSpPr>
              <p:cNvPr id="237" name="椭圆 236">
                <a:extLst>
                  <a:ext uri="{FF2B5EF4-FFF2-40B4-BE49-F238E27FC236}">
                    <a16:creationId xmlns:a16="http://schemas.microsoft.com/office/drawing/2014/main" id="{E3D5301C-FD1F-54BC-4BD1-802B08F003B6}"/>
                  </a:ext>
                </a:extLst>
              </p:cNvPr>
              <p:cNvSpPr/>
              <p:nvPr/>
            </p:nvSpPr>
            <p:spPr>
              <a:xfrm>
                <a:off x="10486730" y="5414609"/>
                <a:ext cx="93600" cy="93600"/>
              </a:xfrm>
              <a:prstGeom prst="ellipse">
                <a:avLst/>
              </a:prstGeom>
              <a:solidFill>
                <a:schemeClr val="bg1"/>
              </a:solidFill>
              <a:ln w="254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箭头: 燕尾形 57">
              <a:extLst>
                <a:ext uri="{FF2B5EF4-FFF2-40B4-BE49-F238E27FC236}">
                  <a16:creationId xmlns:a16="http://schemas.microsoft.com/office/drawing/2014/main" id="{C243492C-6194-783E-EDFA-609CC5030EB6}"/>
                </a:ext>
              </a:extLst>
            </p:cNvPr>
            <p:cNvSpPr/>
            <p:nvPr/>
          </p:nvSpPr>
          <p:spPr>
            <a:xfrm flipH="1">
              <a:off x="7848000" y="4788000"/>
              <a:ext cx="1152000" cy="288000"/>
            </a:xfrm>
            <a:prstGeom prst="notchedRightArrow">
              <a:avLst>
                <a:gd name="adj1" fmla="val 59801"/>
                <a:gd name="adj2" fmla="val 41574"/>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2BB64C56-813B-FAE9-DDC5-9A8CDC04A465}"/>
                    </a:ext>
                  </a:extLst>
                </p:cNvPr>
                <p:cNvSpPr txBox="1"/>
                <p:nvPr/>
              </p:nvSpPr>
              <p:spPr>
                <a:xfrm>
                  <a:off x="10476000" y="3672000"/>
                  <a:ext cx="540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dirty="0" smtClean="0">
                                <a:solidFill>
                                  <a:srgbClr val="0000FF"/>
                                </a:solidFill>
                                <a:latin typeface="Cambria Math" panose="02040503050406030204" pitchFamily="18" charset="0"/>
                                <a:ea typeface="微软雅黑" panose="020B0503020204020204" pitchFamily="34" charset="-122"/>
                              </a:rPr>
                              <m:t>𝐼</m:t>
                            </m:r>
                          </m:e>
                          <m:sub>
                            <m:r>
                              <m:rPr>
                                <m:sty m:val="p"/>
                              </m:rPr>
                              <a:rPr kumimoji="1" lang="en-US" altLang="zh-CN" sz="2000" b="0" i="0" dirty="0" smtClean="0">
                                <a:solidFill>
                                  <a:srgbClr val="0000FF"/>
                                </a:solidFill>
                                <a:latin typeface="Cambria Math" panose="02040503050406030204" pitchFamily="18" charset="0"/>
                                <a:ea typeface="微软雅黑" panose="020B0503020204020204" pitchFamily="34" charset="-122"/>
                              </a:rPr>
                              <m:t>CN</m:t>
                            </m:r>
                          </m:sub>
                        </m:sSub>
                      </m:oMath>
                    </m:oMathPara>
                  </a14:m>
                  <a:endParaRPr dirty="0"/>
                </a:p>
              </p:txBody>
            </p:sp>
          </mc:Choice>
          <mc:Fallback xmlns="">
            <p:sp>
              <p:nvSpPr>
                <p:cNvPr id="245" name="文本框 244">
                  <a:extLst>
                    <a:ext uri="{FF2B5EF4-FFF2-40B4-BE49-F238E27FC236}">
                      <a16:creationId xmlns:a16="http://schemas.microsoft.com/office/drawing/2014/main" id="{28CF587A-518D-1F1F-6B70-28B861085228}"/>
                    </a:ext>
                  </a:extLst>
                </p:cNvPr>
                <p:cNvSpPr txBox="1">
                  <a:spLocks noRot="1" noChangeAspect="1" noMove="1" noResize="1" noEditPoints="1" noAdjustHandles="1" noChangeArrowheads="1" noChangeShapeType="1" noTextEdit="1"/>
                </p:cNvSpPr>
                <p:nvPr/>
              </p:nvSpPr>
              <p:spPr>
                <a:xfrm>
                  <a:off x="10476000" y="3672000"/>
                  <a:ext cx="540000" cy="432000"/>
                </a:xfrm>
                <a:prstGeom prst="rect">
                  <a:avLst/>
                </a:prstGeom>
                <a:blipFill>
                  <a:blip r:embed="rId47"/>
                  <a:stretch>
                    <a:fillRect l="-6818"/>
                  </a:stretch>
                </a:blipFill>
              </p:spPr>
              <p:txBody>
                <a:bodyPr/>
                <a:lstStyle/>
                <a:p>
                  <a:r>
                    <a:rPr lang="zh-CN" altLang="en-US">
                      <a:noFill/>
                    </a:rPr>
                    <a:t> </a:t>
                  </a:r>
                </a:p>
              </p:txBody>
            </p:sp>
          </mc:Fallback>
        </mc:AlternateContent>
        <p:cxnSp>
          <p:nvCxnSpPr>
            <p:cNvPr id="60" name="直接箭头连接符 59">
              <a:extLst>
                <a:ext uri="{FF2B5EF4-FFF2-40B4-BE49-F238E27FC236}">
                  <a16:creationId xmlns:a16="http://schemas.microsoft.com/office/drawing/2014/main" id="{AE66537C-716D-E5C5-FB59-2951ACD1C747}"/>
                </a:ext>
              </a:extLst>
            </p:cNvPr>
            <p:cNvCxnSpPr>
              <a:cxnSpLocks/>
            </p:cNvCxnSpPr>
            <p:nvPr/>
          </p:nvCxnSpPr>
          <p:spPr>
            <a:xfrm flipH="1">
              <a:off x="7956000" y="4932000"/>
              <a:ext cx="864000" cy="0"/>
            </a:xfrm>
            <a:prstGeom prst="straightConnector1">
              <a:avLst/>
            </a:prstGeom>
            <a:ln w="12700">
              <a:solidFill>
                <a:srgbClr val="0000FF"/>
              </a:solidFill>
              <a:tailEnd type="triangle" w="sm" len="lg"/>
            </a:ln>
          </p:spPr>
          <p:style>
            <a:lnRef idx="1">
              <a:schemeClr val="accent1"/>
            </a:lnRef>
            <a:fillRef idx="0">
              <a:schemeClr val="accent1"/>
            </a:fillRef>
            <a:effectRef idx="0">
              <a:schemeClr val="accent1"/>
            </a:effectRef>
            <a:fontRef idx="minor">
              <a:schemeClr val="tx1"/>
            </a:fontRef>
          </p:style>
        </p:cxnSp>
        <p:sp>
          <p:nvSpPr>
            <p:cNvPr id="61" name="椭圆 60">
              <a:extLst>
                <a:ext uri="{FF2B5EF4-FFF2-40B4-BE49-F238E27FC236}">
                  <a16:creationId xmlns:a16="http://schemas.microsoft.com/office/drawing/2014/main" id="{FE84B052-779A-0237-1657-16D4326F2786}"/>
                </a:ext>
              </a:extLst>
            </p:cNvPr>
            <p:cNvSpPr/>
            <p:nvPr/>
          </p:nvSpPr>
          <p:spPr>
            <a:xfrm>
              <a:off x="8784000" y="4885200"/>
              <a:ext cx="93600" cy="93600"/>
            </a:xfrm>
            <a:prstGeom prst="ellipse">
              <a:avLst/>
            </a:prstGeom>
            <a:solidFill>
              <a:schemeClr val="bg1"/>
            </a:solidFill>
            <a:ln w="254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E4E525B4-AA04-EF56-EB1F-C2FEDB2DD125}"/>
                    </a:ext>
                  </a:extLst>
                </p:cNvPr>
                <p:cNvSpPr txBox="1"/>
                <p:nvPr/>
              </p:nvSpPr>
              <p:spPr>
                <a:xfrm>
                  <a:off x="7416000" y="4680000"/>
                  <a:ext cx="540000" cy="396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000" i="1" dirty="0"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dirty="0" smtClean="0">
                                <a:solidFill>
                                  <a:srgbClr val="0000FF"/>
                                </a:solidFill>
                                <a:latin typeface="Cambria Math" panose="02040503050406030204" pitchFamily="18" charset="0"/>
                                <a:ea typeface="微软雅黑" panose="020B0503020204020204" pitchFamily="34" charset="-122"/>
                              </a:rPr>
                              <m:t>𝐼</m:t>
                            </m:r>
                          </m:e>
                          <m:sub>
                            <m:r>
                              <m:rPr>
                                <m:sty m:val="p"/>
                              </m:rPr>
                              <a:rPr kumimoji="1" lang="en-US" altLang="zh-CN" sz="2000" b="0" i="0" dirty="0" smtClean="0">
                                <a:solidFill>
                                  <a:srgbClr val="0000FF"/>
                                </a:solidFill>
                                <a:latin typeface="Cambria Math" panose="02040503050406030204" pitchFamily="18" charset="0"/>
                                <a:ea typeface="微软雅黑" panose="020B0503020204020204" pitchFamily="34" charset="-122"/>
                              </a:rPr>
                              <m:t>EP</m:t>
                            </m:r>
                          </m:sub>
                        </m:sSub>
                      </m:oMath>
                    </m:oMathPara>
                  </a14:m>
                  <a:endParaRPr dirty="0"/>
                </a:p>
              </p:txBody>
            </p:sp>
          </mc:Choice>
          <mc:Fallback xmlns="">
            <p:sp>
              <p:nvSpPr>
                <p:cNvPr id="287" name="文本框 286">
                  <a:extLst>
                    <a:ext uri="{FF2B5EF4-FFF2-40B4-BE49-F238E27FC236}">
                      <a16:creationId xmlns:a16="http://schemas.microsoft.com/office/drawing/2014/main" id="{0E99D6A3-4FD0-1049-90EF-A3E2403F016D}"/>
                    </a:ext>
                  </a:extLst>
                </p:cNvPr>
                <p:cNvSpPr txBox="1">
                  <a:spLocks noRot="1" noChangeAspect="1" noMove="1" noResize="1" noEditPoints="1" noAdjustHandles="1" noChangeArrowheads="1" noChangeShapeType="1" noTextEdit="1"/>
                </p:cNvSpPr>
                <p:nvPr/>
              </p:nvSpPr>
              <p:spPr>
                <a:xfrm>
                  <a:off x="7416000" y="4680000"/>
                  <a:ext cx="540000" cy="396000"/>
                </a:xfrm>
                <a:prstGeom prst="rect">
                  <a:avLst/>
                </a:prstGeom>
                <a:blipFill>
                  <a:blip r:embed="rId48"/>
                  <a:stretch>
                    <a:fillRect l="-4545" b="-1538"/>
                  </a:stretch>
                </a:blipFill>
              </p:spPr>
              <p:txBody>
                <a:bodyPr/>
                <a:lstStyle/>
                <a:p>
                  <a:r>
                    <a:rPr lang="zh-CN" altLang="en-US">
                      <a:noFill/>
                    </a:rPr>
                    <a:t> </a:t>
                  </a:r>
                </a:p>
              </p:txBody>
            </p:sp>
          </mc:Fallback>
        </mc:AlternateContent>
        <p:cxnSp>
          <p:nvCxnSpPr>
            <p:cNvPr id="63" name="直接连接符 62">
              <a:extLst>
                <a:ext uri="{FF2B5EF4-FFF2-40B4-BE49-F238E27FC236}">
                  <a16:creationId xmlns:a16="http://schemas.microsoft.com/office/drawing/2014/main" id="{66DD2798-4EAA-C6D1-F6D4-188C7FA4A258}"/>
                </a:ext>
              </a:extLst>
            </p:cNvPr>
            <p:cNvCxnSpPr>
              <a:cxnSpLocks/>
            </p:cNvCxnSpPr>
            <p:nvPr/>
          </p:nvCxnSpPr>
          <p:spPr>
            <a:xfrm>
              <a:off x="6840000" y="4500000"/>
              <a:ext cx="0" cy="183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矩形 127">
              <a:extLst>
                <a:ext uri="{FF2B5EF4-FFF2-40B4-BE49-F238E27FC236}">
                  <a16:creationId xmlns:a16="http://schemas.microsoft.com/office/drawing/2014/main" id="{3F18D577-1327-DDDE-6E72-BF1D47E69903}"/>
                </a:ext>
              </a:extLst>
            </p:cNvPr>
            <p:cNvSpPr/>
            <p:nvPr/>
          </p:nvSpPr>
          <p:spPr>
            <a:xfrm>
              <a:off x="6750000" y="5040000"/>
              <a:ext cx="180000" cy="540000"/>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29" name="文本框 128">
                  <a:extLst>
                    <a:ext uri="{FF2B5EF4-FFF2-40B4-BE49-F238E27FC236}">
                      <a16:creationId xmlns:a16="http://schemas.microsoft.com/office/drawing/2014/main" id="{738BACD6-71F9-32C5-55D5-22B42AF83966}"/>
                    </a:ext>
                  </a:extLst>
                </p:cNvPr>
                <p:cNvSpPr txBox="1"/>
                <p:nvPr/>
              </p:nvSpPr>
              <p:spPr>
                <a:xfrm>
                  <a:off x="6948000" y="5040000"/>
                  <a:ext cx="540000" cy="540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kumimoji="1" lang="en-US" altLang="zh-CN" sz="2800" i="1" dirty="0"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800" b="0" i="1" dirty="0" smtClean="0">
                                <a:solidFill>
                                  <a:schemeClr val="accent5">
                                    <a:lumMod val="75000"/>
                                  </a:schemeClr>
                                </a:solidFill>
                                <a:latin typeface="Cambria Math" panose="02040503050406030204" pitchFamily="18" charset="0"/>
                                <a:ea typeface="微软雅黑" panose="020B0503020204020204" pitchFamily="34" charset="-122"/>
                              </a:rPr>
                              <m:t>𝑅</m:t>
                            </m:r>
                          </m:e>
                          <m:sub>
                            <m:r>
                              <m:rPr>
                                <m:sty m:val="p"/>
                              </m:rPr>
                              <a:rPr kumimoji="1" lang="en-US" altLang="zh-CN" sz="2800" b="0" i="0" dirty="0" smtClean="0">
                                <a:solidFill>
                                  <a:schemeClr val="accent5">
                                    <a:lumMod val="75000"/>
                                  </a:schemeClr>
                                </a:solidFill>
                                <a:latin typeface="Cambria Math" panose="02040503050406030204" pitchFamily="18" charset="0"/>
                                <a:ea typeface="微软雅黑" panose="020B0503020204020204" pitchFamily="34" charset="-122"/>
                              </a:rPr>
                              <m:t>e</m:t>
                            </m:r>
                          </m:sub>
                        </m:sSub>
                      </m:oMath>
                    </m:oMathPara>
                  </a14:m>
                  <a:endParaRPr dirty="0"/>
                </a:p>
              </p:txBody>
            </p:sp>
          </mc:Choice>
          <mc:Fallback xmlns="">
            <p:sp>
              <p:nvSpPr>
                <p:cNvPr id="290" name="文本框 289">
                  <a:extLst>
                    <a:ext uri="{FF2B5EF4-FFF2-40B4-BE49-F238E27FC236}">
                      <a16:creationId xmlns:a16="http://schemas.microsoft.com/office/drawing/2014/main" id="{F7CBF5CB-7377-8000-058D-0C119268682B}"/>
                    </a:ext>
                  </a:extLst>
                </p:cNvPr>
                <p:cNvSpPr txBox="1">
                  <a:spLocks noRot="1" noChangeAspect="1" noMove="1" noResize="1" noEditPoints="1" noAdjustHandles="1" noChangeArrowheads="1" noChangeShapeType="1" noTextEdit="1"/>
                </p:cNvSpPr>
                <p:nvPr/>
              </p:nvSpPr>
              <p:spPr>
                <a:xfrm>
                  <a:off x="6948000" y="5040000"/>
                  <a:ext cx="540000" cy="540000"/>
                </a:xfrm>
                <a:prstGeom prst="rect">
                  <a:avLst/>
                </a:prstGeom>
                <a:blipFill>
                  <a:blip r:embed="rId49"/>
                  <a:stretch>
                    <a:fillRect/>
                  </a:stretch>
                </a:blipFill>
              </p:spPr>
              <p:txBody>
                <a:bodyPr/>
                <a:lstStyle/>
                <a:p>
                  <a:r>
                    <a:rPr lang="zh-CN" altLang="en-US">
                      <a:noFill/>
                    </a:rPr>
                    <a:t> </a:t>
                  </a:r>
                </a:p>
              </p:txBody>
            </p:sp>
          </mc:Fallback>
        </mc:AlternateContent>
        <p:grpSp>
          <p:nvGrpSpPr>
            <p:cNvPr id="130" name="组合 129">
              <a:extLst>
                <a:ext uri="{FF2B5EF4-FFF2-40B4-BE49-F238E27FC236}">
                  <a16:creationId xmlns:a16="http://schemas.microsoft.com/office/drawing/2014/main" id="{CE533FA4-5044-C184-1F0D-ACBDE00498B1}"/>
                </a:ext>
              </a:extLst>
            </p:cNvPr>
            <p:cNvGrpSpPr/>
            <p:nvPr/>
          </p:nvGrpSpPr>
          <p:grpSpPr>
            <a:xfrm>
              <a:off x="7668000" y="5544000"/>
              <a:ext cx="720000" cy="1044000"/>
              <a:chOff x="10124400" y="5696400"/>
              <a:chExt cx="720000" cy="1044000"/>
            </a:xfrm>
          </p:grpSpPr>
          <p:sp>
            <p:nvSpPr>
              <p:cNvPr id="232" name="矩形 231">
                <a:extLst>
                  <a:ext uri="{FF2B5EF4-FFF2-40B4-BE49-F238E27FC236}">
                    <a16:creationId xmlns:a16="http://schemas.microsoft.com/office/drawing/2014/main" id="{CC20AB64-7C0D-C110-5C11-4A63C7639D62}"/>
                  </a:ext>
                </a:extLst>
              </p:cNvPr>
              <p:cNvSpPr/>
              <p:nvPr/>
            </p:nvSpPr>
            <p:spPr>
              <a:xfrm>
                <a:off x="10394400" y="6416400"/>
                <a:ext cx="126000" cy="144000"/>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33" name="直接连接符 232">
                <a:extLst>
                  <a:ext uri="{FF2B5EF4-FFF2-40B4-BE49-F238E27FC236}">
                    <a16:creationId xmlns:a16="http://schemas.microsoft.com/office/drawing/2014/main" id="{4157DCC8-29AD-8D44-085B-759C1926C9BF}"/>
                  </a:ext>
                </a:extLst>
              </p:cNvPr>
              <p:cNvCxnSpPr>
                <a:cxnSpLocks/>
              </p:cNvCxnSpPr>
              <p:nvPr/>
            </p:nvCxnSpPr>
            <p:spPr>
              <a:xfrm>
                <a:off x="10394400" y="6380400"/>
                <a:ext cx="0" cy="216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0FC208A4-F79E-8792-3A95-8DFC495D8A79}"/>
                  </a:ext>
                </a:extLst>
              </p:cNvPr>
              <p:cNvCxnSpPr>
                <a:cxnSpLocks/>
              </p:cNvCxnSpPr>
              <p:nvPr/>
            </p:nvCxnSpPr>
            <p:spPr>
              <a:xfrm>
                <a:off x="10520400" y="6236400"/>
                <a:ext cx="0" cy="50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5" name="文本框 234">
                    <a:extLst>
                      <a:ext uri="{FF2B5EF4-FFF2-40B4-BE49-F238E27FC236}">
                        <a16:creationId xmlns:a16="http://schemas.microsoft.com/office/drawing/2014/main" id="{F20D7799-62F5-561F-A136-B7CC498FB546}"/>
                      </a:ext>
                    </a:extLst>
                  </p:cNvPr>
                  <p:cNvSpPr txBox="1"/>
                  <p:nvPr/>
                </p:nvSpPr>
                <p:spPr>
                  <a:xfrm>
                    <a:off x="10124400" y="5696400"/>
                    <a:ext cx="720000" cy="540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kumimoji="1" lang="en-US" altLang="zh-CN" sz="2800" i="1" dirty="0"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800" b="0" i="1" dirty="0"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800" b="0" i="0" dirty="0" smtClean="0">
                                  <a:solidFill>
                                    <a:schemeClr val="accent5">
                                      <a:lumMod val="75000"/>
                                    </a:schemeClr>
                                  </a:solidFill>
                                  <a:latin typeface="Cambria Math" panose="02040503050406030204" pitchFamily="18" charset="0"/>
                                  <a:ea typeface="微软雅黑" panose="020B0503020204020204" pitchFamily="34" charset="-122"/>
                                </a:rPr>
                                <m:t>EE</m:t>
                              </m:r>
                            </m:sub>
                          </m:sSub>
                        </m:oMath>
                      </m:oMathPara>
                    </a14:m>
                    <a:endParaRPr dirty="0"/>
                  </a:p>
                </p:txBody>
              </p:sp>
            </mc:Choice>
            <mc:Fallback xmlns="">
              <p:sp>
                <p:nvSpPr>
                  <p:cNvPr id="183" name="文本框 182">
                    <a:extLst>
                      <a:ext uri="{FF2B5EF4-FFF2-40B4-BE49-F238E27FC236}">
                        <a16:creationId xmlns:a16="http://schemas.microsoft.com/office/drawing/2014/main" id="{A7236175-DCD8-4EB6-C900-F4FE059D0D1D}"/>
                      </a:ext>
                    </a:extLst>
                  </p:cNvPr>
                  <p:cNvSpPr txBox="1">
                    <a:spLocks noRot="1" noChangeAspect="1" noMove="1" noResize="1" noEditPoints="1" noAdjustHandles="1" noChangeArrowheads="1" noChangeShapeType="1" noTextEdit="1"/>
                  </p:cNvSpPr>
                  <p:nvPr/>
                </p:nvSpPr>
                <p:spPr>
                  <a:xfrm>
                    <a:off x="10124400" y="5696400"/>
                    <a:ext cx="720000" cy="540000"/>
                  </a:xfrm>
                  <a:prstGeom prst="rect">
                    <a:avLst/>
                  </a:prstGeom>
                  <a:blipFill>
                    <a:blip r:embed="rId18"/>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31" name="文本框 130">
                  <a:extLst>
                    <a:ext uri="{FF2B5EF4-FFF2-40B4-BE49-F238E27FC236}">
                      <a16:creationId xmlns:a16="http://schemas.microsoft.com/office/drawing/2014/main" id="{690ED297-85D7-E2C0-077F-D37ADF3B6E11}"/>
                    </a:ext>
                  </a:extLst>
                </p:cNvPr>
                <p:cNvSpPr txBox="1"/>
                <p:nvPr/>
              </p:nvSpPr>
              <p:spPr>
                <a:xfrm>
                  <a:off x="6966000" y="5652000"/>
                  <a:ext cx="504000" cy="540000"/>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kumimoji="1" lang="en-US" altLang="zh-CN" sz="2800" i="1" dirty="0" smtClean="0">
                                <a:solidFill>
                                  <a:srgbClr val="0000FF"/>
                                </a:solidFill>
                                <a:latin typeface="Cambria Math" panose="02040503050406030204" pitchFamily="18" charset="0"/>
                                <a:ea typeface="微软雅黑" panose="020B0503020204020204" pitchFamily="34" charset="-122"/>
                              </a:rPr>
                            </m:ctrlPr>
                          </m:sSubPr>
                          <m:e>
                            <m:r>
                              <a:rPr kumimoji="1" lang="en-US" altLang="zh-CN" sz="2800" b="0" i="1" dirty="0" smtClean="0">
                                <a:solidFill>
                                  <a:srgbClr val="0000FF"/>
                                </a:solidFill>
                                <a:latin typeface="Cambria Math" panose="02040503050406030204" pitchFamily="18" charset="0"/>
                                <a:ea typeface="微软雅黑" panose="020B0503020204020204" pitchFamily="34" charset="-122"/>
                              </a:rPr>
                              <m:t>𝐼</m:t>
                            </m:r>
                          </m:e>
                          <m:sub>
                            <m:r>
                              <m:rPr>
                                <m:sty m:val="p"/>
                              </m:rPr>
                              <a:rPr kumimoji="1" lang="en-US" altLang="zh-CN" sz="2800" b="0" i="0" dirty="0" smtClean="0">
                                <a:solidFill>
                                  <a:srgbClr val="0000FF"/>
                                </a:solidFill>
                                <a:latin typeface="Cambria Math" panose="02040503050406030204" pitchFamily="18" charset="0"/>
                                <a:ea typeface="微软雅黑" panose="020B0503020204020204" pitchFamily="34" charset="-122"/>
                              </a:rPr>
                              <m:t>E</m:t>
                            </m:r>
                          </m:sub>
                        </m:sSub>
                      </m:oMath>
                    </m:oMathPara>
                  </a14:m>
                  <a:endParaRPr dirty="0"/>
                </a:p>
              </p:txBody>
            </p:sp>
          </mc:Choice>
          <mc:Fallback xmlns="">
            <p:sp>
              <p:nvSpPr>
                <p:cNvPr id="292" name="文本框 291">
                  <a:extLst>
                    <a:ext uri="{FF2B5EF4-FFF2-40B4-BE49-F238E27FC236}">
                      <a16:creationId xmlns:a16="http://schemas.microsoft.com/office/drawing/2014/main" id="{C6924D4E-07EE-CE2E-56F0-200265B0B5B1}"/>
                    </a:ext>
                  </a:extLst>
                </p:cNvPr>
                <p:cNvSpPr txBox="1">
                  <a:spLocks noRot="1" noChangeAspect="1" noMove="1" noResize="1" noEditPoints="1" noAdjustHandles="1" noChangeArrowheads="1" noChangeShapeType="1" noTextEdit="1"/>
                </p:cNvSpPr>
                <p:nvPr/>
              </p:nvSpPr>
              <p:spPr>
                <a:xfrm>
                  <a:off x="6966000" y="5652000"/>
                  <a:ext cx="504000" cy="540000"/>
                </a:xfrm>
                <a:prstGeom prst="rect">
                  <a:avLst/>
                </a:prstGeom>
                <a:blipFill>
                  <a:blip r:embed="rId50"/>
                  <a:stretch>
                    <a:fillRect/>
                  </a:stretch>
                </a:blipFill>
              </p:spPr>
              <p:txBody>
                <a:bodyPr/>
                <a:lstStyle/>
                <a:p>
                  <a:r>
                    <a:rPr lang="zh-CN" altLang="en-US">
                      <a:noFill/>
                    </a:rPr>
                    <a:t> </a:t>
                  </a:r>
                </a:p>
              </p:txBody>
            </p:sp>
          </mc:Fallback>
        </mc:AlternateContent>
        <p:cxnSp>
          <p:nvCxnSpPr>
            <p:cNvPr id="132" name="直接箭头连接符 131">
              <a:extLst>
                <a:ext uri="{FF2B5EF4-FFF2-40B4-BE49-F238E27FC236}">
                  <a16:creationId xmlns:a16="http://schemas.microsoft.com/office/drawing/2014/main" id="{82C72AAB-C7C0-8233-B782-61B11C41A434}"/>
                </a:ext>
              </a:extLst>
            </p:cNvPr>
            <p:cNvCxnSpPr>
              <a:cxnSpLocks/>
            </p:cNvCxnSpPr>
            <p:nvPr/>
          </p:nvCxnSpPr>
          <p:spPr>
            <a:xfrm flipV="1">
              <a:off x="6966000" y="5652000"/>
              <a:ext cx="0" cy="540000"/>
            </a:xfrm>
            <a:prstGeom prst="straightConnector1">
              <a:avLst/>
            </a:prstGeom>
            <a:ln w="25400">
              <a:solidFill>
                <a:srgbClr val="0000FF"/>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900E865E-545A-2998-3097-C9A77827828F}"/>
                </a:ext>
              </a:extLst>
            </p:cNvPr>
            <p:cNvSpPr/>
            <p:nvPr/>
          </p:nvSpPr>
          <p:spPr>
            <a:xfrm>
              <a:off x="8064000" y="3639600"/>
              <a:ext cx="108000" cy="108000"/>
            </a:xfrm>
            <a:prstGeom prst="ellipse">
              <a:avLst/>
            </a:prstGeom>
            <a:solidFill>
              <a:srgbClr val="0000FF"/>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4" name="直接箭头连接符 223">
              <a:extLst>
                <a:ext uri="{FF2B5EF4-FFF2-40B4-BE49-F238E27FC236}">
                  <a16:creationId xmlns:a16="http://schemas.microsoft.com/office/drawing/2014/main" id="{2EF73246-9A43-CD1D-CC2E-92FC9A3DB681}"/>
                </a:ext>
              </a:extLst>
            </p:cNvPr>
            <p:cNvCxnSpPr>
              <a:cxnSpLocks/>
            </p:cNvCxnSpPr>
            <p:nvPr/>
          </p:nvCxnSpPr>
          <p:spPr>
            <a:xfrm>
              <a:off x="8064000" y="3693600"/>
              <a:ext cx="864000" cy="0"/>
            </a:xfrm>
            <a:prstGeom prst="straightConnector1">
              <a:avLst/>
            </a:prstGeom>
            <a:ln w="12700">
              <a:solidFill>
                <a:srgbClr val="0000FF"/>
              </a:solidFill>
              <a:tailEnd type="triangle" w="sm" len="lg"/>
            </a:ln>
          </p:spPr>
          <p:style>
            <a:lnRef idx="1">
              <a:schemeClr val="accent1"/>
            </a:lnRef>
            <a:fillRef idx="0">
              <a:schemeClr val="accent1"/>
            </a:fillRef>
            <a:effectRef idx="0">
              <a:schemeClr val="accent1"/>
            </a:effectRef>
            <a:fontRef idx="minor">
              <a:schemeClr val="tx1"/>
            </a:fontRef>
          </p:style>
        </p:cxnSp>
        <p:sp>
          <p:nvSpPr>
            <p:cNvPr id="225" name="椭圆 224">
              <a:extLst>
                <a:ext uri="{FF2B5EF4-FFF2-40B4-BE49-F238E27FC236}">
                  <a16:creationId xmlns:a16="http://schemas.microsoft.com/office/drawing/2014/main" id="{FA2AB7E2-B854-8AC2-2171-C030E1AF5E25}"/>
                </a:ext>
              </a:extLst>
            </p:cNvPr>
            <p:cNvSpPr/>
            <p:nvPr/>
          </p:nvSpPr>
          <p:spPr>
            <a:xfrm>
              <a:off x="8064000" y="3769200"/>
              <a:ext cx="108000" cy="108000"/>
            </a:xfrm>
            <a:prstGeom prst="ellipse">
              <a:avLst/>
            </a:prstGeom>
            <a:solidFill>
              <a:srgbClr val="0000FF"/>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6" name="椭圆 225">
              <a:extLst>
                <a:ext uri="{FF2B5EF4-FFF2-40B4-BE49-F238E27FC236}">
                  <a16:creationId xmlns:a16="http://schemas.microsoft.com/office/drawing/2014/main" id="{F7511006-8492-02A4-9A22-72BB8B5B4C1F}"/>
                </a:ext>
              </a:extLst>
            </p:cNvPr>
            <p:cNvSpPr/>
            <p:nvPr/>
          </p:nvSpPr>
          <p:spPr>
            <a:xfrm>
              <a:off x="8064000" y="3898800"/>
              <a:ext cx="108000" cy="108000"/>
            </a:xfrm>
            <a:prstGeom prst="ellipse">
              <a:avLst/>
            </a:prstGeom>
            <a:solidFill>
              <a:srgbClr val="0000FF"/>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7" name="椭圆 226">
              <a:extLst>
                <a:ext uri="{FF2B5EF4-FFF2-40B4-BE49-F238E27FC236}">
                  <a16:creationId xmlns:a16="http://schemas.microsoft.com/office/drawing/2014/main" id="{8D2264FF-FD5A-A645-7C05-DFDCF9D383EA}"/>
                </a:ext>
              </a:extLst>
            </p:cNvPr>
            <p:cNvSpPr/>
            <p:nvPr/>
          </p:nvSpPr>
          <p:spPr>
            <a:xfrm>
              <a:off x="8064000" y="4028400"/>
              <a:ext cx="108000" cy="108000"/>
            </a:xfrm>
            <a:prstGeom prst="ellipse">
              <a:avLst/>
            </a:prstGeom>
            <a:solidFill>
              <a:srgbClr val="0000FF"/>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8" name="直接箭头连接符 227">
              <a:extLst>
                <a:ext uri="{FF2B5EF4-FFF2-40B4-BE49-F238E27FC236}">
                  <a16:creationId xmlns:a16="http://schemas.microsoft.com/office/drawing/2014/main" id="{6AE7A9AD-D8C1-56DE-F602-08A2122B5884}"/>
                </a:ext>
              </a:extLst>
            </p:cNvPr>
            <p:cNvCxnSpPr>
              <a:cxnSpLocks/>
            </p:cNvCxnSpPr>
            <p:nvPr/>
          </p:nvCxnSpPr>
          <p:spPr>
            <a:xfrm>
              <a:off x="8064000" y="3823200"/>
              <a:ext cx="864000" cy="0"/>
            </a:xfrm>
            <a:prstGeom prst="straightConnector1">
              <a:avLst/>
            </a:prstGeom>
            <a:ln w="12700">
              <a:solidFill>
                <a:srgbClr val="0000FF"/>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229" name="直接箭头连接符 228">
              <a:extLst>
                <a:ext uri="{FF2B5EF4-FFF2-40B4-BE49-F238E27FC236}">
                  <a16:creationId xmlns:a16="http://schemas.microsoft.com/office/drawing/2014/main" id="{D29A5E4D-7BF9-B6D1-D308-E00657029C47}"/>
                </a:ext>
              </a:extLst>
            </p:cNvPr>
            <p:cNvCxnSpPr>
              <a:cxnSpLocks/>
            </p:cNvCxnSpPr>
            <p:nvPr/>
          </p:nvCxnSpPr>
          <p:spPr>
            <a:xfrm>
              <a:off x="8064000" y="3952800"/>
              <a:ext cx="864000" cy="0"/>
            </a:xfrm>
            <a:prstGeom prst="straightConnector1">
              <a:avLst/>
            </a:prstGeom>
            <a:ln w="12700">
              <a:solidFill>
                <a:srgbClr val="0000FF"/>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230" name="直接箭头连接符 229">
              <a:extLst>
                <a:ext uri="{FF2B5EF4-FFF2-40B4-BE49-F238E27FC236}">
                  <a16:creationId xmlns:a16="http://schemas.microsoft.com/office/drawing/2014/main" id="{3A15389D-6BE9-4819-CE3D-E8B65978699C}"/>
                </a:ext>
              </a:extLst>
            </p:cNvPr>
            <p:cNvCxnSpPr>
              <a:cxnSpLocks/>
            </p:cNvCxnSpPr>
            <p:nvPr/>
          </p:nvCxnSpPr>
          <p:spPr>
            <a:xfrm>
              <a:off x="8064000" y="4082400"/>
              <a:ext cx="864000" cy="0"/>
            </a:xfrm>
            <a:prstGeom prst="straightConnector1">
              <a:avLst/>
            </a:prstGeom>
            <a:ln w="12700">
              <a:solidFill>
                <a:srgbClr val="0000FF"/>
              </a:solidFill>
              <a:tailEnd type="triangle" w="sm" len="lg"/>
            </a:ln>
          </p:spPr>
          <p:style>
            <a:lnRef idx="1">
              <a:schemeClr val="accent1"/>
            </a:lnRef>
            <a:fillRef idx="0">
              <a:schemeClr val="accent1"/>
            </a:fillRef>
            <a:effectRef idx="0">
              <a:schemeClr val="accent1"/>
            </a:effectRef>
            <a:fontRef idx="minor">
              <a:schemeClr val="tx1"/>
            </a:fontRef>
          </p:style>
        </p:cxnSp>
        <p:sp>
          <p:nvSpPr>
            <p:cNvPr id="231" name="椭圆 230">
              <a:extLst>
                <a:ext uri="{FF2B5EF4-FFF2-40B4-BE49-F238E27FC236}">
                  <a16:creationId xmlns:a16="http://schemas.microsoft.com/office/drawing/2014/main" id="{04DE5BCA-4BAF-7033-0275-266022E0DE38}"/>
                </a:ext>
              </a:extLst>
            </p:cNvPr>
            <p:cNvSpPr/>
            <p:nvPr/>
          </p:nvSpPr>
          <p:spPr>
            <a:xfrm>
              <a:off x="9090000" y="6282000"/>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5844675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409D0D-40CE-F960-7DB2-163B31BB5B9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模拟部分（基于 </a:t>
            </a:r>
            <a:r>
              <a:rPr lang="en-US" altLang="zh-CN" sz="3000" dirty="0">
                <a:solidFill>
                  <a:srgbClr val="FFFF00"/>
                </a:solidFill>
              </a:rPr>
              <a:t>BJT </a:t>
            </a:r>
            <a:r>
              <a:rPr lang="zh-CN" altLang="en-US" sz="3000" dirty="0">
                <a:solidFill>
                  <a:srgbClr val="FFFF00"/>
                </a:solidFill>
              </a:rPr>
              <a:t>的放大电路）</a:t>
            </a:r>
          </a:p>
        </p:txBody>
      </p:sp>
      <p:grpSp>
        <p:nvGrpSpPr>
          <p:cNvPr id="8" name="组合 7">
            <a:extLst>
              <a:ext uri="{FF2B5EF4-FFF2-40B4-BE49-F238E27FC236}">
                <a16:creationId xmlns:a16="http://schemas.microsoft.com/office/drawing/2014/main" id="{0D8227B9-96C8-0971-B20A-6309D911DA05}"/>
              </a:ext>
            </a:extLst>
          </p:cNvPr>
          <p:cNvGrpSpPr/>
          <p:nvPr/>
        </p:nvGrpSpPr>
        <p:grpSpPr>
          <a:xfrm>
            <a:off x="11449269" y="6198682"/>
            <a:ext cx="786273" cy="548639"/>
            <a:chOff x="11454918" y="5839511"/>
            <a:chExt cx="786273" cy="548639"/>
          </a:xfrm>
        </p:grpSpPr>
        <p:grpSp>
          <p:nvGrpSpPr>
            <p:cNvPr id="9" name="组合 8">
              <a:extLst>
                <a:ext uri="{FF2B5EF4-FFF2-40B4-BE49-F238E27FC236}">
                  <a16:creationId xmlns:a16="http://schemas.microsoft.com/office/drawing/2014/main" id="{906F97CF-E919-6099-5F86-DA64A7B2167D}"/>
                </a:ext>
              </a:extLst>
            </p:cNvPr>
            <p:cNvGrpSpPr/>
            <p:nvPr/>
          </p:nvGrpSpPr>
          <p:grpSpPr>
            <a:xfrm>
              <a:off x="11454918" y="5867450"/>
              <a:ext cx="737081" cy="520700"/>
              <a:chOff x="11454918" y="5867450"/>
              <a:chExt cx="737081" cy="520700"/>
            </a:xfrm>
          </p:grpSpPr>
          <p:sp>
            <p:nvSpPr>
              <p:cNvPr id="11" name="箭头: 五边形 10">
                <a:extLst>
                  <a:ext uri="{FF2B5EF4-FFF2-40B4-BE49-F238E27FC236}">
                    <a16:creationId xmlns:a16="http://schemas.microsoft.com/office/drawing/2014/main" id="{C7AD13C9-E3F6-0DC9-0E0C-7B52E96C3965}"/>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箭头: V 形 11">
                <a:extLst>
                  <a:ext uri="{FF2B5EF4-FFF2-40B4-BE49-F238E27FC236}">
                    <a16:creationId xmlns:a16="http://schemas.microsoft.com/office/drawing/2014/main" id="{3894C83F-EF54-4CD1-DD14-EDD98536B31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0" name="灯片编号占位符 3">
              <a:extLst>
                <a:ext uri="{FF2B5EF4-FFF2-40B4-BE49-F238E27FC236}">
                  <a16:creationId xmlns:a16="http://schemas.microsoft.com/office/drawing/2014/main" id="{A5682697-E2D4-9B20-ED61-FD9764853FF7}"/>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59</a:t>
              </a:fld>
              <a:endParaRPr lang="zh-CN" altLang="en-US" sz="3200" dirty="0">
                <a:solidFill>
                  <a:schemeClr val="bg1"/>
                </a:solidFill>
                <a:latin typeface="Candara"/>
                <a:ea typeface="微软雅黑"/>
              </a:endParaRPr>
            </a:p>
          </p:txBody>
        </p:sp>
      </p:grpSp>
      <p:sp>
        <p:nvSpPr>
          <p:cNvPr id="13" name="文本框 12">
            <a:extLst>
              <a:ext uri="{FF2B5EF4-FFF2-40B4-BE49-F238E27FC236}">
                <a16:creationId xmlns:a16="http://schemas.microsoft.com/office/drawing/2014/main" id="{D313A3B8-0E1C-5057-22A2-F2BCA54A05F5}"/>
              </a:ext>
            </a:extLst>
          </p:cNvPr>
          <p:cNvSpPr txBox="1"/>
          <p:nvPr/>
        </p:nvSpPr>
        <p:spPr>
          <a:xfrm>
            <a:off x="360001" y="827142"/>
            <a:ext cx="4100240" cy="213225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BJT </a:t>
            </a:r>
            <a:r>
              <a:rPr kumimoji="1" lang="zh-CN" altLang="en-US" sz="2800" dirty="0">
                <a:solidFill>
                  <a:srgbClr val="002060"/>
                </a:solidFill>
                <a:latin typeface="微软雅黑" panose="020B0503020204020204" pitchFamily="34" charset="-122"/>
                <a:ea typeface="微软雅黑" panose="020B0503020204020204" pitchFamily="34" charset="-122"/>
              </a:rPr>
              <a:t>放大电路：</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共发射极放大电路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共集电极放大电路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共基极放大电路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C6A94E26-CC69-5CD0-67C3-551DDCBAE725}"/>
              </a:ext>
            </a:extLst>
          </p:cNvPr>
          <p:cNvSpPr txBox="1"/>
          <p:nvPr/>
        </p:nvSpPr>
        <p:spPr>
          <a:xfrm>
            <a:off x="1395437" y="5760000"/>
            <a:ext cx="1429887" cy="497957"/>
          </a:xfrm>
          <a:prstGeom prst="rect">
            <a:avLst/>
          </a:prstGeom>
          <a:noFill/>
        </p:spPr>
        <p:txBody>
          <a:bodyPr wrap="square">
            <a:spAutoFit/>
          </a:bodyPr>
          <a:lstStyle/>
          <a:p>
            <a:pPr algn="ctr">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共发射极</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E2F08CC4-EDDD-ED97-0EA5-AFD54A369B96}"/>
              </a:ext>
            </a:extLst>
          </p:cNvPr>
          <p:cNvSpPr txBox="1"/>
          <p:nvPr/>
        </p:nvSpPr>
        <p:spPr>
          <a:xfrm>
            <a:off x="5344746" y="5760000"/>
            <a:ext cx="1761367" cy="497957"/>
          </a:xfrm>
          <a:prstGeom prst="rect">
            <a:avLst/>
          </a:prstGeom>
          <a:noFill/>
        </p:spPr>
        <p:txBody>
          <a:bodyPr wrap="square">
            <a:spAutoFit/>
          </a:bodyPr>
          <a:lstStyle/>
          <a:p>
            <a:pPr algn="ctr">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共集电极</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6FE5823E-392B-8065-E67C-D7B3AA2C4C59}"/>
              </a:ext>
            </a:extLst>
          </p:cNvPr>
          <p:cNvSpPr txBox="1"/>
          <p:nvPr/>
        </p:nvSpPr>
        <p:spPr>
          <a:xfrm>
            <a:off x="9315737" y="5759999"/>
            <a:ext cx="1761367" cy="497957"/>
          </a:xfrm>
          <a:prstGeom prst="rect">
            <a:avLst/>
          </a:prstGeom>
          <a:noFill/>
        </p:spPr>
        <p:txBody>
          <a:bodyPr wrap="square">
            <a:spAutoFit/>
          </a:bodyPr>
          <a:lstStyle/>
          <a:p>
            <a:pPr algn="ctr">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共基极</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A1B30AF7-4E56-F823-6310-2379ACC99ADD}"/>
              </a:ext>
            </a:extLst>
          </p:cNvPr>
          <p:cNvSpPr txBox="1"/>
          <p:nvPr/>
        </p:nvSpPr>
        <p:spPr>
          <a:xfrm>
            <a:off x="727069" y="6206694"/>
            <a:ext cx="2649565" cy="497957"/>
          </a:xfrm>
          <a:prstGeom prst="rect">
            <a:avLst/>
          </a:prstGeom>
          <a:noFill/>
        </p:spPr>
        <p:txBody>
          <a:bodyPr wrap="square">
            <a:spAutoFit/>
          </a:bodyPr>
          <a:lstStyle/>
          <a:p>
            <a:pPr algn="ctr">
              <a:lnSpc>
                <a:spcPct val="120000"/>
              </a:lnSpc>
              <a:spcAft>
                <a:spcPts val="600"/>
              </a:spcAft>
            </a:pPr>
            <a:r>
              <a:rPr kumimoji="1" lang="zh-CN" altLang="en-US" sz="2400" dirty="0">
                <a:solidFill>
                  <a:srgbClr val="0000FF"/>
                </a:solidFill>
                <a:latin typeface="微软雅黑" panose="020B0503020204020204" pitchFamily="34" charset="-122"/>
                <a:ea typeface="微软雅黑" panose="020B0503020204020204" pitchFamily="34" charset="-122"/>
              </a:rPr>
              <a:t>使用最广泛</a:t>
            </a:r>
            <a:endParaRPr kumimoji="1" lang="en-US" altLang="zh-CN" sz="2400" dirty="0">
              <a:solidFill>
                <a:srgbClr val="0000FF"/>
              </a:solidFill>
              <a:latin typeface="微软雅黑" panose="020B0503020204020204" pitchFamily="34" charset="-122"/>
              <a:ea typeface="微软雅黑" panose="020B0503020204020204" pitchFamily="34" charset="-122"/>
            </a:endParaRPr>
          </a:p>
        </p:txBody>
      </p:sp>
      <p:grpSp>
        <p:nvGrpSpPr>
          <p:cNvPr id="19" name="组合 18">
            <a:extLst>
              <a:ext uri="{FF2B5EF4-FFF2-40B4-BE49-F238E27FC236}">
                <a16:creationId xmlns:a16="http://schemas.microsoft.com/office/drawing/2014/main" id="{F57C3CA6-7097-61DC-A43C-A078239C3C7B}"/>
              </a:ext>
            </a:extLst>
          </p:cNvPr>
          <p:cNvGrpSpPr/>
          <p:nvPr/>
        </p:nvGrpSpPr>
        <p:grpSpPr>
          <a:xfrm>
            <a:off x="792000" y="3240000"/>
            <a:ext cx="2664000" cy="2477665"/>
            <a:chOff x="4680000" y="1260000"/>
            <a:chExt cx="2664000" cy="2477665"/>
          </a:xfrm>
        </p:grpSpPr>
        <p:sp>
          <p:nvSpPr>
            <p:cNvPr id="20" name="文本框 19">
              <a:extLst>
                <a:ext uri="{FF2B5EF4-FFF2-40B4-BE49-F238E27FC236}">
                  <a16:creationId xmlns:a16="http://schemas.microsoft.com/office/drawing/2014/main" id="{926AFBC3-B317-ED06-D139-923DF234908E}"/>
                </a:ext>
              </a:extLst>
            </p:cNvPr>
            <p:cNvSpPr txBox="1"/>
            <p:nvPr/>
          </p:nvSpPr>
          <p:spPr>
            <a:xfrm>
              <a:off x="4680000" y="2448000"/>
              <a:ext cx="360000" cy="1008000"/>
            </a:xfrm>
            <a:prstGeom prst="rect">
              <a:avLst/>
            </a:prstGeom>
            <a:noFill/>
          </p:spPr>
          <p:txBody>
            <a:bodyPr wrap="square">
              <a:spAutoFit/>
            </a:bodyPr>
            <a:lstStyle/>
            <a:p>
              <a:pPr algn="ctr"/>
              <a:r>
                <a:rPr kumimoji="1" lang="zh-CN" altLang="en-US" sz="2000" dirty="0">
                  <a:solidFill>
                    <a:srgbClr val="C00000"/>
                  </a:solidFill>
                  <a:latin typeface="微软雅黑" panose="020B0503020204020204" pitchFamily="34" charset="-122"/>
                  <a:ea typeface="微软雅黑" panose="020B0503020204020204" pitchFamily="34" charset="-122"/>
                </a:rPr>
                <a:t>输入口</a:t>
              </a:r>
              <a:endParaRPr lang="zh-CN" altLang="en-US" sz="2000" dirty="0">
                <a:solidFill>
                  <a:srgbClr val="C00000"/>
                </a:solidFill>
              </a:endParaRPr>
            </a:p>
          </p:txBody>
        </p:sp>
        <p:sp>
          <p:nvSpPr>
            <p:cNvPr id="21" name="文本框 20">
              <a:extLst>
                <a:ext uri="{FF2B5EF4-FFF2-40B4-BE49-F238E27FC236}">
                  <a16:creationId xmlns:a16="http://schemas.microsoft.com/office/drawing/2014/main" id="{C6F5B16E-499A-79E8-2E0A-D0FAC7DB1474}"/>
                </a:ext>
              </a:extLst>
            </p:cNvPr>
            <p:cNvSpPr txBox="1"/>
            <p:nvPr/>
          </p:nvSpPr>
          <p:spPr>
            <a:xfrm>
              <a:off x="6084000" y="3276000"/>
              <a:ext cx="432000" cy="461665"/>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22" name="直接连接符 21">
              <a:extLst>
                <a:ext uri="{FF2B5EF4-FFF2-40B4-BE49-F238E27FC236}">
                  <a16:creationId xmlns:a16="http://schemas.microsoft.com/office/drawing/2014/main" id="{A829D8AD-BCC2-76EC-9FE2-2D03160E7A10}"/>
                </a:ext>
              </a:extLst>
            </p:cNvPr>
            <p:cNvCxnSpPr>
              <a:cxnSpLocks/>
            </p:cNvCxnSpPr>
            <p:nvPr/>
          </p:nvCxnSpPr>
          <p:spPr>
            <a:xfrm flipV="1">
              <a:off x="5868000" y="2231400"/>
              <a:ext cx="0" cy="72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AF05395A-62F8-3AC5-DB54-B67DFF431694}"/>
                </a:ext>
              </a:extLst>
            </p:cNvPr>
            <p:cNvCxnSpPr>
              <a:cxnSpLocks/>
            </p:cNvCxnSpPr>
            <p:nvPr/>
          </p:nvCxnSpPr>
          <p:spPr>
            <a:xfrm flipV="1">
              <a:off x="5868000" y="2214000"/>
              <a:ext cx="432000" cy="21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1590A02F-6888-97AD-7CC3-1BCAB158DCF3}"/>
                </a:ext>
              </a:extLst>
            </p:cNvPr>
            <p:cNvCxnSpPr>
              <a:cxnSpLocks/>
            </p:cNvCxnSpPr>
            <p:nvPr/>
          </p:nvCxnSpPr>
          <p:spPr>
            <a:xfrm>
              <a:off x="5868000" y="2754000"/>
              <a:ext cx="432000" cy="216000"/>
            </a:xfrm>
            <a:prstGeom prst="line">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19C3C18A-BC89-B5AE-D302-B31C8EBDDB4B}"/>
                </a:ext>
              </a:extLst>
            </p:cNvPr>
            <p:cNvCxnSpPr>
              <a:cxnSpLocks/>
            </p:cNvCxnSpPr>
            <p:nvPr/>
          </p:nvCxnSpPr>
          <p:spPr>
            <a:xfrm flipV="1">
              <a:off x="6300000" y="176400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39C04273-33C3-8643-E4BB-CE2F79DA57C8}"/>
                </a:ext>
              </a:extLst>
            </p:cNvPr>
            <p:cNvCxnSpPr>
              <a:cxnSpLocks/>
            </p:cNvCxnSpPr>
            <p:nvPr/>
          </p:nvCxnSpPr>
          <p:spPr>
            <a:xfrm flipV="1">
              <a:off x="6299999" y="2970000"/>
              <a:ext cx="0" cy="36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B318BA12-5505-7F03-4230-0EB7F2EE8C03}"/>
                </a:ext>
              </a:extLst>
            </p:cNvPr>
            <p:cNvCxnSpPr>
              <a:cxnSpLocks/>
            </p:cNvCxnSpPr>
            <p:nvPr/>
          </p:nvCxnSpPr>
          <p:spPr>
            <a:xfrm>
              <a:off x="5184000" y="2592000"/>
              <a:ext cx="68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C41DC651-869A-F792-244D-FB8D2A66085F}"/>
                </a:ext>
              </a:extLst>
            </p:cNvPr>
            <p:cNvSpPr txBox="1"/>
            <p:nvPr/>
          </p:nvSpPr>
          <p:spPr>
            <a:xfrm>
              <a:off x="4960800" y="2088000"/>
              <a:ext cx="432000" cy="461665"/>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b</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9" name="椭圆 28">
              <a:extLst>
                <a:ext uri="{FF2B5EF4-FFF2-40B4-BE49-F238E27FC236}">
                  <a16:creationId xmlns:a16="http://schemas.microsoft.com/office/drawing/2014/main" id="{8D4425E7-9C02-1C9C-A09A-648941C0BF25}"/>
                </a:ext>
              </a:extLst>
            </p:cNvPr>
            <p:cNvSpPr/>
            <p:nvPr/>
          </p:nvSpPr>
          <p:spPr>
            <a:xfrm>
              <a:off x="5112000" y="2527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30" name="椭圆 29">
              <a:extLst>
                <a:ext uri="{FF2B5EF4-FFF2-40B4-BE49-F238E27FC236}">
                  <a16:creationId xmlns:a16="http://schemas.microsoft.com/office/drawing/2014/main" id="{FED87D05-522A-C99A-BB93-62B578361D0F}"/>
                </a:ext>
              </a:extLst>
            </p:cNvPr>
            <p:cNvSpPr/>
            <p:nvPr/>
          </p:nvSpPr>
          <p:spPr>
            <a:xfrm>
              <a:off x="6912000" y="1699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31" name="文本框 30">
              <a:extLst>
                <a:ext uri="{FF2B5EF4-FFF2-40B4-BE49-F238E27FC236}">
                  <a16:creationId xmlns:a16="http://schemas.microsoft.com/office/drawing/2014/main" id="{E3852305-D07E-E216-BCEE-12B0F0997803}"/>
                </a:ext>
              </a:extLst>
            </p:cNvPr>
            <p:cNvSpPr txBox="1"/>
            <p:nvPr/>
          </p:nvSpPr>
          <p:spPr>
            <a:xfrm>
              <a:off x="6760800" y="1260000"/>
              <a:ext cx="432000" cy="461665"/>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32" name="直接连接符 31">
              <a:extLst>
                <a:ext uri="{FF2B5EF4-FFF2-40B4-BE49-F238E27FC236}">
                  <a16:creationId xmlns:a16="http://schemas.microsoft.com/office/drawing/2014/main" id="{A88821F8-7F0E-A316-668B-5FFBFEE0B0BD}"/>
                </a:ext>
              </a:extLst>
            </p:cNvPr>
            <p:cNvCxnSpPr>
              <a:cxnSpLocks/>
            </p:cNvCxnSpPr>
            <p:nvPr/>
          </p:nvCxnSpPr>
          <p:spPr>
            <a:xfrm>
              <a:off x="6300000" y="1764000"/>
              <a:ext cx="61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3C81C1D5-06F9-02B8-CA02-D854F39BB6FF}"/>
                </a:ext>
              </a:extLst>
            </p:cNvPr>
            <p:cNvCxnSpPr>
              <a:cxnSpLocks/>
            </p:cNvCxnSpPr>
            <p:nvPr/>
          </p:nvCxnSpPr>
          <p:spPr>
            <a:xfrm>
              <a:off x="5184000" y="3330000"/>
              <a:ext cx="180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椭圆 33">
              <a:extLst>
                <a:ext uri="{FF2B5EF4-FFF2-40B4-BE49-F238E27FC236}">
                  <a16:creationId xmlns:a16="http://schemas.microsoft.com/office/drawing/2014/main" id="{1BC9394E-8EC8-6834-9A49-8EE0E04FEA87}"/>
                </a:ext>
              </a:extLst>
            </p:cNvPr>
            <p:cNvSpPr/>
            <p:nvPr/>
          </p:nvSpPr>
          <p:spPr>
            <a:xfrm>
              <a:off x="5112000" y="3265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35" name="椭圆 34">
              <a:extLst>
                <a:ext uri="{FF2B5EF4-FFF2-40B4-BE49-F238E27FC236}">
                  <a16:creationId xmlns:a16="http://schemas.microsoft.com/office/drawing/2014/main" id="{ADB1BA02-1880-7738-0176-90F4CE9135A0}"/>
                </a:ext>
              </a:extLst>
            </p:cNvPr>
            <p:cNvSpPr/>
            <p:nvPr/>
          </p:nvSpPr>
          <p:spPr>
            <a:xfrm>
              <a:off x="6912000" y="3265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36" name="椭圆 35">
              <a:extLst>
                <a:ext uri="{FF2B5EF4-FFF2-40B4-BE49-F238E27FC236}">
                  <a16:creationId xmlns:a16="http://schemas.microsoft.com/office/drawing/2014/main" id="{828DF5F2-DB22-E138-0558-192D781AD17B}"/>
                </a:ext>
              </a:extLst>
            </p:cNvPr>
            <p:cNvSpPr/>
            <p:nvPr/>
          </p:nvSpPr>
          <p:spPr>
            <a:xfrm>
              <a:off x="6246000" y="3276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22B9C6C9-A5D7-A6C1-AF2C-96B1893F2720}"/>
                    </a:ext>
                  </a:extLst>
                </p:cNvPr>
                <p:cNvSpPr txBox="1"/>
                <p:nvPr/>
              </p:nvSpPr>
              <p:spPr>
                <a:xfrm>
                  <a:off x="6480000" y="1836000"/>
                  <a:ext cx="360000" cy="432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dirty="0" smtClean="0">
                                <a:solidFill>
                                  <a:srgbClr val="00B050"/>
                                </a:solidFill>
                                <a:latin typeface="Cambria Math" panose="02040503050406030204" pitchFamily="18" charset="0"/>
                                <a:ea typeface="微软雅黑" panose="020B0503020204020204" pitchFamily="34" charset="-122"/>
                              </a:rPr>
                            </m:ctrlPr>
                          </m:sSubPr>
                          <m:e>
                            <m:r>
                              <a:rPr kumimoji="1" lang="en-US" altLang="zh-CN" sz="2400" b="0" i="1" dirty="0" smtClean="0">
                                <a:solidFill>
                                  <a:srgbClr val="00B050"/>
                                </a:solidFill>
                                <a:latin typeface="Cambria Math" panose="02040503050406030204" pitchFamily="18" charset="0"/>
                                <a:ea typeface="微软雅黑" panose="020B0503020204020204" pitchFamily="34" charset="-122"/>
                              </a:rPr>
                              <m:t>𝑖</m:t>
                            </m:r>
                          </m:e>
                          <m:sub>
                            <m:r>
                              <m:rPr>
                                <m:sty m:val="p"/>
                              </m:rPr>
                              <a:rPr kumimoji="1" lang="en-US" altLang="zh-CN" sz="2400" dirty="0">
                                <a:solidFill>
                                  <a:srgbClr val="00B050"/>
                                </a:solidFill>
                                <a:latin typeface="Cambria Math" panose="02040503050406030204" pitchFamily="18" charset="0"/>
                                <a:ea typeface="微软雅黑" panose="020B0503020204020204" pitchFamily="34" charset="-122"/>
                              </a:rPr>
                              <m:t>C</m:t>
                            </m:r>
                          </m:sub>
                        </m:sSub>
                      </m:oMath>
                    </m:oMathPara>
                  </a14:m>
                  <a:endParaRPr lang="zh-CN" altLang="en-US" sz="2400" dirty="0">
                    <a:solidFill>
                      <a:srgbClr val="00B050"/>
                    </a:solidFill>
                  </a:endParaRPr>
                </a:p>
              </p:txBody>
            </p:sp>
          </mc:Choice>
          <mc:Fallback xmlns="">
            <p:sp>
              <p:nvSpPr>
                <p:cNvPr id="119" name="文本框 118">
                  <a:extLst>
                    <a:ext uri="{FF2B5EF4-FFF2-40B4-BE49-F238E27FC236}">
                      <a16:creationId xmlns:a16="http://schemas.microsoft.com/office/drawing/2014/main" id="{66032A40-FD6F-60E8-3435-7B6B9233BD9A}"/>
                    </a:ext>
                  </a:extLst>
                </p:cNvPr>
                <p:cNvSpPr txBox="1">
                  <a:spLocks noRot="1" noChangeAspect="1" noMove="1" noResize="1" noEditPoints="1" noAdjustHandles="1" noChangeArrowheads="1" noChangeShapeType="1" noTextEdit="1"/>
                </p:cNvSpPr>
                <p:nvPr/>
              </p:nvSpPr>
              <p:spPr>
                <a:xfrm>
                  <a:off x="6480000" y="1836000"/>
                  <a:ext cx="360000" cy="432000"/>
                </a:xfrm>
                <a:prstGeom prst="rect">
                  <a:avLst/>
                </a:prstGeom>
                <a:blipFill>
                  <a:blip r:embed="rId3"/>
                  <a:stretch>
                    <a:fillRect l="-5085" r="-13559" b="-9859"/>
                  </a:stretch>
                </a:blipFill>
              </p:spPr>
              <p:txBody>
                <a:bodyPr/>
                <a:lstStyle/>
                <a:p>
                  <a:r>
                    <a:rPr lang="zh-CN" altLang="en-US">
                      <a:noFill/>
                    </a:rPr>
                    <a:t> </a:t>
                  </a:r>
                </a:p>
              </p:txBody>
            </p:sp>
          </mc:Fallback>
        </mc:AlternateContent>
        <p:cxnSp>
          <p:nvCxnSpPr>
            <p:cNvPr id="38" name="直接箭头连接符 37">
              <a:extLst>
                <a:ext uri="{FF2B5EF4-FFF2-40B4-BE49-F238E27FC236}">
                  <a16:creationId xmlns:a16="http://schemas.microsoft.com/office/drawing/2014/main" id="{558928A3-D9D6-26CF-4C52-583A186AAB9D}"/>
                </a:ext>
              </a:extLst>
            </p:cNvPr>
            <p:cNvCxnSpPr>
              <a:cxnSpLocks/>
            </p:cNvCxnSpPr>
            <p:nvPr/>
          </p:nvCxnSpPr>
          <p:spPr>
            <a:xfrm flipH="1">
              <a:off x="6408000" y="1872000"/>
              <a:ext cx="432000" cy="0"/>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EDF07CCB-221A-0B39-2714-5E37B83710D0}"/>
                </a:ext>
              </a:extLst>
            </p:cNvPr>
            <p:cNvCxnSpPr>
              <a:cxnSpLocks/>
            </p:cNvCxnSpPr>
            <p:nvPr/>
          </p:nvCxnSpPr>
          <p:spPr>
            <a:xfrm flipH="1">
              <a:off x="5328000" y="2700000"/>
              <a:ext cx="432000" cy="0"/>
            </a:xfrm>
            <a:prstGeom prst="straightConnector1">
              <a:avLst/>
            </a:prstGeom>
            <a:ln w="25400">
              <a:solidFill>
                <a:srgbClr val="00B050"/>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526AC14D-334E-0777-94FE-9FB08640FC4C}"/>
                    </a:ext>
                  </a:extLst>
                </p:cNvPr>
                <p:cNvSpPr txBox="1"/>
                <p:nvPr/>
              </p:nvSpPr>
              <p:spPr>
                <a:xfrm>
                  <a:off x="5328000" y="2664000"/>
                  <a:ext cx="360000" cy="432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dirty="0" smtClean="0">
                                <a:solidFill>
                                  <a:srgbClr val="00B050"/>
                                </a:solidFill>
                                <a:latin typeface="Cambria Math" panose="02040503050406030204" pitchFamily="18" charset="0"/>
                                <a:ea typeface="微软雅黑" panose="020B0503020204020204" pitchFamily="34" charset="-122"/>
                              </a:rPr>
                            </m:ctrlPr>
                          </m:sSubPr>
                          <m:e>
                            <m:r>
                              <a:rPr kumimoji="1" lang="en-US" altLang="zh-CN" sz="2400" b="0" i="1" dirty="0" smtClean="0">
                                <a:solidFill>
                                  <a:srgbClr val="00B050"/>
                                </a:solidFill>
                                <a:latin typeface="Cambria Math" panose="02040503050406030204" pitchFamily="18" charset="0"/>
                                <a:ea typeface="微软雅黑" panose="020B0503020204020204" pitchFamily="34" charset="-122"/>
                              </a:rPr>
                              <m:t>𝑖</m:t>
                            </m:r>
                          </m:e>
                          <m:sub>
                            <m:r>
                              <m:rPr>
                                <m:sty m:val="p"/>
                              </m:rPr>
                              <a:rPr kumimoji="1" lang="en-US" altLang="zh-CN" sz="2400" b="0" i="0" dirty="0" smtClean="0">
                                <a:solidFill>
                                  <a:srgbClr val="00B050"/>
                                </a:solidFill>
                                <a:latin typeface="Cambria Math" panose="02040503050406030204" pitchFamily="18" charset="0"/>
                                <a:ea typeface="微软雅黑" panose="020B0503020204020204" pitchFamily="34" charset="-122"/>
                              </a:rPr>
                              <m:t>B</m:t>
                            </m:r>
                          </m:sub>
                        </m:sSub>
                      </m:oMath>
                    </m:oMathPara>
                  </a14:m>
                  <a:endParaRPr lang="zh-CN" altLang="en-US" sz="2400" dirty="0">
                    <a:solidFill>
                      <a:srgbClr val="00B050"/>
                    </a:solidFill>
                  </a:endParaRPr>
                </a:p>
              </p:txBody>
            </p:sp>
          </mc:Choice>
          <mc:Fallback xmlns="">
            <p:sp>
              <p:nvSpPr>
                <p:cNvPr id="121" name="文本框 120">
                  <a:extLst>
                    <a:ext uri="{FF2B5EF4-FFF2-40B4-BE49-F238E27FC236}">
                      <a16:creationId xmlns:a16="http://schemas.microsoft.com/office/drawing/2014/main" id="{FFB1D5EC-7E91-F224-D2CE-CFE4876CC64E}"/>
                    </a:ext>
                  </a:extLst>
                </p:cNvPr>
                <p:cNvSpPr txBox="1">
                  <a:spLocks noRot="1" noChangeAspect="1" noMove="1" noResize="1" noEditPoints="1" noAdjustHandles="1" noChangeArrowheads="1" noChangeShapeType="1" noTextEdit="1"/>
                </p:cNvSpPr>
                <p:nvPr/>
              </p:nvSpPr>
              <p:spPr>
                <a:xfrm>
                  <a:off x="5328000" y="2664000"/>
                  <a:ext cx="360000" cy="432000"/>
                </a:xfrm>
                <a:prstGeom prst="rect">
                  <a:avLst/>
                </a:prstGeom>
                <a:blipFill>
                  <a:blip r:embed="rId4"/>
                  <a:stretch>
                    <a:fillRect l="-5085" r="-16949" b="-9859"/>
                  </a:stretch>
                </a:blipFill>
              </p:spPr>
              <p:txBody>
                <a:bodyPr/>
                <a:lstStyle/>
                <a:p>
                  <a:r>
                    <a:rPr lang="zh-CN" altLang="en-US">
                      <a:noFill/>
                    </a:rPr>
                    <a:t> </a:t>
                  </a:r>
                </a:p>
              </p:txBody>
            </p:sp>
          </mc:Fallback>
        </mc:AlternateContent>
        <p:sp>
          <p:nvSpPr>
            <p:cNvPr id="41" name="文本框 40">
              <a:extLst>
                <a:ext uri="{FF2B5EF4-FFF2-40B4-BE49-F238E27FC236}">
                  <a16:creationId xmlns:a16="http://schemas.microsoft.com/office/drawing/2014/main" id="{477FF0E6-9A20-BF57-C6E8-62F5528D3309}"/>
                </a:ext>
              </a:extLst>
            </p:cNvPr>
            <p:cNvSpPr txBox="1"/>
            <p:nvPr/>
          </p:nvSpPr>
          <p:spPr>
            <a:xfrm>
              <a:off x="6984000" y="2034000"/>
              <a:ext cx="360000" cy="1015663"/>
            </a:xfrm>
            <a:prstGeom prst="rect">
              <a:avLst/>
            </a:prstGeom>
            <a:noFill/>
          </p:spPr>
          <p:txBody>
            <a:bodyPr wrap="square">
              <a:spAutoFit/>
            </a:bodyPr>
            <a:lstStyle/>
            <a:p>
              <a:pPr algn="ctr"/>
              <a:r>
                <a:rPr kumimoji="1" lang="zh-CN" altLang="en-US" sz="2000" dirty="0">
                  <a:solidFill>
                    <a:srgbClr val="C00000"/>
                  </a:solidFill>
                  <a:latin typeface="微软雅黑" panose="020B0503020204020204" pitchFamily="34" charset="-122"/>
                  <a:ea typeface="微软雅黑" panose="020B0503020204020204" pitchFamily="34" charset="-122"/>
                </a:rPr>
                <a:t>输出口</a:t>
              </a:r>
              <a:endParaRPr lang="zh-CN" altLang="en-US" sz="2000" dirty="0">
                <a:solidFill>
                  <a:srgbClr val="C00000"/>
                </a:solidFill>
              </a:endParaRPr>
            </a:p>
          </p:txBody>
        </p:sp>
      </p:grpSp>
      <p:grpSp>
        <p:nvGrpSpPr>
          <p:cNvPr id="42" name="组合 41">
            <a:extLst>
              <a:ext uri="{FF2B5EF4-FFF2-40B4-BE49-F238E27FC236}">
                <a16:creationId xmlns:a16="http://schemas.microsoft.com/office/drawing/2014/main" id="{B43C2250-5306-D056-0749-D0EDDBA58D77}"/>
              </a:ext>
            </a:extLst>
          </p:cNvPr>
          <p:cNvGrpSpPr/>
          <p:nvPr/>
        </p:nvGrpSpPr>
        <p:grpSpPr>
          <a:xfrm>
            <a:off x="4896000" y="3240000"/>
            <a:ext cx="2664000" cy="2477665"/>
            <a:chOff x="4680000" y="1260000"/>
            <a:chExt cx="2664000" cy="2477665"/>
          </a:xfrm>
        </p:grpSpPr>
        <p:sp>
          <p:nvSpPr>
            <p:cNvPr id="43" name="文本框 42">
              <a:extLst>
                <a:ext uri="{FF2B5EF4-FFF2-40B4-BE49-F238E27FC236}">
                  <a16:creationId xmlns:a16="http://schemas.microsoft.com/office/drawing/2014/main" id="{C8D06945-7409-8C1D-EDE1-1DE0DFC0A686}"/>
                </a:ext>
              </a:extLst>
            </p:cNvPr>
            <p:cNvSpPr txBox="1"/>
            <p:nvPr/>
          </p:nvSpPr>
          <p:spPr>
            <a:xfrm>
              <a:off x="4680000" y="2448000"/>
              <a:ext cx="360000" cy="1008000"/>
            </a:xfrm>
            <a:prstGeom prst="rect">
              <a:avLst/>
            </a:prstGeom>
            <a:noFill/>
          </p:spPr>
          <p:txBody>
            <a:bodyPr wrap="square">
              <a:spAutoFit/>
            </a:bodyPr>
            <a:lstStyle/>
            <a:p>
              <a:pPr algn="ctr"/>
              <a:r>
                <a:rPr kumimoji="1" lang="zh-CN" altLang="en-US" sz="2000" dirty="0">
                  <a:solidFill>
                    <a:srgbClr val="C00000"/>
                  </a:solidFill>
                  <a:latin typeface="微软雅黑" panose="020B0503020204020204" pitchFamily="34" charset="-122"/>
                  <a:ea typeface="微软雅黑" panose="020B0503020204020204" pitchFamily="34" charset="-122"/>
                </a:rPr>
                <a:t>输入口</a:t>
              </a:r>
              <a:endParaRPr lang="zh-CN" altLang="en-US" sz="2000" dirty="0">
                <a:solidFill>
                  <a:srgbClr val="C00000"/>
                </a:solidFill>
              </a:endParaRPr>
            </a:p>
          </p:txBody>
        </p:sp>
        <p:sp>
          <p:nvSpPr>
            <p:cNvPr id="44" name="文本框 43">
              <a:extLst>
                <a:ext uri="{FF2B5EF4-FFF2-40B4-BE49-F238E27FC236}">
                  <a16:creationId xmlns:a16="http://schemas.microsoft.com/office/drawing/2014/main" id="{FE458D88-2E42-8CF7-EA6F-C77E03A05413}"/>
                </a:ext>
              </a:extLst>
            </p:cNvPr>
            <p:cNvSpPr txBox="1"/>
            <p:nvPr/>
          </p:nvSpPr>
          <p:spPr>
            <a:xfrm>
              <a:off x="6084000" y="3276000"/>
              <a:ext cx="432000" cy="461665"/>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45" name="直接连接符 44">
              <a:extLst>
                <a:ext uri="{FF2B5EF4-FFF2-40B4-BE49-F238E27FC236}">
                  <a16:creationId xmlns:a16="http://schemas.microsoft.com/office/drawing/2014/main" id="{0C128997-4C50-20CA-A17D-13E406E5976A}"/>
                </a:ext>
              </a:extLst>
            </p:cNvPr>
            <p:cNvCxnSpPr>
              <a:cxnSpLocks/>
            </p:cNvCxnSpPr>
            <p:nvPr/>
          </p:nvCxnSpPr>
          <p:spPr>
            <a:xfrm flipV="1">
              <a:off x="5868000" y="2231400"/>
              <a:ext cx="0" cy="72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907235A9-3D27-101A-C392-E773BD28A66C}"/>
                </a:ext>
              </a:extLst>
            </p:cNvPr>
            <p:cNvCxnSpPr>
              <a:cxnSpLocks/>
            </p:cNvCxnSpPr>
            <p:nvPr/>
          </p:nvCxnSpPr>
          <p:spPr>
            <a:xfrm flipV="1">
              <a:off x="5868000" y="2214000"/>
              <a:ext cx="432000" cy="216000"/>
            </a:xfrm>
            <a:prstGeom prst="line">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2CFCEAEC-1174-41D8-C52C-D6B583BB7ACA}"/>
                </a:ext>
              </a:extLst>
            </p:cNvPr>
            <p:cNvCxnSpPr>
              <a:cxnSpLocks/>
            </p:cNvCxnSpPr>
            <p:nvPr/>
          </p:nvCxnSpPr>
          <p:spPr>
            <a:xfrm>
              <a:off x="5868000" y="2754000"/>
              <a:ext cx="432000" cy="216000"/>
            </a:xfrm>
            <a:prstGeom prst="line">
              <a:avLst/>
            </a:prstGeom>
            <a:ln w="381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3766603B-683F-2839-27E9-060B549803C8}"/>
                </a:ext>
              </a:extLst>
            </p:cNvPr>
            <p:cNvCxnSpPr>
              <a:cxnSpLocks/>
            </p:cNvCxnSpPr>
            <p:nvPr/>
          </p:nvCxnSpPr>
          <p:spPr>
            <a:xfrm flipV="1">
              <a:off x="6300000" y="176400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EDA5AC3-2004-28A3-BDCC-70378319B0D8}"/>
                </a:ext>
              </a:extLst>
            </p:cNvPr>
            <p:cNvCxnSpPr>
              <a:cxnSpLocks/>
            </p:cNvCxnSpPr>
            <p:nvPr/>
          </p:nvCxnSpPr>
          <p:spPr>
            <a:xfrm flipV="1">
              <a:off x="6299999" y="2970000"/>
              <a:ext cx="0" cy="36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DCFE1B37-936F-8E75-A17A-86564A785E54}"/>
                </a:ext>
              </a:extLst>
            </p:cNvPr>
            <p:cNvCxnSpPr>
              <a:cxnSpLocks/>
            </p:cNvCxnSpPr>
            <p:nvPr/>
          </p:nvCxnSpPr>
          <p:spPr>
            <a:xfrm>
              <a:off x="5184000" y="2592000"/>
              <a:ext cx="68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5B4B0932-3310-0143-6FC7-C83B0079F770}"/>
                </a:ext>
              </a:extLst>
            </p:cNvPr>
            <p:cNvSpPr txBox="1"/>
            <p:nvPr/>
          </p:nvSpPr>
          <p:spPr>
            <a:xfrm>
              <a:off x="4960800" y="2088000"/>
              <a:ext cx="432000" cy="461665"/>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b</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52" name="椭圆 51">
              <a:extLst>
                <a:ext uri="{FF2B5EF4-FFF2-40B4-BE49-F238E27FC236}">
                  <a16:creationId xmlns:a16="http://schemas.microsoft.com/office/drawing/2014/main" id="{40BEADD3-2375-6094-1658-BC425E7644A3}"/>
                </a:ext>
              </a:extLst>
            </p:cNvPr>
            <p:cNvSpPr/>
            <p:nvPr/>
          </p:nvSpPr>
          <p:spPr>
            <a:xfrm>
              <a:off x="5112000" y="2527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53" name="椭圆 52">
              <a:extLst>
                <a:ext uri="{FF2B5EF4-FFF2-40B4-BE49-F238E27FC236}">
                  <a16:creationId xmlns:a16="http://schemas.microsoft.com/office/drawing/2014/main" id="{E695B1BE-E9B2-FCC0-647A-E8B24A693B43}"/>
                </a:ext>
              </a:extLst>
            </p:cNvPr>
            <p:cNvSpPr/>
            <p:nvPr/>
          </p:nvSpPr>
          <p:spPr>
            <a:xfrm>
              <a:off x="6912000" y="1699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54" name="文本框 53">
              <a:extLst>
                <a:ext uri="{FF2B5EF4-FFF2-40B4-BE49-F238E27FC236}">
                  <a16:creationId xmlns:a16="http://schemas.microsoft.com/office/drawing/2014/main" id="{30A56378-E382-210B-D366-8E962B2859D4}"/>
                </a:ext>
              </a:extLst>
            </p:cNvPr>
            <p:cNvSpPr txBox="1"/>
            <p:nvPr/>
          </p:nvSpPr>
          <p:spPr>
            <a:xfrm>
              <a:off x="6760800" y="1260000"/>
              <a:ext cx="432000" cy="461665"/>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55" name="直接连接符 54">
              <a:extLst>
                <a:ext uri="{FF2B5EF4-FFF2-40B4-BE49-F238E27FC236}">
                  <a16:creationId xmlns:a16="http://schemas.microsoft.com/office/drawing/2014/main" id="{9F4B4D87-CA94-B548-5E3F-E2B9AB856E34}"/>
                </a:ext>
              </a:extLst>
            </p:cNvPr>
            <p:cNvCxnSpPr>
              <a:cxnSpLocks/>
            </p:cNvCxnSpPr>
            <p:nvPr/>
          </p:nvCxnSpPr>
          <p:spPr>
            <a:xfrm>
              <a:off x="6300000" y="1764000"/>
              <a:ext cx="61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25C3903C-54AF-B2B4-B438-D8B6F5DEA461}"/>
                </a:ext>
              </a:extLst>
            </p:cNvPr>
            <p:cNvCxnSpPr>
              <a:cxnSpLocks/>
            </p:cNvCxnSpPr>
            <p:nvPr/>
          </p:nvCxnSpPr>
          <p:spPr>
            <a:xfrm>
              <a:off x="5184000" y="3330000"/>
              <a:ext cx="180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椭圆 56">
              <a:extLst>
                <a:ext uri="{FF2B5EF4-FFF2-40B4-BE49-F238E27FC236}">
                  <a16:creationId xmlns:a16="http://schemas.microsoft.com/office/drawing/2014/main" id="{3D34487A-265F-676B-FB77-13C0AEF3D262}"/>
                </a:ext>
              </a:extLst>
            </p:cNvPr>
            <p:cNvSpPr/>
            <p:nvPr/>
          </p:nvSpPr>
          <p:spPr>
            <a:xfrm>
              <a:off x="5112000" y="3265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58" name="椭圆 57">
              <a:extLst>
                <a:ext uri="{FF2B5EF4-FFF2-40B4-BE49-F238E27FC236}">
                  <a16:creationId xmlns:a16="http://schemas.microsoft.com/office/drawing/2014/main" id="{D8DF312D-396E-F995-377B-BBC6E80612E8}"/>
                </a:ext>
              </a:extLst>
            </p:cNvPr>
            <p:cNvSpPr/>
            <p:nvPr/>
          </p:nvSpPr>
          <p:spPr>
            <a:xfrm>
              <a:off x="6912000" y="3265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59" name="椭圆 58">
              <a:extLst>
                <a:ext uri="{FF2B5EF4-FFF2-40B4-BE49-F238E27FC236}">
                  <a16:creationId xmlns:a16="http://schemas.microsoft.com/office/drawing/2014/main" id="{0C405327-1615-2D09-AAE5-2D11E97408DB}"/>
                </a:ext>
              </a:extLst>
            </p:cNvPr>
            <p:cNvSpPr/>
            <p:nvPr/>
          </p:nvSpPr>
          <p:spPr>
            <a:xfrm>
              <a:off x="6246000" y="3276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BBCF7817-0D5C-872B-CA89-458062EF5FDC}"/>
                    </a:ext>
                  </a:extLst>
                </p:cNvPr>
                <p:cNvSpPr txBox="1"/>
                <p:nvPr/>
              </p:nvSpPr>
              <p:spPr>
                <a:xfrm>
                  <a:off x="6408000" y="1836000"/>
                  <a:ext cx="360000" cy="432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dirty="0" smtClean="0">
                                <a:solidFill>
                                  <a:srgbClr val="00B050"/>
                                </a:solidFill>
                                <a:latin typeface="Cambria Math" panose="02040503050406030204" pitchFamily="18" charset="0"/>
                                <a:ea typeface="微软雅黑" panose="020B0503020204020204" pitchFamily="34" charset="-122"/>
                              </a:rPr>
                            </m:ctrlPr>
                          </m:sSubPr>
                          <m:e>
                            <m:r>
                              <a:rPr kumimoji="1" lang="en-US" altLang="zh-CN" sz="2400" b="0" i="1" dirty="0" smtClean="0">
                                <a:solidFill>
                                  <a:srgbClr val="00B050"/>
                                </a:solidFill>
                                <a:latin typeface="Cambria Math" panose="02040503050406030204" pitchFamily="18" charset="0"/>
                                <a:ea typeface="微软雅黑" panose="020B0503020204020204" pitchFamily="34" charset="-122"/>
                              </a:rPr>
                              <m:t>𝑖</m:t>
                            </m:r>
                          </m:e>
                          <m:sub>
                            <m:r>
                              <m:rPr>
                                <m:sty m:val="p"/>
                              </m:rPr>
                              <a:rPr kumimoji="1" lang="en-US" altLang="zh-CN" sz="2400" b="0" i="0" dirty="0" smtClean="0">
                                <a:solidFill>
                                  <a:srgbClr val="00B050"/>
                                </a:solidFill>
                                <a:latin typeface="Cambria Math" panose="02040503050406030204" pitchFamily="18" charset="0"/>
                                <a:ea typeface="微软雅黑" panose="020B0503020204020204" pitchFamily="34" charset="-122"/>
                              </a:rPr>
                              <m:t>E</m:t>
                            </m:r>
                          </m:sub>
                        </m:sSub>
                      </m:oMath>
                    </m:oMathPara>
                  </a14:m>
                  <a:endParaRPr lang="zh-CN" altLang="en-US" sz="2400" dirty="0">
                    <a:solidFill>
                      <a:srgbClr val="00B050"/>
                    </a:solidFill>
                  </a:endParaRPr>
                </a:p>
              </p:txBody>
            </p:sp>
          </mc:Choice>
          <mc:Fallback xmlns="">
            <p:sp>
              <p:nvSpPr>
                <p:cNvPr id="173" name="文本框 172">
                  <a:extLst>
                    <a:ext uri="{FF2B5EF4-FFF2-40B4-BE49-F238E27FC236}">
                      <a16:creationId xmlns:a16="http://schemas.microsoft.com/office/drawing/2014/main" id="{EDD69943-75B0-D628-0FF6-9476106674CE}"/>
                    </a:ext>
                  </a:extLst>
                </p:cNvPr>
                <p:cNvSpPr txBox="1">
                  <a:spLocks noRot="1" noChangeAspect="1" noMove="1" noResize="1" noEditPoints="1" noAdjustHandles="1" noChangeArrowheads="1" noChangeShapeType="1" noTextEdit="1"/>
                </p:cNvSpPr>
                <p:nvPr/>
              </p:nvSpPr>
              <p:spPr>
                <a:xfrm>
                  <a:off x="6408000" y="1836000"/>
                  <a:ext cx="360000" cy="432000"/>
                </a:xfrm>
                <a:prstGeom prst="rect">
                  <a:avLst/>
                </a:prstGeom>
                <a:blipFill>
                  <a:blip r:embed="rId5"/>
                  <a:stretch>
                    <a:fillRect l="-5085" r="-15254" b="-9859"/>
                  </a:stretch>
                </a:blipFill>
              </p:spPr>
              <p:txBody>
                <a:bodyPr/>
                <a:lstStyle/>
                <a:p>
                  <a:r>
                    <a:rPr lang="zh-CN" altLang="en-US">
                      <a:noFill/>
                    </a:rPr>
                    <a:t> </a:t>
                  </a:r>
                </a:p>
              </p:txBody>
            </p:sp>
          </mc:Fallback>
        </mc:AlternateContent>
        <p:cxnSp>
          <p:nvCxnSpPr>
            <p:cNvPr id="61" name="直接箭头连接符 60">
              <a:extLst>
                <a:ext uri="{FF2B5EF4-FFF2-40B4-BE49-F238E27FC236}">
                  <a16:creationId xmlns:a16="http://schemas.microsoft.com/office/drawing/2014/main" id="{63C200C2-5833-0A8D-D2EF-AD0576767B3D}"/>
                </a:ext>
              </a:extLst>
            </p:cNvPr>
            <p:cNvCxnSpPr>
              <a:cxnSpLocks/>
            </p:cNvCxnSpPr>
            <p:nvPr/>
          </p:nvCxnSpPr>
          <p:spPr>
            <a:xfrm flipH="1">
              <a:off x="6408000" y="1872000"/>
              <a:ext cx="432000" cy="0"/>
            </a:xfrm>
            <a:prstGeom prst="straightConnector1">
              <a:avLst/>
            </a:prstGeom>
            <a:ln w="25400">
              <a:solidFill>
                <a:srgbClr val="00B050"/>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300AB8D5-4987-7A00-8191-FB99089C9E56}"/>
                </a:ext>
              </a:extLst>
            </p:cNvPr>
            <p:cNvCxnSpPr>
              <a:cxnSpLocks/>
            </p:cNvCxnSpPr>
            <p:nvPr/>
          </p:nvCxnSpPr>
          <p:spPr>
            <a:xfrm flipH="1">
              <a:off x="5328000" y="2700000"/>
              <a:ext cx="432000" cy="0"/>
            </a:xfrm>
            <a:prstGeom prst="straightConnector1">
              <a:avLst/>
            </a:prstGeom>
            <a:ln w="25400">
              <a:solidFill>
                <a:srgbClr val="00B050"/>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CBD7BEFE-181F-CB6E-592F-462D5DD5034A}"/>
                    </a:ext>
                  </a:extLst>
                </p:cNvPr>
                <p:cNvSpPr txBox="1"/>
                <p:nvPr/>
              </p:nvSpPr>
              <p:spPr>
                <a:xfrm>
                  <a:off x="5328000" y="2664000"/>
                  <a:ext cx="360000" cy="432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dirty="0" smtClean="0">
                                <a:solidFill>
                                  <a:srgbClr val="00B050"/>
                                </a:solidFill>
                                <a:latin typeface="Cambria Math" panose="02040503050406030204" pitchFamily="18" charset="0"/>
                                <a:ea typeface="微软雅黑" panose="020B0503020204020204" pitchFamily="34" charset="-122"/>
                              </a:rPr>
                            </m:ctrlPr>
                          </m:sSubPr>
                          <m:e>
                            <m:r>
                              <a:rPr kumimoji="1" lang="en-US" altLang="zh-CN" sz="2400" b="0" i="1" dirty="0" smtClean="0">
                                <a:solidFill>
                                  <a:srgbClr val="00B050"/>
                                </a:solidFill>
                                <a:latin typeface="Cambria Math" panose="02040503050406030204" pitchFamily="18" charset="0"/>
                                <a:ea typeface="微软雅黑" panose="020B0503020204020204" pitchFamily="34" charset="-122"/>
                              </a:rPr>
                              <m:t>𝑖</m:t>
                            </m:r>
                          </m:e>
                          <m:sub>
                            <m:r>
                              <m:rPr>
                                <m:sty m:val="p"/>
                              </m:rPr>
                              <a:rPr kumimoji="1" lang="en-US" altLang="zh-CN" sz="2400" b="0" i="0" dirty="0" smtClean="0">
                                <a:solidFill>
                                  <a:srgbClr val="00B050"/>
                                </a:solidFill>
                                <a:latin typeface="Cambria Math" panose="02040503050406030204" pitchFamily="18" charset="0"/>
                                <a:ea typeface="微软雅黑" panose="020B0503020204020204" pitchFamily="34" charset="-122"/>
                              </a:rPr>
                              <m:t>B</m:t>
                            </m:r>
                          </m:sub>
                        </m:sSub>
                      </m:oMath>
                    </m:oMathPara>
                  </a14:m>
                  <a:endParaRPr lang="zh-CN" altLang="en-US" sz="2400" dirty="0">
                    <a:solidFill>
                      <a:srgbClr val="00B050"/>
                    </a:solidFill>
                  </a:endParaRPr>
                </a:p>
              </p:txBody>
            </p:sp>
          </mc:Choice>
          <mc:Fallback xmlns="">
            <p:sp>
              <p:nvSpPr>
                <p:cNvPr id="176" name="文本框 175">
                  <a:extLst>
                    <a:ext uri="{FF2B5EF4-FFF2-40B4-BE49-F238E27FC236}">
                      <a16:creationId xmlns:a16="http://schemas.microsoft.com/office/drawing/2014/main" id="{E01BB7BC-B859-302D-829E-5E4F9A0951E1}"/>
                    </a:ext>
                  </a:extLst>
                </p:cNvPr>
                <p:cNvSpPr txBox="1">
                  <a:spLocks noRot="1" noChangeAspect="1" noMove="1" noResize="1" noEditPoints="1" noAdjustHandles="1" noChangeArrowheads="1" noChangeShapeType="1" noTextEdit="1"/>
                </p:cNvSpPr>
                <p:nvPr/>
              </p:nvSpPr>
              <p:spPr>
                <a:xfrm>
                  <a:off x="5328000" y="2664000"/>
                  <a:ext cx="360000" cy="432000"/>
                </a:xfrm>
                <a:prstGeom prst="rect">
                  <a:avLst/>
                </a:prstGeom>
                <a:blipFill>
                  <a:blip r:embed="rId6"/>
                  <a:stretch>
                    <a:fillRect l="-3390" r="-16949" b="-9859"/>
                  </a:stretch>
                </a:blipFill>
              </p:spPr>
              <p:txBody>
                <a:bodyPr/>
                <a:lstStyle/>
                <a:p>
                  <a:r>
                    <a:rPr lang="zh-CN" altLang="en-US">
                      <a:noFill/>
                    </a:rPr>
                    <a:t> </a:t>
                  </a:r>
                </a:p>
              </p:txBody>
            </p:sp>
          </mc:Fallback>
        </mc:AlternateContent>
        <p:sp>
          <p:nvSpPr>
            <p:cNvPr id="64" name="文本框 63">
              <a:extLst>
                <a:ext uri="{FF2B5EF4-FFF2-40B4-BE49-F238E27FC236}">
                  <a16:creationId xmlns:a16="http://schemas.microsoft.com/office/drawing/2014/main" id="{BC4A7A51-B958-F8A6-DA38-342255C848E4}"/>
                </a:ext>
              </a:extLst>
            </p:cNvPr>
            <p:cNvSpPr txBox="1"/>
            <p:nvPr/>
          </p:nvSpPr>
          <p:spPr>
            <a:xfrm>
              <a:off x="6984000" y="2034000"/>
              <a:ext cx="360000" cy="1015663"/>
            </a:xfrm>
            <a:prstGeom prst="rect">
              <a:avLst/>
            </a:prstGeom>
            <a:noFill/>
          </p:spPr>
          <p:txBody>
            <a:bodyPr wrap="square">
              <a:spAutoFit/>
            </a:bodyPr>
            <a:lstStyle/>
            <a:p>
              <a:pPr algn="ctr"/>
              <a:r>
                <a:rPr kumimoji="1" lang="zh-CN" altLang="en-US" sz="2000" dirty="0">
                  <a:solidFill>
                    <a:srgbClr val="C00000"/>
                  </a:solidFill>
                  <a:latin typeface="微软雅黑" panose="020B0503020204020204" pitchFamily="34" charset="-122"/>
                  <a:ea typeface="微软雅黑" panose="020B0503020204020204" pitchFamily="34" charset="-122"/>
                </a:rPr>
                <a:t>输出口</a:t>
              </a:r>
              <a:endParaRPr lang="zh-CN" altLang="en-US" sz="2000" dirty="0">
                <a:solidFill>
                  <a:srgbClr val="C00000"/>
                </a:solidFill>
              </a:endParaRPr>
            </a:p>
          </p:txBody>
        </p:sp>
      </p:grpSp>
      <p:grpSp>
        <p:nvGrpSpPr>
          <p:cNvPr id="65" name="组合 64">
            <a:extLst>
              <a:ext uri="{FF2B5EF4-FFF2-40B4-BE49-F238E27FC236}">
                <a16:creationId xmlns:a16="http://schemas.microsoft.com/office/drawing/2014/main" id="{12F0A97F-7331-E0AB-1636-233DBFC384E4}"/>
              </a:ext>
            </a:extLst>
          </p:cNvPr>
          <p:cNvGrpSpPr/>
          <p:nvPr/>
        </p:nvGrpSpPr>
        <p:grpSpPr>
          <a:xfrm>
            <a:off x="8676000" y="3708000"/>
            <a:ext cx="3024000" cy="2045665"/>
            <a:chOff x="648000" y="1728000"/>
            <a:chExt cx="3024000" cy="2045665"/>
          </a:xfrm>
        </p:grpSpPr>
        <p:sp>
          <p:nvSpPr>
            <p:cNvPr id="66" name="文本框 65">
              <a:extLst>
                <a:ext uri="{FF2B5EF4-FFF2-40B4-BE49-F238E27FC236}">
                  <a16:creationId xmlns:a16="http://schemas.microsoft.com/office/drawing/2014/main" id="{ED506389-C962-4603-B8ED-88AF575A90B4}"/>
                </a:ext>
              </a:extLst>
            </p:cNvPr>
            <p:cNvSpPr txBox="1"/>
            <p:nvPr/>
          </p:nvSpPr>
          <p:spPr>
            <a:xfrm>
              <a:off x="648000" y="2286000"/>
              <a:ext cx="360000" cy="1008000"/>
            </a:xfrm>
            <a:prstGeom prst="rect">
              <a:avLst/>
            </a:prstGeom>
            <a:noFill/>
          </p:spPr>
          <p:txBody>
            <a:bodyPr wrap="square">
              <a:spAutoFit/>
            </a:bodyPr>
            <a:lstStyle/>
            <a:p>
              <a:pPr algn="ctr"/>
              <a:r>
                <a:rPr kumimoji="1" lang="zh-CN" altLang="en-US" sz="2000" dirty="0">
                  <a:solidFill>
                    <a:srgbClr val="C00000"/>
                  </a:solidFill>
                  <a:latin typeface="微软雅黑" panose="020B0503020204020204" pitchFamily="34" charset="-122"/>
                  <a:ea typeface="微软雅黑" panose="020B0503020204020204" pitchFamily="34" charset="-122"/>
                </a:rPr>
                <a:t>输入口</a:t>
              </a:r>
              <a:endParaRPr lang="zh-CN" altLang="en-US" sz="2000" dirty="0">
                <a:solidFill>
                  <a:srgbClr val="C00000"/>
                </a:solidFill>
              </a:endParaRPr>
            </a:p>
          </p:txBody>
        </p:sp>
        <p:sp>
          <p:nvSpPr>
            <p:cNvPr id="67" name="文本框 66">
              <a:extLst>
                <a:ext uri="{FF2B5EF4-FFF2-40B4-BE49-F238E27FC236}">
                  <a16:creationId xmlns:a16="http://schemas.microsoft.com/office/drawing/2014/main" id="{78A760BF-2C94-D6F4-C01F-DE1FB89F4A04}"/>
                </a:ext>
              </a:extLst>
            </p:cNvPr>
            <p:cNvSpPr txBox="1"/>
            <p:nvPr/>
          </p:nvSpPr>
          <p:spPr>
            <a:xfrm>
              <a:off x="1944000" y="3312000"/>
              <a:ext cx="432000" cy="461665"/>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b</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68" name="直接连接符 67">
              <a:extLst>
                <a:ext uri="{FF2B5EF4-FFF2-40B4-BE49-F238E27FC236}">
                  <a16:creationId xmlns:a16="http://schemas.microsoft.com/office/drawing/2014/main" id="{90512F74-2C99-C32D-8C77-0A3E982A7339}"/>
                </a:ext>
              </a:extLst>
            </p:cNvPr>
            <p:cNvCxnSpPr>
              <a:cxnSpLocks/>
            </p:cNvCxnSpPr>
            <p:nvPr/>
          </p:nvCxnSpPr>
          <p:spPr>
            <a:xfrm flipH="1">
              <a:off x="1810800" y="2664000"/>
              <a:ext cx="72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28FD77C1-1BB1-402E-F06D-81B6DA502C51}"/>
                </a:ext>
              </a:extLst>
            </p:cNvPr>
            <p:cNvCxnSpPr>
              <a:cxnSpLocks/>
            </p:cNvCxnSpPr>
            <p:nvPr/>
          </p:nvCxnSpPr>
          <p:spPr>
            <a:xfrm flipV="1">
              <a:off x="2332800" y="2232000"/>
              <a:ext cx="21600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7B88E8AB-5EA0-3D29-BF8D-E0B352858C8D}"/>
                </a:ext>
              </a:extLst>
            </p:cNvPr>
            <p:cNvCxnSpPr>
              <a:cxnSpLocks/>
            </p:cNvCxnSpPr>
            <p:nvPr/>
          </p:nvCxnSpPr>
          <p:spPr>
            <a:xfrm flipH="1" flipV="1">
              <a:off x="1792800" y="2231475"/>
              <a:ext cx="216000" cy="432000"/>
            </a:xfrm>
            <a:prstGeom prst="line">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85BC5D06-C5C2-CAB2-0250-F36CED2D2AAE}"/>
                </a:ext>
              </a:extLst>
            </p:cNvPr>
            <p:cNvCxnSpPr>
              <a:cxnSpLocks/>
            </p:cNvCxnSpPr>
            <p:nvPr/>
          </p:nvCxnSpPr>
          <p:spPr>
            <a:xfrm flipV="1">
              <a:off x="2170800" y="2664000"/>
              <a:ext cx="0" cy="64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2077EF41-5E50-85A5-DA55-20C00B5CD3C9}"/>
                </a:ext>
              </a:extLst>
            </p:cNvPr>
            <p:cNvSpPr txBox="1"/>
            <p:nvPr/>
          </p:nvSpPr>
          <p:spPr>
            <a:xfrm>
              <a:off x="928800" y="1728000"/>
              <a:ext cx="432000" cy="461665"/>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73" name="文本框 72">
              <a:extLst>
                <a:ext uri="{FF2B5EF4-FFF2-40B4-BE49-F238E27FC236}">
                  <a16:creationId xmlns:a16="http://schemas.microsoft.com/office/drawing/2014/main" id="{96B108FD-BD3F-8E67-63EF-40210B451170}"/>
                </a:ext>
              </a:extLst>
            </p:cNvPr>
            <p:cNvSpPr txBox="1"/>
            <p:nvPr/>
          </p:nvSpPr>
          <p:spPr>
            <a:xfrm>
              <a:off x="2944800" y="1728000"/>
              <a:ext cx="432000" cy="461665"/>
            </a:xfrm>
            <a:prstGeom prst="rect">
              <a:avLst/>
            </a:prstGeom>
            <a:noFill/>
          </p:spPr>
          <p:txBody>
            <a:bodyPr wrap="square">
              <a:spAutoFit/>
            </a:bodyPr>
            <a:lstStyle/>
            <a:p>
              <a:pPr algn="ct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a:t>
              </a:r>
              <a:endParaRPr lang="zh-CN" altLang="en-US" sz="2400" dirty="0">
                <a:solidFill>
                  <a:schemeClr val="accent5">
                    <a:lumMod val="75000"/>
                  </a:schemeClr>
                </a:solidFill>
                <a:latin typeface="微软雅黑" panose="020B0503020204020204" pitchFamily="34" charset="-122"/>
                <a:ea typeface="微软雅黑" panose="020B0503020204020204" pitchFamily="34" charset="-122"/>
              </a:endParaRPr>
            </a:p>
          </p:txBody>
        </p:sp>
        <p:cxnSp>
          <p:nvCxnSpPr>
            <p:cNvPr id="74" name="直接连接符 73">
              <a:extLst>
                <a:ext uri="{FF2B5EF4-FFF2-40B4-BE49-F238E27FC236}">
                  <a16:creationId xmlns:a16="http://schemas.microsoft.com/office/drawing/2014/main" id="{A8DAD9D6-3236-4072-F9CF-56BAD70EC1DE}"/>
                </a:ext>
              </a:extLst>
            </p:cNvPr>
            <p:cNvCxnSpPr>
              <a:cxnSpLocks/>
            </p:cNvCxnSpPr>
            <p:nvPr/>
          </p:nvCxnSpPr>
          <p:spPr>
            <a:xfrm>
              <a:off x="2548800" y="2231475"/>
              <a:ext cx="54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A0FEB46F-2042-115F-835F-7FC49EF2DA5B}"/>
                </a:ext>
              </a:extLst>
            </p:cNvPr>
            <p:cNvCxnSpPr>
              <a:cxnSpLocks/>
            </p:cNvCxnSpPr>
            <p:nvPr/>
          </p:nvCxnSpPr>
          <p:spPr>
            <a:xfrm>
              <a:off x="1152000" y="3329475"/>
              <a:ext cx="19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椭圆 75">
              <a:extLst>
                <a:ext uri="{FF2B5EF4-FFF2-40B4-BE49-F238E27FC236}">
                  <a16:creationId xmlns:a16="http://schemas.microsoft.com/office/drawing/2014/main" id="{F5EE3812-171C-74A0-0CA6-92C20627F0CD}"/>
                </a:ext>
              </a:extLst>
            </p:cNvPr>
            <p:cNvSpPr/>
            <p:nvPr/>
          </p:nvSpPr>
          <p:spPr>
            <a:xfrm>
              <a:off x="1080000" y="3264675"/>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77" name="椭圆 76">
              <a:extLst>
                <a:ext uri="{FF2B5EF4-FFF2-40B4-BE49-F238E27FC236}">
                  <a16:creationId xmlns:a16="http://schemas.microsoft.com/office/drawing/2014/main" id="{2B4DB129-345A-A3B8-B686-7E1731939922}"/>
                </a:ext>
              </a:extLst>
            </p:cNvPr>
            <p:cNvSpPr/>
            <p:nvPr/>
          </p:nvSpPr>
          <p:spPr>
            <a:xfrm>
              <a:off x="3096000" y="3264675"/>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78" name="椭圆 77">
              <a:extLst>
                <a:ext uri="{FF2B5EF4-FFF2-40B4-BE49-F238E27FC236}">
                  <a16:creationId xmlns:a16="http://schemas.microsoft.com/office/drawing/2014/main" id="{70ED3CB9-DD19-3152-DBA8-EAD80CEEAEFE}"/>
                </a:ext>
              </a:extLst>
            </p:cNvPr>
            <p:cNvSpPr/>
            <p:nvPr/>
          </p:nvSpPr>
          <p:spPr>
            <a:xfrm>
              <a:off x="2116800" y="3275475"/>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79" name="文本框 78">
              <a:extLst>
                <a:ext uri="{FF2B5EF4-FFF2-40B4-BE49-F238E27FC236}">
                  <a16:creationId xmlns:a16="http://schemas.microsoft.com/office/drawing/2014/main" id="{F46182AC-F6FB-B3E2-611C-DDCE962C56BF}"/>
                </a:ext>
              </a:extLst>
            </p:cNvPr>
            <p:cNvSpPr txBox="1"/>
            <p:nvPr/>
          </p:nvSpPr>
          <p:spPr>
            <a:xfrm>
              <a:off x="3312000" y="2286000"/>
              <a:ext cx="360000" cy="1015663"/>
            </a:xfrm>
            <a:prstGeom prst="rect">
              <a:avLst/>
            </a:prstGeom>
            <a:noFill/>
          </p:spPr>
          <p:txBody>
            <a:bodyPr wrap="square">
              <a:spAutoFit/>
            </a:bodyPr>
            <a:lstStyle/>
            <a:p>
              <a:pPr algn="ctr"/>
              <a:r>
                <a:rPr kumimoji="1" lang="zh-CN" altLang="en-US" sz="2000" dirty="0">
                  <a:solidFill>
                    <a:srgbClr val="C00000"/>
                  </a:solidFill>
                  <a:latin typeface="微软雅黑" panose="020B0503020204020204" pitchFamily="34" charset="-122"/>
                  <a:ea typeface="微软雅黑" panose="020B0503020204020204" pitchFamily="34" charset="-122"/>
                </a:rPr>
                <a:t>输出口</a:t>
              </a:r>
              <a:endParaRPr lang="zh-CN" altLang="en-US" sz="2000" dirty="0">
                <a:solidFill>
                  <a:srgbClr val="C00000"/>
                </a:solidFill>
              </a:endParaRPr>
            </a:p>
          </p:txBody>
        </p:sp>
        <p:sp>
          <p:nvSpPr>
            <p:cNvPr id="80" name="椭圆 79">
              <a:extLst>
                <a:ext uri="{FF2B5EF4-FFF2-40B4-BE49-F238E27FC236}">
                  <a16:creationId xmlns:a16="http://schemas.microsoft.com/office/drawing/2014/main" id="{09C59918-0C6C-BBCA-6DB0-0627D3C223EE}"/>
                </a:ext>
              </a:extLst>
            </p:cNvPr>
            <p:cNvSpPr/>
            <p:nvPr/>
          </p:nvSpPr>
          <p:spPr>
            <a:xfrm>
              <a:off x="3096000" y="2167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81" name="直接连接符 80">
              <a:extLst>
                <a:ext uri="{FF2B5EF4-FFF2-40B4-BE49-F238E27FC236}">
                  <a16:creationId xmlns:a16="http://schemas.microsoft.com/office/drawing/2014/main" id="{2DC0EF61-206C-FF40-B0EE-5B9691D61742}"/>
                </a:ext>
              </a:extLst>
            </p:cNvPr>
            <p:cNvCxnSpPr>
              <a:cxnSpLocks/>
            </p:cNvCxnSpPr>
            <p:nvPr/>
          </p:nvCxnSpPr>
          <p:spPr>
            <a:xfrm>
              <a:off x="1152000" y="2232000"/>
              <a:ext cx="644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椭圆 81">
              <a:extLst>
                <a:ext uri="{FF2B5EF4-FFF2-40B4-BE49-F238E27FC236}">
                  <a16:creationId xmlns:a16="http://schemas.microsoft.com/office/drawing/2014/main" id="{1C6272E4-CA70-0A56-BF89-BEB8ED770BE9}"/>
                </a:ext>
              </a:extLst>
            </p:cNvPr>
            <p:cNvSpPr/>
            <p:nvPr/>
          </p:nvSpPr>
          <p:spPr>
            <a:xfrm>
              <a:off x="1080000" y="2167200"/>
              <a:ext cx="129883" cy="129883"/>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0081BC7F-0F60-9E21-CEB4-E8CBCE432311}"/>
                    </a:ext>
                  </a:extLst>
                </p:cNvPr>
                <p:cNvSpPr txBox="1"/>
                <p:nvPr/>
              </p:nvSpPr>
              <p:spPr>
                <a:xfrm>
                  <a:off x="1296000" y="2304000"/>
                  <a:ext cx="360000" cy="432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dirty="0" smtClean="0">
                                <a:solidFill>
                                  <a:srgbClr val="00B050"/>
                                </a:solidFill>
                                <a:latin typeface="Cambria Math" panose="02040503050406030204" pitchFamily="18" charset="0"/>
                                <a:ea typeface="微软雅黑" panose="020B0503020204020204" pitchFamily="34" charset="-122"/>
                              </a:rPr>
                            </m:ctrlPr>
                          </m:sSubPr>
                          <m:e>
                            <m:r>
                              <a:rPr kumimoji="1" lang="en-US" altLang="zh-CN" sz="2400" b="0" i="1" dirty="0" smtClean="0">
                                <a:solidFill>
                                  <a:srgbClr val="00B050"/>
                                </a:solidFill>
                                <a:latin typeface="Cambria Math" panose="02040503050406030204" pitchFamily="18" charset="0"/>
                                <a:ea typeface="微软雅黑" panose="020B0503020204020204" pitchFamily="34" charset="-122"/>
                              </a:rPr>
                              <m:t>𝑖</m:t>
                            </m:r>
                          </m:e>
                          <m:sub>
                            <m:r>
                              <m:rPr>
                                <m:sty m:val="p"/>
                              </m:rPr>
                              <a:rPr kumimoji="1" lang="en-US" altLang="zh-CN" sz="2400" b="0" i="0" dirty="0" smtClean="0">
                                <a:solidFill>
                                  <a:srgbClr val="00B050"/>
                                </a:solidFill>
                                <a:latin typeface="Cambria Math" panose="02040503050406030204" pitchFamily="18" charset="0"/>
                                <a:ea typeface="微软雅黑" panose="020B0503020204020204" pitchFamily="34" charset="-122"/>
                              </a:rPr>
                              <m:t>E</m:t>
                            </m:r>
                          </m:sub>
                        </m:sSub>
                      </m:oMath>
                    </m:oMathPara>
                  </a14:m>
                  <a:endParaRPr lang="zh-CN" altLang="en-US" sz="2400" dirty="0">
                    <a:solidFill>
                      <a:srgbClr val="00B050"/>
                    </a:solidFill>
                  </a:endParaRPr>
                </a:p>
              </p:txBody>
            </p:sp>
          </mc:Choice>
          <mc:Fallback xmlns="">
            <p:sp>
              <p:nvSpPr>
                <p:cNvPr id="212" name="文本框 211">
                  <a:extLst>
                    <a:ext uri="{FF2B5EF4-FFF2-40B4-BE49-F238E27FC236}">
                      <a16:creationId xmlns:a16="http://schemas.microsoft.com/office/drawing/2014/main" id="{D2F2EF22-9256-9174-6DF3-626294F76DAE}"/>
                    </a:ext>
                  </a:extLst>
                </p:cNvPr>
                <p:cNvSpPr txBox="1">
                  <a:spLocks noRot="1" noChangeAspect="1" noMove="1" noResize="1" noEditPoints="1" noAdjustHandles="1" noChangeArrowheads="1" noChangeShapeType="1" noTextEdit="1"/>
                </p:cNvSpPr>
                <p:nvPr/>
              </p:nvSpPr>
              <p:spPr>
                <a:xfrm>
                  <a:off x="1296000" y="2304000"/>
                  <a:ext cx="360000" cy="432000"/>
                </a:xfrm>
                <a:prstGeom prst="rect">
                  <a:avLst/>
                </a:prstGeom>
                <a:blipFill>
                  <a:blip r:embed="rId7"/>
                  <a:stretch>
                    <a:fillRect l="-5085" r="-15254" b="-9859"/>
                  </a:stretch>
                </a:blipFill>
              </p:spPr>
              <p:txBody>
                <a:bodyPr/>
                <a:lstStyle/>
                <a:p>
                  <a:r>
                    <a:rPr lang="zh-CN" altLang="en-US">
                      <a:noFill/>
                    </a:rPr>
                    <a:t> </a:t>
                  </a:r>
                </a:p>
              </p:txBody>
            </p:sp>
          </mc:Fallback>
        </mc:AlternateContent>
        <p:cxnSp>
          <p:nvCxnSpPr>
            <p:cNvPr id="84" name="直接箭头连接符 83">
              <a:extLst>
                <a:ext uri="{FF2B5EF4-FFF2-40B4-BE49-F238E27FC236}">
                  <a16:creationId xmlns:a16="http://schemas.microsoft.com/office/drawing/2014/main" id="{8777EEE5-BAA3-7415-C7D9-100B66F8D400}"/>
                </a:ext>
              </a:extLst>
            </p:cNvPr>
            <p:cNvCxnSpPr>
              <a:cxnSpLocks/>
            </p:cNvCxnSpPr>
            <p:nvPr/>
          </p:nvCxnSpPr>
          <p:spPr>
            <a:xfrm flipH="1">
              <a:off x="1224000" y="2340000"/>
              <a:ext cx="432000" cy="0"/>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28F3A69F-0582-5736-6090-3B9C698BE45F}"/>
                    </a:ext>
                  </a:extLst>
                </p:cNvPr>
                <p:cNvSpPr txBox="1"/>
                <p:nvPr/>
              </p:nvSpPr>
              <p:spPr>
                <a:xfrm>
                  <a:off x="2664000" y="2304000"/>
                  <a:ext cx="360000" cy="432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dirty="0" smtClean="0">
                                <a:solidFill>
                                  <a:srgbClr val="00B050"/>
                                </a:solidFill>
                                <a:latin typeface="Cambria Math" panose="02040503050406030204" pitchFamily="18" charset="0"/>
                                <a:ea typeface="微软雅黑" panose="020B0503020204020204" pitchFamily="34" charset="-122"/>
                              </a:rPr>
                            </m:ctrlPr>
                          </m:sSubPr>
                          <m:e>
                            <m:r>
                              <a:rPr kumimoji="1" lang="en-US" altLang="zh-CN" sz="2400" b="0" i="1" dirty="0" smtClean="0">
                                <a:solidFill>
                                  <a:srgbClr val="00B050"/>
                                </a:solidFill>
                                <a:latin typeface="Cambria Math" panose="02040503050406030204" pitchFamily="18" charset="0"/>
                                <a:ea typeface="微软雅黑" panose="020B0503020204020204" pitchFamily="34" charset="-122"/>
                              </a:rPr>
                              <m:t>𝑖</m:t>
                            </m:r>
                          </m:e>
                          <m:sub>
                            <m:r>
                              <m:rPr>
                                <m:sty m:val="p"/>
                              </m:rPr>
                              <a:rPr kumimoji="1" lang="en-US" altLang="zh-CN" sz="2400" b="0" i="0" dirty="0" smtClean="0">
                                <a:solidFill>
                                  <a:srgbClr val="00B050"/>
                                </a:solidFill>
                                <a:latin typeface="Cambria Math" panose="02040503050406030204" pitchFamily="18" charset="0"/>
                                <a:ea typeface="微软雅黑" panose="020B0503020204020204" pitchFamily="34" charset="-122"/>
                              </a:rPr>
                              <m:t>C</m:t>
                            </m:r>
                          </m:sub>
                        </m:sSub>
                      </m:oMath>
                    </m:oMathPara>
                  </a14:m>
                  <a:endParaRPr lang="zh-CN" altLang="en-US" sz="2400" dirty="0">
                    <a:solidFill>
                      <a:srgbClr val="00B050"/>
                    </a:solidFill>
                  </a:endParaRPr>
                </a:p>
              </p:txBody>
            </p:sp>
          </mc:Choice>
          <mc:Fallback xmlns="">
            <p:sp>
              <p:nvSpPr>
                <p:cNvPr id="214" name="文本框 213">
                  <a:extLst>
                    <a:ext uri="{FF2B5EF4-FFF2-40B4-BE49-F238E27FC236}">
                      <a16:creationId xmlns:a16="http://schemas.microsoft.com/office/drawing/2014/main" id="{98A8AF8F-3F35-53E3-8694-0CA11582E120}"/>
                    </a:ext>
                  </a:extLst>
                </p:cNvPr>
                <p:cNvSpPr txBox="1">
                  <a:spLocks noRot="1" noChangeAspect="1" noMove="1" noResize="1" noEditPoints="1" noAdjustHandles="1" noChangeArrowheads="1" noChangeShapeType="1" noTextEdit="1"/>
                </p:cNvSpPr>
                <p:nvPr/>
              </p:nvSpPr>
              <p:spPr>
                <a:xfrm>
                  <a:off x="2664000" y="2304000"/>
                  <a:ext cx="360000" cy="432000"/>
                </a:xfrm>
                <a:prstGeom prst="rect">
                  <a:avLst/>
                </a:prstGeom>
                <a:blipFill>
                  <a:blip r:embed="rId8"/>
                  <a:stretch>
                    <a:fillRect l="-3390" r="-13559" b="-9859"/>
                  </a:stretch>
                </a:blipFill>
              </p:spPr>
              <p:txBody>
                <a:bodyPr/>
                <a:lstStyle/>
                <a:p>
                  <a:r>
                    <a:rPr lang="zh-CN" altLang="en-US">
                      <a:noFill/>
                    </a:rPr>
                    <a:t> </a:t>
                  </a:r>
                </a:p>
              </p:txBody>
            </p:sp>
          </mc:Fallback>
        </mc:AlternateContent>
        <p:cxnSp>
          <p:nvCxnSpPr>
            <p:cNvPr id="86" name="直接箭头连接符 85">
              <a:extLst>
                <a:ext uri="{FF2B5EF4-FFF2-40B4-BE49-F238E27FC236}">
                  <a16:creationId xmlns:a16="http://schemas.microsoft.com/office/drawing/2014/main" id="{806AF9B7-7FF3-8D2F-17B7-569463A0DB00}"/>
                </a:ext>
              </a:extLst>
            </p:cNvPr>
            <p:cNvCxnSpPr>
              <a:cxnSpLocks/>
            </p:cNvCxnSpPr>
            <p:nvPr/>
          </p:nvCxnSpPr>
          <p:spPr>
            <a:xfrm flipH="1">
              <a:off x="2592000" y="2340000"/>
              <a:ext cx="432000" cy="0"/>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60042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812AA-443A-2C53-8973-0256B958425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AD87A3-8C69-02BE-97AD-0BF98474B40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模拟部分（基于 </a:t>
            </a:r>
            <a:r>
              <a:rPr lang="en-US" altLang="zh-CN" sz="3000" dirty="0">
                <a:solidFill>
                  <a:srgbClr val="FFFF00"/>
                </a:solidFill>
              </a:rPr>
              <a:t>BJT </a:t>
            </a:r>
            <a:r>
              <a:rPr lang="zh-CN" altLang="en-US" sz="3000" dirty="0">
                <a:solidFill>
                  <a:srgbClr val="FFFF00"/>
                </a:solidFill>
              </a:rPr>
              <a:t>的放大电路）</a:t>
            </a:r>
          </a:p>
        </p:txBody>
      </p:sp>
      <p:sp>
        <p:nvSpPr>
          <p:cNvPr id="3" name="文本框 2">
            <a:extLst>
              <a:ext uri="{FF2B5EF4-FFF2-40B4-BE49-F238E27FC236}">
                <a16:creationId xmlns:a16="http://schemas.microsoft.com/office/drawing/2014/main" id="{6BD57C8D-90A1-9F91-9B1B-A1B9A9F60B1F}"/>
              </a:ext>
            </a:extLst>
          </p:cNvPr>
          <p:cNvSpPr txBox="1"/>
          <p:nvPr/>
        </p:nvSpPr>
        <p:spPr>
          <a:xfrm>
            <a:off x="360001" y="827142"/>
            <a:ext cx="11240670" cy="205530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分析方法：</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为简化，将电路中的信号视为直流电源单独作用（静态分析）和在此基础上交流信号作用（动态分析）的叠加</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先确定直流量，在直流基础上再分析交流性能</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124" name="组合 123">
            <a:extLst>
              <a:ext uri="{FF2B5EF4-FFF2-40B4-BE49-F238E27FC236}">
                <a16:creationId xmlns:a16="http://schemas.microsoft.com/office/drawing/2014/main" id="{D260B311-AE44-B687-F800-C8E459EE2DB4}"/>
              </a:ext>
            </a:extLst>
          </p:cNvPr>
          <p:cNvGrpSpPr/>
          <p:nvPr/>
        </p:nvGrpSpPr>
        <p:grpSpPr>
          <a:xfrm>
            <a:off x="900000" y="3168000"/>
            <a:ext cx="4068000" cy="2988001"/>
            <a:chOff x="12564000" y="756000"/>
            <a:chExt cx="4068000" cy="2988001"/>
          </a:xfrm>
        </p:grpSpPr>
        <p:cxnSp>
          <p:nvCxnSpPr>
            <p:cNvPr id="125" name="直接连接符 124">
              <a:extLst>
                <a:ext uri="{FF2B5EF4-FFF2-40B4-BE49-F238E27FC236}">
                  <a16:creationId xmlns:a16="http://schemas.microsoft.com/office/drawing/2014/main" id="{FE8231C3-69C2-8445-9101-BC6D5A5BEBF9}"/>
                </a:ext>
              </a:extLst>
            </p:cNvPr>
            <p:cNvCxnSpPr>
              <a:cxnSpLocks/>
            </p:cNvCxnSpPr>
            <p:nvPr/>
          </p:nvCxnSpPr>
          <p:spPr>
            <a:xfrm flipV="1">
              <a:off x="14184000" y="1620001"/>
              <a:ext cx="0" cy="72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C3A0C09-F6E9-703A-AC4C-B291E80DF848}"/>
                </a:ext>
              </a:extLst>
            </p:cNvPr>
            <p:cNvCxnSpPr>
              <a:cxnSpLocks/>
            </p:cNvCxnSpPr>
            <p:nvPr/>
          </p:nvCxnSpPr>
          <p:spPr>
            <a:xfrm>
              <a:off x="14184000" y="2160001"/>
              <a:ext cx="360000" cy="178612"/>
            </a:xfrm>
            <a:prstGeom prst="line">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399EF79C-D871-BECA-1B05-50E19D0E8F5B}"/>
                </a:ext>
              </a:extLst>
            </p:cNvPr>
            <p:cNvCxnSpPr>
              <a:cxnSpLocks/>
            </p:cNvCxnSpPr>
            <p:nvPr/>
          </p:nvCxnSpPr>
          <p:spPr>
            <a:xfrm flipV="1">
              <a:off x="14184000" y="1620001"/>
              <a:ext cx="360000" cy="18000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32EC774D-7428-EAB0-A693-B8BDD3A22BBB}"/>
                </a:ext>
              </a:extLst>
            </p:cNvPr>
            <p:cNvCxnSpPr>
              <a:cxnSpLocks/>
            </p:cNvCxnSpPr>
            <p:nvPr/>
          </p:nvCxnSpPr>
          <p:spPr>
            <a:xfrm flipV="1">
              <a:off x="14544000" y="900000"/>
              <a:ext cx="0" cy="73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2026B3B4-F507-B57E-C732-5DF3B9DE20B1}"/>
                </a:ext>
              </a:extLst>
            </p:cNvPr>
            <p:cNvCxnSpPr>
              <a:cxnSpLocks/>
            </p:cNvCxnSpPr>
            <p:nvPr/>
          </p:nvCxnSpPr>
          <p:spPr>
            <a:xfrm>
              <a:off x="12816000" y="1980001"/>
              <a:ext cx="13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D6411EB5-0E68-8143-04E1-8EC2D65B6F34}"/>
                </a:ext>
              </a:extLst>
            </p:cNvPr>
            <p:cNvCxnSpPr>
              <a:cxnSpLocks/>
            </p:cNvCxnSpPr>
            <p:nvPr/>
          </p:nvCxnSpPr>
          <p:spPr>
            <a:xfrm flipV="1">
              <a:off x="14544000" y="2340001"/>
              <a:ext cx="0" cy="140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8305826A-2388-D7FE-DC81-ACEF4A7754C7}"/>
                </a:ext>
              </a:extLst>
            </p:cNvPr>
            <p:cNvCxnSpPr>
              <a:cxnSpLocks/>
            </p:cNvCxnSpPr>
            <p:nvPr/>
          </p:nvCxnSpPr>
          <p:spPr>
            <a:xfrm>
              <a:off x="12816000" y="3474001"/>
              <a:ext cx="327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椭圆 131">
              <a:extLst>
                <a:ext uri="{FF2B5EF4-FFF2-40B4-BE49-F238E27FC236}">
                  <a16:creationId xmlns:a16="http://schemas.microsoft.com/office/drawing/2014/main" id="{72D7A6C6-4483-3EC1-58E2-EC5E41AA228F}"/>
                </a:ext>
              </a:extLst>
            </p:cNvPr>
            <p:cNvSpPr/>
            <p:nvPr/>
          </p:nvSpPr>
          <p:spPr>
            <a:xfrm>
              <a:off x="14490000" y="3420001"/>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133" name="直接连接符 132">
              <a:extLst>
                <a:ext uri="{FF2B5EF4-FFF2-40B4-BE49-F238E27FC236}">
                  <a16:creationId xmlns:a16="http://schemas.microsoft.com/office/drawing/2014/main" id="{7CBF5C8C-7553-B729-13B5-19C581FE583D}"/>
                </a:ext>
              </a:extLst>
            </p:cNvPr>
            <p:cNvCxnSpPr>
              <a:cxnSpLocks/>
            </p:cNvCxnSpPr>
            <p:nvPr/>
          </p:nvCxnSpPr>
          <p:spPr>
            <a:xfrm>
              <a:off x="14364000" y="3708001"/>
              <a:ext cx="360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矩形 133">
              <a:extLst>
                <a:ext uri="{FF2B5EF4-FFF2-40B4-BE49-F238E27FC236}">
                  <a16:creationId xmlns:a16="http://schemas.microsoft.com/office/drawing/2014/main" id="{E1E98209-0F82-7792-552C-4D1E7FE9AA18}"/>
                </a:ext>
              </a:extLst>
            </p:cNvPr>
            <p:cNvSpPr/>
            <p:nvPr/>
          </p:nvSpPr>
          <p:spPr>
            <a:xfrm>
              <a:off x="12996000" y="1908000"/>
              <a:ext cx="504000" cy="14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 name="直接箭头连接符 134">
              <a:extLst>
                <a:ext uri="{FF2B5EF4-FFF2-40B4-BE49-F238E27FC236}">
                  <a16:creationId xmlns:a16="http://schemas.microsoft.com/office/drawing/2014/main" id="{76433E10-8FEB-BC3A-C605-6F77FBE7D710}"/>
                </a:ext>
              </a:extLst>
            </p:cNvPr>
            <p:cNvCxnSpPr>
              <a:cxnSpLocks/>
            </p:cNvCxnSpPr>
            <p:nvPr/>
          </p:nvCxnSpPr>
          <p:spPr>
            <a:xfrm>
              <a:off x="13680000" y="1872000"/>
              <a:ext cx="432000" cy="0"/>
            </a:xfrm>
            <a:prstGeom prst="straightConnector1">
              <a:avLst/>
            </a:prstGeom>
            <a:ln w="19050">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8E026C92-BA75-6705-9D9E-C9AD0D29810E}"/>
                </a:ext>
              </a:extLst>
            </p:cNvPr>
            <p:cNvCxnSpPr>
              <a:cxnSpLocks/>
            </p:cNvCxnSpPr>
            <p:nvPr/>
          </p:nvCxnSpPr>
          <p:spPr>
            <a:xfrm>
              <a:off x="12564000" y="2700000"/>
              <a:ext cx="50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3F90C80D-0DD3-AB52-9E2F-9B0418A531F3}"/>
                </a:ext>
              </a:extLst>
            </p:cNvPr>
            <p:cNvCxnSpPr>
              <a:cxnSpLocks/>
            </p:cNvCxnSpPr>
            <p:nvPr/>
          </p:nvCxnSpPr>
          <p:spPr>
            <a:xfrm>
              <a:off x="12672000" y="2826000"/>
              <a:ext cx="288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9B120D40-9F14-049E-9181-BDA6156A8523}"/>
                </a:ext>
              </a:extLst>
            </p:cNvPr>
            <p:cNvCxnSpPr>
              <a:cxnSpLocks/>
            </p:cNvCxnSpPr>
            <p:nvPr/>
          </p:nvCxnSpPr>
          <p:spPr>
            <a:xfrm flipV="1">
              <a:off x="12816000" y="2826000"/>
              <a:ext cx="0" cy="64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6C454E3E-8D9E-5D2E-48C5-9979FE2CB5A0}"/>
                </a:ext>
              </a:extLst>
            </p:cNvPr>
            <p:cNvCxnSpPr>
              <a:cxnSpLocks/>
            </p:cNvCxnSpPr>
            <p:nvPr/>
          </p:nvCxnSpPr>
          <p:spPr>
            <a:xfrm flipV="1">
              <a:off x="12816000" y="1982093"/>
              <a:ext cx="0" cy="72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0" name="文本框 139">
                  <a:extLst>
                    <a:ext uri="{FF2B5EF4-FFF2-40B4-BE49-F238E27FC236}">
                      <a16:creationId xmlns:a16="http://schemas.microsoft.com/office/drawing/2014/main" id="{4D3E3046-00A1-39F9-01C2-84EB74C2CEE6}"/>
                    </a:ext>
                  </a:extLst>
                </p:cNvPr>
                <p:cNvSpPr txBox="1"/>
                <p:nvPr/>
              </p:nvSpPr>
              <p:spPr>
                <a:xfrm>
                  <a:off x="12816000" y="2844000"/>
                  <a:ext cx="576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m:rPr>
                                <m:sty m:val="p"/>
                              </m:rPr>
                              <a:rPr lang="en-US" altLang="zh-CN" sz="2400" b="0" i="0" smtClean="0">
                                <a:latin typeface="Cambria Math" panose="02040503050406030204" pitchFamily="18" charset="0"/>
                              </a:rPr>
                              <m:t>BB</m:t>
                            </m:r>
                          </m:sub>
                        </m:sSub>
                      </m:oMath>
                    </m:oMathPara>
                  </a14:m>
                  <a:endParaRPr lang="zh-CN" altLang="en-US" sz="2400" dirty="0"/>
                </a:p>
              </p:txBody>
            </p:sp>
          </mc:Choice>
          <mc:Fallback xmlns="">
            <p:sp>
              <p:nvSpPr>
                <p:cNvPr id="32" name="文本框 31">
                  <a:extLst>
                    <a:ext uri="{FF2B5EF4-FFF2-40B4-BE49-F238E27FC236}">
                      <a16:creationId xmlns:a16="http://schemas.microsoft.com/office/drawing/2014/main" id="{61D95CD6-CB56-86AC-8A30-3C4EC9EEC96A}"/>
                    </a:ext>
                  </a:extLst>
                </p:cNvPr>
                <p:cNvSpPr txBox="1">
                  <a:spLocks noRot="1" noChangeAspect="1" noMove="1" noResize="1" noEditPoints="1" noAdjustHandles="1" noChangeArrowheads="1" noChangeShapeType="1" noTextEdit="1"/>
                </p:cNvSpPr>
                <p:nvPr/>
              </p:nvSpPr>
              <p:spPr>
                <a:xfrm>
                  <a:off x="12816000" y="2844000"/>
                  <a:ext cx="576000" cy="369332"/>
                </a:xfrm>
                <a:prstGeom prst="rect">
                  <a:avLst/>
                </a:prstGeom>
                <a:blipFill>
                  <a:blip r:embed="rId8"/>
                  <a:stretch>
                    <a:fillRect l="-8421" r="-1053"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1" name="文本框 140">
                  <a:extLst>
                    <a:ext uri="{FF2B5EF4-FFF2-40B4-BE49-F238E27FC236}">
                      <a16:creationId xmlns:a16="http://schemas.microsoft.com/office/drawing/2014/main" id="{50614BD9-7463-99E9-A422-11CC57BDC217}"/>
                    </a:ext>
                  </a:extLst>
                </p:cNvPr>
                <p:cNvSpPr txBox="1"/>
                <p:nvPr/>
              </p:nvSpPr>
              <p:spPr>
                <a:xfrm>
                  <a:off x="13644000" y="1404000"/>
                  <a:ext cx="432000" cy="432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𝐼</m:t>
                            </m:r>
                          </m:e>
                          <m:sub>
                            <m:r>
                              <m:rPr>
                                <m:sty m:val="p"/>
                              </m:rPr>
                              <a:rPr lang="en-US" altLang="zh-CN" sz="2400" b="0" i="0" smtClean="0">
                                <a:solidFill>
                                  <a:schemeClr val="accent5">
                                    <a:lumMod val="75000"/>
                                  </a:schemeClr>
                                </a:solidFill>
                                <a:latin typeface="Cambria Math" panose="02040503050406030204" pitchFamily="18" charset="0"/>
                              </a:rPr>
                              <m:t>BQ</m:t>
                            </m:r>
                          </m:sub>
                        </m:sSub>
                      </m:oMath>
                    </m:oMathPara>
                  </a14:m>
                  <a:endParaRPr lang="zh-CN" altLang="en-US" sz="2400" dirty="0">
                    <a:solidFill>
                      <a:schemeClr val="accent5">
                        <a:lumMod val="75000"/>
                      </a:schemeClr>
                    </a:solidFill>
                  </a:endParaRPr>
                </a:p>
              </p:txBody>
            </p:sp>
          </mc:Choice>
          <mc:Fallback xmlns="">
            <p:sp>
              <p:nvSpPr>
                <p:cNvPr id="36" name="文本框 35">
                  <a:extLst>
                    <a:ext uri="{FF2B5EF4-FFF2-40B4-BE49-F238E27FC236}">
                      <a16:creationId xmlns:a16="http://schemas.microsoft.com/office/drawing/2014/main" id="{54BD6C0F-57BF-3541-D53D-C6B57C704740}"/>
                    </a:ext>
                  </a:extLst>
                </p:cNvPr>
                <p:cNvSpPr txBox="1">
                  <a:spLocks noRot="1" noChangeAspect="1" noMove="1" noResize="1" noEditPoints="1" noAdjustHandles="1" noChangeArrowheads="1" noChangeShapeType="1" noTextEdit="1"/>
                </p:cNvSpPr>
                <p:nvPr/>
              </p:nvSpPr>
              <p:spPr>
                <a:xfrm>
                  <a:off x="13644000" y="1404000"/>
                  <a:ext cx="432000" cy="432000"/>
                </a:xfrm>
                <a:prstGeom prst="rect">
                  <a:avLst/>
                </a:prstGeom>
                <a:blipFill>
                  <a:blip r:embed="rId9"/>
                  <a:stretch>
                    <a:fillRect l="-22535" r="-21127" b="-15493"/>
                  </a:stretch>
                </a:blipFill>
              </p:spPr>
              <p:txBody>
                <a:bodyPr/>
                <a:lstStyle/>
                <a:p>
                  <a:r>
                    <a:rPr lang="zh-CN" altLang="en-US">
                      <a:noFill/>
                    </a:rPr>
                    <a:t> </a:t>
                  </a:r>
                </a:p>
              </p:txBody>
            </p:sp>
          </mc:Fallback>
        </mc:AlternateContent>
        <p:grpSp>
          <p:nvGrpSpPr>
            <p:cNvPr id="142" name="组合 141">
              <a:extLst>
                <a:ext uri="{FF2B5EF4-FFF2-40B4-BE49-F238E27FC236}">
                  <a16:creationId xmlns:a16="http://schemas.microsoft.com/office/drawing/2014/main" id="{3DCC63C0-072B-F72F-96AC-A656587C54B4}"/>
                </a:ext>
              </a:extLst>
            </p:cNvPr>
            <p:cNvGrpSpPr/>
            <p:nvPr/>
          </p:nvGrpSpPr>
          <p:grpSpPr>
            <a:xfrm>
              <a:off x="14544000" y="900000"/>
              <a:ext cx="1548000" cy="540000"/>
              <a:chOff x="10008000" y="720000"/>
              <a:chExt cx="1548000" cy="540000"/>
            </a:xfrm>
          </p:grpSpPr>
          <p:cxnSp>
            <p:nvCxnSpPr>
              <p:cNvPr id="159" name="直接连接符 158">
                <a:extLst>
                  <a:ext uri="{FF2B5EF4-FFF2-40B4-BE49-F238E27FC236}">
                    <a16:creationId xmlns:a16="http://schemas.microsoft.com/office/drawing/2014/main" id="{18D7EC54-084D-E6DD-E128-53CFFF7D5621}"/>
                  </a:ext>
                </a:extLst>
              </p:cNvPr>
              <p:cNvCxnSpPr>
                <a:cxnSpLocks/>
              </p:cNvCxnSpPr>
              <p:nvPr/>
            </p:nvCxnSpPr>
            <p:spPr>
              <a:xfrm>
                <a:off x="10008000" y="720000"/>
                <a:ext cx="15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B2352E87-5AAA-5BE4-CCF7-5A8BC9117BE6}"/>
                  </a:ext>
                </a:extLst>
              </p:cNvPr>
              <p:cNvCxnSpPr>
                <a:cxnSpLocks/>
              </p:cNvCxnSpPr>
              <p:nvPr/>
            </p:nvCxnSpPr>
            <p:spPr>
              <a:xfrm flipH="1">
                <a:off x="10116000" y="828000"/>
                <a:ext cx="432000" cy="0"/>
              </a:xfrm>
              <a:prstGeom prst="straightConnector1">
                <a:avLst/>
              </a:prstGeom>
              <a:ln w="19050">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1" name="文本框 160">
                    <a:extLst>
                      <a:ext uri="{FF2B5EF4-FFF2-40B4-BE49-F238E27FC236}">
                        <a16:creationId xmlns:a16="http://schemas.microsoft.com/office/drawing/2014/main" id="{61DFADFB-7937-0C6F-7FE0-140977A36B8B}"/>
                      </a:ext>
                    </a:extLst>
                  </p:cNvPr>
                  <p:cNvSpPr txBox="1"/>
                  <p:nvPr/>
                </p:nvSpPr>
                <p:spPr>
                  <a:xfrm>
                    <a:off x="10152000" y="828000"/>
                    <a:ext cx="432000" cy="432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𝐼</m:t>
                              </m:r>
                            </m:e>
                            <m:sub>
                              <m:r>
                                <m:rPr>
                                  <m:sty m:val="p"/>
                                </m:rPr>
                                <a:rPr lang="en-US" altLang="zh-CN" sz="2400" b="0" i="0" smtClean="0">
                                  <a:solidFill>
                                    <a:schemeClr val="accent5">
                                      <a:lumMod val="75000"/>
                                    </a:schemeClr>
                                  </a:solidFill>
                                  <a:latin typeface="Cambria Math" panose="02040503050406030204" pitchFamily="18" charset="0"/>
                                </a:rPr>
                                <m:t>CQ</m:t>
                              </m:r>
                            </m:sub>
                          </m:sSub>
                        </m:oMath>
                      </m:oMathPara>
                    </a14:m>
                    <a:endParaRPr lang="zh-CN" altLang="en-US" sz="2400" dirty="0">
                      <a:solidFill>
                        <a:schemeClr val="accent5">
                          <a:lumMod val="75000"/>
                        </a:schemeClr>
                      </a:solidFill>
                    </a:endParaRPr>
                  </a:p>
                </p:txBody>
              </p:sp>
            </mc:Choice>
            <mc:Fallback xmlns="">
              <p:sp>
                <p:nvSpPr>
                  <p:cNvPr id="55" name="文本框 54">
                    <a:extLst>
                      <a:ext uri="{FF2B5EF4-FFF2-40B4-BE49-F238E27FC236}">
                        <a16:creationId xmlns:a16="http://schemas.microsoft.com/office/drawing/2014/main" id="{A4C19145-CEF6-BBF1-EF95-713648FE3578}"/>
                      </a:ext>
                    </a:extLst>
                  </p:cNvPr>
                  <p:cNvSpPr txBox="1">
                    <a:spLocks noRot="1" noChangeAspect="1" noMove="1" noResize="1" noEditPoints="1" noAdjustHandles="1" noChangeArrowheads="1" noChangeShapeType="1" noTextEdit="1"/>
                  </p:cNvSpPr>
                  <p:nvPr/>
                </p:nvSpPr>
                <p:spPr>
                  <a:xfrm>
                    <a:off x="10152000" y="828000"/>
                    <a:ext cx="432000" cy="432000"/>
                  </a:xfrm>
                  <a:prstGeom prst="rect">
                    <a:avLst/>
                  </a:prstGeom>
                  <a:blipFill>
                    <a:blip r:embed="rId10"/>
                    <a:stretch>
                      <a:fillRect l="-21127" r="-19718" b="-154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2" name="文本框 161">
                    <a:extLst>
                      <a:ext uri="{FF2B5EF4-FFF2-40B4-BE49-F238E27FC236}">
                        <a16:creationId xmlns:a16="http://schemas.microsoft.com/office/drawing/2014/main" id="{5B53725F-BE78-387B-27B3-0E812E1AFDCE}"/>
                      </a:ext>
                    </a:extLst>
                  </p:cNvPr>
                  <p:cNvSpPr txBox="1"/>
                  <p:nvPr/>
                </p:nvSpPr>
                <p:spPr>
                  <a:xfrm>
                    <a:off x="10728000" y="720000"/>
                    <a:ext cx="288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56" name="文本框 55">
                    <a:extLst>
                      <a:ext uri="{FF2B5EF4-FFF2-40B4-BE49-F238E27FC236}">
                        <a16:creationId xmlns:a16="http://schemas.microsoft.com/office/drawing/2014/main" id="{16968523-542D-162D-EC00-F04F415CC76D}"/>
                      </a:ext>
                    </a:extLst>
                  </p:cNvPr>
                  <p:cNvSpPr txBox="1">
                    <a:spLocks noRot="1" noChangeAspect="1" noMove="1" noResize="1" noEditPoints="1" noAdjustHandles="1" noChangeArrowheads="1" noChangeShapeType="1" noTextEdit="1"/>
                  </p:cNvSpPr>
                  <p:nvPr/>
                </p:nvSpPr>
                <p:spPr>
                  <a:xfrm>
                    <a:off x="10728000" y="720000"/>
                    <a:ext cx="288000" cy="369332"/>
                  </a:xfrm>
                  <a:prstGeom prst="rect">
                    <a:avLst/>
                  </a:prstGeom>
                  <a:blipFill>
                    <a:blip r:embed="rId11"/>
                    <a:stretch>
                      <a:fillRect l="-23404" r="-23404" b="-4918"/>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43" name="文本框 142">
                  <a:extLst>
                    <a:ext uri="{FF2B5EF4-FFF2-40B4-BE49-F238E27FC236}">
                      <a16:creationId xmlns:a16="http://schemas.microsoft.com/office/drawing/2014/main" id="{62CADBB3-CB4C-4199-7562-C1D1D391DF8F}"/>
                    </a:ext>
                  </a:extLst>
                </p:cNvPr>
                <p:cNvSpPr txBox="1"/>
                <p:nvPr/>
              </p:nvSpPr>
              <p:spPr>
                <a:xfrm>
                  <a:off x="15264000" y="3132001"/>
                  <a:ext cx="288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38" name="文本框 37">
                  <a:extLst>
                    <a:ext uri="{FF2B5EF4-FFF2-40B4-BE49-F238E27FC236}">
                      <a16:creationId xmlns:a16="http://schemas.microsoft.com/office/drawing/2014/main" id="{4234B0E4-1317-018A-E00A-1FE1BD5763E0}"/>
                    </a:ext>
                  </a:extLst>
                </p:cNvPr>
                <p:cNvSpPr txBox="1">
                  <a:spLocks noRot="1" noChangeAspect="1" noMove="1" noResize="1" noEditPoints="1" noAdjustHandles="1" noChangeArrowheads="1" noChangeShapeType="1" noTextEdit="1"/>
                </p:cNvSpPr>
                <p:nvPr/>
              </p:nvSpPr>
              <p:spPr>
                <a:xfrm>
                  <a:off x="15264000" y="3132001"/>
                  <a:ext cx="288000" cy="369332"/>
                </a:xfrm>
                <a:prstGeom prst="rect">
                  <a:avLst/>
                </a:prstGeom>
                <a:blipFill>
                  <a:blip r:embed="rId12"/>
                  <a:stretch>
                    <a:fillRect l="-8511" r="-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4" name="文本框 143">
                  <a:extLst>
                    <a:ext uri="{FF2B5EF4-FFF2-40B4-BE49-F238E27FC236}">
                      <a16:creationId xmlns:a16="http://schemas.microsoft.com/office/drawing/2014/main" id="{E37FFB25-D95A-F62E-B376-2D53E10BCCBE}"/>
                    </a:ext>
                  </a:extLst>
                </p:cNvPr>
                <p:cNvSpPr txBox="1"/>
                <p:nvPr/>
              </p:nvSpPr>
              <p:spPr>
                <a:xfrm>
                  <a:off x="14976000" y="1980000"/>
                  <a:ext cx="792000" cy="3968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𝑉</m:t>
                            </m:r>
                          </m:e>
                          <m:sub>
                            <m:r>
                              <m:rPr>
                                <m:sty m:val="p"/>
                              </m:rPr>
                              <a:rPr lang="en-US" altLang="zh-CN" sz="2400" b="0" i="0" smtClean="0">
                                <a:solidFill>
                                  <a:schemeClr val="accent5">
                                    <a:lumMod val="75000"/>
                                  </a:schemeClr>
                                </a:solidFill>
                                <a:latin typeface="Cambria Math" panose="02040503050406030204" pitchFamily="18" charset="0"/>
                              </a:rPr>
                              <m:t>CEQ</m:t>
                            </m:r>
                          </m:sub>
                        </m:sSub>
                      </m:oMath>
                    </m:oMathPara>
                  </a14:m>
                  <a:endParaRPr lang="zh-CN" altLang="en-US" sz="2400" dirty="0">
                    <a:solidFill>
                      <a:schemeClr val="accent5">
                        <a:lumMod val="75000"/>
                      </a:schemeClr>
                    </a:solidFill>
                  </a:endParaRPr>
                </a:p>
              </p:txBody>
            </p:sp>
          </mc:Choice>
          <mc:Fallback xmlns="">
            <p:sp>
              <p:nvSpPr>
                <p:cNvPr id="39" name="文本框 38">
                  <a:extLst>
                    <a:ext uri="{FF2B5EF4-FFF2-40B4-BE49-F238E27FC236}">
                      <a16:creationId xmlns:a16="http://schemas.microsoft.com/office/drawing/2014/main" id="{8723A01D-EBD8-44A5-BA2B-564CBF442966}"/>
                    </a:ext>
                  </a:extLst>
                </p:cNvPr>
                <p:cNvSpPr txBox="1">
                  <a:spLocks noRot="1" noChangeAspect="1" noMove="1" noResize="1" noEditPoints="1" noAdjustHandles="1" noChangeArrowheads="1" noChangeShapeType="1" noTextEdit="1"/>
                </p:cNvSpPr>
                <p:nvPr/>
              </p:nvSpPr>
              <p:spPr>
                <a:xfrm>
                  <a:off x="14976000" y="1980000"/>
                  <a:ext cx="792000" cy="396840"/>
                </a:xfrm>
                <a:prstGeom prst="rect">
                  <a:avLst/>
                </a:prstGeom>
                <a:blipFill>
                  <a:blip r:embed="rId13"/>
                  <a:stretch>
                    <a:fillRect l="-2308" b="-2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5" name="文本框 144">
                  <a:extLst>
                    <a:ext uri="{FF2B5EF4-FFF2-40B4-BE49-F238E27FC236}">
                      <a16:creationId xmlns:a16="http://schemas.microsoft.com/office/drawing/2014/main" id="{888369C7-E2E1-7390-8510-23E14E693313}"/>
                    </a:ext>
                  </a:extLst>
                </p:cNvPr>
                <p:cNvSpPr txBox="1"/>
                <p:nvPr/>
              </p:nvSpPr>
              <p:spPr>
                <a:xfrm>
                  <a:off x="13824000" y="2088001"/>
                  <a:ext cx="360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40" name="文本框 39">
                  <a:extLst>
                    <a:ext uri="{FF2B5EF4-FFF2-40B4-BE49-F238E27FC236}">
                      <a16:creationId xmlns:a16="http://schemas.microsoft.com/office/drawing/2014/main" id="{0314A385-82A4-7B36-1A0C-907634012261}"/>
                    </a:ext>
                  </a:extLst>
                </p:cNvPr>
                <p:cNvSpPr txBox="1">
                  <a:spLocks noRot="1" noChangeAspect="1" noMove="1" noResize="1" noEditPoints="1" noAdjustHandles="1" noChangeArrowheads="1" noChangeShapeType="1" noTextEdit="1"/>
                </p:cNvSpPr>
                <p:nvPr/>
              </p:nvSpPr>
              <p:spPr>
                <a:xfrm>
                  <a:off x="13824000" y="2088001"/>
                  <a:ext cx="360000" cy="369332"/>
                </a:xfrm>
                <a:prstGeom prst="rect">
                  <a:avLst/>
                </a:prstGeom>
                <a:blipFill>
                  <a:blip r:embed="rId14"/>
                  <a:stretch>
                    <a:fillRect l="-8475" r="-8475" b="-49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6" name="文本框 145">
                  <a:extLst>
                    <a:ext uri="{FF2B5EF4-FFF2-40B4-BE49-F238E27FC236}">
                      <a16:creationId xmlns:a16="http://schemas.microsoft.com/office/drawing/2014/main" id="{0EC76B6E-026A-D350-034C-9A97504FDAB3}"/>
                    </a:ext>
                  </a:extLst>
                </p:cNvPr>
                <p:cNvSpPr txBox="1"/>
                <p:nvPr/>
              </p:nvSpPr>
              <p:spPr>
                <a:xfrm>
                  <a:off x="13824000" y="3132001"/>
                  <a:ext cx="360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41" name="文本框 40">
                  <a:extLst>
                    <a:ext uri="{FF2B5EF4-FFF2-40B4-BE49-F238E27FC236}">
                      <a16:creationId xmlns:a16="http://schemas.microsoft.com/office/drawing/2014/main" id="{F5AEE64C-62EF-9AAB-B0C4-5214A97DC2D0}"/>
                    </a:ext>
                  </a:extLst>
                </p:cNvPr>
                <p:cNvSpPr txBox="1">
                  <a:spLocks noRot="1" noChangeAspect="1" noMove="1" noResize="1" noEditPoints="1" noAdjustHandles="1" noChangeArrowheads="1" noChangeShapeType="1" noTextEdit="1"/>
                </p:cNvSpPr>
                <p:nvPr/>
              </p:nvSpPr>
              <p:spPr>
                <a:xfrm>
                  <a:off x="13824000" y="3132001"/>
                  <a:ext cx="360000" cy="369332"/>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7" name="文本框 146">
                  <a:extLst>
                    <a:ext uri="{FF2B5EF4-FFF2-40B4-BE49-F238E27FC236}">
                      <a16:creationId xmlns:a16="http://schemas.microsoft.com/office/drawing/2014/main" id="{CB7EF9C1-F579-5339-49D8-1E0B965FEFA3}"/>
                    </a:ext>
                  </a:extLst>
                </p:cNvPr>
                <p:cNvSpPr txBox="1"/>
                <p:nvPr/>
              </p:nvSpPr>
              <p:spPr>
                <a:xfrm>
                  <a:off x="13608000" y="2556001"/>
                  <a:ext cx="792000" cy="3968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𝑉</m:t>
                            </m:r>
                          </m:e>
                          <m:sub>
                            <m:r>
                              <m:rPr>
                                <m:sty m:val="p"/>
                              </m:rPr>
                              <a:rPr lang="en-US" altLang="zh-CN" sz="2400" b="0" i="0" smtClean="0">
                                <a:solidFill>
                                  <a:schemeClr val="accent5">
                                    <a:lumMod val="75000"/>
                                  </a:schemeClr>
                                </a:solidFill>
                                <a:latin typeface="Cambria Math" panose="02040503050406030204" pitchFamily="18" charset="0"/>
                              </a:rPr>
                              <m:t>BEQ</m:t>
                            </m:r>
                          </m:sub>
                        </m:sSub>
                      </m:oMath>
                    </m:oMathPara>
                  </a14:m>
                  <a:endParaRPr lang="zh-CN" altLang="en-US" sz="2400" dirty="0">
                    <a:solidFill>
                      <a:schemeClr val="accent5">
                        <a:lumMod val="75000"/>
                      </a:schemeClr>
                    </a:solidFill>
                  </a:endParaRPr>
                </a:p>
              </p:txBody>
            </p:sp>
          </mc:Choice>
          <mc:Fallback xmlns="">
            <p:sp>
              <p:nvSpPr>
                <p:cNvPr id="42" name="文本框 41">
                  <a:extLst>
                    <a:ext uri="{FF2B5EF4-FFF2-40B4-BE49-F238E27FC236}">
                      <a16:creationId xmlns:a16="http://schemas.microsoft.com/office/drawing/2014/main" id="{629731F1-34D0-72EA-7F83-311883C8FD0C}"/>
                    </a:ext>
                  </a:extLst>
                </p:cNvPr>
                <p:cNvSpPr txBox="1">
                  <a:spLocks noRot="1" noChangeAspect="1" noMove="1" noResize="1" noEditPoints="1" noAdjustHandles="1" noChangeArrowheads="1" noChangeShapeType="1" noTextEdit="1"/>
                </p:cNvSpPr>
                <p:nvPr/>
              </p:nvSpPr>
              <p:spPr>
                <a:xfrm>
                  <a:off x="13608000" y="2556001"/>
                  <a:ext cx="792000" cy="396840"/>
                </a:xfrm>
                <a:prstGeom prst="rect">
                  <a:avLst/>
                </a:prstGeom>
                <a:blipFill>
                  <a:blip r:embed="rId16"/>
                  <a:stretch>
                    <a:fillRect l="-2308" r="-769" b="-261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8" name="文本框 147">
                  <a:extLst>
                    <a:ext uri="{FF2B5EF4-FFF2-40B4-BE49-F238E27FC236}">
                      <a16:creationId xmlns:a16="http://schemas.microsoft.com/office/drawing/2014/main" id="{E1BCF917-3325-38F4-276F-A0361DDA84EE}"/>
                    </a:ext>
                  </a:extLst>
                </p:cNvPr>
                <p:cNvSpPr txBox="1"/>
                <p:nvPr/>
              </p:nvSpPr>
              <p:spPr>
                <a:xfrm>
                  <a:off x="14436000" y="1800001"/>
                  <a:ext cx="288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T</m:t>
                        </m:r>
                      </m:oMath>
                    </m:oMathPara>
                  </a14:m>
                  <a:endParaRPr lang="zh-CN" altLang="en-US" sz="2400" dirty="0"/>
                </a:p>
              </p:txBody>
            </p:sp>
          </mc:Choice>
          <mc:Fallback xmlns="">
            <p:sp>
              <p:nvSpPr>
                <p:cNvPr id="43" name="文本框 42">
                  <a:extLst>
                    <a:ext uri="{FF2B5EF4-FFF2-40B4-BE49-F238E27FC236}">
                      <a16:creationId xmlns:a16="http://schemas.microsoft.com/office/drawing/2014/main" id="{35A5157C-9B6B-5011-E100-875AE1E7E0D8}"/>
                    </a:ext>
                  </a:extLst>
                </p:cNvPr>
                <p:cNvSpPr txBox="1">
                  <a:spLocks noRot="1" noChangeAspect="1" noMove="1" noResize="1" noEditPoints="1" noAdjustHandles="1" noChangeArrowheads="1" noChangeShapeType="1" noTextEdit="1"/>
                </p:cNvSpPr>
                <p:nvPr/>
              </p:nvSpPr>
              <p:spPr>
                <a:xfrm>
                  <a:off x="14436000" y="1800001"/>
                  <a:ext cx="288000" cy="369332"/>
                </a:xfrm>
                <a:prstGeom prst="rect">
                  <a:avLst/>
                </a:prstGeom>
                <a:blipFill>
                  <a:blip r:embed="rId17"/>
                  <a:stretch>
                    <a:fillRect l="-17021" r="-21277"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 name="文本框 148">
                  <a:extLst>
                    <a:ext uri="{FF2B5EF4-FFF2-40B4-BE49-F238E27FC236}">
                      <a16:creationId xmlns:a16="http://schemas.microsoft.com/office/drawing/2014/main" id="{361653B7-E132-CDEA-C728-92AA24EA8185}"/>
                    </a:ext>
                  </a:extLst>
                </p:cNvPr>
                <p:cNvSpPr txBox="1"/>
                <p:nvPr/>
              </p:nvSpPr>
              <p:spPr>
                <a:xfrm>
                  <a:off x="12996000" y="2052000"/>
                  <a:ext cx="504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i="1">
                                <a:latin typeface="Cambria Math" panose="02040503050406030204" pitchFamily="18" charset="0"/>
                              </a:rPr>
                              <m:t>b</m:t>
                            </m:r>
                          </m:sub>
                        </m:sSub>
                      </m:oMath>
                    </m:oMathPara>
                  </a14:m>
                  <a:endParaRPr lang="zh-CN" altLang="en-US" sz="2400" dirty="0"/>
                </a:p>
              </p:txBody>
            </p:sp>
          </mc:Choice>
          <mc:Fallback xmlns="">
            <p:sp>
              <p:nvSpPr>
                <p:cNvPr id="44" name="文本框 43">
                  <a:extLst>
                    <a:ext uri="{FF2B5EF4-FFF2-40B4-BE49-F238E27FC236}">
                      <a16:creationId xmlns:a16="http://schemas.microsoft.com/office/drawing/2014/main" id="{23253E21-A2B8-9C24-BBD4-F64C55097CAB}"/>
                    </a:ext>
                  </a:extLst>
                </p:cNvPr>
                <p:cNvSpPr txBox="1">
                  <a:spLocks noRot="1" noChangeAspect="1" noMove="1" noResize="1" noEditPoints="1" noAdjustHandles="1" noChangeArrowheads="1" noChangeShapeType="1" noTextEdit="1"/>
                </p:cNvSpPr>
                <p:nvPr/>
              </p:nvSpPr>
              <p:spPr>
                <a:xfrm>
                  <a:off x="12996000" y="2052000"/>
                  <a:ext cx="504000" cy="369332"/>
                </a:xfrm>
                <a:prstGeom prst="rect">
                  <a:avLst/>
                </a:prstGeom>
                <a:blipFill>
                  <a:blip r:embed="rId18"/>
                  <a:stretch>
                    <a:fillRect l="-6098" b="-16393"/>
                  </a:stretch>
                </a:blipFill>
              </p:spPr>
              <p:txBody>
                <a:bodyPr/>
                <a:lstStyle/>
                <a:p>
                  <a:r>
                    <a:rPr lang="zh-CN" altLang="en-US">
                      <a:noFill/>
                    </a:rPr>
                    <a:t> </a:t>
                  </a:r>
                </a:p>
              </p:txBody>
            </p:sp>
          </mc:Fallback>
        </mc:AlternateContent>
        <p:cxnSp>
          <p:nvCxnSpPr>
            <p:cNvPr id="150" name="直接连接符 149">
              <a:extLst>
                <a:ext uri="{FF2B5EF4-FFF2-40B4-BE49-F238E27FC236}">
                  <a16:creationId xmlns:a16="http://schemas.microsoft.com/office/drawing/2014/main" id="{DFCD04D9-4B1C-F519-0977-BE18529EAFDF}"/>
                </a:ext>
              </a:extLst>
            </p:cNvPr>
            <p:cNvCxnSpPr>
              <a:cxnSpLocks/>
            </p:cNvCxnSpPr>
            <p:nvPr/>
          </p:nvCxnSpPr>
          <p:spPr>
            <a:xfrm flipV="1">
              <a:off x="16092000" y="900000"/>
              <a:ext cx="0" cy="140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15AD6D76-C25D-FF28-7C49-F6423525C902}"/>
                </a:ext>
              </a:extLst>
            </p:cNvPr>
            <p:cNvCxnSpPr>
              <a:cxnSpLocks/>
            </p:cNvCxnSpPr>
            <p:nvPr/>
          </p:nvCxnSpPr>
          <p:spPr>
            <a:xfrm flipV="1">
              <a:off x="16092000" y="2430000"/>
              <a:ext cx="0" cy="104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2" name="文本框 151">
                  <a:extLst>
                    <a:ext uri="{FF2B5EF4-FFF2-40B4-BE49-F238E27FC236}">
                      <a16:creationId xmlns:a16="http://schemas.microsoft.com/office/drawing/2014/main" id="{657B5086-1EDA-CA57-9A4E-61CE53C062B0}"/>
                    </a:ext>
                  </a:extLst>
                </p:cNvPr>
                <p:cNvSpPr txBox="1"/>
                <p:nvPr/>
              </p:nvSpPr>
              <p:spPr>
                <a:xfrm>
                  <a:off x="16092000" y="2448000"/>
                  <a:ext cx="54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m:rPr>
                                <m:sty m:val="p"/>
                              </m:rPr>
                              <a:rPr lang="en-US" altLang="zh-CN" sz="2400" b="0" i="0" smtClean="0">
                                <a:latin typeface="Cambria Math" panose="02040503050406030204" pitchFamily="18" charset="0"/>
                              </a:rPr>
                              <m:t>CC</m:t>
                            </m:r>
                          </m:sub>
                        </m:sSub>
                      </m:oMath>
                    </m:oMathPara>
                  </a14:m>
                  <a:endParaRPr lang="zh-CN" altLang="en-US" sz="2400" dirty="0"/>
                </a:p>
              </p:txBody>
            </p:sp>
          </mc:Choice>
          <mc:Fallback xmlns="">
            <p:sp>
              <p:nvSpPr>
                <p:cNvPr id="50" name="文本框 49">
                  <a:extLst>
                    <a:ext uri="{FF2B5EF4-FFF2-40B4-BE49-F238E27FC236}">
                      <a16:creationId xmlns:a16="http://schemas.microsoft.com/office/drawing/2014/main" id="{FC1BAB63-34B1-5611-4BA9-8396A7AABCE3}"/>
                    </a:ext>
                  </a:extLst>
                </p:cNvPr>
                <p:cNvSpPr txBox="1">
                  <a:spLocks noRot="1" noChangeAspect="1" noMove="1" noResize="1" noEditPoints="1" noAdjustHandles="1" noChangeArrowheads="1" noChangeShapeType="1" noTextEdit="1"/>
                </p:cNvSpPr>
                <p:nvPr/>
              </p:nvSpPr>
              <p:spPr>
                <a:xfrm>
                  <a:off x="16092000" y="2448000"/>
                  <a:ext cx="540000" cy="360000"/>
                </a:xfrm>
                <a:prstGeom prst="rect">
                  <a:avLst/>
                </a:prstGeom>
                <a:blipFill>
                  <a:blip r:embed="rId19"/>
                  <a:stretch>
                    <a:fillRect l="-11364" r="-3409" b="-18644"/>
                  </a:stretch>
                </a:blipFill>
              </p:spPr>
              <p:txBody>
                <a:bodyPr/>
                <a:lstStyle/>
                <a:p>
                  <a:r>
                    <a:rPr lang="zh-CN" altLang="en-US">
                      <a:noFill/>
                    </a:rPr>
                    <a:t> </a:t>
                  </a:r>
                </a:p>
              </p:txBody>
            </p:sp>
          </mc:Fallback>
        </mc:AlternateContent>
        <p:cxnSp>
          <p:nvCxnSpPr>
            <p:cNvPr id="153" name="直接连接符 152">
              <a:extLst>
                <a:ext uri="{FF2B5EF4-FFF2-40B4-BE49-F238E27FC236}">
                  <a16:creationId xmlns:a16="http://schemas.microsoft.com/office/drawing/2014/main" id="{035C03BE-543F-C9AF-7836-70C8E4526D26}"/>
                </a:ext>
              </a:extLst>
            </p:cNvPr>
            <p:cNvCxnSpPr>
              <a:cxnSpLocks/>
            </p:cNvCxnSpPr>
            <p:nvPr/>
          </p:nvCxnSpPr>
          <p:spPr>
            <a:xfrm>
              <a:off x="15840000" y="2305548"/>
              <a:ext cx="50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55E54D5D-E94E-BEF1-8CFA-742DA41DC485}"/>
                </a:ext>
              </a:extLst>
            </p:cNvPr>
            <p:cNvCxnSpPr>
              <a:cxnSpLocks/>
            </p:cNvCxnSpPr>
            <p:nvPr/>
          </p:nvCxnSpPr>
          <p:spPr>
            <a:xfrm>
              <a:off x="15948000" y="2431548"/>
              <a:ext cx="288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文本框 154">
                  <a:extLst>
                    <a:ext uri="{FF2B5EF4-FFF2-40B4-BE49-F238E27FC236}">
                      <a16:creationId xmlns:a16="http://schemas.microsoft.com/office/drawing/2014/main" id="{8B0C81E7-D98C-A199-8EBC-C92F6899F884}"/>
                    </a:ext>
                  </a:extLst>
                </p:cNvPr>
                <p:cNvSpPr txBox="1"/>
                <p:nvPr/>
              </p:nvSpPr>
              <p:spPr>
                <a:xfrm>
                  <a:off x="16164000" y="1476000"/>
                  <a:ext cx="432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b="0" i="0" smtClean="0">
                                <a:latin typeface="Cambria Math" panose="02040503050406030204" pitchFamily="18" charset="0"/>
                              </a:rPr>
                              <m:t>c</m:t>
                            </m:r>
                          </m:sub>
                        </m:sSub>
                      </m:oMath>
                    </m:oMathPara>
                  </a14:m>
                  <a:endParaRPr lang="zh-CN" altLang="en-US" sz="2400" dirty="0"/>
                </a:p>
              </p:txBody>
            </p:sp>
          </mc:Choice>
          <mc:Fallback xmlns="">
            <p:sp>
              <p:nvSpPr>
                <p:cNvPr id="48" name="文本框 47">
                  <a:extLst>
                    <a:ext uri="{FF2B5EF4-FFF2-40B4-BE49-F238E27FC236}">
                      <a16:creationId xmlns:a16="http://schemas.microsoft.com/office/drawing/2014/main" id="{78AB8B22-6B1F-C581-157D-1203547A6C76}"/>
                    </a:ext>
                  </a:extLst>
                </p:cNvPr>
                <p:cNvSpPr txBox="1">
                  <a:spLocks noRot="1" noChangeAspect="1" noMove="1" noResize="1" noEditPoints="1" noAdjustHandles="1" noChangeArrowheads="1" noChangeShapeType="1" noTextEdit="1"/>
                </p:cNvSpPr>
                <p:nvPr/>
              </p:nvSpPr>
              <p:spPr>
                <a:xfrm>
                  <a:off x="16164000" y="1476000"/>
                  <a:ext cx="432000" cy="369332"/>
                </a:xfrm>
                <a:prstGeom prst="rect">
                  <a:avLst/>
                </a:prstGeom>
                <a:blipFill>
                  <a:blip r:embed="rId20"/>
                  <a:stretch>
                    <a:fillRect l="-9859" b="-8197"/>
                  </a:stretch>
                </a:blipFill>
              </p:spPr>
              <p:txBody>
                <a:bodyPr/>
                <a:lstStyle/>
                <a:p>
                  <a:r>
                    <a:rPr lang="zh-CN" altLang="en-US">
                      <a:noFill/>
                    </a:rPr>
                    <a:t> </a:t>
                  </a:r>
                </a:p>
              </p:txBody>
            </p:sp>
          </mc:Fallback>
        </mc:AlternateContent>
        <p:sp>
          <p:nvSpPr>
            <p:cNvPr id="156" name="矩形 155">
              <a:extLst>
                <a:ext uri="{FF2B5EF4-FFF2-40B4-BE49-F238E27FC236}">
                  <a16:creationId xmlns:a16="http://schemas.microsoft.com/office/drawing/2014/main" id="{07250D18-2DAD-C815-09BD-CD7B46A89B86}"/>
                </a:ext>
              </a:extLst>
            </p:cNvPr>
            <p:cNvSpPr/>
            <p:nvPr/>
          </p:nvSpPr>
          <p:spPr>
            <a:xfrm>
              <a:off x="16020000" y="1404000"/>
              <a:ext cx="144000" cy="50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7" name="直接连接符 156">
              <a:extLst>
                <a:ext uri="{FF2B5EF4-FFF2-40B4-BE49-F238E27FC236}">
                  <a16:creationId xmlns:a16="http://schemas.microsoft.com/office/drawing/2014/main" id="{28ECD57B-AF71-DD4A-5C33-4B9D0DD4E88A}"/>
                </a:ext>
              </a:extLst>
            </p:cNvPr>
            <p:cNvCxnSpPr>
              <a:cxnSpLocks/>
            </p:cNvCxnSpPr>
            <p:nvPr/>
          </p:nvCxnSpPr>
          <p:spPr>
            <a:xfrm flipV="1">
              <a:off x="15768000" y="756000"/>
              <a:ext cx="0" cy="2880000"/>
            </a:xfrm>
            <a:prstGeom prst="line">
              <a:avLst/>
            </a:prstGeom>
            <a:ln w="25400">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C19BFED8-F3F2-9096-792E-2844504CE0E0}"/>
                </a:ext>
              </a:extLst>
            </p:cNvPr>
            <p:cNvCxnSpPr>
              <a:cxnSpLocks/>
            </p:cNvCxnSpPr>
            <p:nvPr/>
          </p:nvCxnSpPr>
          <p:spPr>
            <a:xfrm flipV="1">
              <a:off x="13590000" y="1836000"/>
              <a:ext cx="0" cy="1800000"/>
            </a:xfrm>
            <a:prstGeom prst="line">
              <a:avLst/>
            </a:prstGeom>
            <a:ln w="25400">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63" name="组合 162">
            <a:extLst>
              <a:ext uri="{FF2B5EF4-FFF2-40B4-BE49-F238E27FC236}">
                <a16:creationId xmlns:a16="http://schemas.microsoft.com/office/drawing/2014/main" id="{0EA739C1-D479-E367-C04B-338419192A02}"/>
              </a:ext>
            </a:extLst>
          </p:cNvPr>
          <p:cNvGrpSpPr/>
          <p:nvPr/>
        </p:nvGrpSpPr>
        <p:grpSpPr>
          <a:xfrm>
            <a:off x="6480000" y="3168000"/>
            <a:ext cx="4464000" cy="2988001"/>
            <a:chOff x="7632000" y="828000"/>
            <a:chExt cx="4464000" cy="2988001"/>
          </a:xfrm>
        </p:grpSpPr>
        <p:cxnSp>
          <p:nvCxnSpPr>
            <p:cNvPr id="164" name="直接连接符 163">
              <a:extLst>
                <a:ext uri="{FF2B5EF4-FFF2-40B4-BE49-F238E27FC236}">
                  <a16:creationId xmlns:a16="http://schemas.microsoft.com/office/drawing/2014/main" id="{AAB8F663-6CB1-75AC-8373-2E73917EA10D}"/>
                </a:ext>
              </a:extLst>
            </p:cNvPr>
            <p:cNvCxnSpPr>
              <a:cxnSpLocks/>
            </p:cNvCxnSpPr>
            <p:nvPr/>
          </p:nvCxnSpPr>
          <p:spPr>
            <a:xfrm flipV="1">
              <a:off x="9648000" y="1692001"/>
              <a:ext cx="0" cy="72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380B331A-EF32-A66E-31A3-D5D805DB7617}"/>
                </a:ext>
              </a:extLst>
            </p:cNvPr>
            <p:cNvCxnSpPr>
              <a:cxnSpLocks/>
            </p:cNvCxnSpPr>
            <p:nvPr/>
          </p:nvCxnSpPr>
          <p:spPr>
            <a:xfrm>
              <a:off x="9648000" y="2232001"/>
              <a:ext cx="360000" cy="178612"/>
            </a:xfrm>
            <a:prstGeom prst="line">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29FF560E-A73F-CA9D-1EA9-E5D7760FEC17}"/>
                </a:ext>
              </a:extLst>
            </p:cNvPr>
            <p:cNvCxnSpPr>
              <a:cxnSpLocks/>
            </p:cNvCxnSpPr>
            <p:nvPr/>
          </p:nvCxnSpPr>
          <p:spPr>
            <a:xfrm flipV="1">
              <a:off x="9648000" y="1692001"/>
              <a:ext cx="360000" cy="18000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FCC77D30-612F-C37C-BADE-C5E9AAA0E5C1}"/>
                </a:ext>
              </a:extLst>
            </p:cNvPr>
            <p:cNvCxnSpPr>
              <a:cxnSpLocks/>
            </p:cNvCxnSpPr>
            <p:nvPr/>
          </p:nvCxnSpPr>
          <p:spPr>
            <a:xfrm flipV="1">
              <a:off x="10008000" y="972000"/>
              <a:ext cx="0" cy="73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5A4089B0-AA9B-75B5-8D37-4932B4A28829}"/>
                </a:ext>
              </a:extLst>
            </p:cNvPr>
            <p:cNvCxnSpPr>
              <a:cxnSpLocks/>
            </p:cNvCxnSpPr>
            <p:nvPr/>
          </p:nvCxnSpPr>
          <p:spPr>
            <a:xfrm>
              <a:off x="8280000" y="2052001"/>
              <a:ext cx="13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3E7A49BE-0B8F-2FB0-82D9-33B46FDC30AC}"/>
                </a:ext>
              </a:extLst>
            </p:cNvPr>
            <p:cNvCxnSpPr>
              <a:cxnSpLocks/>
            </p:cNvCxnSpPr>
            <p:nvPr/>
          </p:nvCxnSpPr>
          <p:spPr>
            <a:xfrm flipV="1">
              <a:off x="10008000" y="2412001"/>
              <a:ext cx="0" cy="140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AD782E6E-52E9-6311-DB69-396969D8376F}"/>
                </a:ext>
              </a:extLst>
            </p:cNvPr>
            <p:cNvCxnSpPr>
              <a:cxnSpLocks/>
            </p:cNvCxnSpPr>
            <p:nvPr/>
          </p:nvCxnSpPr>
          <p:spPr>
            <a:xfrm>
              <a:off x="8280000" y="3546001"/>
              <a:ext cx="327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1" name="椭圆 170">
              <a:extLst>
                <a:ext uri="{FF2B5EF4-FFF2-40B4-BE49-F238E27FC236}">
                  <a16:creationId xmlns:a16="http://schemas.microsoft.com/office/drawing/2014/main" id="{656B3D8B-CB32-9001-229B-7DAAFFEBCDBD}"/>
                </a:ext>
              </a:extLst>
            </p:cNvPr>
            <p:cNvSpPr/>
            <p:nvPr/>
          </p:nvSpPr>
          <p:spPr>
            <a:xfrm>
              <a:off x="9954000" y="3492001"/>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172" name="直接连接符 171">
              <a:extLst>
                <a:ext uri="{FF2B5EF4-FFF2-40B4-BE49-F238E27FC236}">
                  <a16:creationId xmlns:a16="http://schemas.microsoft.com/office/drawing/2014/main" id="{A32A5165-546A-E250-FF1E-45D72DF882BC}"/>
                </a:ext>
              </a:extLst>
            </p:cNvPr>
            <p:cNvCxnSpPr>
              <a:cxnSpLocks/>
            </p:cNvCxnSpPr>
            <p:nvPr/>
          </p:nvCxnSpPr>
          <p:spPr>
            <a:xfrm>
              <a:off x="9828000" y="3780001"/>
              <a:ext cx="360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73" name="矩形 172">
              <a:extLst>
                <a:ext uri="{FF2B5EF4-FFF2-40B4-BE49-F238E27FC236}">
                  <a16:creationId xmlns:a16="http://schemas.microsoft.com/office/drawing/2014/main" id="{D78766DE-29CF-59D0-708C-F3DEB1252746}"/>
                </a:ext>
              </a:extLst>
            </p:cNvPr>
            <p:cNvSpPr/>
            <p:nvPr/>
          </p:nvSpPr>
          <p:spPr>
            <a:xfrm>
              <a:off x="8460000" y="1980000"/>
              <a:ext cx="504000" cy="14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4" name="直接箭头连接符 173">
              <a:extLst>
                <a:ext uri="{FF2B5EF4-FFF2-40B4-BE49-F238E27FC236}">
                  <a16:creationId xmlns:a16="http://schemas.microsoft.com/office/drawing/2014/main" id="{7E6DA709-2E34-575F-6B83-1AE775470B46}"/>
                </a:ext>
              </a:extLst>
            </p:cNvPr>
            <p:cNvCxnSpPr>
              <a:cxnSpLocks/>
            </p:cNvCxnSpPr>
            <p:nvPr/>
          </p:nvCxnSpPr>
          <p:spPr>
            <a:xfrm>
              <a:off x="9144000" y="1944000"/>
              <a:ext cx="432000" cy="0"/>
            </a:xfrm>
            <a:prstGeom prst="straightConnector1">
              <a:avLst/>
            </a:prstGeom>
            <a:ln w="19050">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5DD98145-B284-53D3-EABE-27E2087F8DC8}"/>
                </a:ext>
              </a:extLst>
            </p:cNvPr>
            <p:cNvCxnSpPr>
              <a:cxnSpLocks/>
            </p:cNvCxnSpPr>
            <p:nvPr/>
          </p:nvCxnSpPr>
          <p:spPr>
            <a:xfrm>
              <a:off x="8028000" y="3060001"/>
              <a:ext cx="50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79FF40C0-5A9F-4BA5-D950-C7F6EB0241F8}"/>
                </a:ext>
              </a:extLst>
            </p:cNvPr>
            <p:cNvCxnSpPr>
              <a:cxnSpLocks/>
            </p:cNvCxnSpPr>
            <p:nvPr/>
          </p:nvCxnSpPr>
          <p:spPr>
            <a:xfrm>
              <a:off x="8136000" y="3186001"/>
              <a:ext cx="288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4AEEF66D-BA2F-21FD-45A6-DC87DD66F20F}"/>
                </a:ext>
              </a:extLst>
            </p:cNvPr>
            <p:cNvCxnSpPr>
              <a:cxnSpLocks/>
            </p:cNvCxnSpPr>
            <p:nvPr/>
          </p:nvCxnSpPr>
          <p:spPr>
            <a:xfrm flipV="1">
              <a:off x="8280000" y="3186001"/>
              <a:ext cx="0" cy="36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8A397774-9B94-0146-C698-A64DA4B24F1E}"/>
                </a:ext>
              </a:extLst>
            </p:cNvPr>
            <p:cNvCxnSpPr>
              <a:cxnSpLocks/>
            </p:cNvCxnSpPr>
            <p:nvPr/>
          </p:nvCxnSpPr>
          <p:spPr>
            <a:xfrm flipV="1">
              <a:off x="8280000" y="2054093"/>
              <a:ext cx="0" cy="100610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9" name="椭圆 178">
              <a:extLst>
                <a:ext uri="{FF2B5EF4-FFF2-40B4-BE49-F238E27FC236}">
                  <a16:creationId xmlns:a16="http://schemas.microsoft.com/office/drawing/2014/main" id="{0D615601-C501-69BD-322E-EBCBCC44F9C0}"/>
                </a:ext>
              </a:extLst>
            </p:cNvPr>
            <p:cNvSpPr/>
            <p:nvPr/>
          </p:nvSpPr>
          <p:spPr>
            <a:xfrm>
              <a:off x="8064000" y="2340001"/>
              <a:ext cx="432000" cy="43200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0" name="文本框 179">
                  <a:extLst>
                    <a:ext uri="{FF2B5EF4-FFF2-40B4-BE49-F238E27FC236}">
                      <a16:creationId xmlns:a16="http://schemas.microsoft.com/office/drawing/2014/main" id="{F3CACC40-27C6-8059-2CC7-69A55A6D4AD5}"/>
                    </a:ext>
                  </a:extLst>
                </p:cNvPr>
                <p:cNvSpPr txBox="1"/>
                <p:nvPr/>
              </p:nvSpPr>
              <p:spPr>
                <a:xfrm>
                  <a:off x="7668000" y="3096000"/>
                  <a:ext cx="576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m:rPr>
                                <m:sty m:val="p"/>
                              </m:rPr>
                              <a:rPr lang="en-US" altLang="zh-CN" sz="2400" b="0" i="0" smtClean="0">
                                <a:latin typeface="Cambria Math" panose="02040503050406030204" pitchFamily="18" charset="0"/>
                              </a:rPr>
                              <m:t>BB</m:t>
                            </m:r>
                          </m:sub>
                        </m:sSub>
                      </m:oMath>
                    </m:oMathPara>
                  </a14:m>
                  <a:endParaRPr lang="zh-CN" altLang="en-US" sz="2400" dirty="0"/>
                </a:p>
              </p:txBody>
            </p:sp>
          </mc:Choice>
          <mc:Fallback xmlns="">
            <p:sp>
              <p:nvSpPr>
                <p:cNvPr id="109" name="文本框 108">
                  <a:extLst>
                    <a:ext uri="{FF2B5EF4-FFF2-40B4-BE49-F238E27FC236}">
                      <a16:creationId xmlns:a16="http://schemas.microsoft.com/office/drawing/2014/main" id="{FF3C0F6B-0B43-AB0B-FF3A-E20320A6E6D7}"/>
                    </a:ext>
                  </a:extLst>
                </p:cNvPr>
                <p:cNvSpPr txBox="1">
                  <a:spLocks noRot="1" noChangeAspect="1" noMove="1" noResize="1" noEditPoints="1" noAdjustHandles="1" noChangeArrowheads="1" noChangeShapeType="1" noTextEdit="1"/>
                </p:cNvSpPr>
                <p:nvPr/>
              </p:nvSpPr>
              <p:spPr>
                <a:xfrm>
                  <a:off x="7668000" y="3096000"/>
                  <a:ext cx="576000" cy="369332"/>
                </a:xfrm>
                <a:prstGeom prst="rect">
                  <a:avLst/>
                </a:prstGeom>
                <a:blipFill>
                  <a:blip r:embed="rId7"/>
                  <a:stretch>
                    <a:fillRect l="-9574" r="-2128"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1" name="文本框 180">
                  <a:extLst>
                    <a:ext uri="{FF2B5EF4-FFF2-40B4-BE49-F238E27FC236}">
                      <a16:creationId xmlns:a16="http://schemas.microsoft.com/office/drawing/2014/main" id="{9CC383E7-3716-B7F7-F46C-0FD11103A13A}"/>
                    </a:ext>
                  </a:extLst>
                </p:cNvPr>
                <p:cNvSpPr txBox="1"/>
                <p:nvPr/>
              </p:nvSpPr>
              <p:spPr>
                <a:xfrm>
                  <a:off x="7632000" y="2340001"/>
                  <a:ext cx="360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𝑣</m:t>
                            </m:r>
                          </m:e>
                          <m:sub>
                            <m:r>
                              <m:rPr>
                                <m:sty m:val="p"/>
                              </m:rPr>
                              <a:rPr lang="en-US" altLang="zh-CN" sz="2400" b="0" i="0" smtClean="0">
                                <a:solidFill>
                                  <a:schemeClr val="accent5">
                                    <a:lumMod val="75000"/>
                                  </a:schemeClr>
                                </a:solidFill>
                                <a:latin typeface="Cambria Math" panose="02040503050406030204" pitchFamily="18" charset="0"/>
                              </a:rPr>
                              <m:t>s</m:t>
                            </m:r>
                          </m:sub>
                        </m:sSub>
                      </m:oMath>
                    </m:oMathPara>
                  </a14:m>
                  <a:endParaRPr lang="zh-CN" altLang="en-US" sz="2400" dirty="0">
                    <a:solidFill>
                      <a:schemeClr val="accent5">
                        <a:lumMod val="75000"/>
                      </a:schemeClr>
                    </a:solidFill>
                  </a:endParaRPr>
                </a:p>
              </p:txBody>
            </p:sp>
          </mc:Choice>
          <mc:Fallback xmlns="">
            <p:sp>
              <p:nvSpPr>
                <p:cNvPr id="110" name="文本框 109">
                  <a:extLst>
                    <a:ext uri="{FF2B5EF4-FFF2-40B4-BE49-F238E27FC236}">
                      <a16:creationId xmlns:a16="http://schemas.microsoft.com/office/drawing/2014/main" id="{D0DB67C6-AF92-FB11-96C7-DDDD7EAB6C01}"/>
                    </a:ext>
                  </a:extLst>
                </p:cNvPr>
                <p:cNvSpPr txBox="1">
                  <a:spLocks noRot="1" noChangeAspect="1" noMove="1" noResize="1" noEditPoints="1" noAdjustHandles="1" noChangeArrowheads="1" noChangeShapeType="1" noTextEdit="1"/>
                </p:cNvSpPr>
                <p:nvPr/>
              </p:nvSpPr>
              <p:spPr>
                <a:xfrm>
                  <a:off x="7632000" y="2340001"/>
                  <a:ext cx="360000" cy="369332"/>
                </a:xfrm>
                <a:prstGeom prst="rect">
                  <a:avLst/>
                </a:prstGeom>
                <a:blipFill>
                  <a:blip r:embed="rId21"/>
                  <a:stretch>
                    <a:fillRect l="-10169"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2" name="文本框 181">
                  <a:extLst>
                    <a:ext uri="{FF2B5EF4-FFF2-40B4-BE49-F238E27FC236}">
                      <a16:creationId xmlns:a16="http://schemas.microsoft.com/office/drawing/2014/main" id="{CFD633AF-F705-AE11-405C-D84E4103E92E}"/>
                    </a:ext>
                  </a:extLst>
                </p:cNvPr>
                <p:cNvSpPr txBox="1"/>
                <p:nvPr/>
              </p:nvSpPr>
              <p:spPr>
                <a:xfrm>
                  <a:off x="7812000" y="2124001"/>
                  <a:ext cx="288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11" name="文本框 110">
                  <a:extLst>
                    <a:ext uri="{FF2B5EF4-FFF2-40B4-BE49-F238E27FC236}">
                      <a16:creationId xmlns:a16="http://schemas.microsoft.com/office/drawing/2014/main" id="{198B26CA-E0B9-7EAA-75FF-4DA52FDD56A2}"/>
                    </a:ext>
                  </a:extLst>
                </p:cNvPr>
                <p:cNvSpPr txBox="1">
                  <a:spLocks noRot="1" noChangeAspect="1" noMove="1" noResize="1" noEditPoints="1" noAdjustHandles="1" noChangeArrowheads="1" noChangeShapeType="1" noTextEdit="1"/>
                </p:cNvSpPr>
                <p:nvPr/>
              </p:nvSpPr>
              <p:spPr>
                <a:xfrm>
                  <a:off x="7812000" y="2124001"/>
                  <a:ext cx="288000" cy="369332"/>
                </a:xfrm>
                <a:prstGeom prst="rect">
                  <a:avLst/>
                </a:prstGeom>
                <a:blipFill>
                  <a:blip r:embed="rId22"/>
                  <a:stretch>
                    <a:fillRect l="-22917" r="-20833" b="-49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3" name="文本框 182">
                  <a:extLst>
                    <a:ext uri="{FF2B5EF4-FFF2-40B4-BE49-F238E27FC236}">
                      <a16:creationId xmlns:a16="http://schemas.microsoft.com/office/drawing/2014/main" id="{2A149222-1E48-61CF-C3B1-7CEE65D59B4F}"/>
                    </a:ext>
                  </a:extLst>
                </p:cNvPr>
                <p:cNvSpPr txBox="1"/>
                <p:nvPr/>
              </p:nvSpPr>
              <p:spPr>
                <a:xfrm>
                  <a:off x="7812000" y="2592001"/>
                  <a:ext cx="288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12" name="文本框 111">
                  <a:extLst>
                    <a:ext uri="{FF2B5EF4-FFF2-40B4-BE49-F238E27FC236}">
                      <a16:creationId xmlns:a16="http://schemas.microsoft.com/office/drawing/2014/main" id="{ACE07F0D-9874-BF2D-F6ED-7D14AF5699A7}"/>
                    </a:ext>
                  </a:extLst>
                </p:cNvPr>
                <p:cNvSpPr txBox="1">
                  <a:spLocks noRot="1" noChangeAspect="1" noMove="1" noResize="1" noEditPoints="1" noAdjustHandles="1" noChangeArrowheads="1" noChangeShapeType="1" noTextEdit="1"/>
                </p:cNvSpPr>
                <p:nvPr/>
              </p:nvSpPr>
              <p:spPr>
                <a:xfrm>
                  <a:off x="7812000" y="2592001"/>
                  <a:ext cx="288000" cy="369332"/>
                </a:xfrm>
                <a:prstGeom prst="rect">
                  <a:avLst/>
                </a:prstGeom>
                <a:blipFill>
                  <a:blip r:embed="rId23"/>
                  <a:stretch>
                    <a:fillRect l="-6250" r="-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 name="文本框 183">
                  <a:extLst>
                    <a:ext uri="{FF2B5EF4-FFF2-40B4-BE49-F238E27FC236}">
                      <a16:creationId xmlns:a16="http://schemas.microsoft.com/office/drawing/2014/main" id="{9598C3A2-8430-9635-9C40-CD6624B98422}"/>
                    </a:ext>
                  </a:extLst>
                </p:cNvPr>
                <p:cNvSpPr txBox="1"/>
                <p:nvPr/>
              </p:nvSpPr>
              <p:spPr>
                <a:xfrm>
                  <a:off x="9144000" y="1512000"/>
                  <a:ext cx="360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𝑖</m:t>
                            </m:r>
                          </m:e>
                          <m:sub>
                            <m:r>
                              <m:rPr>
                                <m:sty m:val="p"/>
                              </m:rPr>
                              <a:rPr lang="en-US" altLang="zh-CN" sz="2400" b="0" i="0" smtClean="0">
                                <a:solidFill>
                                  <a:schemeClr val="accent5">
                                    <a:lumMod val="75000"/>
                                  </a:schemeClr>
                                </a:solidFill>
                                <a:latin typeface="Cambria Math" panose="02040503050406030204" pitchFamily="18" charset="0"/>
                              </a:rPr>
                              <m:t>B</m:t>
                            </m:r>
                          </m:sub>
                        </m:sSub>
                      </m:oMath>
                    </m:oMathPara>
                  </a14:m>
                  <a:endParaRPr lang="zh-CN" altLang="en-US" sz="2400" dirty="0">
                    <a:solidFill>
                      <a:schemeClr val="accent5">
                        <a:lumMod val="75000"/>
                      </a:schemeClr>
                    </a:solidFill>
                  </a:endParaRPr>
                </a:p>
              </p:txBody>
            </p:sp>
          </mc:Choice>
          <mc:Fallback xmlns="">
            <p:sp>
              <p:nvSpPr>
                <p:cNvPr id="113" name="文本框 112">
                  <a:extLst>
                    <a:ext uri="{FF2B5EF4-FFF2-40B4-BE49-F238E27FC236}">
                      <a16:creationId xmlns:a16="http://schemas.microsoft.com/office/drawing/2014/main" id="{022ED67F-21E6-ADB2-3B1A-85C4B7632928}"/>
                    </a:ext>
                  </a:extLst>
                </p:cNvPr>
                <p:cNvSpPr txBox="1">
                  <a:spLocks noRot="1" noChangeAspect="1" noMove="1" noResize="1" noEditPoints="1" noAdjustHandles="1" noChangeArrowheads="1" noChangeShapeType="1" noTextEdit="1"/>
                </p:cNvSpPr>
                <p:nvPr/>
              </p:nvSpPr>
              <p:spPr>
                <a:xfrm>
                  <a:off x="9144000" y="1512000"/>
                  <a:ext cx="360000" cy="369332"/>
                </a:xfrm>
                <a:prstGeom prst="rect">
                  <a:avLst/>
                </a:prstGeom>
                <a:blipFill>
                  <a:blip r:embed="rId24"/>
                  <a:stretch>
                    <a:fillRect l="-15254" r="-5085" b="-14754"/>
                  </a:stretch>
                </a:blipFill>
              </p:spPr>
              <p:txBody>
                <a:bodyPr/>
                <a:lstStyle/>
                <a:p>
                  <a:r>
                    <a:rPr lang="zh-CN" altLang="en-US">
                      <a:noFill/>
                    </a:rPr>
                    <a:t> </a:t>
                  </a:r>
                </a:p>
              </p:txBody>
            </p:sp>
          </mc:Fallback>
        </mc:AlternateContent>
        <p:grpSp>
          <p:nvGrpSpPr>
            <p:cNvPr id="185" name="组合 184">
              <a:extLst>
                <a:ext uri="{FF2B5EF4-FFF2-40B4-BE49-F238E27FC236}">
                  <a16:creationId xmlns:a16="http://schemas.microsoft.com/office/drawing/2014/main" id="{13A5E807-4AB1-5941-2F67-922D6BDAAA19}"/>
                </a:ext>
              </a:extLst>
            </p:cNvPr>
            <p:cNvGrpSpPr/>
            <p:nvPr/>
          </p:nvGrpSpPr>
          <p:grpSpPr>
            <a:xfrm>
              <a:off x="10008000" y="972000"/>
              <a:ext cx="1548000" cy="477332"/>
              <a:chOff x="10008000" y="720000"/>
              <a:chExt cx="1548000" cy="477332"/>
            </a:xfrm>
          </p:grpSpPr>
          <p:cxnSp>
            <p:nvCxnSpPr>
              <p:cNvPr id="203" name="直接连接符 202">
                <a:extLst>
                  <a:ext uri="{FF2B5EF4-FFF2-40B4-BE49-F238E27FC236}">
                    <a16:creationId xmlns:a16="http://schemas.microsoft.com/office/drawing/2014/main" id="{35278029-2DF4-5337-12A7-2D8DB02E30C8}"/>
                  </a:ext>
                </a:extLst>
              </p:cNvPr>
              <p:cNvCxnSpPr>
                <a:cxnSpLocks/>
              </p:cNvCxnSpPr>
              <p:nvPr/>
            </p:nvCxnSpPr>
            <p:spPr>
              <a:xfrm>
                <a:off x="10008000" y="720000"/>
                <a:ext cx="15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直接箭头连接符 203">
                <a:extLst>
                  <a:ext uri="{FF2B5EF4-FFF2-40B4-BE49-F238E27FC236}">
                    <a16:creationId xmlns:a16="http://schemas.microsoft.com/office/drawing/2014/main" id="{7F4A6698-28B3-2A40-6002-E5894D7EB4BC}"/>
                  </a:ext>
                </a:extLst>
              </p:cNvPr>
              <p:cNvCxnSpPr>
                <a:cxnSpLocks/>
              </p:cNvCxnSpPr>
              <p:nvPr/>
            </p:nvCxnSpPr>
            <p:spPr>
              <a:xfrm flipH="1">
                <a:off x="10116000" y="828000"/>
                <a:ext cx="432000" cy="0"/>
              </a:xfrm>
              <a:prstGeom prst="straightConnector1">
                <a:avLst/>
              </a:prstGeom>
              <a:ln w="19050">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5" name="文本框 204">
                    <a:extLst>
                      <a:ext uri="{FF2B5EF4-FFF2-40B4-BE49-F238E27FC236}">
                        <a16:creationId xmlns:a16="http://schemas.microsoft.com/office/drawing/2014/main" id="{2C6EE82E-B7BE-F14D-2382-F430E7E9C433}"/>
                      </a:ext>
                    </a:extLst>
                  </p:cNvPr>
                  <p:cNvSpPr txBox="1"/>
                  <p:nvPr/>
                </p:nvSpPr>
                <p:spPr>
                  <a:xfrm>
                    <a:off x="10188000" y="828000"/>
                    <a:ext cx="360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𝑖</m:t>
                              </m:r>
                            </m:e>
                            <m:sub>
                              <m:r>
                                <m:rPr>
                                  <m:sty m:val="p"/>
                                </m:rPr>
                                <a:rPr lang="en-US" altLang="zh-CN" sz="2400" b="0" i="0" smtClean="0">
                                  <a:solidFill>
                                    <a:schemeClr val="accent5">
                                      <a:lumMod val="75000"/>
                                    </a:schemeClr>
                                  </a:solidFill>
                                  <a:latin typeface="Cambria Math" panose="02040503050406030204" pitchFamily="18" charset="0"/>
                                </a:rPr>
                                <m:t>C</m:t>
                              </m:r>
                            </m:sub>
                          </m:sSub>
                        </m:oMath>
                      </m:oMathPara>
                    </a14:m>
                    <a:endParaRPr lang="zh-CN" altLang="en-US" sz="2400" dirty="0">
                      <a:solidFill>
                        <a:schemeClr val="accent5">
                          <a:lumMod val="75000"/>
                        </a:schemeClr>
                      </a:solidFill>
                    </a:endParaRPr>
                  </a:p>
                </p:txBody>
              </p:sp>
            </mc:Choice>
            <mc:Fallback xmlns="">
              <p:sp>
                <p:nvSpPr>
                  <p:cNvPr id="132" name="文本框 131">
                    <a:extLst>
                      <a:ext uri="{FF2B5EF4-FFF2-40B4-BE49-F238E27FC236}">
                        <a16:creationId xmlns:a16="http://schemas.microsoft.com/office/drawing/2014/main" id="{9F8AD720-17D4-B05A-0B1E-61EE2240853C}"/>
                      </a:ext>
                    </a:extLst>
                  </p:cNvPr>
                  <p:cNvSpPr txBox="1">
                    <a:spLocks noRot="1" noChangeAspect="1" noMove="1" noResize="1" noEditPoints="1" noAdjustHandles="1" noChangeArrowheads="1" noChangeShapeType="1" noTextEdit="1"/>
                  </p:cNvSpPr>
                  <p:nvPr/>
                </p:nvSpPr>
                <p:spPr>
                  <a:xfrm>
                    <a:off x="10188000" y="828000"/>
                    <a:ext cx="360000" cy="369332"/>
                  </a:xfrm>
                  <a:prstGeom prst="rect">
                    <a:avLst/>
                  </a:prstGeom>
                  <a:blipFill>
                    <a:blip r:embed="rId25"/>
                    <a:stretch>
                      <a:fillRect l="-13559" r="-3390"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6" name="文本框 205">
                    <a:extLst>
                      <a:ext uri="{FF2B5EF4-FFF2-40B4-BE49-F238E27FC236}">
                        <a16:creationId xmlns:a16="http://schemas.microsoft.com/office/drawing/2014/main" id="{25CB1DEB-9731-A4D5-7275-A539A52B6870}"/>
                      </a:ext>
                    </a:extLst>
                  </p:cNvPr>
                  <p:cNvSpPr txBox="1"/>
                  <p:nvPr/>
                </p:nvSpPr>
                <p:spPr>
                  <a:xfrm>
                    <a:off x="10728000" y="720000"/>
                    <a:ext cx="288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33" name="文本框 132">
                    <a:extLst>
                      <a:ext uri="{FF2B5EF4-FFF2-40B4-BE49-F238E27FC236}">
                        <a16:creationId xmlns:a16="http://schemas.microsoft.com/office/drawing/2014/main" id="{4A5CAD37-DE55-602A-A8AE-7F2B9C9BF36A}"/>
                      </a:ext>
                    </a:extLst>
                  </p:cNvPr>
                  <p:cNvSpPr txBox="1">
                    <a:spLocks noRot="1" noChangeAspect="1" noMove="1" noResize="1" noEditPoints="1" noAdjustHandles="1" noChangeArrowheads="1" noChangeShapeType="1" noTextEdit="1"/>
                  </p:cNvSpPr>
                  <p:nvPr/>
                </p:nvSpPr>
                <p:spPr>
                  <a:xfrm>
                    <a:off x="10728000" y="720000"/>
                    <a:ext cx="288000" cy="369332"/>
                  </a:xfrm>
                  <a:prstGeom prst="rect">
                    <a:avLst/>
                  </a:prstGeom>
                  <a:blipFill>
                    <a:blip r:embed="rId26"/>
                    <a:stretch>
                      <a:fillRect l="-23404" r="-23404" b="-4918"/>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86" name="文本框 185">
                  <a:extLst>
                    <a:ext uri="{FF2B5EF4-FFF2-40B4-BE49-F238E27FC236}">
                      <a16:creationId xmlns:a16="http://schemas.microsoft.com/office/drawing/2014/main" id="{01A6077C-D3CE-25DF-58E3-CC1EB27E08A6}"/>
                    </a:ext>
                  </a:extLst>
                </p:cNvPr>
                <p:cNvSpPr txBox="1"/>
                <p:nvPr/>
              </p:nvSpPr>
              <p:spPr>
                <a:xfrm>
                  <a:off x="10728000" y="3204001"/>
                  <a:ext cx="288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15" name="文本框 114">
                  <a:extLst>
                    <a:ext uri="{FF2B5EF4-FFF2-40B4-BE49-F238E27FC236}">
                      <a16:creationId xmlns:a16="http://schemas.microsoft.com/office/drawing/2014/main" id="{48D4D2DB-886D-008B-0E5F-C75AEE8724C8}"/>
                    </a:ext>
                  </a:extLst>
                </p:cNvPr>
                <p:cNvSpPr txBox="1">
                  <a:spLocks noRot="1" noChangeAspect="1" noMove="1" noResize="1" noEditPoints="1" noAdjustHandles="1" noChangeArrowheads="1" noChangeShapeType="1" noTextEdit="1"/>
                </p:cNvSpPr>
                <p:nvPr/>
              </p:nvSpPr>
              <p:spPr>
                <a:xfrm>
                  <a:off x="10728000" y="3204001"/>
                  <a:ext cx="288000" cy="369332"/>
                </a:xfrm>
                <a:prstGeom prst="rect">
                  <a:avLst/>
                </a:prstGeom>
                <a:blipFill>
                  <a:blip r:embed="rId27"/>
                  <a:stretch>
                    <a:fillRect l="-8511" r="-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7" name="文本框 186">
                  <a:extLst>
                    <a:ext uri="{FF2B5EF4-FFF2-40B4-BE49-F238E27FC236}">
                      <a16:creationId xmlns:a16="http://schemas.microsoft.com/office/drawing/2014/main" id="{F2DD599D-BBDB-C179-7ED1-91D432839F7C}"/>
                    </a:ext>
                  </a:extLst>
                </p:cNvPr>
                <p:cNvSpPr txBox="1"/>
                <p:nvPr/>
              </p:nvSpPr>
              <p:spPr>
                <a:xfrm>
                  <a:off x="10620000" y="2052000"/>
                  <a:ext cx="540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𝑣</m:t>
                            </m:r>
                          </m:e>
                          <m:sub>
                            <m:r>
                              <m:rPr>
                                <m:sty m:val="p"/>
                              </m:rPr>
                              <a:rPr lang="en-US" altLang="zh-CN" sz="2400" b="0" i="0" smtClean="0">
                                <a:solidFill>
                                  <a:schemeClr val="accent5">
                                    <a:lumMod val="75000"/>
                                  </a:schemeClr>
                                </a:solidFill>
                                <a:latin typeface="Cambria Math" panose="02040503050406030204" pitchFamily="18" charset="0"/>
                              </a:rPr>
                              <m:t>CE</m:t>
                            </m:r>
                          </m:sub>
                        </m:sSub>
                      </m:oMath>
                    </m:oMathPara>
                  </a14:m>
                  <a:endParaRPr lang="zh-CN" altLang="en-US" sz="2400" dirty="0">
                    <a:solidFill>
                      <a:schemeClr val="accent5">
                        <a:lumMod val="75000"/>
                      </a:schemeClr>
                    </a:solidFill>
                  </a:endParaRPr>
                </a:p>
              </p:txBody>
            </p:sp>
          </mc:Choice>
          <mc:Fallback xmlns="">
            <p:sp>
              <p:nvSpPr>
                <p:cNvPr id="116" name="文本框 115">
                  <a:extLst>
                    <a:ext uri="{FF2B5EF4-FFF2-40B4-BE49-F238E27FC236}">
                      <a16:creationId xmlns:a16="http://schemas.microsoft.com/office/drawing/2014/main" id="{D082C4C8-A566-A958-5326-59EE181BCFE5}"/>
                    </a:ext>
                  </a:extLst>
                </p:cNvPr>
                <p:cNvSpPr txBox="1">
                  <a:spLocks noRot="1" noChangeAspect="1" noMove="1" noResize="1" noEditPoints="1" noAdjustHandles="1" noChangeArrowheads="1" noChangeShapeType="1" noTextEdit="1"/>
                </p:cNvSpPr>
                <p:nvPr/>
              </p:nvSpPr>
              <p:spPr>
                <a:xfrm>
                  <a:off x="10620000" y="2052000"/>
                  <a:ext cx="540000" cy="369332"/>
                </a:xfrm>
                <a:prstGeom prst="rect">
                  <a:avLst/>
                </a:prstGeom>
                <a:blipFill>
                  <a:blip r:embed="rId28"/>
                  <a:stretch>
                    <a:fillRect l="-6742" r="-5618"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8" name="文本框 187">
                  <a:extLst>
                    <a:ext uri="{FF2B5EF4-FFF2-40B4-BE49-F238E27FC236}">
                      <a16:creationId xmlns:a16="http://schemas.microsoft.com/office/drawing/2014/main" id="{F6B6B9DC-9403-5DD3-9B75-0DF4A5BCD84F}"/>
                    </a:ext>
                  </a:extLst>
                </p:cNvPr>
                <p:cNvSpPr txBox="1"/>
                <p:nvPr/>
              </p:nvSpPr>
              <p:spPr>
                <a:xfrm>
                  <a:off x="9288000" y="2160001"/>
                  <a:ext cx="360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17" name="文本框 116">
                  <a:extLst>
                    <a:ext uri="{FF2B5EF4-FFF2-40B4-BE49-F238E27FC236}">
                      <a16:creationId xmlns:a16="http://schemas.microsoft.com/office/drawing/2014/main" id="{B54263F8-19EB-48DD-AE3F-15CAEFC384E7}"/>
                    </a:ext>
                  </a:extLst>
                </p:cNvPr>
                <p:cNvSpPr txBox="1">
                  <a:spLocks noRot="1" noChangeAspect="1" noMove="1" noResize="1" noEditPoints="1" noAdjustHandles="1" noChangeArrowheads="1" noChangeShapeType="1" noTextEdit="1"/>
                </p:cNvSpPr>
                <p:nvPr/>
              </p:nvSpPr>
              <p:spPr>
                <a:xfrm>
                  <a:off x="9288000" y="2160001"/>
                  <a:ext cx="360000" cy="369332"/>
                </a:xfrm>
                <a:prstGeom prst="rect">
                  <a:avLst/>
                </a:prstGeom>
                <a:blipFill>
                  <a:blip r:embed="rId29"/>
                  <a:stretch>
                    <a:fillRect l="-8475" r="-8475" b="-49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9" name="文本框 188">
                  <a:extLst>
                    <a:ext uri="{FF2B5EF4-FFF2-40B4-BE49-F238E27FC236}">
                      <a16:creationId xmlns:a16="http://schemas.microsoft.com/office/drawing/2014/main" id="{B0DFF182-43D1-C16B-3D62-7A5893F03A5D}"/>
                    </a:ext>
                  </a:extLst>
                </p:cNvPr>
                <p:cNvSpPr txBox="1"/>
                <p:nvPr/>
              </p:nvSpPr>
              <p:spPr>
                <a:xfrm>
                  <a:off x="9288000" y="3204001"/>
                  <a:ext cx="360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18" name="文本框 117">
                  <a:extLst>
                    <a:ext uri="{FF2B5EF4-FFF2-40B4-BE49-F238E27FC236}">
                      <a16:creationId xmlns:a16="http://schemas.microsoft.com/office/drawing/2014/main" id="{0A1E0F6F-9AFD-B28E-B2F1-160C5FB7E6C7}"/>
                    </a:ext>
                  </a:extLst>
                </p:cNvPr>
                <p:cNvSpPr txBox="1">
                  <a:spLocks noRot="1" noChangeAspect="1" noMove="1" noResize="1" noEditPoints="1" noAdjustHandles="1" noChangeArrowheads="1" noChangeShapeType="1" noTextEdit="1"/>
                </p:cNvSpPr>
                <p:nvPr/>
              </p:nvSpPr>
              <p:spPr>
                <a:xfrm>
                  <a:off x="9288000" y="3204001"/>
                  <a:ext cx="360000" cy="369332"/>
                </a:xfrm>
                <a:prstGeom prst="rect">
                  <a:avLst/>
                </a:prstGeom>
                <a:blipFill>
                  <a:blip r:embed="rId3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0" name="文本框 189">
                  <a:extLst>
                    <a:ext uri="{FF2B5EF4-FFF2-40B4-BE49-F238E27FC236}">
                      <a16:creationId xmlns:a16="http://schemas.microsoft.com/office/drawing/2014/main" id="{E4FBB795-F62B-9768-D79B-7AE3BACE8673}"/>
                    </a:ext>
                  </a:extLst>
                </p:cNvPr>
                <p:cNvSpPr txBox="1"/>
                <p:nvPr/>
              </p:nvSpPr>
              <p:spPr>
                <a:xfrm>
                  <a:off x="9180000" y="2628001"/>
                  <a:ext cx="576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𝑣</m:t>
                            </m:r>
                          </m:e>
                          <m:sub>
                            <m:r>
                              <m:rPr>
                                <m:sty m:val="p"/>
                              </m:rPr>
                              <a:rPr lang="en-US" altLang="zh-CN" sz="2400" b="0" i="0" smtClean="0">
                                <a:solidFill>
                                  <a:schemeClr val="accent5">
                                    <a:lumMod val="75000"/>
                                  </a:schemeClr>
                                </a:solidFill>
                                <a:latin typeface="Cambria Math" panose="02040503050406030204" pitchFamily="18" charset="0"/>
                              </a:rPr>
                              <m:t>BE</m:t>
                            </m:r>
                          </m:sub>
                        </m:sSub>
                      </m:oMath>
                    </m:oMathPara>
                  </a14:m>
                  <a:endParaRPr lang="zh-CN" altLang="en-US" sz="2400" dirty="0">
                    <a:solidFill>
                      <a:schemeClr val="accent5">
                        <a:lumMod val="75000"/>
                      </a:schemeClr>
                    </a:solidFill>
                  </a:endParaRPr>
                </a:p>
              </p:txBody>
            </p:sp>
          </mc:Choice>
          <mc:Fallback xmlns="">
            <p:sp>
              <p:nvSpPr>
                <p:cNvPr id="119" name="文本框 118">
                  <a:extLst>
                    <a:ext uri="{FF2B5EF4-FFF2-40B4-BE49-F238E27FC236}">
                      <a16:creationId xmlns:a16="http://schemas.microsoft.com/office/drawing/2014/main" id="{3C32709A-DF8A-AA1F-2C60-FAA158391279}"/>
                    </a:ext>
                  </a:extLst>
                </p:cNvPr>
                <p:cNvSpPr txBox="1">
                  <a:spLocks noRot="1" noChangeAspect="1" noMove="1" noResize="1" noEditPoints="1" noAdjustHandles="1" noChangeArrowheads="1" noChangeShapeType="1" noTextEdit="1"/>
                </p:cNvSpPr>
                <p:nvPr/>
              </p:nvSpPr>
              <p:spPr>
                <a:xfrm>
                  <a:off x="9180000" y="2628001"/>
                  <a:ext cx="576000" cy="369332"/>
                </a:xfrm>
                <a:prstGeom prst="rect">
                  <a:avLst/>
                </a:prstGeom>
                <a:blipFill>
                  <a:blip r:embed="rId31"/>
                  <a:stretch>
                    <a:fillRect l="-4255" r="-4255"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1" name="文本框 190">
                  <a:extLst>
                    <a:ext uri="{FF2B5EF4-FFF2-40B4-BE49-F238E27FC236}">
                      <a16:creationId xmlns:a16="http://schemas.microsoft.com/office/drawing/2014/main" id="{A34A834F-97D7-9552-FC10-F017EF57ADFF}"/>
                    </a:ext>
                  </a:extLst>
                </p:cNvPr>
                <p:cNvSpPr txBox="1"/>
                <p:nvPr/>
              </p:nvSpPr>
              <p:spPr>
                <a:xfrm>
                  <a:off x="9900000" y="1872001"/>
                  <a:ext cx="288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T</m:t>
                        </m:r>
                      </m:oMath>
                    </m:oMathPara>
                  </a14:m>
                  <a:endParaRPr lang="zh-CN" altLang="en-US" sz="2400" dirty="0"/>
                </a:p>
              </p:txBody>
            </p:sp>
          </mc:Choice>
          <mc:Fallback xmlns="">
            <p:sp>
              <p:nvSpPr>
                <p:cNvPr id="120" name="文本框 119">
                  <a:extLst>
                    <a:ext uri="{FF2B5EF4-FFF2-40B4-BE49-F238E27FC236}">
                      <a16:creationId xmlns:a16="http://schemas.microsoft.com/office/drawing/2014/main" id="{8B8AA95C-6487-386B-BC21-0FDDA9A8775A}"/>
                    </a:ext>
                  </a:extLst>
                </p:cNvPr>
                <p:cNvSpPr txBox="1">
                  <a:spLocks noRot="1" noChangeAspect="1" noMove="1" noResize="1" noEditPoints="1" noAdjustHandles="1" noChangeArrowheads="1" noChangeShapeType="1" noTextEdit="1"/>
                </p:cNvSpPr>
                <p:nvPr/>
              </p:nvSpPr>
              <p:spPr>
                <a:xfrm>
                  <a:off x="9900000" y="1872001"/>
                  <a:ext cx="288000" cy="369332"/>
                </a:xfrm>
                <a:prstGeom prst="rect">
                  <a:avLst/>
                </a:prstGeom>
                <a:blipFill>
                  <a:blip r:embed="rId32"/>
                  <a:stretch>
                    <a:fillRect l="-17021" r="-21277"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2" name="文本框 191">
                  <a:extLst>
                    <a:ext uri="{FF2B5EF4-FFF2-40B4-BE49-F238E27FC236}">
                      <a16:creationId xmlns:a16="http://schemas.microsoft.com/office/drawing/2014/main" id="{EF9501F4-A0E6-814A-A209-4B9BF80E4395}"/>
                    </a:ext>
                  </a:extLst>
                </p:cNvPr>
                <p:cNvSpPr txBox="1"/>
                <p:nvPr/>
              </p:nvSpPr>
              <p:spPr>
                <a:xfrm>
                  <a:off x="8460000" y="1566000"/>
                  <a:ext cx="504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i="1">
                                <a:latin typeface="Cambria Math" panose="02040503050406030204" pitchFamily="18" charset="0"/>
                              </a:rPr>
                              <m:t>b</m:t>
                            </m:r>
                          </m:sub>
                        </m:sSub>
                      </m:oMath>
                    </m:oMathPara>
                  </a14:m>
                  <a:endParaRPr lang="zh-CN" altLang="en-US" sz="2400" dirty="0"/>
                </a:p>
              </p:txBody>
            </p:sp>
          </mc:Choice>
          <mc:Fallback xmlns="">
            <p:sp>
              <p:nvSpPr>
                <p:cNvPr id="121" name="文本框 120">
                  <a:extLst>
                    <a:ext uri="{FF2B5EF4-FFF2-40B4-BE49-F238E27FC236}">
                      <a16:creationId xmlns:a16="http://schemas.microsoft.com/office/drawing/2014/main" id="{723716C5-2500-6A67-50CA-2AA9E186F04E}"/>
                    </a:ext>
                  </a:extLst>
                </p:cNvPr>
                <p:cNvSpPr txBox="1">
                  <a:spLocks noRot="1" noChangeAspect="1" noMove="1" noResize="1" noEditPoints="1" noAdjustHandles="1" noChangeArrowheads="1" noChangeShapeType="1" noTextEdit="1"/>
                </p:cNvSpPr>
                <p:nvPr/>
              </p:nvSpPr>
              <p:spPr>
                <a:xfrm>
                  <a:off x="8460000" y="1566000"/>
                  <a:ext cx="504000" cy="369332"/>
                </a:xfrm>
                <a:prstGeom prst="rect">
                  <a:avLst/>
                </a:prstGeom>
                <a:blipFill>
                  <a:blip r:embed="rId33"/>
                  <a:stretch>
                    <a:fillRect l="-6098" b="-16667"/>
                  </a:stretch>
                </a:blipFill>
              </p:spPr>
              <p:txBody>
                <a:bodyPr/>
                <a:lstStyle/>
                <a:p>
                  <a:r>
                    <a:rPr lang="zh-CN" altLang="en-US">
                      <a:noFill/>
                    </a:rPr>
                    <a:t> </a:t>
                  </a:r>
                </a:p>
              </p:txBody>
            </p:sp>
          </mc:Fallback>
        </mc:AlternateContent>
        <p:cxnSp>
          <p:nvCxnSpPr>
            <p:cNvPr id="193" name="直接连接符 192">
              <a:extLst>
                <a:ext uri="{FF2B5EF4-FFF2-40B4-BE49-F238E27FC236}">
                  <a16:creationId xmlns:a16="http://schemas.microsoft.com/office/drawing/2014/main" id="{E3738567-88A6-D071-60AE-95D4717253D4}"/>
                </a:ext>
              </a:extLst>
            </p:cNvPr>
            <p:cNvCxnSpPr>
              <a:cxnSpLocks/>
            </p:cNvCxnSpPr>
            <p:nvPr/>
          </p:nvCxnSpPr>
          <p:spPr>
            <a:xfrm flipV="1">
              <a:off x="11556000" y="972000"/>
              <a:ext cx="0" cy="140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111A1F61-F090-F2BF-3566-3805ABE861DF}"/>
                </a:ext>
              </a:extLst>
            </p:cNvPr>
            <p:cNvCxnSpPr>
              <a:cxnSpLocks/>
            </p:cNvCxnSpPr>
            <p:nvPr/>
          </p:nvCxnSpPr>
          <p:spPr>
            <a:xfrm flipV="1">
              <a:off x="11556000" y="2502000"/>
              <a:ext cx="0" cy="104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5" name="组合 194">
              <a:extLst>
                <a:ext uri="{FF2B5EF4-FFF2-40B4-BE49-F238E27FC236}">
                  <a16:creationId xmlns:a16="http://schemas.microsoft.com/office/drawing/2014/main" id="{559687C6-6A56-AC16-10EA-E010DAF622BC}"/>
                </a:ext>
              </a:extLst>
            </p:cNvPr>
            <p:cNvGrpSpPr/>
            <p:nvPr/>
          </p:nvGrpSpPr>
          <p:grpSpPr>
            <a:xfrm>
              <a:off x="11304000" y="2377548"/>
              <a:ext cx="792000" cy="502452"/>
              <a:chOff x="12960000" y="-2231999"/>
              <a:chExt cx="792000" cy="502452"/>
            </a:xfrm>
          </p:grpSpPr>
          <mc:AlternateContent xmlns:mc="http://schemas.openxmlformats.org/markup-compatibility/2006" xmlns:a14="http://schemas.microsoft.com/office/drawing/2010/main">
            <mc:Choice Requires="a14">
              <p:sp>
                <p:nvSpPr>
                  <p:cNvPr id="200" name="文本框 199">
                    <a:extLst>
                      <a:ext uri="{FF2B5EF4-FFF2-40B4-BE49-F238E27FC236}">
                        <a16:creationId xmlns:a16="http://schemas.microsoft.com/office/drawing/2014/main" id="{2A718FA1-7C48-0925-01CE-DE2D56A0EFCA}"/>
                      </a:ext>
                    </a:extLst>
                  </p:cNvPr>
                  <p:cNvSpPr txBox="1"/>
                  <p:nvPr/>
                </p:nvSpPr>
                <p:spPr>
                  <a:xfrm>
                    <a:off x="13212000" y="-2089547"/>
                    <a:ext cx="54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m:rPr>
                                  <m:sty m:val="p"/>
                                </m:rPr>
                                <a:rPr lang="en-US" altLang="zh-CN" sz="2400" b="0" i="0" smtClean="0">
                                  <a:latin typeface="Cambria Math" panose="02040503050406030204" pitchFamily="18" charset="0"/>
                                </a:rPr>
                                <m:t>CC</m:t>
                              </m:r>
                            </m:sub>
                          </m:sSub>
                        </m:oMath>
                      </m:oMathPara>
                    </a14:m>
                    <a:endParaRPr lang="zh-CN" altLang="en-US" sz="2400" dirty="0"/>
                  </a:p>
                </p:txBody>
              </p:sp>
            </mc:Choice>
            <mc:Fallback xmlns="">
              <p:sp>
                <p:nvSpPr>
                  <p:cNvPr id="127" name="文本框 126">
                    <a:extLst>
                      <a:ext uri="{FF2B5EF4-FFF2-40B4-BE49-F238E27FC236}">
                        <a16:creationId xmlns:a16="http://schemas.microsoft.com/office/drawing/2014/main" id="{9433D2B3-E869-CC81-6455-BB145C5942F8}"/>
                      </a:ext>
                    </a:extLst>
                  </p:cNvPr>
                  <p:cNvSpPr txBox="1">
                    <a:spLocks noRot="1" noChangeAspect="1" noMove="1" noResize="1" noEditPoints="1" noAdjustHandles="1" noChangeArrowheads="1" noChangeShapeType="1" noTextEdit="1"/>
                  </p:cNvSpPr>
                  <p:nvPr/>
                </p:nvSpPr>
                <p:spPr>
                  <a:xfrm>
                    <a:off x="13212000" y="-2089547"/>
                    <a:ext cx="540000" cy="360000"/>
                  </a:xfrm>
                  <a:prstGeom prst="rect">
                    <a:avLst/>
                  </a:prstGeom>
                  <a:blipFill>
                    <a:blip r:embed="rId34"/>
                    <a:stretch>
                      <a:fillRect l="-11364" r="-3409" b="-18644"/>
                    </a:stretch>
                  </a:blipFill>
                </p:spPr>
                <p:txBody>
                  <a:bodyPr/>
                  <a:lstStyle/>
                  <a:p>
                    <a:r>
                      <a:rPr lang="zh-CN" altLang="en-US">
                        <a:noFill/>
                      </a:rPr>
                      <a:t> </a:t>
                    </a:r>
                  </a:p>
                </p:txBody>
              </p:sp>
            </mc:Fallback>
          </mc:AlternateContent>
          <p:cxnSp>
            <p:nvCxnSpPr>
              <p:cNvPr id="201" name="直接连接符 200">
                <a:extLst>
                  <a:ext uri="{FF2B5EF4-FFF2-40B4-BE49-F238E27FC236}">
                    <a16:creationId xmlns:a16="http://schemas.microsoft.com/office/drawing/2014/main" id="{A58FCF0F-8AF3-9E19-B27D-759D172881D8}"/>
                  </a:ext>
                </a:extLst>
              </p:cNvPr>
              <p:cNvCxnSpPr>
                <a:cxnSpLocks/>
              </p:cNvCxnSpPr>
              <p:nvPr/>
            </p:nvCxnSpPr>
            <p:spPr>
              <a:xfrm>
                <a:off x="12960000" y="-2231999"/>
                <a:ext cx="504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7DBCA934-75E9-19F0-D19B-387764B6C59F}"/>
                  </a:ext>
                </a:extLst>
              </p:cNvPr>
              <p:cNvCxnSpPr>
                <a:cxnSpLocks/>
              </p:cNvCxnSpPr>
              <p:nvPr/>
            </p:nvCxnSpPr>
            <p:spPr>
              <a:xfrm>
                <a:off x="13068000" y="-2105999"/>
                <a:ext cx="288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96" name="文本框 195">
                  <a:extLst>
                    <a:ext uri="{FF2B5EF4-FFF2-40B4-BE49-F238E27FC236}">
                      <a16:creationId xmlns:a16="http://schemas.microsoft.com/office/drawing/2014/main" id="{DF4EE77A-33FF-3C71-5C27-AE0B10DC7286}"/>
                    </a:ext>
                  </a:extLst>
                </p:cNvPr>
                <p:cNvSpPr txBox="1"/>
                <p:nvPr/>
              </p:nvSpPr>
              <p:spPr>
                <a:xfrm>
                  <a:off x="11628000" y="1548000"/>
                  <a:ext cx="432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b="0" i="0" smtClean="0">
                                <a:latin typeface="Cambria Math" panose="02040503050406030204" pitchFamily="18" charset="0"/>
                              </a:rPr>
                              <m:t>c</m:t>
                            </m:r>
                          </m:sub>
                        </m:sSub>
                      </m:oMath>
                    </m:oMathPara>
                  </a14:m>
                  <a:endParaRPr lang="zh-CN" altLang="en-US" sz="2400" dirty="0"/>
                </a:p>
              </p:txBody>
            </p:sp>
          </mc:Choice>
          <mc:Fallback xmlns="">
            <p:sp>
              <p:nvSpPr>
                <p:cNvPr id="125" name="文本框 124">
                  <a:extLst>
                    <a:ext uri="{FF2B5EF4-FFF2-40B4-BE49-F238E27FC236}">
                      <a16:creationId xmlns:a16="http://schemas.microsoft.com/office/drawing/2014/main" id="{03FB0FE7-D0C9-5A3F-88B7-C2CFF3E06562}"/>
                    </a:ext>
                  </a:extLst>
                </p:cNvPr>
                <p:cNvSpPr txBox="1">
                  <a:spLocks noRot="1" noChangeAspect="1" noMove="1" noResize="1" noEditPoints="1" noAdjustHandles="1" noChangeArrowheads="1" noChangeShapeType="1" noTextEdit="1"/>
                </p:cNvSpPr>
                <p:nvPr/>
              </p:nvSpPr>
              <p:spPr>
                <a:xfrm>
                  <a:off x="11628000" y="1548000"/>
                  <a:ext cx="432000" cy="369332"/>
                </a:xfrm>
                <a:prstGeom prst="rect">
                  <a:avLst/>
                </a:prstGeom>
                <a:blipFill>
                  <a:blip r:embed="rId35"/>
                  <a:stretch>
                    <a:fillRect l="-9859" b="-8197"/>
                  </a:stretch>
                </a:blipFill>
              </p:spPr>
              <p:txBody>
                <a:bodyPr/>
                <a:lstStyle/>
                <a:p>
                  <a:r>
                    <a:rPr lang="zh-CN" altLang="en-US">
                      <a:noFill/>
                    </a:rPr>
                    <a:t> </a:t>
                  </a:r>
                </a:p>
              </p:txBody>
            </p:sp>
          </mc:Fallback>
        </mc:AlternateContent>
        <p:sp>
          <p:nvSpPr>
            <p:cNvPr id="197" name="矩形 196">
              <a:extLst>
                <a:ext uri="{FF2B5EF4-FFF2-40B4-BE49-F238E27FC236}">
                  <a16:creationId xmlns:a16="http://schemas.microsoft.com/office/drawing/2014/main" id="{1BB9E196-3588-D330-F7DF-0C2A0BF76CC6}"/>
                </a:ext>
              </a:extLst>
            </p:cNvPr>
            <p:cNvSpPr/>
            <p:nvPr/>
          </p:nvSpPr>
          <p:spPr>
            <a:xfrm>
              <a:off x="11484000" y="1476000"/>
              <a:ext cx="144000" cy="50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8" name="直接连接符 197">
              <a:extLst>
                <a:ext uri="{FF2B5EF4-FFF2-40B4-BE49-F238E27FC236}">
                  <a16:creationId xmlns:a16="http://schemas.microsoft.com/office/drawing/2014/main" id="{334D4B68-FCBC-CBC2-DA65-7DF8ED3936AA}"/>
                </a:ext>
              </a:extLst>
            </p:cNvPr>
            <p:cNvCxnSpPr>
              <a:cxnSpLocks/>
            </p:cNvCxnSpPr>
            <p:nvPr/>
          </p:nvCxnSpPr>
          <p:spPr>
            <a:xfrm flipV="1">
              <a:off x="11232000" y="828000"/>
              <a:ext cx="0" cy="2880000"/>
            </a:xfrm>
            <a:prstGeom prst="line">
              <a:avLst/>
            </a:prstGeom>
            <a:ln w="25400">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06AA1152-7792-91E5-8103-FE0425144B91}"/>
                </a:ext>
              </a:extLst>
            </p:cNvPr>
            <p:cNvCxnSpPr>
              <a:cxnSpLocks/>
            </p:cNvCxnSpPr>
            <p:nvPr/>
          </p:nvCxnSpPr>
          <p:spPr>
            <a:xfrm flipV="1">
              <a:off x="9054000" y="1908000"/>
              <a:ext cx="0" cy="1800000"/>
            </a:xfrm>
            <a:prstGeom prst="line">
              <a:avLst/>
            </a:prstGeom>
            <a:ln w="25400">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207" name="组合 206">
            <a:extLst>
              <a:ext uri="{FF2B5EF4-FFF2-40B4-BE49-F238E27FC236}">
                <a16:creationId xmlns:a16="http://schemas.microsoft.com/office/drawing/2014/main" id="{C1F0071C-63D1-C7EE-234A-739153A8542F}"/>
              </a:ext>
            </a:extLst>
          </p:cNvPr>
          <p:cNvGrpSpPr/>
          <p:nvPr/>
        </p:nvGrpSpPr>
        <p:grpSpPr>
          <a:xfrm>
            <a:off x="11449269" y="6198682"/>
            <a:ext cx="786273" cy="548639"/>
            <a:chOff x="11454918" y="5839511"/>
            <a:chExt cx="786273" cy="548639"/>
          </a:xfrm>
        </p:grpSpPr>
        <p:grpSp>
          <p:nvGrpSpPr>
            <p:cNvPr id="208" name="组合 207">
              <a:extLst>
                <a:ext uri="{FF2B5EF4-FFF2-40B4-BE49-F238E27FC236}">
                  <a16:creationId xmlns:a16="http://schemas.microsoft.com/office/drawing/2014/main" id="{A9AE5ED4-3A69-5963-7DC8-ADE2CEA30894}"/>
                </a:ext>
              </a:extLst>
            </p:cNvPr>
            <p:cNvGrpSpPr/>
            <p:nvPr/>
          </p:nvGrpSpPr>
          <p:grpSpPr>
            <a:xfrm>
              <a:off x="11454918" y="5867450"/>
              <a:ext cx="737081" cy="520700"/>
              <a:chOff x="11454918" y="5867450"/>
              <a:chExt cx="737081" cy="520700"/>
            </a:xfrm>
          </p:grpSpPr>
          <p:sp>
            <p:nvSpPr>
              <p:cNvPr id="210" name="箭头: 五边形 209">
                <a:extLst>
                  <a:ext uri="{FF2B5EF4-FFF2-40B4-BE49-F238E27FC236}">
                    <a16:creationId xmlns:a16="http://schemas.microsoft.com/office/drawing/2014/main" id="{11D32A9F-FD59-A21B-FDBE-3753079E807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1" name="箭头: V 形 210">
                <a:extLst>
                  <a:ext uri="{FF2B5EF4-FFF2-40B4-BE49-F238E27FC236}">
                    <a16:creationId xmlns:a16="http://schemas.microsoft.com/office/drawing/2014/main" id="{412BB220-3B01-E0E0-FD76-3DC3FC71F1C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09" name="灯片编号占位符 3">
              <a:extLst>
                <a:ext uri="{FF2B5EF4-FFF2-40B4-BE49-F238E27FC236}">
                  <a16:creationId xmlns:a16="http://schemas.microsoft.com/office/drawing/2014/main" id="{A5606D39-2FA7-0B03-CF71-43736F9340E8}"/>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60</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40914547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53D8-0DB3-0EFF-3B74-2E17C2D07AB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B02E2A-BCA1-A676-8036-AF144DF4C033}"/>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模拟部分（基于 </a:t>
            </a:r>
            <a:r>
              <a:rPr lang="en-US" altLang="zh-CN" sz="3000" dirty="0">
                <a:solidFill>
                  <a:srgbClr val="FFFF00"/>
                </a:solidFill>
              </a:rPr>
              <a:t>BJT </a:t>
            </a:r>
            <a:r>
              <a:rPr lang="zh-CN" altLang="en-US" sz="3000" dirty="0">
                <a:solidFill>
                  <a:srgbClr val="FFFF00"/>
                </a:solidFill>
              </a:rPr>
              <a:t>的放大电路）</a:t>
            </a:r>
          </a:p>
        </p:txBody>
      </p:sp>
      <p:sp>
        <p:nvSpPr>
          <p:cNvPr id="3" name="文本框 2">
            <a:extLst>
              <a:ext uri="{FF2B5EF4-FFF2-40B4-BE49-F238E27FC236}">
                <a16:creationId xmlns:a16="http://schemas.microsoft.com/office/drawing/2014/main" id="{7F67BA33-737F-3171-7AE5-17BA62AC9E85}"/>
              </a:ext>
            </a:extLst>
          </p:cNvPr>
          <p:cNvSpPr txBox="1"/>
          <p:nvPr/>
        </p:nvSpPr>
        <p:spPr>
          <a:xfrm>
            <a:off x="360001" y="827142"/>
            <a:ext cx="4149654"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直流、交流等效电路</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A429B183-3913-BDB9-99D5-0CC2903F813B}"/>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247840E1-E7FF-F2BF-7C93-8B734EA3C7E7}"/>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71225A4-F27B-1FFB-964C-E9555D4F124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806F36A8-A9BA-C96B-D745-B5C0C218022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B6C0AA56-A936-761E-6F98-8F4009B00D3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61</a:t>
              </a:fld>
              <a:endParaRPr lang="zh-CN" altLang="en-US" sz="3200" dirty="0">
                <a:solidFill>
                  <a:schemeClr val="bg1"/>
                </a:solidFill>
                <a:latin typeface="Candara"/>
                <a:ea typeface="微软雅黑"/>
              </a:endParaRPr>
            </a:p>
          </p:txBody>
        </p:sp>
      </p:grpSp>
      <p:sp>
        <p:nvSpPr>
          <p:cNvPr id="10" name="文本框 9">
            <a:extLst>
              <a:ext uri="{FF2B5EF4-FFF2-40B4-BE49-F238E27FC236}">
                <a16:creationId xmlns:a16="http://schemas.microsoft.com/office/drawing/2014/main" id="{AF95D9C1-B781-478C-E6B9-7B7BED31F170}"/>
              </a:ext>
            </a:extLst>
          </p:cNvPr>
          <p:cNvSpPr txBox="1"/>
          <p:nvPr/>
        </p:nvSpPr>
        <p:spPr>
          <a:xfrm>
            <a:off x="5760000" y="3240000"/>
            <a:ext cx="1800000" cy="461665"/>
          </a:xfrm>
          <a:prstGeom prst="rect">
            <a:avLst/>
          </a:prstGeom>
          <a:noFill/>
        </p:spPr>
        <p:txBody>
          <a:bodyPr wrap="square">
            <a:spAutoFit/>
          </a:bodyPr>
          <a:lstStyle/>
          <a:p>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直流通路：</a:t>
            </a:r>
            <a:endParaRPr lang="zh-CN" altLang="en-US" sz="2400" b="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C09539F6-ABEE-0FC3-186E-B1BBA2B370E0}"/>
              </a:ext>
            </a:extLst>
          </p:cNvPr>
          <p:cNvSpPr txBox="1"/>
          <p:nvPr/>
        </p:nvSpPr>
        <p:spPr>
          <a:xfrm>
            <a:off x="8280000" y="3240000"/>
            <a:ext cx="1800000" cy="461665"/>
          </a:xfrm>
          <a:prstGeom prst="rect">
            <a:avLst/>
          </a:prstGeom>
          <a:noFill/>
        </p:spPr>
        <p:txBody>
          <a:bodyPr wrap="square">
            <a:spAutoFit/>
          </a:bodyPr>
          <a:lstStyle/>
          <a:p>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交流通路：</a:t>
            </a:r>
            <a:endParaRPr lang="zh-CN" altLang="en-US" sz="2400" b="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B7D36E0D-2DC4-2568-448A-9A78722DD3E0}"/>
              </a:ext>
            </a:extLst>
          </p:cNvPr>
          <p:cNvGrpSpPr/>
          <p:nvPr/>
        </p:nvGrpSpPr>
        <p:grpSpPr>
          <a:xfrm>
            <a:off x="360000" y="3600000"/>
            <a:ext cx="4536000" cy="2952000"/>
            <a:chOff x="360000" y="3060000"/>
            <a:chExt cx="4536000" cy="2952000"/>
          </a:xfrm>
        </p:grpSpPr>
        <p:cxnSp>
          <p:nvCxnSpPr>
            <p:cNvPr id="13" name="直接连接符 12">
              <a:extLst>
                <a:ext uri="{FF2B5EF4-FFF2-40B4-BE49-F238E27FC236}">
                  <a16:creationId xmlns:a16="http://schemas.microsoft.com/office/drawing/2014/main" id="{87A78759-1278-5CC9-1CFC-1FE5986CE441}"/>
                </a:ext>
              </a:extLst>
            </p:cNvPr>
            <p:cNvCxnSpPr>
              <a:cxnSpLocks/>
            </p:cNvCxnSpPr>
            <p:nvPr/>
          </p:nvCxnSpPr>
          <p:spPr>
            <a:xfrm flipV="1">
              <a:off x="2376000" y="4500000"/>
              <a:ext cx="0" cy="72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0D7D834-42BE-C781-F8B3-9CE713EB948A}"/>
                </a:ext>
              </a:extLst>
            </p:cNvPr>
            <p:cNvCxnSpPr>
              <a:cxnSpLocks/>
            </p:cNvCxnSpPr>
            <p:nvPr/>
          </p:nvCxnSpPr>
          <p:spPr>
            <a:xfrm>
              <a:off x="2376000" y="5040000"/>
              <a:ext cx="432000" cy="178612"/>
            </a:xfrm>
            <a:prstGeom prst="line">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C352B4E-7AF7-A976-049A-EB7D54C4BACE}"/>
                </a:ext>
              </a:extLst>
            </p:cNvPr>
            <p:cNvCxnSpPr>
              <a:cxnSpLocks/>
            </p:cNvCxnSpPr>
            <p:nvPr/>
          </p:nvCxnSpPr>
          <p:spPr>
            <a:xfrm flipV="1">
              <a:off x="2376000" y="4500000"/>
              <a:ext cx="432000" cy="18000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7329881-EC14-5D94-3768-AB0482404600}"/>
                </a:ext>
              </a:extLst>
            </p:cNvPr>
            <p:cNvCxnSpPr>
              <a:cxnSpLocks/>
            </p:cNvCxnSpPr>
            <p:nvPr/>
          </p:nvCxnSpPr>
          <p:spPr>
            <a:xfrm flipV="1">
              <a:off x="2808000" y="3420000"/>
              <a:ext cx="0" cy="109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DDF10D74-C859-4DBE-0763-12BF3D9D0AEF}"/>
                </a:ext>
              </a:extLst>
            </p:cNvPr>
            <p:cNvCxnSpPr>
              <a:cxnSpLocks/>
            </p:cNvCxnSpPr>
            <p:nvPr/>
          </p:nvCxnSpPr>
          <p:spPr>
            <a:xfrm>
              <a:off x="1368000" y="4860000"/>
              <a:ext cx="100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B6A43C8-A741-12B0-ACCF-A6872E42B3D6}"/>
                </a:ext>
              </a:extLst>
            </p:cNvPr>
            <p:cNvCxnSpPr>
              <a:cxnSpLocks/>
            </p:cNvCxnSpPr>
            <p:nvPr/>
          </p:nvCxnSpPr>
          <p:spPr>
            <a:xfrm flipV="1">
              <a:off x="2808000" y="5220000"/>
              <a:ext cx="0" cy="79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E00A2EEB-2C26-CAF1-2645-6876AF03F930}"/>
                </a:ext>
              </a:extLst>
            </p:cNvPr>
            <p:cNvCxnSpPr>
              <a:cxnSpLocks/>
            </p:cNvCxnSpPr>
            <p:nvPr/>
          </p:nvCxnSpPr>
          <p:spPr>
            <a:xfrm>
              <a:off x="720000" y="5724000"/>
              <a:ext cx="3795357" cy="139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FC277984-C3D0-8EDB-23C6-014E3575EE00}"/>
                </a:ext>
              </a:extLst>
            </p:cNvPr>
            <p:cNvCxnSpPr>
              <a:cxnSpLocks/>
            </p:cNvCxnSpPr>
            <p:nvPr/>
          </p:nvCxnSpPr>
          <p:spPr>
            <a:xfrm>
              <a:off x="2808000" y="4320000"/>
              <a:ext cx="68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椭圆 20">
              <a:extLst>
                <a:ext uri="{FF2B5EF4-FFF2-40B4-BE49-F238E27FC236}">
                  <a16:creationId xmlns:a16="http://schemas.microsoft.com/office/drawing/2014/main" id="{6145F6AE-8E72-6123-EEF7-3CA0CF965658}"/>
                </a:ext>
              </a:extLst>
            </p:cNvPr>
            <p:cNvSpPr/>
            <p:nvPr/>
          </p:nvSpPr>
          <p:spPr>
            <a:xfrm>
              <a:off x="2754000" y="5670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22" name="直接连接符 21">
              <a:extLst>
                <a:ext uri="{FF2B5EF4-FFF2-40B4-BE49-F238E27FC236}">
                  <a16:creationId xmlns:a16="http://schemas.microsoft.com/office/drawing/2014/main" id="{763CF5D6-001F-5FB2-8F93-CEFC4CF3BC6E}"/>
                </a:ext>
              </a:extLst>
            </p:cNvPr>
            <p:cNvCxnSpPr>
              <a:cxnSpLocks/>
            </p:cNvCxnSpPr>
            <p:nvPr/>
          </p:nvCxnSpPr>
          <p:spPr>
            <a:xfrm>
              <a:off x="2628000" y="5976000"/>
              <a:ext cx="360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74D27373-2312-56F3-665F-7792FD534E1E}"/>
                </a:ext>
              </a:extLst>
            </p:cNvPr>
            <p:cNvSpPr/>
            <p:nvPr/>
          </p:nvSpPr>
          <p:spPr>
            <a:xfrm>
              <a:off x="2737590" y="3636000"/>
              <a:ext cx="144000" cy="50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DFE5DA73-DE7E-2EB1-49E7-2CB09777157D}"/>
                    </a:ext>
                  </a:extLst>
                </p:cNvPr>
                <p:cNvSpPr txBox="1"/>
                <p:nvPr/>
              </p:nvSpPr>
              <p:spPr>
                <a:xfrm>
                  <a:off x="3960000" y="3060000"/>
                  <a:ext cx="54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m:rPr>
                                <m:sty m:val="p"/>
                              </m:rPr>
                              <a:rPr lang="en-US" altLang="zh-CN" sz="2400" b="0" i="0" smtClean="0">
                                <a:latin typeface="Cambria Math" panose="02040503050406030204" pitchFamily="18" charset="0"/>
                              </a:rPr>
                              <m:t>CC</m:t>
                            </m:r>
                          </m:sub>
                        </m:sSub>
                      </m:oMath>
                    </m:oMathPara>
                  </a14:m>
                  <a:endParaRPr lang="zh-CN" altLang="en-US" sz="2400" dirty="0"/>
                </a:p>
              </p:txBody>
            </p:sp>
          </mc:Choice>
          <mc:Fallback xmlns="">
            <p:sp>
              <p:nvSpPr>
                <p:cNvPr id="41" name="文本框 40">
                  <a:extLst>
                    <a:ext uri="{FF2B5EF4-FFF2-40B4-BE49-F238E27FC236}">
                      <a16:creationId xmlns:a16="http://schemas.microsoft.com/office/drawing/2014/main" id="{CA9656D1-80EA-EDBF-6845-A76550595805}"/>
                    </a:ext>
                  </a:extLst>
                </p:cNvPr>
                <p:cNvSpPr txBox="1">
                  <a:spLocks noRot="1" noChangeAspect="1" noMove="1" noResize="1" noEditPoints="1" noAdjustHandles="1" noChangeArrowheads="1" noChangeShapeType="1" noTextEdit="1"/>
                </p:cNvSpPr>
                <p:nvPr/>
              </p:nvSpPr>
              <p:spPr>
                <a:xfrm>
                  <a:off x="3960000" y="3060000"/>
                  <a:ext cx="540000" cy="360000"/>
                </a:xfrm>
                <a:prstGeom prst="rect">
                  <a:avLst/>
                </a:prstGeom>
                <a:blipFill>
                  <a:blip r:embed="rId3"/>
                  <a:stretch>
                    <a:fillRect l="-11364" r="-3409" b="-18644"/>
                  </a:stretch>
                </a:blipFill>
              </p:spPr>
              <p:txBody>
                <a:bodyPr/>
                <a:lstStyle/>
                <a:p>
                  <a:r>
                    <a:rPr lang="zh-CN" altLang="en-US">
                      <a:noFill/>
                    </a:rPr>
                    <a:t> </a:t>
                  </a:r>
                </a:p>
              </p:txBody>
            </p:sp>
          </mc:Fallback>
        </mc:AlternateContent>
        <p:cxnSp>
          <p:nvCxnSpPr>
            <p:cNvPr id="25" name="直接连接符 24">
              <a:extLst>
                <a:ext uri="{FF2B5EF4-FFF2-40B4-BE49-F238E27FC236}">
                  <a16:creationId xmlns:a16="http://schemas.microsoft.com/office/drawing/2014/main" id="{0433689A-3B65-1D98-39E5-264E8E744B18}"/>
                </a:ext>
              </a:extLst>
            </p:cNvPr>
            <p:cNvCxnSpPr>
              <a:cxnSpLocks/>
            </p:cNvCxnSpPr>
            <p:nvPr/>
          </p:nvCxnSpPr>
          <p:spPr>
            <a:xfrm>
              <a:off x="1800000" y="3456000"/>
              <a:ext cx="216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DAEB97E-5A7B-E92C-F9CB-B8F63E0C2895}"/>
                </a:ext>
              </a:extLst>
            </p:cNvPr>
            <p:cNvCxnSpPr>
              <a:cxnSpLocks/>
            </p:cNvCxnSpPr>
            <p:nvPr/>
          </p:nvCxnSpPr>
          <p:spPr>
            <a:xfrm>
              <a:off x="3492000" y="4068000"/>
              <a:ext cx="0" cy="504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AB8D5031-0EEA-B02D-BE58-8810740EB5DA}"/>
                </a:ext>
              </a:extLst>
            </p:cNvPr>
            <p:cNvCxnSpPr>
              <a:cxnSpLocks/>
            </p:cNvCxnSpPr>
            <p:nvPr/>
          </p:nvCxnSpPr>
          <p:spPr>
            <a:xfrm flipV="1">
              <a:off x="4068000" y="4320000"/>
              <a:ext cx="0" cy="140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8980884B-E3B8-F738-DDDB-C58D0506BEC4}"/>
                    </a:ext>
                  </a:extLst>
                </p:cNvPr>
                <p:cNvSpPr txBox="1"/>
                <p:nvPr/>
              </p:nvSpPr>
              <p:spPr>
                <a:xfrm>
                  <a:off x="2340000" y="3708000"/>
                  <a:ext cx="396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b="0" i="0" smtClean="0">
                                <a:latin typeface="Cambria Math" panose="02040503050406030204" pitchFamily="18" charset="0"/>
                              </a:rPr>
                              <m:t>c</m:t>
                            </m:r>
                          </m:sub>
                        </m:sSub>
                      </m:oMath>
                    </m:oMathPara>
                  </a14:m>
                  <a:endParaRPr lang="zh-CN" altLang="en-US" sz="2400" dirty="0"/>
                </a:p>
              </p:txBody>
            </p:sp>
          </mc:Choice>
          <mc:Fallback xmlns="">
            <p:sp>
              <p:nvSpPr>
                <p:cNvPr id="53" name="文本框 52">
                  <a:extLst>
                    <a:ext uri="{FF2B5EF4-FFF2-40B4-BE49-F238E27FC236}">
                      <a16:creationId xmlns:a16="http://schemas.microsoft.com/office/drawing/2014/main" id="{4D1076B8-95BC-0EB6-56D6-325DE91378FA}"/>
                    </a:ext>
                  </a:extLst>
                </p:cNvPr>
                <p:cNvSpPr txBox="1">
                  <a:spLocks noRot="1" noChangeAspect="1" noMove="1" noResize="1" noEditPoints="1" noAdjustHandles="1" noChangeArrowheads="1" noChangeShapeType="1" noTextEdit="1"/>
                </p:cNvSpPr>
                <p:nvPr/>
              </p:nvSpPr>
              <p:spPr>
                <a:xfrm>
                  <a:off x="2340000" y="3708000"/>
                  <a:ext cx="396000" cy="396000"/>
                </a:xfrm>
                <a:prstGeom prst="rect">
                  <a:avLst/>
                </a:prstGeom>
                <a:blipFill>
                  <a:blip r:embed="rId4"/>
                  <a:stretch>
                    <a:fillRect l="-16923" r="-1538" b="-30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2B1D4D71-3619-1EA1-4359-61ACE4726A1A}"/>
                    </a:ext>
                  </a:extLst>
                </p:cNvPr>
                <p:cNvSpPr txBox="1"/>
                <p:nvPr/>
              </p:nvSpPr>
              <p:spPr>
                <a:xfrm>
                  <a:off x="4500000" y="4176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55" name="文本框 54">
                  <a:extLst>
                    <a:ext uri="{FF2B5EF4-FFF2-40B4-BE49-F238E27FC236}">
                      <a16:creationId xmlns:a16="http://schemas.microsoft.com/office/drawing/2014/main" id="{C57DA01D-8BE8-F3AD-772B-E272DA89F574}"/>
                    </a:ext>
                  </a:extLst>
                </p:cNvPr>
                <p:cNvSpPr txBox="1">
                  <a:spLocks noRot="1" noChangeAspect="1" noMove="1" noResize="1" noEditPoints="1" noAdjustHandles="1" noChangeArrowheads="1" noChangeShapeType="1" noTextEdit="1"/>
                </p:cNvSpPr>
                <p:nvPr/>
              </p:nvSpPr>
              <p:spPr>
                <a:xfrm>
                  <a:off x="4500000" y="4176000"/>
                  <a:ext cx="360000" cy="360000"/>
                </a:xfrm>
                <a:prstGeom prst="rect">
                  <a:avLst/>
                </a:prstGeom>
                <a:blipFill>
                  <a:blip r:embed="rId5"/>
                  <a:stretch>
                    <a:fillRect l="-8475" r="-8475"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DCC4F536-E007-44F9-BE66-445BAFFC27EB}"/>
                    </a:ext>
                  </a:extLst>
                </p:cNvPr>
                <p:cNvSpPr txBox="1"/>
                <p:nvPr/>
              </p:nvSpPr>
              <p:spPr>
                <a:xfrm>
                  <a:off x="4500000" y="5472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56" name="文本框 55">
                  <a:extLst>
                    <a:ext uri="{FF2B5EF4-FFF2-40B4-BE49-F238E27FC236}">
                      <a16:creationId xmlns:a16="http://schemas.microsoft.com/office/drawing/2014/main" id="{982FF272-358F-405D-923A-6C694B617700}"/>
                    </a:ext>
                  </a:extLst>
                </p:cNvPr>
                <p:cNvSpPr txBox="1">
                  <a:spLocks noRot="1" noChangeAspect="1" noMove="1" noResize="1" noEditPoints="1" noAdjustHandles="1" noChangeArrowheads="1" noChangeShapeType="1" noTextEdit="1"/>
                </p:cNvSpPr>
                <p:nvPr/>
              </p:nvSpPr>
              <p:spPr>
                <a:xfrm>
                  <a:off x="4500000" y="5472000"/>
                  <a:ext cx="360000" cy="3600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AACEB7DA-D76C-6828-B770-8180FC35F0BE}"/>
                    </a:ext>
                  </a:extLst>
                </p:cNvPr>
                <p:cNvSpPr txBox="1"/>
                <p:nvPr/>
              </p:nvSpPr>
              <p:spPr>
                <a:xfrm>
                  <a:off x="4536000" y="4824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𝑣</m:t>
                            </m:r>
                          </m:e>
                          <m:sub>
                            <m:r>
                              <m:rPr>
                                <m:sty m:val="p"/>
                              </m:rPr>
                              <a:rPr lang="en-US" altLang="zh-CN" sz="2400" b="0" i="0" smtClean="0">
                                <a:solidFill>
                                  <a:schemeClr val="accent5">
                                    <a:lumMod val="75000"/>
                                  </a:schemeClr>
                                </a:solidFill>
                                <a:latin typeface="Cambria Math" panose="02040503050406030204" pitchFamily="18" charset="0"/>
                              </a:rPr>
                              <m:t>o</m:t>
                            </m:r>
                          </m:sub>
                        </m:sSub>
                      </m:oMath>
                    </m:oMathPara>
                  </a14:m>
                  <a:endParaRPr lang="zh-CN" altLang="en-US" sz="2400" dirty="0">
                    <a:solidFill>
                      <a:schemeClr val="accent5">
                        <a:lumMod val="75000"/>
                      </a:schemeClr>
                    </a:solidFill>
                  </a:endParaRPr>
                </a:p>
              </p:txBody>
            </p:sp>
          </mc:Choice>
          <mc:Fallback xmlns="">
            <p:sp>
              <p:nvSpPr>
                <p:cNvPr id="57" name="文本框 56">
                  <a:extLst>
                    <a:ext uri="{FF2B5EF4-FFF2-40B4-BE49-F238E27FC236}">
                      <a16:creationId xmlns:a16="http://schemas.microsoft.com/office/drawing/2014/main" id="{18B7D261-C138-6389-52CC-E6B76165AEDB}"/>
                    </a:ext>
                  </a:extLst>
                </p:cNvPr>
                <p:cNvSpPr txBox="1">
                  <a:spLocks noRot="1" noChangeAspect="1" noMove="1" noResize="1" noEditPoints="1" noAdjustHandles="1" noChangeArrowheads="1" noChangeShapeType="1" noTextEdit="1"/>
                </p:cNvSpPr>
                <p:nvPr/>
              </p:nvSpPr>
              <p:spPr>
                <a:xfrm>
                  <a:off x="4536000" y="4824000"/>
                  <a:ext cx="360000" cy="360000"/>
                </a:xfrm>
                <a:prstGeom prst="rect">
                  <a:avLst/>
                </a:prstGeom>
                <a:blipFill>
                  <a:blip r:embed="rId7"/>
                  <a:stretch>
                    <a:fillRect l="-13559" r="-3390" b="-118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A5330895-13B1-6C03-E89E-936FEEACD4DB}"/>
                    </a:ext>
                  </a:extLst>
                </p:cNvPr>
                <p:cNvSpPr txBox="1"/>
                <p:nvPr/>
              </p:nvSpPr>
              <p:spPr>
                <a:xfrm>
                  <a:off x="2664000" y="4644000"/>
                  <a:ext cx="288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T</m:t>
                        </m:r>
                      </m:oMath>
                    </m:oMathPara>
                  </a14:m>
                  <a:endParaRPr lang="zh-CN" altLang="en-US" sz="2400" dirty="0"/>
                </a:p>
              </p:txBody>
            </p:sp>
          </mc:Choice>
          <mc:Fallback xmlns="">
            <p:sp>
              <p:nvSpPr>
                <p:cNvPr id="58" name="文本框 57">
                  <a:extLst>
                    <a:ext uri="{FF2B5EF4-FFF2-40B4-BE49-F238E27FC236}">
                      <a16:creationId xmlns:a16="http://schemas.microsoft.com/office/drawing/2014/main" id="{CC9B930C-A15C-C8C6-68FF-B579302FF5F0}"/>
                    </a:ext>
                  </a:extLst>
                </p:cNvPr>
                <p:cNvSpPr txBox="1">
                  <a:spLocks noRot="1" noChangeAspect="1" noMove="1" noResize="1" noEditPoints="1" noAdjustHandles="1" noChangeArrowheads="1" noChangeShapeType="1" noTextEdit="1"/>
                </p:cNvSpPr>
                <p:nvPr/>
              </p:nvSpPr>
              <p:spPr>
                <a:xfrm>
                  <a:off x="2664000" y="4644000"/>
                  <a:ext cx="288000" cy="396000"/>
                </a:xfrm>
                <a:prstGeom prst="rect">
                  <a:avLst/>
                </a:prstGeom>
                <a:blipFill>
                  <a:blip r:embed="rId8"/>
                  <a:stretch>
                    <a:fillRect l="-17021" r="-21277"/>
                  </a:stretch>
                </a:blipFill>
              </p:spPr>
              <p:txBody>
                <a:bodyPr/>
                <a:lstStyle/>
                <a:p>
                  <a:r>
                    <a:rPr lang="zh-CN" altLang="en-US">
                      <a:noFill/>
                    </a:rPr>
                    <a:t> </a:t>
                  </a:r>
                </a:p>
              </p:txBody>
            </p:sp>
          </mc:Fallback>
        </mc:AlternateContent>
        <p:sp>
          <p:nvSpPr>
            <p:cNvPr id="33" name="椭圆 32">
              <a:extLst>
                <a:ext uri="{FF2B5EF4-FFF2-40B4-BE49-F238E27FC236}">
                  <a16:creationId xmlns:a16="http://schemas.microsoft.com/office/drawing/2014/main" id="{E6A951C8-840C-1D7D-40D7-5416B85FB045}"/>
                </a:ext>
              </a:extLst>
            </p:cNvPr>
            <p:cNvSpPr/>
            <p:nvPr/>
          </p:nvSpPr>
          <p:spPr>
            <a:xfrm>
              <a:off x="3852000" y="3402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34" name="直接连接符 33">
              <a:extLst>
                <a:ext uri="{FF2B5EF4-FFF2-40B4-BE49-F238E27FC236}">
                  <a16:creationId xmlns:a16="http://schemas.microsoft.com/office/drawing/2014/main" id="{D6F8B9C6-DE46-B573-3E1F-E40ECAAC96A4}"/>
                </a:ext>
              </a:extLst>
            </p:cNvPr>
            <p:cNvCxnSpPr>
              <a:cxnSpLocks/>
            </p:cNvCxnSpPr>
            <p:nvPr/>
          </p:nvCxnSpPr>
          <p:spPr>
            <a:xfrm flipV="1">
              <a:off x="1800000" y="3456000"/>
              <a:ext cx="0" cy="140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椭圆 34">
              <a:extLst>
                <a:ext uri="{FF2B5EF4-FFF2-40B4-BE49-F238E27FC236}">
                  <a16:creationId xmlns:a16="http://schemas.microsoft.com/office/drawing/2014/main" id="{E9B3155D-C90A-F6A2-CD71-B48A5D0510A7}"/>
                </a:ext>
              </a:extLst>
            </p:cNvPr>
            <p:cNvSpPr/>
            <p:nvPr/>
          </p:nvSpPr>
          <p:spPr>
            <a:xfrm>
              <a:off x="1746000" y="4806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36" name="直接连接符 35">
              <a:extLst>
                <a:ext uri="{FF2B5EF4-FFF2-40B4-BE49-F238E27FC236}">
                  <a16:creationId xmlns:a16="http://schemas.microsoft.com/office/drawing/2014/main" id="{B0AD2C60-653A-9902-4883-F31AA87EB5E8}"/>
                </a:ext>
              </a:extLst>
            </p:cNvPr>
            <p:cNvCxnSpPr>
              <a:cxnSpLocks/>
            </p:cNvCxnSpPr>
            <p:nvPr/>
          </p:nvCxnSpPr>
          <p:spPr>
            <a:xfrm>
              <a:off x="720000" y="4860000"/>
              <a:ext cx="4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B0E2473C-9C98-7931-2FFE-4DEA649CB7B8}"/>
                    </a:ext>
                  </a:extLst>
                </p:cNvPr>
                <p:cNvSpPr txBox="1"/>
                <p:nvPr/>
              </p:nvSpPr>
              <p:spPr>
                <a:xfrm>
                  <a:off x="3366000" y="3672000"/>
                  <a:ext cx="432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𝐶</m:t>
                            </m:r>
                          </m:e>
                          <m:sub>
                            <m:r>
                              <a:rPr lang="en-US" altLang="zh-CN" sz="2400" i="1">
                                <a:latin typeface="Cambria Math" panose="02040503050406030204" pitchFamily="18" charset="0"/>
                              </a:rPr>
                              <m:t>2</m:t>
                            </m:r>
                          </m:sub>
                        </m:sSub>
                      </m:oMath>
                    </m:oMathPara>
                  </a14:m>
                  <a:endParaRPr lang="zh-CN" altLang="en-US" sz="2400" dirty="0"/>
                </a:p>
              </p:txBody>
            </p:sp>
          </mc:Choice>
          <mc:Fallback xmlns="">
            <p:sp>
              <p:nvSpPr>
                <p:cNvPr id="72" name="文本框 71">
                  <a:extLst>
                    <a:ext uri="{FF2B5EF4-FFF2-40B4-BE49-F238E27FC236}">
                      <a16:creationId xmlns:a16="http://schemas.microsoft.com/office/drawing/2014/main" id="{89C8729F-DC5F-C143-451B-666A298C6ABC}"/>
                    </a:ext>
                  </a:extLst>
                </p:cNvPr>
                <p:cNvSpPr txBox="1">
                  <a:spLocks noRot="1" noChangeAspect="1" noMove="1" noResize="1" noEditPoints="1" noAdjustHandles="1" noChangeArrowheads="1" noChangeShapeType="1" noTextEdit="1"/>
                </p:cNvSpPr>
                <p:nvPr/>
              </p:nvSpPr>
              <p:spPr>
                <a:xfrm>
                  <a:off x="3366000" y="3672000"/>
                  <a:ext cx="432000" cy="396000"/>
                </a:xfrm>
                <a:prstGeom prst="rect">
                  <a:avLst/>
                </a:prstGeom>
                <a:blipFill>
                  <a:blip r:embed="rId9"/>
                  <a:stretch>
                    <a:fillRect l="-9859" b="-6154"/>
                  </a:stretch>
                </a:blipFill>
              </p:spPr>
              <p:txBody>
                <a:bodyPr/>
                <a:lstStyle/>
                <a:p>
                  <a:r>
                    <a:rPr lang="zh-CN" altLang="en-US">
                      <a:noFill/>
                    </a:rPr>
                    <a:t> </a:t>
                  </a:r>
                </a:p>
              </p:txBody>
            </p:sp>
          </mc:Fallback>
        </mc:AlternateContent>
        <p:cxnSp>
          <p:nvCxnSpPr>
            <p:cNvPr id="38" name="直接连接符 37">
              <a:extLst>
                <a:ext uri="{FF2B5EF4-FFF2-40B4-BE49-F238E27FC236}">
                  <a16:creationId xmlns:a16="http://schemas.microsoft.com/office/drawing/2014/main" id="{1A293520-7158-6E21-C710-130C681C81F7}"/>
                </a:ext>
              </a:extLst>
            </p:cNvPr>
            <p:cNvCxnSpPr>
              <a:cxnSpLocks/>
            </p:cNvCxnSpPr>
            <p:nvPr/>
          </p:nvCxnSpPr>
          <p:spPr>
            <a:xfrm>
              <a:off x="3672000" y="4320000"/>
              <a:ext cx="828000" cy="10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7EFCFAA2-0EEC-0E9B-4E39-DEDB7530BEAE}"/>
                    </a:ext>
                  </a:extLst>
                </p:cNvPr>
                <p:cNvSpPr txBox="1"/>
                <p:nvPr/>
              </p:nvSpPr>
              <p:spPr>
                <a:xfrm>
                  <a:off x="360000" y="4680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76" name="文本框 75">
                  <a:extLst>
                    <a:ext uri="{FF2B5EF4-FFF2-40B4-BE49-F238E27FC236}">
                      <a16:creationId xmlns:a16="http://schemas.microsoft.com/office/drawing/2014/main" id="{6B38B2D7-BEA0-A9E8-6162-F13E8981597F}"/>
                    </a:ext>
                  </a:extLst>
                </p:cNvPr>
                <p:cNvSpPr txBox="1">
                  <a:spLocks noRot="1" noChangeAspect="1" noMove="1" noResize="1" noEditPoints="1" noAdjustHandles="1" noChangeArrowheads="1" noChangeShapeType="1" noTextEdit="1"/>
                </p:cNvSpPr>
                <p:nvPr/>
              </p:nvSpPr>
              <p:spPr>
                <a:xfrm>
                  <a:off x="360000" y="4680000"/>
                  <a:ext cx="360000" cy="360000"/>
                </a:xfrm>
                <a:prstGeom prst="rect">
                  <a:avLst/>
                </a:prstGeom>
                <a:blipFill>
                  <a:blip r:embed="rId10"/>
                  <a:stretch>
                    <a:fillRect l="-8475" r="-8475"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B1EF61B7-9FA6-38C2-1796-6D9AC26B8EED}"/>
                    </a:ext>
                  </a:extLst>
                </p:cNvPr>
                <p:cNvSpPr txBox="1"/>
                <p:nvPr/>
              </p:nvSpPr>
              <p:spPr>
                <a:xfrm>
                  <a:off x="360000" y="5472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77" name="文本框 76">
                  <a:extLst>
                    <a:ext uri="{FF2B5EF4-FFF2-40B4-BE49-F238E27FC236}">
                      <a16:creationId xmlns:a16="http://schemas.microsoft.com/office/drawing/2014/main" id="{0B1C6BCD-538E-4BD3-5E2D-8464A8A2BE75}"/>
                    </a:ext>
                  </a:extLst>
                </p:cNvPr>
                <p:cNvSpPr txBox="1">
                  <a:spLocks noRot="1" noChangeAspect="1" noMove="1" noResize="1" noEditPoints="1" noAdjustHandles="1" noChangeArrowheads="1" noChangeShapeType="1" noTextEdit="1"/>
                </p:cNvSpPr>
                <p:nvPr/>
              </p:nvSpPr>
              <p:spPr>
                <a:xfrm>
                  <a:off x="360000" y="5472000"/>
                  <a:ext cx="360000" cy="36000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41731691-8A4F-FBE9-37AD-C41B35BE6AF8}"/>
                    </a:ext>
                  </a:extLst>
                </p:cNvPr>
                <p:cNvSpPr txBox="1"/>
                <p:nvPr/>
              </p:nvSpPr>
              <p:spPr>
                <a:xfrm>
                  <a:off x="360000" y="5076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𝑣</m:t>
                            </m:r>
                          </m:e>
                          <m:sub>
                            <m:r>
                              <m:rPr>
                                <m:sty m:val="p"/>
                              </m:rPr>
                              <a:rPr lang="en-US" altLang="zh-CN" sz="2400" b="0" i="0" smtClean="0">
                                <a:solidFill>
                                  <a:schemeClr val="accent5">
                                    <a:lumMod val="75000"/>
                                  </a:schemeClr>
                                </a:solidFill>
                                <a:latin typeface="Cambria Math" panose="02040503050406030204" pitchFamily="18" charset="0"/>
                              </a:rPr>
                              <m:t>i</m:t>
                            </m:r>
                          </m:sub>
                        </m:sSub>
                      </m:oMath>
                    </m:oMathPara>
                  </a14:m>
                  <a:endParaRPr lang="zh-CN" altLang="en-US" sz="2400" dirty="0">
                    <a:solidFill>
                      <a:schemeClr val="accent5">
                        <a:lumMod val="75000"/>
                      </a:schemeClr>
                    </a:solidFill>
                  </a:endParaRPr>
                </a:p>
              </p:txBody>
            </p:sp>
          </mc:Choice>
          <mc:Fallback xmlns="">
            <p:sp>
              <p:nvSpPr>
                <p:cNvPr id="78" name="文本框 77">
                  <a:extLst>
                    <a:ext uri="{FF2B5EF4-FFF2-40B4-BE49-F238E27FC236}">
                      <a16:creationId xmlns:a16="http://schemas.microsoft.com/office/drawing/2014/main" id="{69488BD9-005C-C53E-9F6C-57AFDEAD1F23}"/>
                    </a:ext>
                  </a:extLst>
                </p:cNvPr>
                <p:cNvSpPr txBox="1">
                  <a:spLocks noRot="1" noChangeAspect="1" noMove="1" noResize="1" noEditPoints="1" noAdjustHandles="1" noChangeArrowheads="1" noChangeShapeType="1" noTextEdit="1"/>
                </p:cNvSpPr>
                <p:nvPr/>
              </p:nvSpPr>
              <p:spPr>
                <a:xfrm>
                  <a:off x="360000" y="5076000"/>
                  <a:ext cx="360000" cy="360000"/>
                </a:xfrm>
                <a:prstGeom prst="rect">
                  <a:avLst/>
                </a:prstGeom>
                <a:blipFill>
                  <a:blip r:embed="rId12"/>
                  <a:stretch>
                    <a:fillRect l="-6780" r="-3390" b="-18644"/>
                  </a:stretch>
                </a:blipFill>
              </p:spPr>
              <p:txBody>
                <a:bodyPr/>
                <a:lstStyle/>
                <a:p>
                  <a:r>
                    <a:rPr lang="zh-CN" altLang="en-US">
                      <a:noFill/>
                    </a:rPr>
                    <a:t> </a:t>
                  </a:r>
                </a:p>
              </p:txBody>
            </p:sp>
          </mc:Fallback>
        </mc:AlternateContent>
        <p:sp>
          <p:nvSpPr>
            <p:cNvPr id="42" name="椭圆 41">
              <a:extLst>
                <a:ext uri="{FF2B5EF4-FFF2-40B4-BE49-F238E27FC236}">
                  <a16:creationId xmlns:a16="http://schemas.microsoft.com/office/drawing/2014/main" id="{0DF61038-F0B5-F378-654F-BECEB73A160F}"/>
                </a:ext>
              </a:extLst>
            </p:cNvPr>
            <p:cNvSpPr/>
            <p:nvPr/>
          </p:nvSpPr>
          <p:spPr>
            <a:xfrm>
              <a:off x="2754000" y="4266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43" name="椭圆 42">
              <a:extLst>
                <a:ext uri="{FF2B5EF4-FFF2-40B4-BE49-F238E27FC236}">
                  <a16:creationId xmlns:a16="http://schemas.microsoft.com/office/drawing/2014/main" id="{8AF7A4EF-9BE1-5A9C-6BCF-2D1BCA99966F}"/>
                </a:ext>
              </a:extLst>
            </p:cNvPr>
            <p:cNvSpPr/>
            <p:nvPr/>
          </p:nvSpPr>
          <p:spPr>
            <a:xfrm>
              <a:off x="2754000" y="3402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44" name="椭圆 43">
              <a:extLst>
                <a:ext uri="{FF2B5EF4-FFF2-40B4-BE49-F238E27FC236}">
                  <a16:creationId xmlns:a16="http://schemas.microsoft.com/office/drawing/2014/main" id="{A8EFEB0F-8990-BBF9-B8AF-C3C8D910D822}"/>
                </a:ext>
              </a:extLst>
            </p:cNvPr>
            <p:cNvSpPr/>
            <p:nvPr/>
          </p:nvSpPr>
          <p:spPr>
            <a:xfrm>
              <a:off x="720000" y="4806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45" name="椭圆 44">
              <a:extLst>
                <a:ext uri="{FF2B5EF4-FFF2-40B4-BE49-F238E27FC236}">
                  <a16:creationId xmlns:a16="http://schemas.microsoft.com/office/drawing/2014/main" id="{8CDC44F2-C2A4-CBC0-10A3-F72DE1BC503F}"/>
                </a:ext>
              </a:extLst>
            </p:cNvPr>
            <p:cNvSpPr/>
            <p:nvPr/>
          </p:nvSpPr>
          <p:spPr>
            <a:xfrm>
              <a:off x="4015628" y="5670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46" name="椭圆 45">
              <a:extLst>
                <a:ext uri="{FF2B5EF4-FFF2-40B4-BE49-F238E27FC236}">
                  <a16:creationId xmlns:a16="http://schemas.microsoft.com/office/drawing/2014/main" id="{E48C2EC6-9109-D4E9-9ECD-984CC3ECEC5F}"/>
                </a:ext>
              </a:extLst>
            </p:cNvPr>
            <p:cNvSpPr/>
            <p:nvPr/>
          </p:nvSpPr>
          <p:spPr>
            <a:xfrm>
              <a:off x="4392000" y="4266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47" name="椭圆 46">
              <a:extLst>
                <a:ext uri="{FF2B5EF4-FFF2-40B4-BE49-F238E27FC236}">
                  <a16:creationId xmlns:a16="http://schemas.microsoft.com/office/drawing/2014/main" id="{0D561AF8-99BD-01B8-B250-3A78072BA5D0}"/>
                </a:ext>
              </a:extLst>
            </p:cNvPr>
            <p:cNvSpPr/>
            <p:nvPr/>
          </p:nvSpPr>
          <p:spPr>
            <a:xfrm>
              <a:off x="4428000" y="5670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48" name="椭圆 47">
              <a:extLst>
                <a:ext uri="{FF2B5EF4-FFF2-40B4-BE49-F238E27FC236}">
                  <a16:creationId xmlns:a16="http://schemas.microsoft.com/office/drawing/2014/main" id="{B6C5128F-A113-CBD7-3866-D1AA1101348F}"/>
                </a:ext>
              </a:extLst>
            </p:cNvPr>
            <p:cNvSpPr/>
            <p:nvPr/>
          </p:nvSpPr>
          <p:spPr>
            <a:xfrm>
              <a:off x="4014000" y="4266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49" name="直接连接符 48">
              <a:extLst>
                <a:ext uri="{FF2B5EF4-FFF2-40B4-BE49-F238E27FC236}">
                  <a16:creationId xmlns:a16="http://schemas.microsoft.com/office/drawing/2014/main" id="{07E11142-6818-8BC1-D006-1F48EDAE5AD5}"/>
                </a:ext>
              </a:extLst>
            </p:cNvPr>
            <p:cNvCxnSpPr>
              <a:cxnSpLocks/>
            </p:cNvCxnSpPr>
            <p:nvPr/>
          </p:nvCxnSpPr>
          <p:spPr>
            <a:xfrm>
              <a:off x="3672000" y="4068000"/>
              <a:ext cx="0" cy="504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BC8053E7-BC60-8A47-EAED-5A3084BA5995}"/>
                </a:ext>
              </a:extLst>
            </p:cNvPr>
            <p:cNvSpPr/>
            <p:nvPr/>
          </p:nvSpPr>
          <p:spPr>
            <a:xfrm>
              <a:off x="1728000" y="3636000"/>
              <a:ext cx="144000" cy="50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180ECB4F-5885-B942-2239-B0972BC56D0B}"/>
                    </a:ext>
                  </a:extLst>
                </p:cNvPr>
                <p:cNvSpPr txBox="1"/>
                <p:nvPr/>
              </p:nvSpPr>
              <p:spPr>
                <a:xfrm>
                  <a:off x="1332000" y="3708000"/>
                  <a:ext cx="396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b="0" i="0" smtClean="0">
                                <a:latin typeface="Cambria Math" panose="02040503050406030204" pitchFamily="18" charset="0"/>
                              </a:rPr>
                              <m:t>b</m:t>
                            </m:r>
                          </m:sub>
                        </m:sSub>
                      </m:oMath>
                    </m:oMathPara>
                  </a14:m>
                  <a:endParaRPr lang="zh-CN" altLang="en-US" sz="2400" dirty="0"/>
                </a:p>
              </p:txBody>
            </p:sp>
          </mc:Choice>
          <mc:Fallback xmlns="">
            <p:sp>
              <p:nvSpPr>
                <p:cNvPr id="5" name="文本框 4">
                  <a:extLst>
                    <a:ext uri="{FF2B5EF4-FFF2-40B4-BE49-F238E27FC236}">
                      <a16:creationId xmlns:a16="http://schemas.microsoft.com/office/drawing/2014/main" id="{8260BCF7-8E7F-BFF4-D018-AD96FA5D2CA5}"/>
                    </a:ext>
                  </a:extLst>
                </p:cNvPr>
                <p:cNvSpPr txBox="1">
                  <a:spLocks noRot="1" noChangeAspect="1" noMove="1" noResize="1" noEditPoints="1" noAdjustHandles="1" noChangeArrowheads="1" noChangeShapeType="1" noTextEdit="1"/>
                </p:cNvSpPr>
                <p:nvPr/>
              </p:nvSpPr>
              <p:spPr>
                <a:xfrm>
                  <a:off x="1332000" y="3708000"/>
                  <a:ext cx="396000" cy="396000"/>
                </a:xfrm>
                <a:prstGeom prst="rect">
                  <a:avLst/>
                </a:prstGeom>
                <a:blipFill>
                  <a:blip r:embed="rId13"/>
                  <a:stretch>
                    <a:fillRect l="-20313" r="-12500" b="-9231"/>
                  </a:stretch>
                </a:blipFill>
              </p:spPr>
              <p:txBody>
                <a:bodyPr/>
                <a:lstStyle/>
                <a:p>
                  <a:r>
                    <a:rPr lang="zh-CN" altLang="en-US">
                      <a:noFill/>
                    </a:rPr>
                    <a:t> </a:t>
                  </a:r>
                </a:p>
              </p:txBody>
            </p:sp>
          </mc:Fallback>
        </mc:AlternateContent>
        <p:cxnSp>
          <p:nvCxnSpPr>
            <p:cNvPr id="52" name="直接连接符 51">
              <a:extLst>
                <a:ext uri="{FF2B5EF4-FFF2-40B4-BE49-F238E27FC236}">
                  <a16:creationId xmlns:a16="http://schemas.microsoft.com/office/drawing/2014/main" id="{349A1730-FA2C-E683-44E4-E82DB5194CEC}"/>
                </a:ext>
              </a:extLst>
            </p:cNvPr>
            <p:cNvCxnSpPr>
              <a:cxnSpLocks/>
            </p:cNvCxnSpPr>
            <p:nvPr/>
          </p:nvCxnSpPr>
          <p:spPr>
            <a:xfrm>
              <a:off x="1206001" y="4608000"/>
              <a:ext cx="0" cy="504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C0775E3F-AB1A-2A62-BEA0-14FA8E81C242}"/>
                    </a:ext>
                  </a:extLst>
                </p:cNvPr>
                <p:cNvSpPr txBox="1"/>
                <p:nvPr/>
              </p:nvSpPr>
              <p:spPr>
                <a:xfrm>
                  <a:off x="1080000" y="4212000"/>
                  <a:ext cx="432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𝐶</m:t>
                            </m:r>
                          </m:e>
                          <m:sub>
                            <m:r>
                              <a:rPr lang="en-US" altLang="zh-CN" sz="2400" i="1">
                                <a:latin typeface="Cambria Math" panose="02040503050406030204" pitchFamily="18" charset="0"/>
                              </a:rPr>
                              <m:t>1</m:t>
                            </m:r>
                          </m:sub>
                        </m:sSub>
                      </m:oMath>
                    </m:oMathPara>
                  </a14:m>
                  <a:endParaRPr lang="zh-CN" altLang="en-US" sz="2400" dirty="0"/>
                </a:p>
              </p:txBody>
            </p:sp>
          </mc:Choice>
          <mc:Fallback xmlns="">
            <p:sp>
              <p:nvSpPr>
                <p:cNvPr id="8" name="文本框 7">
                  <a:extLst>
                    <a:ext uri="{FF2B5EF4-FFF2-40B4-BE49-F238E27FC236}">
                      <a16:creationId xmlns:a16="http://schemas.microsoft.com/office/drawing/2014/main" id="{A344990B-1FD3-8A2C-71F0-9B63A0249629}"/>
                    </a:ext>
                  </a:extLst>
                </p:cNvPr>
                <p:cNvSpPr txBox="1">
                  <a:spLocks noRot="1" noChangeAspect="1" noMove="1" noResize="1" noEditPoints="1" noAdjustHandles="1" noChangeArrowheads="1" noChangeShapeType="1" noTextEdit="1"/>
                </p:cNvSpPr>
                <p:nvPr/>
              </p:nvSpPr>
              <p:spPr>
                <a:xfrm>
                  <a:off x="1080000" y="4212000"/>
                  <a:ext cx="432000" cy="396000"/>
                </a:xfrm>
                <a:prstGeom prst="rect">
                  <a:avLst/>
                </a:prstGeom>
                <a:blipFill>
                  <a:blip r:embed="rId14"/>
                  <a:stretch>
                    <a:fillRect l="-8451" b="-6154"/>
                  </a:stretch>
                </a:blipFill>
              </p:spPr>
              <p:txBody>
                <a:bodyPr/>
                <a:lstStyle/>
                <a:p>
                  <a:r>
                    <a:rPr lang="zh-CN" altLang="en-US">
                      <a:noFill/>
                    </a:rPr>
                    <a:t> </a:t>
                  </a:r>
                </a:p>
              </p:txBody>
            </p:sp>
          </mc:Fallback>
        </mc:AlternateContent>
        <p:cxnSp>
          <p:nvCxnSpPr>
            <p:cNvPr id="54" name="直接连接符 53">
              <a:extLst>
                <a:ext uri="{FF2B5EF4-FFF2-40B4-BE49-F238E27FC236}">
                  <a16:creationId xmlns:a16="http://schemas.microsoft.com/office/drawing/2014/main" id="{EC514D80-877F-F70F-0505-BBF755DC16D7}"/>
                </a:ext>
              </a:extLst>
            </p:cNvPr>
            <p:cNvCxnSpPr>
              <a:cxnSpLocks/>
            </p:cNvCxnSpPr>
            <p:nvPr/>
          </p:nvCxnSpPr>
          <p:spPr>
            <a:xfrm>
              <a:off x="1386001" y="4608000"/>
              <a:ext cx="0" cy="504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C3D010A2-2F3D-668B-27FE-8498F3DFAFDC}"/>
                </a:ext>
              </a:extLst>
            </p:cNvPr>
            <p:cNvSpPr/>
            <p:nvPr/>
          </p:nvSpPr>
          <p:spPr>
            <a:xfrm>
              <a:off x="720000" y="5670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56" name="矩形 55">
              <a:extLst>
                <a:ext uri="{FF2B5EF4-FFF2-40B4-BE49-F238E27FC236}">
                  <a16:creationId xmlns:a16="http://schemas.microsoft.com/office/drawing/2014/main" id="{7B36C216-96C3-F1E6-E9A6-AFF2AFF5C577}"/>
                </a:ext>
              </a:extLst>
            </p:cNvPr>
            <p:cNvSpPr/>
            <p:nvPr/>
          </p:nvSpPr>
          <p:spPr>
            <a:xfrm>
              <a:off x="3996000" y="4752000"/>
              <a:ext cx="144000" cy="50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030EE8E0-3584-464D-B9AD-9B39CA84E2FE}"/>
                    </a:ext>
                  </a:extLst>
                </p:cNvPr>
                <p:cNvSpPr txBox="1"/>
                <p:nvPr/>
              </p:nvSpPr>
              <p:spPr>
                <a:xfrm>
                  <a:off x="3600000" y="4824000"/>
                  <a:ext cx="396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b="0" i="0" smtClean="0">
                                <a:latin typeface="Cambria Math" panose="02040503050406030204" pitchFamily="18" charset="0"/>
                              </a:rPr>
                              <m:t>L</m:t>
                            </m:r>
                          </m:sub>
                        </m:sSub>
                      </m:oMath>
                    </m:oMathPara>
                  </a14:m>
                  <a:endParaRPr lang="zh-CN" altLang="en-US" sz="2400" dirty="0"/>
                </a:p>
              </p:txBody>
            </p:sp>
          </mc:Choice>
          <mc:Fallback xmlns="">
            <p:sp>
              <p:nvSpPr>
                <p:cNvPr id="15" name="文本框 14">
                  <a:extLst>
                    <a:ext uri="{FF2B5EF4-FFF2-40B4-BE49-F238E27FC236}">
                      <a16:creationId xmlns:a16="http://schemas.microsoft.com/office/drawing/2014/main" id="{5B3EC8EC-F136-C53B-4BBC-9969AFA4F976}"/>
                    </a:ext>
                  </a:extLst>
                </p:cNvPr>
                <p:cNvSpPr txBox="1">
                  <a:spLocks noRot="1" noChangeAspect="1" noMove="1" noResize="1" noEditPoints="1" noAdjustHandles="1" noChangeArrowheads="1" noChangeShapeType="1" noTextEdit="1"/>
                </p:cNvSpPr>
                <p:nvPr/>
              </p:nvSpPr>
              <p:spPr>
                <a:xfrm>
                  <a:off x="3600000" y="4824000"/>
                  <a:ext cx="396000" cy="396000"/>
                </a:xfrm>
                <a:prstGeom prst="rect">
                  <a:avLst/>
                </a:prstGeom>
                <a:blipFill>
                  <a:blip r:embed="rId15"/>
                  <a:stretch>
                    <a:fillRect l="-20000" r="-9231" b="-9375"/>
                  </a:stretch>
                </a:blipFill>
              </p:spPr>
              <p:txBody>
                <a:bodyPr/>
                <a:lstStyle/>
                <a:p>
                  <a:r>
                    <a:rPr lang="zh-CN" altLang="en-US">
                      <a:noFill/>
                    </a:rPr>
                    <a:t> </a:t>
                  </a:r>
                </a:p>
              </p:txBody>
            </p:sp>
          </mc:Fallback>
        </mc:AlternateContent>
      </p:grpSp>
      <p:grpSp>
        <p:nvGrpSpPr>
          <p:cNvPr id="58" name="组合 57">
            <a:extLst>
              <a:ext uri="{FF2B5EF4-FFF2-40B4-BE49-F238E27FC236}">
                <a16:creationId xmlns:a16="http://schemas.microsoft.com/office/drawing/2014/main" id="{27002FD9-5DA1-A581-20AA-2C3344342BAB}"/>
              </a:ext>
            </a:extLst>
          </p:cNvPr>
          <p:cNvGrpSpPr/>
          <p:nvPr/>
        </p:nvGrpSpPr>
        <p:grpSpPr>
          <a:xfrm>
            <a:off x="5400000" y="3960000"/>
            <a:ext cx="2520001" cy="2412000"/>
            <a:chOff x="11267999" y="2232000"/>
            <a:chExt cx="2520001" cy="2412000"/>
          </a:xfrm>
        </p:grpSpPr>
        <p:cxnSp>
          <p:nvCxnSpPr>
            <p:cNvPr id="59" name="直接连接符 58">
              <a:extLst>
                <a:ext uri="{FF2B5EF4-FFF2-40B4-BE49-F238E27FC236}">
                  <a16:creationId xmlns:a16="http://schemas.microsoft.com/office/drawing/2014/main" id="{C2432990-6514-BEF0-3EF3-D43A1F5EA05B}"/>
                </a:ext>
              </a:extLst>
            </p:cNvPr>
            <p:cNvCxnSpPr>
              <a:cxnSpLocks/>
            </p:cNvCxnSpPr>
            <p:nvPr/>
          </p:nvCxnSpPr>
          <p:spPr>
            <a:xfrm flipV="1">
              <a:off x="12204000" y="3276000"/>
              <a:ext cx="0" cy="72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E7BD0EFA-FEF6-F211-A393-E494A703E35D}"/>
                </a:ext>
              </a:extLst>
            </p:cNvPr>
            <p:cNvCxnSpPr>
              <a:cxnSpLocks/>
            </p:cNvCxnSpPr>
            <p:nvPr/>
          </p:nvCxnSpPr>
          <p:spPr>
            <a:xfrm>
              <a:off x="12204000" y="3816000"/>
              <a:ext cx="432000" cy="178612"/>
            </a:xfrm>
            <a:prstGeom prst="line">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F95ADA0E-E0F8-1AA3-2F6F-94B0B9D51DE1}"/>
                </a:ext>
              </a:extLst>
            </p:cNvPr>
            <p:cNvCxnSpPr>
              <a:cxnSpLocks/>
            </p:cNvCxnSpPr>
            <p:nvPr/>
          </p:nvCxnSpPr>
          <p:spPr>
            <a:xfrm flipV="1">
              <a:off x="12204000" y="3276000"/>
              <a:ext cx="432000" cy="18000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FF9C920A-B32A-1C2B-C36C-CCD24DCA9BEA}"/>
                </a:ext>
              </a:extLst>
            </p:cNvPr>
            <p:cNvCxnSpPr>
              <a:cxnSpLocks/>
            </p:cNvCxnSpPr>
            <p:nvPr/>
          </p:nvCxnSpPr>
          <p:spPr>
            <a:xfrm flipV="1">
              <a:off x="12636000" y="2412000"/>
              <a:ext cx="0" cy="88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9A456C82-1672-AEC4-71DC-F4225A6537AB}"/>
                </a:ext>
              </a:extLst>
            </p:cNvPr>
            <p:cNvCxnSpPr>
              <a:cxnSpLocks/>
            </p:cNvCxnSpPr>
            <p:nvPr/>
          </p:nvCxnSpPr>
          <p:spPr>
            <a:xfrm>
              <a:off x="11736000" y="3636000"/>
              <a:ext cx="4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E164858D-7DFC-829B-4F8F-A0DE6BCC94E8}"/>
                </a:ext>
              </a:extLst>
            </p:cNvPr>
            <p:cNvCxnSpPr>
              <a:cxnSpLocks/>
            </p:cNvCxnSpPr>
            <p:nvPr/>
          </p:nvCxnSpPr>
          <p:spPr>
            <a:xfrm flipV="1">
              <a:off x="12636000" y="3996000"/>
              <a:ext cx="0" cy="5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7D679BE1-8620-3652-07D4-C42C4D9917F2}"/>
                </a:ext>
              </a:extLst>
            </p:cNvPr>
            <p:cNvCxnSpPr>
              <a:cxnSpLocks/>
            </p:cNvCxnSpPr>
            <p:nvPr/>
          </p:nvCxnSpPr>
          <p:spPr>
            <a:xfrm>
              <a:off x="12456000" y="4536000"/>
              <a:ext cx="360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E78075F7-DC66-2995-66E7-B6F0BB43FF8A}"/>
                    </a:ext>
                  </a:extLst>
                </p:cNvPr>
                <p:cNvSpPr txBox="1"/>
                <p:nvPr/>
              </p:nvSpPr>
              <p:spPr>
                <a:xfrm>
                  <a:off x="12492000" y="3420000"/>
                  <a:ext cx="288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T</m:t>
                        </m:r>
                      </m:oMath>
                    </m:oMathPara>
                  </a14:m>
                  <a:endParaRPr lang="zh-CN" altLang="en-US" sz="2400" dirty="0"/>
                </a:p>
              </p:txBody>
            </p:sp>
          </mc:Choice>
          <mc:Fallback xmlns="">
            <p:sp>
              <p:nvSpPr>
                <p:cNvPr id="84" name="文本框 83">
                  <a:extLst>
                    <a:ext uri="{FF2B5EF4-FFF2-40B4-BE49-F238E27FC236}">
                      <a16:creationId xmlns:a16="http://schemas.microsoft.com/office/drawing/2014/main" id="{A7CDE341-604E-8754-C6FE-1B64210E5EE5}"/>
                    </a:ext>
                  </a:extLst>
                </p:cNvPr>
                <p:cNvSpPr txBox="1">
                  <a:spLocks noRot="1" noChangeAspect="1" noMove="1" noResize="1" noEditPoints="1" noAdjustHandles="1" noChangeArrowheads="1" noChangeShapeType="1" noTextEdit="1"/>
                </p:cNvSpPr>
                <p:nvPr/>
              </p:nvSpPr>
              <p:spPr>
                <a:xfrm>
                  <a:off x="12492000" y="3420000"/>
                  <a:ext cx="288000" cy="396000"/>
                </a:xfrm>
                <a:prstGeom prst="rect">
                  <a:avLst/>
                </a:prstGeom>
                <a:blipFill>
                  <a:blip r:embed="rId16"/>
                  <a:stretch>
                    <a:fillRect l="-16667" r="-18750"/>
                  </a:stretch>
                </a:blipFill>
              </p:spPr>
              <p:txBody>
                <a:bodyPr/>
                <a:lstStyle/>
                <a:p>
                  <a:r>
                    <a:rPr lang="zh-CN" altLang="en-US">
                      <a:noFill/>
                    </a:rPr>
                    <a:t> </a:t>
                  </a:r>
                </a:p>
              </p:txBody>
            </p:sp>
          </mc:Fallback>
        </mc:AlternateContent>
        <p:cxnSp>
          <p:nvCxnSpPr>
            <p:cNvPr id="67" name="直接连接符 66">
              <a:extLst>
                <a:ext uri="{FF2B5EF4-FFF2-40B4-BE49-F238E27FC236}">
                  <a16:creationId xmlns:a16="http://schemas.microsoft.com/office/drawing/2014/main" id="{6944A207-E746-CBBF-32F1-CB6C27DF93A9}"/>
                </a:ext>
              </a:extLst>
            </p:cNvPr>
            <p:cNvCxnSpPr>
              <a:cxnSpLocks/>
            </p:cNvCxnSpPr>
            <p:nvPr/>
          </p:nvCxnSpPr>
          <p:spPr>
            <a:xfrm flipV="1">
              <a:off x="11736000" y="2412000"/>
              <a:ext cx="0" cy="122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矩形 67">
              <a:extLst>
                <a:ext uri="{FF2B5EF4-FFF2-40B4-BE49-F238E27FC236}">
                  <a16:creationId xmlns:a16="http://schemas.microsoft.com/office/drawing/2014/main" id="{26D38209-54AF-2853-D258-6A3A63B0868F}"/>
                </a:ext>
              </a:extLst>
            </p:cNvPr>
            <p:cNvSpPr/>
            <p:nvPr/>
          </p:nvSpPr>
          <p:spPr>
            <a:xfrm>
              <a:off x="12565590" y="2592000"/>
              <a:ext cx="144000" cy="50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9" name="直接连接符 68">
              <a:extLst>
                <a:ext uri="{FF2B5EF4-FFF2-40B4-BE49-F238E27FC236}">
                  <a16:creationId xmlns:a16="http://schemas.microsoft.com/office/drawing/2014/main" id="{5637242D-B266-6439-A73E-A0A4AB246380}"/>
                </a:ext>
              </a:extLst>
            </p:cNvPr>
            <p:cNvCxnSpPr>
              <a:cxnSpLocks/>
            </p:cNvCxnSpPr>
            <p:nvPr/>
          </p:nvCxnSpPr>
          <p:spPr>
            <a:xfrm>
              <a:off x="11736000" y="2412000"/>
              <a:ext cx="144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74ECC04B-59E9-20A8-F76A-1A6723BBF00A}"/>
                    </a:ext>
                  </a:extLst>
                </p:cNvPr>
                <p:cNvSpPr txBox="1"/>
                <p:nvPr/>
              </p:nvSpPr>
              <p:spPr>
                <a:xfrm>
                  <a:off x="12168000" y="2664000"/>
                  <a:ext cx="396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b="0" i="0" smtClean="0">
                                <a:latin typeface="Cambria Math" panose="02040503050406030204" pitchFamily="18" charset="0"/>
                              </a:rPr>
                              <m:t>c</m:t>
                            </m:r>
                          </m:sub>
                        </m:sSub>
                      </m:oMath>
                    </m:oMathPara>
                  </a14:m>
                  <a:endParaRPr lang="zh-CN" altLang="en-US" sz="2400" dirty="0"/>
                </a:p>
              </p:txBody>
            </p:sp>
          </mc:Choice>
          <mc:Fallback xmlns="">
            <p:sp>
              <p:nvSpPr>
                <p:cNvPr id="80" name="文本框 79">
                  <a:extLst>
                    <a:ext uri="{FF2B5EF4-FFF2-40B4-BE49-F238E27FC236}">
                      <a16:creationId xmlns:a16="http://schemas.microsoft.com/office/drawing/2014/main" id="{6A79FBFB-ECD9-947C-4680-FEA97FF35CD8}"/>
                    </a:ext>
                  </a:extLst>
                </p:cNvPr>
                <p:cNvSpPr txBox="1">
                  <a:spLocks noRot="1" noChangeAspect="1" noMove="1" noResize="1" noEditPoints="1" noAdjustHandles="1" noChangeArrowheads="1" noChangeShapeType="1" noTextEdit="1"/>
                </p:cNvSpPr>
                <p:nvPr/>
              </p:nvSpPr>
              <p:spPr>
                <a:xfrm>
                  <a:off x="12168000" y="2664000"/>
                  <a:ext cx="396000" cy="396000"/>
                </a:xfrm>
                <a:prstGeom prst="rect">
                  <a:avLst/>
                </a:prstGeom>
                <a:blipFill>
                  <a:blip r:embed="rId17"/>
                  <a:stretch>
                    <a:fillRect l="-15385" r="-3077" b="-30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C952C2DB-C959-66F9-90E5-56CC65EDB7E8}"/>
                    </a:ext>
                  </a:extLst>
                </p:cNvPr>
                <p:cNvSpPr txBox="1"/>
                <p:nvPr/>
              </p:nvSpPr>
              <p:spPr>
                <a:xfrm>
                  <a:off x="13248000" y="2232000"/>
                  <a:ext cx="54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m:rPr>
                                <m:sty m:val="p"/>
                              </m:rPr>
                              <a:rPr lang="en-US" altLang="zh-CN" sz="2400" b="0" i="0" smtClean="0">
                                <a:latin typeface="Cambria Math" panose="02040503050406030204" pitchFamily="18" charset="0"/>
                              </a:rPr>
                              <m:t>CC</m:t>
                            </m:r>
                          </m:sub>
                        </m:sSub>
                      </m:oMath>
                    </m:oMathPara>
                  </a14:m>
                  <a:endParaRPr lang="zh-CN" altLang="en-US" sz="2400" dirty="0"/>
                </a:p>
              </p:txBody>
            </p:sp>
          </mc:Choice>
          <mc:Fallback xmlns="">
            <p:sp>
              <p:nvSpPr>
                <p:cNvPr id="51" name="文本框 50">
                  <a:extLst>
                    <a:ext uri="{FF2B5EF4-FFF2-40B4-BE49-F238E27FC236}">
                      <a16:creationId xmlns:a16="http://schemas.microsoft.com/office/drawing/2014/main" id="{587F6FDD-B9A5-3E5F-6BD8-8F375007BACA}"/>
                    </a:ext>
                  </a:extLst>
                </p:cNvPr>
                <p:cNvSpPr txBox="1">
                  <a:spLocks noRot="1" noChangeAspect="1" noMove="1" noResize="1" noEditPoints="1" noAdjustHandles="1" noChangeArrowheads="1" noChangeShapeType="1" noTextEdit="1"/>
                </p:cNvSpPr>
                <p:nvPr/>
              </p:nvSpPr>
              <p:spPr>
                <a:xfrm>
                  <a:off x="13248000" y="2232000"/>
                  <a:ext cx="540000" cy="360000"/>
                </a:xfrm>
                <a:prstGeom prst="rect">
                  <a:avLst/>
                </a:prstGeom>
                <a:blipFill>
                  <a:blip r:embed="rId18"/>
                  <a:stretch>
                    <a:fillRect l="-10112" r="-2247" b="-18644"/>
                  </a:stretch>
                </a:blipFill>
              </p:spPr>
              <p:txBody>
                <a:bodyPr/>
                <a:lstStyle/>
                <a:p>
                  <a:r>
                    <a:rPr lang="zh-CN" altLang="en-US">
                      <a:noFill/>
                    </a:rPr>
                    <a:t> </a:t>
                  </a:r>
                </a:p>
              </p:txBody>
            </p:sp>
          </mc:Fallback>
        </mc:AlternateContent>
        <p:sp>
          <p:nvSpPr>
            <p:cNvPr id="72" name="椭圆 71">
              <a:extLst>
                <a:ext uri="{FF2B5EF4-FFF2-40B4-BE49-F238E27FC236}">
                  <a16:creationId xmlns:a16="http://schemas.microsoft.com/office/drawing/2014/main" id="{FD319C54-D5F0-ABB2-E8A3-8BD28AAE17FB}"/>
                </a:ext>
              </a:extLst>
            </p:cNvPr>
            <p:cNvSpPr/>
            <p:nvPr/>
          </p:nvSpPr>
          <p:spPr>
            <a:xfrm>
              <a:off x="13140000" y="2358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73" name="椭圆 72">
              <a:extLst>
                <a:ext uri="{FF2B5EF4-FFF2-40B4-BE49-F238E27FC236}">
                  <a16:creationId xmlns:a16="http://schemas.microsoft.com/office/drawing/2014/main" id="{964042CF-B67C-A168-68FE-E7BB8ADABDD5}"/>
                </a:ext>
              </a:extLst>
            </p:cNvPr>
            <p:cNvSpPr/>
            <p:nvPr/>
          </p:nvSpPr>
          <p:spPr>
            <a:xfrm>
              <a:off x="12582000" y="2358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74" name="矩形 73">
              <a:extLst>
                <a:ext uri="{FF2B5EF4-FFF2-40B4-BE49-F238E27FC236}">
                  <a16:creationId xmlns:a16="http://schemas.microsoft.com/office/drawing/2014/main" id="{A049407F-F017-A76D-448A-E9FF4620EFE7}"/>
                </a:ext>
              </a:extLst>
            </p:cNvPr>
            <p:cNvSpPr/>
            <p:nvPr/>
          </p:nvSpPr>
          <p:spPr>
            <a:xfrm>
              <a:off x="11664000" y="2592000"/>
              <a:ext cx="144000" cy="50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4103A4DD-6E51-2979-070D-A4D423D823FD}"/>
                    </a:ext>
                  </a:extLst>
                </p:cNvPr>
                <p:cNvSpPr txBox="1"/>
                <p:nvPr/>
              </p:nvSpPr>
              <p:spPr>
                <a:xfrm>
                  <a:off x="11268000" y="2664000"/>
                  <a:ext cx="396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b="0" i="0" smtClean="0">
                                <a:latin typeface="Cambria Math" panose="02040503050406030204" pitchFamily="18" charset="0"/>
                              </a:rPr>
                              <m:t>b</m:t>
                            </m:r>
                          </m:sub>
                        </m:sSub>
                      </m:oMath>
                    </m:oMathPara>
                  </a14:m>
                  <a:endParaRPr lang="zh-CN" altLang="en-US" sz="2400" dirty="0"/>
                </a:p>
              </p:txBody>
            </p:sp>
          </mc:Choice>
          <mc:Fallback xmlns="">
            <p:sp>
              <p:nvSpPr>
                <p:cNvPr id="122" name="文本框 121">
                  <a:extLst>
                    <a:ext uri="{FF2B5EF4-FFF2-40B4-BE49-F238E27FC236}">
                      <a16:creationId xmlns:a16="http://schemas.microsoft.com/office/drawing/2014/main" id="{614F6ADE-66B9-C2E3-6911-7027B4B4B3E2}"/>
                    </a:ext>
                  </a:extLst>
                </p:cNvPr>
                <p:cNvSpPr txBox="1">
                  <a:spLocks noRot="1" noChangeAspect="1" noMove="1" noResize="1" noEditPoints="1" noAdjustHandles="1" noChangeArrowheads="1" noChangeShapeType="1" noTextEdit="1"/>
                </p:cNvSpPr>
                <p:nvPr/>
              </p:nvSpPr>
              <p:spPr>
                <a:xfrm>
                  <a:off x="11268000" y="2664000"/>
                  <a:ext cx="396000" cy="396000"/>
                </a:xfrm>
                <a:prstGeom prst="rect">
                  <a:avLst/>
                </a:prstGeom>
                <a:blipFill>
                  <a:blip r:embed="rId19"/>
                  <a:stretch>
                    <a:fillRect l="-20000" r="-10769" b="-92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EFFFF3E6-FBC2-3DEA-37F9-61DC4BA6BAB0}"/>
                    </a:ext>
                  </a:extLst>
                </p:cNvPr>
                <p:cNvSpPr txBox="1"/>
                <p:nvPr/>
              </p:nvSpPr>
              <p:spPr>
                <a:xfrm>
                  <a:off x="11267999" y="3168000"/>
                  <a:ext cx="360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𝐼</m:t>
                            </m:r>
                          </m:e>
                          <m:sub>
                            <m:r>
                              <m:rPr>
                                <m:sty m:val="p"/>
                              </m:rPr>
                              <a:rPr lang="en-US" altLang="zh-CN" sz="2400" b="0" i="0" smtClean="0">
                                <a:solidFill>
                                  <a:schemeClr val="accent5">
                                    <a:lumMod val="75000"/>
                                  </a:schemeClr>
                                </a:solidFill>
                                <a:latin typeface="Cambria Math" panose="02040503050406030204" pitchFamily="18" charset="0"/>
                              </a:rPr>
                              <m:t>B</m:t>
                            </m:r>
                          </m:sub>
                        </m:sSub>
                      </m:oMath>
                    </m:oMathPara>
                  </a14:m>
                  <a:endParaRPr lang="zh-CN" altLang="en-US" sz="2400" dirty="0">
                    <a:solidFill>
                      <a:schemeClr val="accent5">
                        <a:lumMod val="75000"/>
                      </a:schemeClr>
                    </a:solidFill>
                  </a:endParaRPr>
                </a:p>
              </p:txBody>
            </p:sp>
          </mc:Choice>
          <mc:Fallback xmlns="">
            <p:sp>
              <p:nvSpPr>
                <p:cNvPr id="138" name="文本框 137">
                  <a:extLst>
                    <a:ext uri="{FF2B5EF4-FFF2-40B4-BE49-F238E27FC236}">
                      <a16:creationId xmlns:a16="http://schemas.microsoft.com/office/drawing/2014/main" id="{3A874EE2-2804-717F-EC05-4265A9960F10}"/>
                    </a:ext>
                  </a:extLst>
                </p:cNvPr>
                <p:cNvSpPr txBox="1">
                  <a:spLocks noRot="1" noChangeAspect="1" noMove="1" noResize="1" noEditPoints="1" noAdjustHandles="1" noChangeArrowheads="1" noChangeShapeType="1" noTextEdit="1"/>
                </p:cNvSpPr>
                <p:nvPr/>
              </p:nvSpPr>
              <p:spPr>
                <a:xfrm>
                  <a:off x="11267999" y="3168000"/>
                  <a:ext cx="360000" cy="396000"/>
                </a:xfrm>
                <a:prstGeom prst="rect">
                  <a:avLst/>
                </a:prstGeom>
                <a:blipFill>
                  <a:blip r:embed="rId20"/>
                  <a:stretch>
                    <a:fillRect l="-16949" r="-5085" b="-7692"/>
                  </a:stretch>
                </a:blipFill>
              </p:spPr>
              <p:txBody>
                <a:bodyPr/>
                <a:lstStyle/>
                <a:p>
                  <a:r>
                    <a:rPr lang="zh-CN" altLang="en-US">
                      <a:noFill/>
                    </a:rPr>
                    <a:t> </a:t>
                  </a:r>
                </a:p>
              </p:txBody>
            </p:sp>
          </mc:Fallback>
        </mc:AlternateContent>
        <p:cxnSp>
          <p:nvCxnSpPr>
            <p:cNvPr id="77" name="直接箭头连接符 76">
              <a:extLst>
                <a:ext uri="{FF2B5EF4-FFF2-40B4-BE49-F238E27FC236}">
                  <a16:creationId xmlns:a16="http://schemas.microsoft.com/office/drawing/2014/main" id="{F17A6C4E-1301-41EA-6FDF-D0AFB0CC2A18}"/>
                </a:ext>
              </a:extLst>
            </p:cNvPr>
            <p:cNvCxnSpPr>
              <a:cxnSpLocks/>
            </p:cNvCxnSpPr>
            <p:nvPr/>
          </p:nvCxnSpPr>
          <p:spPr>
            <a:xfrm>
              <a:off x="11628000" y="3168000"/>
              <a:ext cx="0" cy="504000"/>
            </a:xfrm>
            <a:prstGeom prst="straightConnector1">
              <a:avLst/>
            </a:prstGeom>
            <a:ln w="19050">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C86FB62C-2A82-107A-45C6-FB70C0DF38EE}"/>
                    </a:ext>
                  </a:extLst>
                </p:cNvPr>
                <p:cNvSpPr txBox="1"/>
                <p:nvPr/>
              </p:nvSpPr>
              <p:spPr>
                <a:xfrm>
                  <a:off x="12815999" y="2628000"/>
                  <a:ext cx="360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𝐼</m:t>
                            </m:r>
                          </m:e>
                          <m:sub>
                            <m:r>
                              <m:rPr>
                                <m:sty m:val="p"/>
                              </m:rPr>
                              <a:rPr lang="en-US" altLang="zh-CN" sz="2400" b="0" i="0" smtClean="0">
                                <a:solidFill>
                                  <a:schemeClr val="accent5">
                                    <a:lumMod val="75000"/>
                                  </a:schemeClr>
                                </a:solidFill>
                                <a:latin typeface="Cambria Math" panose="02040503050406030204" pitchFamily="18" charset="0"/>
                              </a:rPr>
                              <m:t>C</m:t>
                            </m:r>
                          </m:sub>
                        </m:sSub>
                      </m:oMath>
                    </m:oMathPara>
                  </a14:m>
                  <a:endParaRPr lang="zh-CN" altLang="en-US" sz="2400" dirty="0">
                    <a:solidFill>
                      <a:schemeClr val="accent5">
                        <a:lumMod val="75000"/>
                      </a:schemeClr>
                    </a:solidFill>
                  </a:endParaRPr>
                </a:p>
              </p:txBody>
            </p:sp>
          </mc:Choice>
          <mc:Fallback xmlns="">
            <p:sp>
              <p:nvSpPr>
                <p:cNvPr id="141" name="文本框 140">
                  <a:extLst>
                    <a:ext uri="{FF2B5EF4-FFF2-40B4-BE49-F238E27FC236}">
                      <a16:creationId xmlns:a16="http://schemas.microsoft.com/office/drawing/2014/main" id="{1294C2AD-1E78-E7B8-C8FD-4929B53D70DE}"/>
                    </a:ext>
                  </a:extLst>
                </p:cNvPr>
                <p:cNvSpPr txBox="1">
                  <a:spLocks noRot="1" noChangeAspect="1" noMove="1" noResize="1" noEditPoints="1" noAdjustHandles="1" noChangeArrowheads="1" noChangeShapeType="1" noTextEdit="1"/>
                </p:cNvSpPr>
                <p:nvPr/>
              </p:nvSpPr>
              <p:spPr>
                <a:xfrm>
                  <a:off x="12815999" y="2628000"/>
                  <a:ext cx="360000" cy="396000"/>
                </a:xfrm>
                <a:prstGeom prst="rect">
                  <a:avLst/>
                </a:prstGeom>
                <a:blipFill>
                  <a:blip r:embed="rId21"/>
                  <a:stretch>
                    <a:fillRect l="-15254" r="-3390" b="-7692"/>
                  </a:stretch>
                </a:blipFill>
              </p:spPr>
              <p:txBody>
                <a:bodyPr/>
                <a:lstStyle/>
                <a:p>
                  <a:r>
                    <a:rPr lang="zh-CN" altLang="en-US">
                      <a:noFill/>
                    </a:rPr>
                    <a:t> </a:t>
                  </a:r>
                </a:p>
              </p:txBody>
            </p:sp>
          </mc:Fallback>
        </mc:AlternateContent>
        <p:cxnSp>
          <p:nvCxnSpPr>
            <p:cNvPr id="79" name="直接箭头连接符 78">
              <a:extLst>
                <a:ext uri="{FF2B5EF4-FFF2-40B4-BE49-F238E27FC236}">
                  <a16:creationId xmlns:a16="http://schemas.microsoft.com/office/drawing/2014/main" id="{ABD34673-7D2F-15B8-3010-079792F3D3E3}"/>
                </a:ext>
              </a:extLst>
            </p:cNvPr>
            <p:cNvCxnSpPr>
              <a:cxnSpLocks/>
            </p:cNvCxnSpPr>
            <p:nvPr/>
          </p:nvCxnSpPr>
          <p:spPr>
            <a:xfrm>
              <a:off x="12816000" y="2628000"/>
              <a:ext cx="0" cy="504000"/>
            </a:xfrm>
            <a:prstGeom prst="straightConnector1">
              <a:avLst/>
            </a:prstGeom>
            <a:ln w="19050">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36D9DBE8-4644-9885-C4DE-AE5B5F6CC471}"/>
                    </a:ext>
                  </a:extLst>
                </p:cNvPr>
                <p:cNvSpPr txBox="1"/>
                <p:nvPr/>
              </p:nvSpPr>
              <p:spPr>
                <a:xfrm>
                  <a:off x="12996000" y="3060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43" name="文本框 142">
                  <a:extLst>
                    <a:ext uri="{FF2B5EF4-FFF2-40B4-BE49-F238E27FC236}">
                      <a16:creationId xmlns:a16="http://schemas.microsoft.com/office/drawing/2014/main" id="{E6B67540-CC5D-D9B9-7953-2EC5EAF0D2D8}"/>
                    </a:ext>
                  </a:extLst>
                </p:cNvPr>
                <p:cNvSpPr txBox="1">
                  <a:spLocks noRot="1" noChangeAspect="1" noMove="1" noResize="1" noEditPoints="1" noAdjustHandles="1" noChangeArrowheads="1" noChangeShapeType="1" noTextEdit="1"/>
                </p:cNvSpPr>
                <p:nvPr/>
              </p:nvSpPr>
              <p:spPr>
                <a:xfrm>
                  <a:off x="12996000" y="3060000"/>
                  <a:ext cx="360000" cy="360000"/>
                </a:xfrm>
                <a:prstGeom prst="rect">
                  <a:avLst/>
                </a:prstGeom>
                <a:blipFill>
                  <a:blip r:embed="rId22"/>
                  <a:stretch>
                    <a:fillRect l="-8475" r="-8475"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BB47C086-E1A0-EAAA-6811-021D39D4E3B3}"/>
                    </a:ext>
                  </a:extLst>
                </p:cNvPr>
                <p:cNvSpPr txBox="1"/>
                <p:nvPr/>
              </p:nvSpPr>
              <p:spPr>
                <a:xfrm>
                  <a:off x="12996000" y="4284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44" name="文本框 143">
                  <a:extLst>
                    <a:ext uri="{FF2B5EF4-FFF2-40B4-BE49-F238E27FC236}">
                      <a16:creationId xmlns:a16="http://schemas.microsoft.com/office/drawing/2014/main" id="{A743C29F-E42C-ABCA-3695-86791363AF34}"/>
                    </a:ext>
                  </a:extLst>
                </p:cNvPr>
                <p:cNvSpPr txBox="1">
                  <a:spLocks noRot="1" noChangeAspect="1" noMove="1" noResize="1" noEditPoints="1" noAdjustHandles="1" noChangeArrowheads="1" noChangeShapeType="1" noTextEdit="1"/>
                </p:cNvSpPr>
                <p:nvPr/>
              </p:nvSpPr>
              <p:spPr>
                <a:xfrm>
                  <a:off x="12996000" y="4284000"/>
                  <a:ext cx="360000" cy="360000"/>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2B35565B-C7B2-4CEA-90EB-B3DB9DB2FC99}"/>
                    </a:ext>
                  </a:extLst>
                </p:cNvPr>
                <p:cNvSpPr txBox="1"/>
                <p:nvPr/>
              </p:nvSpPr>
              <p:spPr>
                <a:xfrm>
                  <a:off x="12923999" y="3600000"/>
                  <a:ext cx="540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𝑉</m:t>
                            </m:r>
                          </m:e>
                          <m:sub>
                            <m:r>
                              <m:rPr>
                                <m:sty m:val="p"/>
                              </m:rPr>
                              <a:rPr lang="en-US" altLang="zh-CN" sz="2400" b="0" i="0" smtClean="0">
                                <a:solidFill>
                                  <a:schemeClr val="accent5">
                                    <a:lumMod val="75000"/>
                                  </a:schemeClr>
                                </a:solidFill>
                                <a:latin typeface="Cambria Math" panose="02040503050406030204" pitchFamily="18" charset="0"/>
                              </a:rPr>
                              <m:t>CE</m:t>
                            </m:r>
                          </m:sub>
                        </m:sSub>
                      </m:oMath>
                    </m:oMathPara>
                  </a14:m>
                  <a:endParaRPr lang="zh-CN" altLang="en-US" sz="2400" dirty="0">
                    <a:solidFill>
                      <a:schemeClr val="accent5">
                        <a:lumMod val="75000"/>
                      </a:schemeClr>
                    </a:solidFill>
                  </a:endParaRPr>
                </a:p>
              </p:txBody>
            </p:sp>
          </mc:Choice>
          <mc:Fallback xmlns="">
            <p:sp>
              <p:nvSpPr>
                <p:cNvPr id="145" name="文本框 144">
                  <a:extLst>
                    <a:ext uri="{FF2B5EF4-FFF2-40B4-BE49-F238E27FC236}">
                      <a16:creationId xmlns:a16="http://schemas.microsoft.com/office/drawing/2014/main" id="{193CB404-87B3-0F50-741C-C4770AB134A3}"/>
                    </a:ext>
                  </a:extLst>
                </p:cNvPr>
                <p:cNvSpPr txBox="1">
                  <a:spLocks noRot="1" noChangeAspect="1" noMove="1" noResize="1" noEditPoints="1" noAdjustHandles="1" noChangeArrowheads="1" noChangeShapeType="1" noTextEdit="1"/>
                </p:cNvSpPr>
                <p:nvPr/>
              </p:nvSpPr>
              <p:spPr>
                <a:xfrm>
                  <a:off x="12923999" y="3600000"/>
                  <a:ext cx="540000" cy="396000"/>
                </a:xfrm>
                <a:prstGeom prst="rect">
                  <a:avLst/>
                </a:prstGeom>
                <a:blipFill>
                  <a:blip r:embed="rId24"/>
                  <a:stretch>
                    <a:fillRect l="-10112" r="-3371"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D278A8D9-8DD1-D88D-1EA4-DF8A3B466034}"/>
                    </a:ext>
                  </a:extLst>
                </p:cNvPr>
                <p:cNvSpPr txBox="1"/>
                <p:nvPr/>
              </p:nvSpPr>
              <p:spPr>
                <a:xfrm>
                  <a:off x="11844000" y="3708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46" name="文本框 145">
                  <a:extLst>
                    <a:ext uri="{FF2B5EF4-FFF2-40B4-BE49-F238E27FC236}">
                      <a16:creationId xmlns:a16="http://schemas.microsoft.com/office/drawing/2014/main" id="{0F531887-BE40-E5CD-F428-A7BE65F989D6}"/>
                    </a:ext>
                  </a:extLst>
                </p:cNvPr>
                <p:cNvSpPr txBox="1">
                  <a:spLocks noRot="1" noChangeAspect="1" noMove="1" noResize="1" noEditPoints="1" noAdjustHandles="1" noChangeArrowheads="1" noChangeShapeType="1" noTextEdit="1"/>
                </p:cNvSpPr>
                <p:nvPr/>
              </p:nvSpPr>
              <p:spPr>
                <a:xfrm>
                  <a:off x="11844000" y="3708000"/>
                  <a:ext cx="360000" cy="360000"/>
                </a:xfrm>
                <a:prstGeom prst="rect">
                  <a:avLst/>
                </a:prstGeom>
                <a:blipFill>
                  <a:blip r:embed="rId25"/>
                  <a:stretch>
                    <a:fillRect l="-8475" r="-8475"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9532F7E2-364F-F1DD-0B72-4753F5EB5D10}"/>
                    </a:ext>
                  </a:extLst>
                </p:cNvPr>
                <p:cNvSpPr txBox="1"/>
                <p:nvPr/>
              </p:nvSpPr>
              <p:spPr>
                <a:xfrm>
                  <a:off x="11844000" y="4284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47" name="文本框 146">
                  <a:extLst>
                    <a:ext uri="{FF2B5EF4-FFF2-40B4-BE49-F238E27FC236}">
                      <a16:creationId xmlns:a16="http://schemas.microsoft.com/office/drawing/2014/main" id="{2BD8C96A-CCFC-03B1-CCA1-A08091F843B5}"/>
                    </a:ext>
                  </a:extLst>
                </p:cNvPr>
                <p:cNvSpPr txBox="1">
                  <a:spLocks noRot="1" noChangeAspect="1" noMove="1" noResize="1" noEditPoints="1" noAdjustHandles="1" noChangeArrowheads="1" noChangeShapeType="1" noTextEdit="1"/>
                </p:cNvSpPr>
                <p:nvPr/>
              </p:nvSpPr>
              <p:spPr>
                <a:xfrm>
                  <a:off x="11844000" y="4284000"/>
                  <a:ext cx="360000" cy="360000"/>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61FCE667-1F64-2F62-D3EF-540786EE9F65}"/>
                    </a:ext>
                  </a:extLst>
                </p:cNvPr>
                <p:cNvSpPr txBox="1"/>
                <p:nvPr/>
              </p:nvSpPr>
              <p:spPr>
                <a:xfrm>
                  <a:off x="11771999" y="3996000"/>
                  <a:ext cx="576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𝑉</m:t>
                            </m:r>
                          </m:e>
                          <m:sub>
                            <m:r>
                              <m:rPr>
                                <m:sty m:val="p"/>
                              </m:rPr>
                              <a:rPr lang="en-US" altLang="zh-CN" sz="2400" b="0" i="0" smtClean="0">
                                <a:solidFill>
                                  <a:schemeClr val="accent5">
                                    <a:lumMod val="75000"/>
                                  </a:schemeClr>
                                </a:solidFill>
                                <a:latin typeface="Cambria Math" panose="02040503050406030204" pitchFamily="18" charset="0"/>
                              </a:rPr>
                              <m:t>BE</m:t>
                            </m:r>
                          </m:sub>
                        </m:sSub>
                      </m:oMath>
                    </m:oMathPara>
                  </a14:m>
                  <a:endParaRPr lang="zh-CN" altLang="en-US" sz="2400" dirty="0">
                    <a:solidFill>
                      <a:schemeClr val="accent5">
                        <a:lumMod val="75000"/>
                      </a:schemeClr>
                    </a:solidFill>
                  </a:endParaRPr>
                </a:p>
              </p:txBody>
            </p:sp>
          </mc:Choice>
          <mc:Fallback xmlns="">
            <p:sp>
              <p:nvSpPr>
                <p:cNvPr id="148" name="文本框 147">
                  <a:extLst>
                    <a:ext uri="{FF2B5EF4-FFF2-40B4-BE49-F238E27FC236}">
                      <a16:creationId xmlns:a16="http://schemas.microsoft.com/office/drawing/2014/main" id="{753AC268-D793-A1FF-0CB2-8C73EAA0AF0D}"/>
                    </a:ext>
                  </a:extLst>
                </p:cNvPr>
                <p:cNvSpPr txBox="1">
                  <a:spLocks noRot="1" noChangeAspect="1" noMove="1" noResize="1" noEditPoints="1" noAdjustHandles="1" noChangeArrowheads="1" noChangeShapeType="1" noTextEdit="1"/>
                </p:cNvSpPr>
                <p:nvPr/>
              </p:nvSpPr>
              <p:spPr>
                <a:xfrm>
                  <a:off x="11771999" y="3996000"/>
                  <a:ext cx="576000" cy="396000"/>
                </a:xfrm>
                <a:prstGeom prst="rect">
                  <a:avLst/>
                </a:prstGeom>
                <a:blipFill>
                  <a:blip r:embed="rId26"/>
                  <a:stretch>
                    <a:fillRect l="-7368" r="-1053" b="-7692"/>
                  </a:stretch>
                </a:blipFill>
              </p:spPr>
              <p:txBody>
                <a:bodyPr/>
                <a:lstStyle/>
                <a:p>
                  <a:r>
                    <a:rPr lang="zh-CN" altLang="en-US">
                      <a:noFill/>
                    </a:rPr>
                    <a:t> </a:t>
                  </a:r>
                </a:p>
              </p:txBody>
            </p:sp>
          </mc:Fallback>
        </mc:AlternateContent>
      </p:grpSp>
      <p:grpSp>
        <p:nvGrpSpPr>
          <p:cNvPr id="86" name="组合 85">
            <a:extLst>
              <a:ext uri="{FF2B5EF4-FFF2-40B4-BE49-F238E27FC236}">
                <a16:creationId xmlns:a16="http://schemas.microsoft.com/office/drawing/2014/main" id="{CFED1343-193A-8C54-3E92-554B40DCA28B}"/>
              </a:ext>
            </a:extLst>
          </p:cNvPr>
          <p:cNvGrpSpPr/>
          <p:nvPr/>
        </p:nvGrpSpPr>
        <p:grpSpPr>
          <a:xfrm>
            <a:off x="8136000" y="4320000"/>
            <a:ext cx="3960000" cy="1620000"/>
            <a:chOff x="7020000" y="4968000"/>
            <a:chExt cx="3960000" cy="1620000"/>
          </a:xfrm>
        </p:grpSpPr>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C17616AA-AE26-A5BB-68AB-9DDEC95E159F}"/>
                    </a:ext>
                  </a:extLst>
                </p:cNvPr>
                <p:cNvSpPr txBox="1"/>
                <p:nvPr/>
              </p:nvSpPr>
              <p:spPr>
                <a:xfrm>
                  <a:off x="7847999" y="5076000"/>
                  <a:ext cx="360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𝑖</m:t>
                            </m:r>
                          </m:e>
                          <m:sub>
                            <m:r>
                              <m:rPr>
                                <m:sty m:val="p"/>
                              </m:rPr>
                              <a:rPr lang="en-US" altLang="zh-CN" sz="2400" i="1">
                                <a:solidFill>
                                  <a:schemeClr val="accent5">
                                    <a:lumMod val="75000"/>
                                  </a:schemeClr>
                                </a:solidFill>
                                <a:latin typeface="Cambria Math" panose="02040503050406030204" pitchFamily="18" charset="0"/>
                              </a:rPr>
                              <m:t>b</m:t>
                            </m:r>
                          </m:sub>
                        </m:sSub>
                      </m:oMath>
                    </m:oMathPara>
                  </a14:m>
                  <a:endParaRPr lang="zh-CN" altLang="en-US" sz="2400" dirty="0">
                    <a:solidFill>
                      <a:schemeClr val="accent5">
                        <a:lumMod val="75000"/>
                      </a:schemeClr>
                    </a:solidFill>
                  </a:endParaRPr>
                </a:p>
              </p:txBody>
            </p:sp>
          </mc:Choice>
          <mc:Fallback xmlns="">
            <p:sp>
              <p:nvSpPr>
                <p:cNvPr id="242" name="文本框 241">
                  <a:extLst>
                    <a:ext uri="{FF2B5EF4-FFF2-40B4-BE49-F238E27FC236}">
                      <a16:creationId xmlns:a16="http://schemas.microsoft.com/office/drawing/2014/main" id="{CBA2E7F6-68DC-7724-21DF-228A1B300FA9}"/>
                    </a:ext>
                  </a:extLst>
                </p:cNvPr>
                <p:cNvSpPr txBox="1">
                  <a:spLocks noRot="1" noChangeAspect="1" noMove="1" noResize="1" noEditPoints="1" noAdjustHandles="1" noChangeArrowheads="1" noChangeShapeType="1" noTextEdit="1"/>
                </p:cNvSpPr>
                <p:nvPr/>
              </p:nvSpPr>
              <p:spPr>
                <a:xfrm>
                  <a:off x="7847999" y="5076000"/>
                  <a:ext cx="360000" cy="396000"/>
                </a:xfrm>
                <a:prstGeom prst="rect">
                  <a:avLst/>
                </a:prstGeom>
                <a:blipFill>
                  <a:blip r:embed="rId27"/>
                  <a:stretch>
                    <a:fillRect l="-13559" r="-5085"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023E47B7-BD99-735A-F58B-E20C0BD92432}"/>
                    </a:ext>
                  </a:extLst>
                </p:cNvPr>
                <p:cNvSpPr txBox="1"/>
                <p:nvPr/>
              </p:nvSpPr>
              <p:spPr>
                <a:xfrm>
                  <a:off x="8964000" y="5148000"/>
                  <a:ext cx="360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𝑖</m:t>
                            </m:r>
                          </m:e>
                          <m:sub>
                            <m:r>
                              <m:rPr>
                                <m:sty m:val="p"/>
                              </m:rPr>
                              <a:rPr lang="en-US" altLang="zh-CN" sz="2400" i="1">
                                <a:solidFill>
                                  <a:schemeClr val="accent5">
                                    <a:lumMod val="75000"/>
                                  </a:schemeClr>
                                </a:solidFill>
                                <a:latin typeface="Cambria Math" panose="02040503050406030204" pitchFamily="18" charset="0"/>
                              </a:rPr>
                              <m:t>c</m:t>
                            </m:r>
                          </m:sub>
                        </m:sSub>
                      </m:oMath>
                    </m:oMathPara>
                  </a14:m>
                  <a:endParaRPr lang="zh-CN" altLang="en-US" sz="2400" dirty="0">
                    <a:solidFill>
                      <a:schemeClr val="accent5">
                        <a:lumMod val="75000"/>
                      </a:schemeClr>
                    </a:solidFill>
                  </a:endParaRPr>
                </a:p>
              </p:txBody>
            </p:sp>
          </mc:Choice>
          <mc:Fallback xmlns="">
            <p:sp>
              <p:nvSpPr>
                <p:cNvPr id="243" name="文本框 242">
                  <a:extLst>
                    <a:ext uri="{FF2B5EF4-FFF2-40B4-BE49-F238E27FC236}">
                      <a16:creationId xmlns:a16="http://schemas.microsoft.com/office/drawing/2014/main" id="{FE09C23F-F94F-1A96-9C69-DFD84162B41B}"/>
                    </a:ext>
                  </a:extLst>
                </p:cNvPr>
                <p:cNvSpPr txBox="1">
                  <a:spLocks noRot="1" noChangeAspect="1" noMove="1" noResize="1" noEditPoints="1" noAdjustHandles="1" noChangeArrowheads="1" noChangeShapeType="1" noTextEdit="1"/>
                </p:cNvSpPr>
                <p:nvPr/>
              </p:nvSpPr>
              <p:spPr>
                <a:xfrm>
                  <a:off x="8964000" y="5148000"/>
                  <a:ext cx="360000" cy="396000"/>
                </a:xfrm>
                <a:prstGeom prst="rect">
                  <a:avLst/>
                </a:prstGeom>
                <a:blipFill>
                  <a:blip r:embed="rId28"/>
                  <a:stretch>
                    <a:fillRect l="-10000" b="-3077"/>
                  </a:stretch>
                </a:blipFill>
              </p:spPr>
              <p:txBody>
                <a:bodyPr/>
                <a:lstStyle/>
                <a:p>
                  <a:r>
                    <a:rPr lang="zh-CN" altLang="en-US">
                      <a:noFill/>
                    </a:rPr>
                    <a:t> </a:t>
                  </a:r>
                </a:p>
              </p:txBody>
            </p:sp>
          </mc:Fallback>
        </mc:AlternateContent>
        <p:cxnSp>
          <p:nvCxnSpPr>
            <p:cNvPr id="89" name="直接箭头连接符 88">
              <a:extLst>
                <a:ext uri="{FF2B5EF4-FFF2-40B4-BE49-F238E27FC236}">
                  <a16:creationId xmlns:a16="http://schemas.microsoft.com/office/drawing/2014/main" id="{384CB989-EE2B-A9C1-649E-5EB482CDA155}"/>
                </a:ext>
              </a:extLst>
            </p:cNvPr>
            <p:cNvCxnSpPr>
              <a:cxnSpLocks/>
            </p:cNvCxnSpPr>
            <p:nvPr/>
          </p:nvCxnSpPr>
          <p:spPr>
            <a:xfrm>
              <a:off x="7848000" y="5472000"/>
              <a:ext cx="432000" cy="0"/>
            </a:xfrm>
            <a:prstGeom prst="straightConnector1">
              <a:avLst/>
            </a:prstGeom>
            <a:ln w="19050">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36512A4D-ACA8-A8B6-5897-EF5E12EA46CF}"/>
                    </a:ext>
                  </a:extLst>
                </p:cNvPr>
                <p:cNvSpPr txBox="1"/>
                <p:nvPr/>
              </p:nvSpPr>
              <p:spPr>
                <a:xfrm>
                  <a:off x="7020000" y="5472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246" name="文本框 245">
                  <a:extLst>
                    <a:ext uri="{FF2B5EF4-FFF2-40B4-BE49-F238E27FC236}">
                      <a16:creationId xmlns:a16="http://schemas.microsoft.com/office/drawing/2014/main" id="{B06BFBDD-AA98-A93A-D32B-BCD96DDE67D8}"/>
                    </a:ext>
                  </a:extLst>
                </p:cNvPr>
                <p:cNvSpPr txBox="1">
                  <a:spLocks noRot="1" noChangeAspect="1" noMove="1" noResize="1" noEditPoints="1" noAdjustHandles="1" noChangeArrowheads="1" noChangeShapeType="1" noTextEdit="1"/>
                </p:cNvSpPr>
                <p:nvPr/>
              </p:nvSpPr>
              <p:spPr>
                <a:xfrm>
                  <a:off x="7020000" y="5472000"/>
                  <a:ext cx="360000" cy="360000"/>
                </a:xfrm>
                <a:prstGeom prst="rect">
                  <a:avLst/>
                </a:prstGeom>
                <a:blipFill>
                  <a:blip r:embed="rId29"/>
                  <a:stretch>
                    <a:fillRect l="-8475" r="-8475"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81DFC531-A7D5-3B00-746B-AF87902868C3}"/>
                    </a:ext>
                  </a:extLst>
                </p:cNvPr>
                <p:cNvSpPr txBox="1"/>
                <p:nvPr/>
              </p:nvSpPr>
              <p:spPr>
                <a:xfrm>
                  <a:off x="7020000" y="6120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247" name="文本框 246">
                  <a:extLst>
                    <a:ext uri="{FF2B5EF4-FFF2-40B4-BE49-F238E27FC236}">
                      <a16:creationId xmlns:a16="http://schemas.microsoft.com/office/drawing/2014/main" id="{BC64CD01-B785-89B6-A152-F0488513DBF7}"/>
                    </a:ext>
                  </a:extLst>
                </p:cNvPr>
                <p:cNvSpPr txBox="1">
                  <a:spLocks noRot="1" noChangeAspect="1" noMove="1" noResize="1" noEditPoints="1" noAdjustHandles="1" noChangeArrowheads="1" noChangeShapeType="1" noTextEdit="1"/>
                </p:cNvSpPr>
                <p:nvPr/>
              </p:nvSpPr>
              <p:spPr>
                <a:xfrm>
                  <a:off x="7020000" y="6120000"/>
                  <a:ext cx="360000" cy="360000"/>
                </a:xfrm>
                <a:prstGeom prst="rect">
                  <a:avLst/>
                </a:prstGeom>
                <a:blipFill>
                  <a:blip r:embed="rId3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B8F22425-53FF-EA53-96B5-E4896D706F26}"/>
                    </a:ext>
                  </a:extLst>
                </p:cNvPr>
                <p:cNvSpPr txBox="1"/>
                <p:nvPr/>
              </p:nvSpPr>
              <p:spPr>
                <a:xfrm>
                  <a:off x="7020000" y="5796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𝑣</m:t>
                            </m:r>
                          </m:e>
                          <m:sub>
                            <m:r>
                              <m:rPr>
                                <m:sty m:val="p"/>
                              </m:rPr>
                              <a:rPr lang="en-US" altLang="zh-CN" sz="2400" i="1">
                                <a:solidFill>
                                  <a:schemeClr val="accent5">
                                    <a:lumMod val="75000"/>
                                  </a:schemeClr>
                                </a:solidFill>
                                <a:latin typeface="Cambria Math" panose="02040503050406030204" pitchFamily="18" charset="0"/>
                              </a:rPr>
                              <m:t>i</m:t>
                            </m:r>
                          </m:sub>
                        </m:sSub>
                      </m:oMath>
                    </m:oMathPara>
                  </a14:m>
                  <a:endParaRPr lang="zh-CN" altLang="en-US" sz="2400" dirty="0">
                    <a:solidFill>
                      <a:schemeClr val="accent5">
                        <a:lumMod val="75000"/>
                      </a:schemeClr>
                    </a:solidFill>
                  </a:endParaRPr>
                </a:p>
              </p:txBody>
            </p:sp>
          </mc:Choice>
          <mc:Fallback xmlns="">
            <p:sp>
              <p:nvSpPr>
                <p:cNvPr id="248" name="文本框 247">
                  <a:extLst>
                    <a:ext uri="{FF2B5EF4-FFF2-40B4-BE49-F238E27FC236}">
                      <a16:creationId xmlns:a16="http://schemas.microsoft.com/office/drawing/2014/main" id="{84FE6AE4-1D88-EA2F-7DE3-BD37B1F7DD1E}"/>
                    </a:ext>
                  </a:extLst>
                </p:cNvPr>
                <p:cNvSpPr txBox="1">
                  <a:spLocks noRot="1" noChangeAspect="1" noMove="1" noResize="1" noEditPoints="1" noAdjustHandles="1" noChangeArrowheads="1" noChangeShapeType="1" noTextEdit="1"/>
                </p:cNvSpPr>
                <p:nvPr/>
              </p:nvSpPr>
              <p:spPr>
                <a:xfrm>
                  <a:off x="7020000" y="5796000"/>
                  <a:ext cx="360000" cy="360000"/>
                </a:xfrm>
                <a:prstGeom prst="rect">
                  <a:avLst/>
                </a:prstGeom>
                <a:blipFill>
                  <a:blip r:embed="rId31"/>
                  <a:stretch>
                    <a:fillRect l="-6780" r="-3390" b="-18644"/>
                  </a:stretch>
                </a:blipFill>
              </p:spPr>
              <p:txBody>
                <a:bodyPr/>
                <a:lstStyle/>
                <a:p>
                  <a:r>
                    <a:rPr lang="zh-CN" altLang="en-US">
                      <a:noFill/>
                    </a:rPr>
                    <a:t> </a:t>
                  </a:r>
                </a:p>
              </p:txBody>
            </p:sp>
          </mc:Fallback>
        </mc:AlternateContent>
        <p:cxnSp>
          <p:nvCxnSpPr>
            <p:cNvPr id="93" name="直接连接符 92">
              <a:extLst>
                <a:ext uri="{FF2B5EF4-FFF2-40B4-BE49-F238E27FC236}">
                  <a16:creationId xmlns:a16="http://schemas.microsoft.com/office/drawing/2014/main" id="{5F1A1FBF-F37E-F849-AFE9-A5CF5B7C0AAE}"/>
                </a:ext>
              </a:extLst>
            </p:cNvPr>
            <p:cNvCxnSpPr>
              <a:cxnSpLocks/>
            </p:cNvCxnSpPr>
            <p:nvPr/>
          </p:nvCxnSpPr>
          <p:spPr>
            <a:xfrm flipV="1">
              <a:off x="8352000" y="5220000"/>
              <a:ext cx="0" cy="72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5F0FE139-6947-2B54-7CE6-0E6A3711E249}"/>
                </a:ext>
              </a:extLst>
            </p:cNvPr>
            <p:cNvCxnSpPr>
              <a:cxnSpLocks/>
            </p:cNvCxnSpPr>
            <p:nvPr/>
          </p:nvCxnSpPr>
          <p:spPr>
            <a:xfrm>
              <a:off x="8352000" y="5760000"/>
              <a:ext cx="432000" cy="178612"/>
            </a:xfrm>
            <a:prstGeom prst="line">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AB80DB47-9D61-7463-E138-65702896C831}"/>
                </a:ext>
              </a:extLst>
            </p:cNvPr>
            <p:cNvCxnSpPr>
              <a:cxnSpLocks/>
            </p:cNvCxnSpPr>
            <p:nvPr/>
          </p:nvCxnSpPr>
          <p:spPr>
            <a:xfrm flipV="1">
              <a:off x="8352000" y="5220000"/>
              <a:ext cx="432000" cy="18000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6D7BD3C2-6D9E-6502-9CC7-BF09715D7FC0}"/>
                </a:ext>
              </a:extLst>
            </p:cNvPr>
            <p:cNvCxnSpPr>
              <a:cxnSpLocks/>
            </p:cNvCxnSpPr>
            <p:nvPr/>
          </p:nvCxnSpPr>
          <p:spPr>
            <a:xfrm flipV="1">
              <a:off x="8784000" y="5076000"/>
              <a:ext cx="0" cy="16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B0660A44-4F07-C5AA-6822-E05663A04A3C}"/>
                </a:ext>
              </a:extLst>
            </p:cNvPr>
            <p:cNvCxnSpPr>
              <a:cxnSpLocks/>
            </p:cNvCxnSpPr>
            <p:nvPr/>
          </p:nvCxnSpPr>
          <p:spPr>
            <a:xfrm flipV="1">
              <a:off x="8784000" y="5940000"/>
              <a:ext cx="0" cy="61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F4F39D1D-0C2C-1B0F-7FCE-FAE491CDB7BF}"/>
                </a:ext>
              </a:extLst>
            </p:cNvPr>
            <p:cNvCxnSpPr>
              <a:cxnSpLocks/>
            </p:cNvCxnSpPr>
            <p:nvPr/>
          </p:nvCxnSpPr>
          <p:spPr>
            <a:xfrm>
              <a:off x="8604000" y="6588000"/>
              <a:ext cx="360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C57FF63B-5504-C70E-510A-E90078D08D61}"/>
                    </a:ext>
                  </a:extLst>
                </p:cNvPr>
                <p:cNvSpPr txBox="1"/>
                <p:nvPr/>
              </p:nvSpPr>
              <p:spPr>
                <a:xfrm>
                  <a:off x="8640000" y="5364000"/>
                  <a:ext cx="288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panose="02040503050406030204" pitchFamily="18" charset="0"/>
                          </a:rPr>
                          <m:t>T</m:t>
                        </m:r>
                      </m:oMath>
                    </m:oMathPara>
                  </a14:m>
                  <a:endParaRPr lang="zh-CN" altLang="en-US" sz="2400" dirty="0"/>
                </a:p>
              </p:txBody>
            </p:sp>
          </mc:Choice>
          <mc:Fallback xmlns="">
            <p:sp>
              <p:nvSpPr>
                <p:cNvPr id="265" name="文本框 264">
                  <a:extLst>
                    <a:ext uri="{FF2B5EF4-FFF2-40B4-BE49-F238E27FC236}">
                      <a16:creationId xmlns:a16="http://schemas.microsoft.com/office/drawing/2014/main" id="{B77F12FC-D9CF-369F-1184-4B781532EA41}"/>
                    </a:ext>
                  </a:extLst>
                </p:cNvPr>
                <p:cNvSpPr txBox="1">
                  <a:spLocks noRot="1" noChangeAspect="1" noMove="1" noResize="1" noEditPoints="1" noAdjustHandles="1" noChangeArrowheads="1" noChangeShapeType="1" noTextEdit="1"/>
                </p:cNvSpPr>
                <p:nvPr/>
              </p:nvSpPr>
              <p:spPr>
                <a:xfrm>
                  <a:off x="8640000" y="5364000"/>
                  <a:ext cx="288000" cy="396000"/>
                </a:xfrm>
                <a:prstGeom prst="rect">
                  <a:avLst/>
                </a:prstGeom>
                <a:blipFill>
                  <a:blip r:embed="rId32"/>
                  <a:stretch>
                    <a:fillRect l="-16667" r="-18750"/>
                  </a:stretch>
                </a:blipFill>
              </p:spPr>
              <p:txBody>
                <a:bodyPr/>
                <a:lstStyle/>
                <a:p>
                  <a:r>
                    <a:rPr lang="zh-CN" altLang="en-US">
                      <a:noFill/>
                    </a:rPr>
                    <a:t> </a:t>
                  </a:r>
                </a:p>
              </p:txBody>
            </p:sp>
          </mc:Fallback>
        </mc:AlternateContent>
        <p:cxnSp>
          <p:nvCxnSpPr>
            <p:cNvPr id="100" name="直接连接符 99">
              <a:extLst>
                <a:ext uri="{FF2B5EF4-FFF2-40B4-BE49-F238E27FC236}">
                  <a16:creationId xmlns:a16="http://schemas.microsoft.com/office/drawing/2014/main" id="{C9B6EC15-D817-5A49-2BF3-CB7B1CABF816}"/>
                </a:ext>
              </a:extLst>
            </p:cNvPr>
            <p:cNvCxnSpPr>
              <a:cxnSpLocks/>
            </p:cNvCxnSpPr>
            <p:nvPr/>
          </p:nvCxnSpPr>
          <p:spPr>
            <a:xfrm>
              <a:off x="8784000" y="5076000"/>
              <a:ext cx="183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椭圆 100">
              <a:extLst>
                <a:ext uri="{FF2B5EF4-FFF2-40B4-BE49-F238E27FC236}">
                  <a16:creationId xmlns:a16="http://schemas.microsoft.com/office/drawing/2014/main" id="{BCF521E7-4F08-D62A-09AE-BB7F5EC146C3}"/>
                </a:ext>
              </a:extLst>
            </p:cNvPr>
            <p:cNvSpPr/>
            <p:nvPr/>
          </p:nvSpPr>
          <p:spPr>
            <a:xfrm>
              <a:off x="8730000" y="6354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102" name="直接连接符 101">
              <a:extLst>
                <a:ext uri="{FF2B5EF4-FFF2-40B4-BE49-F238E27FC236}">
                  <a16:creationId xmlns:a16="http://schemas.microsoft.com/office/drawing/2014/main" id="{B43BEE59-5CD2-0B8A-B917-9942C23D7C60}"/>
                </a:ext>
              </a:extLst>
            </p:cNvPr>
            <p:cNvCxnSpPr>
              <a:cxnSpLocks/>
            </p:cNvCxnSpPr>
            <p:nvPr/>
          </p:nvCxnSpPr>
          <p:spPr>
            <a:xfrm flipV="1">
              <a:off x="7740000" y="5580000"/>
              <a:ext cx="0" cy="82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矩形 102">
              <a:extLst>
                <a:ext uri="{FF2B5EF4-FFF2-40B4-BE49-F238E27FC236}">
                  <a16:creationId xmlns:a16="http://schemas.microsoft.com/office/drawing/2014/main" id="{84FE4D38-EDDE-14EC-18EB-13897DCB309C}"/>
                </a:ext>
              </a:extLst>
            </p:cNvPr>
            <p:cNvSpPr/>
            <p:nvPr/>
          </p:nvSpPr>
          <p:spPr>
            <a:xfrm>
              <a:off x="7668000" y="5760000"/>
              <a:ext cx="144000" cy="50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4" name="文本框 103">
                  <a:extLst>
                    <a:ext uri="{FF2B5EF4-FFF2-40B4-BE49-F238E27FC236}">
                      <a16:creationId xmlns:a16="http://schemas.microsoft.com/office/drawing/2014/main" id="{1EE5263B-7456-94A5-BC3E-BC30CCFD2D47}"/>
                    </a:ext>
                  </a:extLst>
                </p:cNvPr>
                <p:cNvSpPr txBox="1"/>
                <p:nvPr/>
              </p:nvSpPr>
              <p:spPr>
                <a:xfrm>
                  <a:off x="7830000" y="5832000"/>
                  <a:ext cx="396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b="0" i="0" smtClean="0">
                                <a:latin typeface="Cambria Math" panose="02040503050406030204" pitchFamily="18" charset="0"/>
                              </a:rPr>
                              <m:t>b</m:t>
                            </m:r>
                          </m:sub>
                        </m:sSub>
                      </m:oMath>
                    </m:oMathPara>
                  </a14:m>
                  <a:endParaRPr lang="zh-CN" altLang="en-US" sz="2400" dirty="0"/>
                </a:p>
              </p:txBody>
            </p:sp>
          </mc:Choice>
          <mc:Fallback xmlns="">
            <p:sp>
              <p:nvSpPr>
                <p:cNvPr id="301" name="文本框 300">
                  <a:extLst>
                    <a:ext uri="{FF2B5EF4-FFF2-40B4-BE49-F238E27FC236}">
                      <a16:creationId xmlns:a16="http://schemas.microsoft.com/office/drawing/2014/main" id="{49A2EF58-404C-6EF8-8064-DD1B47B38CB1}"/>
                    </a:ext>
                  </a:extLst>
                </p:cNvPr>
                <p:cNvSpPr txBox="1">
                  <a:spLocks noRot="1" noChangeAspect="1" noMove="1" noResize="1" noEditPoints="1" noAdjustHandles="1" noChangeArrowheads="1" noChangeShapeType="1" noTextEdit="1"/>
                </p:cNvSpPr>
                <p:nvPr/>
              </p:nvSpPr>
              <p:spPr>
                <a:xfrm>
                  <a:off x="7830000" y="5832000"/>
                  <a:ext cx="396000" cy="396000"/>
                </a:xfrm>
                <a:prstGeom prst="rect">
                  <a:avLst/>
                </a:prstGeom>
                <a:blipFill>
                  <a:blip r:embed="rId33"/>
                  <a:stretch>
                    <a:fillRect l="-18462" r="-12308" b="-7692"/>
                  </a:stretch>
                </a:blipFill>
              </p:spPr>
              <p:txBody>
                <a:bodyPr/>
                <a:lstStyle/>
                <a:p>
                  <a:r>
                    <a:rPr lang="zh-CN" altLang="en-US">
                      <a:noFill/>
                    </a:rPr>
                    <a:t> </a:t>
                  </a:r>
                </a:p>
              </p:txBody>
            </p:sp>
          </mc:Fallback>
        </mc:AlternateContent>
        <p:sp>
          <p:nvSpPr>
            <p:cNvPr id="105" name="椭圆 104">
              <a:extLst>
                <a:ext uri="{FF2B5EF4-FFF2-40B4-BE49-F238E27FC236}">
                  <a16:creationId xmlns:a16="http://schemas.microsoft.com/office/drawing/2014/main" id="{CCDC860F-0981-7FDE-8507-B3B936A3BFEC}"/>
                </a:ext>
              </a:extLst>
            </p:cNvPr>
            <p:cNvSpPr/>
            <p:nvPr/>
          </p:nvSpPr>
          <p:spPr>
            <a:xfrm>
              <a:off x="7686000" y="5526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106" name="椭圆 105">
              <a:extLst>
                <a:ext uri="{FF2B5EF4-FFF2-40B4-BE49-F238E27FC236}">
                  <a16:creationId xmlns:a16="http://schemas.microsoft.com/office/drawing/2014/main" id="{7A15051A-D325-C477-F266-3D531E78FD26}"/>
                </a:ext>
              </a:extLst>
            </p:cNvPr>
            <p:cNvSpPr/>
            <p:nvPr/>
          </p:nvSpPr>
          <p:spPr>
            <a:xfrm>
              <a:off x="7686000" y="6354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107" name="直接连接符 106">
              <a:extLst>
                <a:ext uri="{FF2B5EF4-FFF2-40B4-BE49-F238E27FC236}">
                  <a16:creationId xmlns:a16="http://schemas.microsoft.com/office/drawing/2014/main" id="{9AA8A590-8E62-4569-FCEB-47DD9D1C1849}"/>
                </a:ext>
              </a:extLst>
            </p:cNvPr>
            <p:cNvCxnSpPr>
              <a:cxnSpLocks/>
            </p:cNvCxnSpPr>
            <p:nvPr/>
          </p:nvCxnSpPr>
          <p:spPr>
            <a:xfrm>
              <a:off x="7344000" y="5580000"/>
              <a:ext cx="100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4135CF1-6FE6-8D40-8C1A-C58DC8649816}"/>
                </a:ext>
              </a:extLst>
            </p:cNvPr>
            <p:cNvCxnSpPr>
              <a:cxnSpLocks/>
            </p:cNvCxnSpPr>
            <p:nvPr/>
          </p:nvCxnSpPr>
          <p:spPr>
            <a:xfrm>
              <a:off x="7344000" y="6408000"/>
              <a:ext cx="327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椭圆 108">
              <a:extLst>
                <a:ext uri="{FF2B5EF4-FFF2-40B4-BE49-F238E27FC236}">
                  <a16:creationId xmlns:a16="http://schemas.microsoft.com/office/drawing/2014/main" id="{0421A2B8-FE73-A3F4-4453-C14ACA7884BC}"/>
                </a:ext>
              </a:extLst>
            </p:cNvPr>
            <p:cNvSpPr/>
            <p:nvPr/>
          </p:nvSpPr>
          <p:spPr>
            <a:xfrm>
              <a:off x="7344000" y="5526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110" name="椭圆 109">
              <a:extLst>
                <a:ext uri="{FF2B5EF4-FFF2-40B4-BE49-F238E27FC236}">
                  <a16:creationId xmlns:a16="http://schemas.microsoft.com/office/drawing/2014/main" id="{AB6E838C-CA28-5820-92B7-2938DD22C7D5}"/>
                </a:ext>
              </a:extLst>
            </p:cNvPr>
            <p:cNvSpPr/>
            <p:nvPr/>
          </p:nvSpPr>
          <p:spPr>
            <a:xfrm>
              <a:off x="7344000" y="6354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111" name="直接连接符 110">
              <a:extLst>
                <a:ext uri="{FF2B5EF4-FFF2-40B4-BE49-F238E27FC236}">
                  <a16:creationId xmlns:a16="http://schemas.microsoft.com/office/drawing/2014/main" id="{06F0C4F0-3B0E-144F-4D99-F93578F0F755}"/>
                </a:ext>
              </a:extLst>
            </p:cNvPr>
            <p:cNvCxnSpPr>
              <a:cxnSpLocks/>
            </p:cNvCxnSpPr>
            <p:nvPr/>
          </p:nvCxnSpPr>
          <p:spPr>
            <a:xfrm flipV="1">
              <a:off x="9540000" y="5076000"/>
              <a:ext cx="0" cy="13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矩形 111">
              <a:extLst>
                <a:ext uri="{FF2B5EF4-FFF2-40B4-BE49-F238E27FC236}">
                  <a16:creationId xmlns:a16="http://schemas.microsoft.com/office/drawing/2014/main" id="{41C39BB8-3BD2-4DF8-5632-2F28608E1A27}"/>
                </a:ext>
              </a:extLst>
            </p:cNvPr>
            <p:cNvSpPr/>
            <p:nvPr/>
          </p:nvSpPr>
          <p:spPr>
            <a:xfrm>
              <a:off x="9468000" y="5490000"/>
              <a:ext cx="144000" cy="50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3" name="文本框 112">
                  <a:extLst>
                    <a:ext uri="{FF2B5EF4-FFF2-40B4-BE49-F238E27FC236}">
                      <a16:creationId xmlns:a16="http://schemas.microsoft.com/office/drawing/2014/main" id="{F2B315D4-DDBF-2843-691E-8A03DDFFFDB6}"/>
                    </a:ext>
                  </a:extLst>
                </p:cNvPr>
                <p:cNvSpPr txBox="1"/>
                <p:nvPr/>
              </p:nvSpPr>
              <p:spPr>
                <a:xfrm>
                  <a:off x="9072000" y="5562000"/>
                  <a:ext cx="396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b="0" i="0" smtClean="0">
                                <a:latin typeface="Cambria Math" panose="02040503050406030204" pitchFamily="18" charset="0"/>
                              </a:rPr>
                              <m:t>c</m:t>
                            </m:r>
                          </m:sub>
                        </m:sSub>
                      </m:oMath>
                    </m:oMathPara>
                  </a14:m>
                  <a:endParaRPr lang="zh-CN" altLang="en-US" sz="2400" dirty="0"/>
                </a:p>
              </p:txBody>
            </p:sp>
          </mc:Choice>
          <mc:Fallback xmlns="">
            <p:sp>
              <p:nvSpPr>
                <p:cNvPr id="284" name="文本框 283">
                  <a:extLst>
                    <a:ext uri="{FF2B5EF4-FFF2-40B4-BE49-F238E27FC236}">
                      <a16:creationId xmlns:a16="http://schemas.microsoft.com/office/drawing/2014/main" id="{0E20C931-0A5E-0D78-08C7-4B92F6919FF8}"/>
                    </a:ext>
                  </a:extLst>
                </p:cNvPr>
                <p:cNvSpPr txBox="1">
                  <a:spLocks noRot="1" noChangeAspect="1" noMove="1" noResize="1" noEditPoints="1" noAdjustHandles="1" noChangeArrowheads="1" noChangeShapeType="1" noTextEdit="1"/>
                </p:cNvSpPr>
                <p:nvPr/>
              </p:nvSpPr>
              <p:spPr>
                <a:xfrm>
                  <a:off x="9072000" y="5562000"/>
                  <a:ext cx="396000" cy="396000"/>
                </a:xfrm>
                <a:prstGeom prst="rect">
                  <a:avLst/>
                </a:prstGeom>
                <a:blipFill>
                  <a:blip r:embed="rId34"/>
                  <a:stretch>
                    <a:fillRect l="-15385" r="-3077" b="-3077"/>
                  </a:stretch>
                </a:blipFill>
              </p:spPr>
              <p:txBody>
                <a:bodyPr/>
                <a:lstStyle/>
                <a:p>
                  <a:r>
                    <a:rPr lang="zh-CN" altLang="en-US">
                      <a:noFill/>
                    </a:rPr>
                    <a:t> </a:t>
                  </a:r>
                </a:p>
              </p:txBody>
            </p:sp>
          </mc:Fallback>
        </mc:AlternateContent>
        <p:sp>
          <p:nvSpPr>
            <p:cNvPr id="114" name="椭圆 113">
              <a:extLst>
                <a:ext uri="{FF2B5EF4-FFF2-40B4-BE49-F238E27FC236}">
                  <a16:creationId xmlns:a16="http://schemas.microsoft.com/office/drawing/2014/main" id="{59F98517-5D2B-9D7D-0A08-06720DDEDFDB}"/>
                </a:ext>
              </a:extLst>
            </p:cNvPr>
            <p:cNvSpPr/>
            <p:nvPr/>
          </p:nvSpPr>
          <p:spPr>
            <a:xfrm>
              <a:off x="9486000" y="5022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115" name="椭圆 114">
              <a:extLst>
                <a:ext uri="{FF2B5EF4-FFF2-40B4-BE49-F238E27FC236}">
                  <a16:creationId xmlns:a16="http://schemas.microsoft.com/office/drawing/2014/main" id="{56C9B654-ABAC-FB41-A994-19B4FD7CFF6B}"/>
                </a:ext>
              </a:extLst>
            </p:cNvPr>
            <p:cNvSpPr/>
            <p:nvPr/>
          </p:nvSpPr>
          <p:spPr>
            <a:xfrm>
              <a:off x="9486000" y="6354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116" name="直接箭头连接符 115">
              <a:extLst>
                <a:ext uri="{FF2B5EF4-FFF2-40B4-BE49-F238E27FC236}">
                  <a16:creationId xmlns:a16="http://schemas.microsoft.com/office/drawing/2014/main" id="{F8CD5326-ACA6-9BA1-0CAA-0BD5F58A8242}"/>
                </a:ext>
              </a:extLst>
            </p:cNvPr>
            <p:cNvCxnSpPr>
              <a:cxnSpLocks/>
            </p:cNvCxnSpPr>
            <p:nvPr/>
          </p:nvCxnSpPr>
          <p:spPr>
            <a:xfrm flipH="1">
              <a:off x="8892000" y="5184000"/>
              <a:ext cx="432000" cy="0"/>
            </a:xfrm>
            <a:prstGeom prst="straightConnector1">
              <a:avLst/>
            </a:prstGeom>
            <a:ln w="19050">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63380E88-032A-A6B7-F48B-819117B0D41D}"/>
                    </a:ext>
                  </a:extLst>
                </p:cNvPr>
                <p:cNvSpPr txBox="1"/>
                <p:nvPr/>
              </p:nvSpPr>
              <p:spPr>
                <a:xfrm>
                  <a:off x="10620000" y="5580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𝑣</m:t>
                            </m:r>
                          </m:e>
                          <m:sub>
                            <m:r>
                              <m:rPr>
                                <m:sty m:val="p"/>
                              </m:rPr>
                              <a:rPr lang="en-US" altLang="zh-CN" sz="2400" b="0" i="0" smtClean="0">
                                <a:solidFill>
                                  <a:schemeClr val="accent5">
                                    <a:lumMod val="75000"/>
                                  </a:schemeClr>
                                </a:solidFill>
                                <a:latin typeface="Cambria Math" panose="02040503050406030204" pitchFamily="18" charset="0"/>
                              </a:rPr>
                              <m:t>o</m:t>
                            </m:r>
                          </m:sub>
                        </m:sSub>
                      </m:oMath>
                    </m:oMathPara>
                  </a14:m>
                  <a:endParaRPr lang="zh-CN" altLang="en-US" sz="2400" dirty="0">
                    <a:solidFill>
                      <a:schemeClr val="accent5">
                        <a:lumMod val="75000"/>
                      </a:schemeClr>
                    </a:solidFill>
                  </a:endParaRPr>
                </a:p>
              </p:txBody>
            </p:sp>
          </mc:Choice>
          <mc:Fallback xmlns="">
            <p:sp>
              <p:nvSpPr>
                <p:cNvPr id="245" name="文本框 244">
                  <a:extLst>
                    <a:ext uri="{FF2B5EF4-FFF2-40B4-BE49-F238E27FC236}">
                      <a16:creationId xmlns:a16="http://schemas.microsoft.com/office/drawing/2014/main" id="{F6117F2F-250A-D02F-EEE0-449837226986}"/>
                    </a:ext>
                  </a:extLst>
                </p:cNvPr>
                <p:cNvSpPr txBox="1">
                  <a:spLocks noRot="1" noChangeAspect="1" noMove="1" noResize="1" noEditPoints="1" noAdjustHandles="1" noChangeArrowheads="1" noChangeShapeType="1" noTextEdit="1"/>
                </p:cNvSpPr>
                <p:nvPr/>
              </p:nvSpPr>
              <p:spPr>
                <a:xfrm>
                  <a:off x="10620000" y="5580000"/>
                  <a:ext cx="360000" cy="360000"/>
                </a:xfrm>
                <a:prstGeom prst="rect">
                  <a:avLst/>
                </a:prstGeom>
                <a:blipFill>
                  <a:blip r:embed="rId35"/>
                  <a:stretch>
                    <a:fillRect l="-13559" r="-3390" b="-13559"/>
                  </a:stretch>
                </a:blipFill>
              </p:spPr>
              <p:txBody>
                <a:bodyPr/>
                <a:lstStyle/>
                <a:p>
                  <a:r>
                    <a:rPr lang="zh-CN" altLang="en-US">
                      <a:noFill/>
                    </a:rPr>
                    <a:t> </a:t>
                  </a:r>
                </a:p>
              </p:txBody>
            </p:sp>
          </mc:Fallback>
        </mc:AlternateContent>
        <p:cxnSp>
          <p:nvCxnSpPr>
            <p:cNvPr id="118" name="直接连接符 117">
              <a:extLst>
                <a:ext uri="{FF2B5EF4-FFF2-40B4-BE49-F238E27FC236}">
                  <a16:creationId xmlns:a16="http://schemas.microsoft.com/office/drawing/2014/main" id="{7996A07F-7365-2947-6B1E-7249C070D349}"/>
                </a:ext>
              </a:extLst>
            </p:cNvPr>
            <p:cNvCxnSpPr>
              <a:cxnSpLocks/>
            </p:cNvCxnSpPr>
            <p:nvPr/>
          </p:nvCxnSpPr>
          <p:spPr>
            <a:xfrm flipV="1">
              <a:off x="10260000" y="5076000"/>
              <a:ext cx="0" cy="13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矩形 118">
              <a:extLst>
                <a:ext uri="{FF2B5EF4-FFF2-40B4-BE49-F238E27FC236}">
                  <a16:creationId xmlns:a16="http://schemas.microsoft.com/office/drawing/2014/main" id="{2FE412B5-DDEB-F868-B009-A67C8CAAD903}"/>
                </a:ext>
              </a:extLst>
            </p:cNvPr>
            <p:cNvSpPr/>
            <p:nvPr/>
          </p:nvSpPr>
          <p:spPr>
            <a:xfrm>
              <a:off x="10188000" y="5490000"/>
              <a:ext cx="144000" cy="50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0" name="文本框 119">
                  <a:extLst>
                    <a:ext uri="{FF2B5EF4-FFF2-40B4-BE49-F238E27FC236}">
                      <a16:creationId xmlns:a16="http://schemas.microsoft.com/office/drawing/2014/main" id="{B741F80A-E4D0-F823-936B-2E3C0A8C0755}"/>
                    </a:ext>
                  </a:extLst>
                </p:cNvPr>
                <p:cNvSpPr txBox="1"/>
                <p:nvPr/>
              </p:nvSpPr>
              <p:spPr>
                <a:xfrm>
                  <a:off x="9792000" y="5562000"/>
                  <a:ext cx="396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b="0" i="0" smtClean="0">
                                <a:latin typeface="Cambria Math" panose="02040503050406030204" pitchFamily="18" charset="0"/>
                              </a:rPr>
                              <m:t>L</m:t>
                            </m:r>
                          </m:sub>
                        </m:sSub>
                      </m:oMath>
                    </m:oMathPara>
                  </a14:m>
                  <a:endParaRPr lang="zh-CN" altLang="en-US" sz="2400" dirty="0"/>
                </a:p>
              </p:txBody>
            </p:sp>
          </mc:Choice>
          <mc:Fallback xmlns="">
            <p:sp>
              <p:nvSpPr>
                <p:cNvPr id="291" name="文本框 290">
                  <a:extLst>
                    <a:ext uri="{FF2B5EF4-FFF2-40B4-BE49-F238E27FC236}">
                      <a16:creationId xmlns:a16="http://schemas.microsoft.com/office/drawing/2014/main" id="{DD206F5C-A131-DAE2-81CD-F66C37C2DD58}"/>
                    </a:ext>
                  </a:extLst>
                </p:cNvPr>
                <p:cNvSpPr txBox="1">
                  <a:spLocks noRot="1" noChangeAspect="1" noMove="1" noResize="1" noEditPoints="1" noAdjustHandles="1" noChangeArrowheads="1" noChangeShapeType="1" noTextEdit="1"/>
                </p:cNvSpPr>
                <p:nvPr/>
              </p:nvSpPr>
              <p:spPr>
                <a:xfrm>
                  <a:off x="9792000" y="5562000"/>
                  <a:ext cx="396000" cy="396000"/>
                </a:xfrm>
                <a:prstGeom prst="rect">
                  <a:avLst/>
                </a:prstGeom>
                <a:blipFill>
                  <a:blip r:embed="rId36"/>
                  <a:stretch>
                    <a:fillRect l="-18462" r="-9231" b="-7692"/>
                  </a:stretch>
                </a:blipFill>
              </p:spPr>
              <p:txBody>
                <a:bodyPr/>
                <a:lstStyle/>
                <a:p>
                  <a:r>
                    <a:rPr lang="zh-CN" altLang="en-US">
                      <a:noFill/>
                    </a:rPr>
                    <a:t> </a:t>
                  </a:r>
                </a:p>
              </p:txBody>
            </p:sp>
          </mc:Fallback>
        </mc:AlternateContent>
        <p:sp>
          <p:nvSpPr>
            <p:cNvPr id="121" name="椭圆 120">
              <a:extLst>
                <a:ext uri="{FF2B5EF4-FFF2-40B4-BE49-F238E27FC236}">
                  <a16:creationId xmlns:a16="http://schemas.microsoft.com/office/drawing/2014/main" id="{250B48C4-E555-C91D-3425-3CC8DF692F87}"/>
                </a:ext>
              </a:extLst>
            </p:cNvPr>
            <p:cNvSpPr/>
            <p:nvPr/>
          </p:nvSpPr>
          <p:spPr>
            <a:xfrm>
              <a:off x="10206000" y="5022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122" name="椭圆 121">
              <a:extLst>
                <a:ext uri="{FF2B5EF4-FFF2-40B4-BE49-F238E27FC236}">
                  <a16:creationId xmlns:a16="http://schemas.microsoft.com/office/drawing/2014/main" id="{D9F458EE-244D-D5A4-3017-CE0CF032CD42}"/>
                </a:ext>
              </a:extLst>
            </p:cNvPr>
            <p:cNvSpPr/>
            <p:nvPr/>
          </p:nvSpPr>
          <p:spPr>
            <a:xfrm>
              <a:off x="10206000" y="6354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123" name="椭圆 122">
              <a:extLst>
                <a:ext uri="{FF2B5EF4-FFF2-40B4-BE49-F238E27FC236}">
                  <a16:creationId xmlns:a16="http://schemas.microsoft.com/office/drawing/2014/main" id="{61C07CA5-3472-F381-453C-3605990E40A3}"/>
                </a:ext>
              </a:extLst>
            </p:cNvPr>
            <p:cNvSpPr/>
            <p:nvPr/>
          </p:nvSpPr>
          <p:spPr>
            <a:xfrm>
              <a:off x="10548000" y="6354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212" name="椭圆 211">
              <a:extLst>
                <a:ext uri="{FF2B5EF4-FFF2-40B4-BE49-F238E27FC236}">
                  <a16:creationId xmlns:a16="http://schemas.microsoft.com/office/drawing/2014/main" id="{65351691-5E89-8539-345D-F74C5DA7A374}"/>
                </a:ext>
              </a:extLst>
            </p:cNvPr>
            <p:cNvSpPr/>
            <p:nvPr/>
          </p:nvSpPr>
          <p:spPr>
            <a:xfrm>
              <a:off x="10548000" y="5022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213" name="文本框 212">
                  <a:extLst>
                    <a:ext uri="{FF2B5EF4-FFF2-40B4-BE49-F238E27FC236}">
                      <a16:creationId xmlns:a16="http://schemas.microsoft.com/office/drawing/2014/main" id="{70960C21-DB56-EB49-B94A-8B0C9D74A091}"/>
                    </a:ext>
                  </a:extLst>
                </p:cNvPr>
                <p:cNvSpPr txBox="1"/>
                <p:nvPr/>
              </p:nvSpPr>
              <p:spPr>
                <a:xfrm>
                  <a:off x="10620000" y="4968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297" name="文本框 296">
                  <a:extLst>
                    <a:ext uri="{FF2B5EF4-FFF2-40B4-BE49-F238E27FC236}">
                      <a16:creationId xmlns:a16="http://schemas.microsoft.com/office/drawing/2014/main" id="{76A731A4-30B0-7673-9BC3-5EF151B79B9F}"/>
                    </a:ext>
                  </a:extLst>
                </p:cNvPr>
                <p:cNvSpPr txBox="1">
                  <a:spLocks noRot="1" noChangeAspect="1" noMove="1" noResize="1" noEditPoints="1" noAdjustHandles="1" noChangeArrowheads="1" noChangeShapeType="1" noTextEdit="1"/>
                </p:cNvSpPr>
                <p:nvPr/>
              </p:nvSpPr>
              <p:spPr>
                <a:xfrm>
                  <a:off x="10620000" y="4968000"/>
                  <a:ext cx="360000" cy="360000"/>
                </a:xfrm>
                <a:prstGeom prst="rect">
                  <a:avLst/>
                </a:prstGeom>
                <a:blipFill>
                  <a:blip r:embed="rId37"/>
                  <a:stretch>
                    <a:fillRect l="-8475" r="-8475"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4" name="文本框 213">
                  <a:extLst>
                    <a:ext uri="{FF2B5EF4-FFF2-40B4-BE49-F238E27FC236}">
                      <a16:creationId xmlns:a16="http://schemas.microsoft.com/office/drawing/2014/main" id="{B6BC7562-89A5-DD4D-BE86-DF65C225076F}"/>
                    </a:ext>
                  </a:extLst>
                </p:cNvPr>
                <p:cNvSpPr txBox="1"/>
                <p:nvPr/>
              </p:nvSpPr>
              <p:spPr>
                <a:xfrm>
                  <a:off x="10620000" y="6120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298" name="文本框 297">
                  <a:extLst>
                    <a:ext uri="{FF2B5EF4-FFF2-40B4-BE49-F238E27FC236}">
                      <a16:creationId xmlns:a16="http://schemas.microsoft.com/office/drawing/2014/main" id="{CF39D37A-1AF8-462A-A198-BC80B879196A}"/>
                    </a:ext>
                  </a:extLst>
                </p:cNvPr>
                <p:cNvSpPr txBox="1">
                  <a:spLocks noRot="1" noChangeAspect="1" noMove="1" noResize="1" noEditPoints="1" noAdjustHandles="1" noChangeArrowheads="1" noChangeShapeType="1" noTextEdit="1"/>
                </p:cNvSpPr>
                <p:nvPr/>
              </p:nvSpPr>
              <p:spPr>
                <a:xfrm>
                  <a:off x="10620000" y="6120000"/>
                  <a:ext cx="360000" cy="360000"/>
                </a:xfrm>
                <a:prstGeom prst="rect">
                  <a:avLst/>
                </a:prstGeom>
                <a:blipFill>
                  <a:blip r:embed="rId38"/>
                  <a:stretch>
                    <a:fillRect/>
                  </a:stretch>
                </a:blipFill>
              </p:spPr>
              <p:txBody>
                <a:bodyPr/>
                <a:lstStyle/>
                <a:p>
                  <a:r>
                    <a:rPr lang="zh-CN" altLang="en-US">
                      <a:noFill/>
                    </a:rPr>
                    <a:t> </a:t>
                  </a:r>
                </a:p>
              </p:txBody>
            </p:sp>
          </mc:Fallback>
        </mc:AlternateContent>
      </p:grpSp>
      <p:graphicFrame>
        <p:nvGraphicFramePr>
          <p:cNvPr id="215" name="表格 7">
            <a:extLst>
              <a:ext uri="{FF2B5EF4-FFF2-40B4-BE49-F238E27FC236}">
                <a16:creationId xmlns:a16="http://schemas.microsoft.com/office/drawing/2014/main" id="{1D48222A-31FB-FDF6-7B50-083923C3C66E}"/>
              </a:ext>
            </a:extLst>
          </p:cNvPr>
          <p:cNvGraphicFramePr>
            <a:graphicFrameLocks noGrp="1"/>
          </p:cNvGraphicFramePr>
          <p:nvPr>
            <p:extLst>
              <p:ext uri="{D42A27DB-BD31-4B8C-83A1-F6EECF244321}">
                <p14:modId xmlns:p14="http://schemas.microsoft.com/office/powerpoint/2010/main" val="4033553963"/>
              </p:ext>
            </p:extLst>
          </p:nvPr>
        </p:nvGraphicFramePr>
        <p:xfrm>
          <a:off x="540000" y="1440000"/>
          <a:ext cx="11286346" cy="1390146"/>
        </p:xfrm>
        <a:graphic>
          <a:graphicData uri="http://schemas.openxmlformats.org/drawingml/2006/table">
            <a:tbl>
              <a:tblPr firstRow="1" bandRow="1">
                <a:tableStyleId>{5940675A-B579-460E-94D1-54222C63F5DA}</a:tableStyleId>
              </a:tblPr>
              <a:tblGrid>
                <a:gridCol w="1410793">
                  <a:extLst>
                    <a:ext uri="{9D8B030D-6E8A-4147-A177-3AD203B41FA5}">
                      <a16:colId xmlns:a16="http://schemas.microsoft.com/office/drawing/2014/main" val="607158549"/>
                    </a:ext>
                  </a:extLst>
                </a:gridCol>
                <a:gridCol w="1701939">
                  <a:extLst>
                    <a:ext uri="{9D8B030D-6E8A-4147-A177-3AD203B41FA5}">
                      <a16:colId xmlns:a16="http://schemas.microsoft.com/office/drawing/2014/main" val="241199702"/>
                    </a:ext>
                  </a:extLst>
                </a:gridCol>
                <a:gridCol w="1654721">
                  <a:extLst>
                    <a:ext uri="{9D8B030D-6E8A-4147-A177-3AD203B41FA5}">
                      <a16:colId xmlns:a16="http://schemas.microsoft.com/office/drawing/2014/main" val="1830020200"/>
                    </a:ext>
                  </a:extLst>
                </a:gridCol>
                <a:gridCol w="1643151">
                  <a:extLst>
                    <a:ext uri="{9D8B030D-6E8A-4147-A177-3AD203B41FA5}">
                      <a16:colId xmlns:a16="http://schemas.microsoft.com/office/drawing/2014/main" val="1761114442"/>
                    </a:ext>
                  </a:extLst>
                </a:gridCol>
                <a:gridCol w="1724152">
                  <a:extLst>
                    <a:ext uri="{9D8B030D-6E8A-4147-A177-3AD203B41FA5}">
                      <a16:colId xmlns:a16="http://schemas.microsoft.com/office/drawing/2014/main" val="1777720442"/>
                    </a:ext>
                  </a:extLst>
                </a:gridCol>
                <a:gridCol w="876725">
                  <a:extLst>
                    <a:ext uri="{9D8B030D-6E8A-4147-A177-3AD203B41FA5}">
                      <a16:colId xmlns:a16="http://schemas.microsoft.com/office/drawing/2014/main" val="3406803493"/>
                    </a:ext>
                  </a:extLst>
                </a:gridCol>
                <a:gridCol w="864072">
                  <a:extLst>
                    <a:ext uri="{9D8B030D-6E8A-4147-A177-3AD203B41FA5}">
                      <a16:colId xmlns:a16="http://schemas.microsoft.com/office/drawing/2014/main" val="3108246383"/>
                    </a:ext>
                  </a:extLst>
                </a:gridCol>
                <a:gridCol w="1410793">
                  <a:extLst>
                    <a:ext uri="{9D8B030D-6E8A-4147-A177-3AD203B41FA5}">
                      <a16:colId xmlns:a16="http://schemas.microsoft.com/office/drawing/2014/main" val="3692685958"/>
                    </a:ext>
                  </a:extLst>
                </a:gridCol>
              </a:tblGrid>
              <a:tr h="597666">
                <a:tc>
                  <a:txBody>
                    <a:bodyPr/>
                    <a:lstStyle/>
                    <a:p>
                      <a:pPr algn="ctr"/>
                      <a:endParaRPr lang="zh-CN" altLang="en-US" sz="2000" b="0"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b="0" dirty="0">
                          <a:solidFill>
                            <a:schemeClr val="accent5">
                              <a:lumMod val="75000"/>
                            </a:schemeClr>
                          </a:solidFill>
                          <a:latin typeface="微软雅黑" panose="020B0503020204020204" pitchFamily="34" charset="-122"/>
                          <a:ea typeface="微软雅黑" panose="020B0503020204020204" pitchFamily="34" charset="-122"/>
                        </a:rPr>
                        <a:t>直流电压源</a:t>
                      </a:r>
                    </a:p>
                  </a:txBody>
                  <a:tcPr anchor="ctr"/>
                </a:tc>
                <a:tc>
                  <a:txBody>
                    <a:bodyPr/>
                    <a:lstStyle/>
                    <a:p>
                      <a:pPr algn="ctr"/>
                      <a:r>
                        <a:rPr lang="zh-CN" altLang="en-US" sz="2000" b="0" dirty="0">
                          <a:solidFill>
                            <a:schemeClr val="accent5">
                              <a:lumMod val="75000"/>
                            </a:schemeClr>
                          </a:solidFill>
                          <a:latin typeface="微软雅黑" panose="020B0503020204020204" pitchFamily="34" charset="-122"/>
                          <a:ea typeface="微软雅黑" panose="020B0503020204020204" pitchFamily="34" charset="-122"/>
                        </a:rPr>
                        <a:t>交流电压源</a:t>
                      </a:r>
                    </a:p>
                  </a:txBody>
                  <a:tcPr anchor="ctr"/>
                </a:tc>
                <a:tc>
                  <a:txBody>
                    <a:bodyPr/>
                    <a:lstStyle/>
                    <a:p>
                      <a:pPr algn="ctr"/>
                      <a:r>
                        <a:rPr lang="zh-CN" altLang="en-US" sz="2000" b="0" dirty="0">
                          <a:solidFill>
                            <a:schemeClr val="accent5">
                              <a:lumMod val="75000"/>
                            </a:schemeClr>
                          </a:solidFill>
                          <a:latin typeface="微软雅黑" panose="020B0503020204020204" pitchFamily="34" charset="-122"/>
                          <a:ea typeface="微软雅黑" panose="020B0503020204020204" pitchFamily="34" charset="-122"/>
                        </a:rPr>
                        <a:t>直流电流源</a:t>
                      </a:r>
                    </a:p>
                  </a:txBody>
                  <a:tcPr anchor="ctr"/>
                </a:tc>
                <a:tc>
                  <a:txBody>
                    <a:bodyPr/>
                    <a:lstStyle/>
                    <a:p>
                      <a:pPr algn="ctr"/>
                      <a:r>
                        <a:rPr lang="zh-CN" altLang="en-US" sz="2000" b="0" dirty="0">
                          <a:solidFill>
                            <a:schemeClr val="accent5">
                              <a:lumMod val="75000"/>
                            </a:schemeClr>
                          </a:solidFill>
                          <a:latin typeface="微软雅黑" panose="020B0503020204020204" pitchFamily="34" charset="-122"/>
                          <a:ea typeface="微软雅黑" panose="020B0503020204020204" pitchFamily="34" charset="-122"/>
                        </a:rPr>
                        <a:t>交流电流源</a:t>
                      </a:r>
                    </a:p>
                  </a:txBody>
                  <a:tcPr anchor="ctr"/>
                </a:tc>
                <a:tc>
                  <a:txBody>
                    <a:bodyPr/>
                    <a:lstStyle/>
                    <a:p>
                      <a:pPr algn="ctr"/>
                      <a:r>
                        <a:rPr lang="zh-CN" altLang="en-US" sz="2000" b="0" dirty="0">
                          <a:solidFill>
                            <a:schemeClr val="accent5">
                              <a:lumMod val="75000"/>
                            </a:schemeClr>
                          </a:solidFill>
                          <a:latin typeface="微软雅黑" panose="020B0503020204020204" pitchFamily="34" charset="-122"/>
                          <a:ea typeface="微软雅黑" panose="020B0503020204020204" pitchFamily="34" charset="-122"/>
                        </a:rPr>
                        <a:t>电容</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0" dirty="0">
                          <a:solidFill>
                            <a:schemeClr val="accent5">
                              <a:lumMod val="75000"/>
                            </a:schemeClr>
                          </a:solidFill>
                          <a:latin typeface="微软雅黑" panose="020B0503020204020204" pitchFamily="34" charset="-122"/>
                          <a:ea typeface="微软雅黑" panose="020B0503020204020204" pitchFamily="34" charset="-122"/>
                        </a:rPr>
                        <a:t>电感</a:t>
                      </a:r>
                    </a:p>
                  </a:txBody>
                  <a:tcPr anchor="ctr"/>
                </a:tc>
                <a:tc>
                  <a:txBody>
                    <a:bodyPr/>
                    <a:lstStyle/>
                    <a:p>
                      <a:pPr algn="ctr"/>
                      <a:r>
                        <a:rPr lang="zh-CN" altLang="en-US" sz="2000" b="0" dirty="0">
                          <a:solidFill>
                            <a:schemeClr val="accent5">
                              <a:lumMod val="75000"/>
                            </a:schemeClr>
                          </a:solidFill>
                          <a:latin typeface="微软雅黑" panose="020B0503020204020204" pitchFamily="34" charset="-122"/>
                          <a:ea typeface="微软雅黑" panose="020B0503020204020204" pitchFamily="34" charset="-122"/>
                        </a:rPr>
                        <a:t>其它器件</a:t>
                      </a:r>
                    </a:p>
                  </a:txBody>
                  <a:tcPr anchor="ctr"/>
                </a:tc>
                <a:extLst>
                  <a:ext uri="{0D108BD9-81ED-4DB2-BD59-A6C34878D82A}">
                    <a16:rowId xmlns:a16="http://schemas.microsoft.com/office/drawing/2014/main" val="2715857467"/>
                  </a:ext>
                </a:extLst>
              </a:tr>
              <a:tr h="395895">
                <a:tc>
                  <a:txBody>
                    <a:bodyPr/>
                    <a:lstStyle/>
                    <a:p>
                      <a:pPr algn="ctr"/>
                      <a:r>
                        <a:rPr lang="zh-CN" altLang="en-US" sz="2000" b="1" dirty="0">
                          <a:solidFill>
                            <a:schemeClr val="tx1"/>
                          </a:solidFill>
                          <a:latin typeface="微软雅黑" panose="020B0503020204020204" pitchFamily="34" charset="-122"/>
                          <a:ea typeface="微软雅黑" panose="020B0503020204020204" pitchFamily="34" charset="-122"/>
                        </a:rPr>
                        <a:t>直流等效</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微软雅黑" panose="020B0503020204020204" pitchFamily="34" charset="-122"/>
                          <a:ea typeface="微软雅黑" panose="020B0503020204020204" pitchFamily="34" charset="-122"/>
                        </a:rPr>
                        <a:t>不变</a:t>
                      </a:r>
                    </a:p>
                  </a:txBody>
                  <a:tcPr anchor="ctr"/>
                </a:tc>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短路</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微软雅黑" panose="020B0503020204020204" pitchFamily="34" charset="-122"/>
                          <a:ea typeface="微软雅黑" panose="020B0503020204020204" pitchFamily="34" charset="-122"/>
                        </a:rPr>
                        <a:t>不变</a:t>
                      </a:r>
                    </a:p>
                  </a:txBody>
                  <a:tcPr anchor="ctr"/>
                </a:tc>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断路</a:t>
                      </a:r>
                    </a:p>
                  </a:txBody>
                  <a:tcPr anchor="ctr"/>
                </a:tc>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断路</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微软雅黑" panose="020B0503020204020204" pitchFamily="34" charset="-122"/>
                          <a:ea typeface="微软雅黑" panose="020B0503020204020204" pitchFamily="34" charset="-122"/>
                        </a:rPr>
                        <a:t>短路</a:t>
                      </a:r>
                    </a:p>
                  </a:txBody>
                  <a:tcPr anchor="ctr"/>
                </a:tc>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不变</a:t>
                      </a:r>
                    </a:p>
                  </a:txBody>
                  <a:tcPr anchor="ctr"/>
                </a:tc>
                <a:extLst>
                  <a:ext uri="{0D108BD9-81ED-4DB2-BD59-A6C34878D82A}">
                    <a16:rowId xmlns:a16="http://schemas.microsoft.com/office/drawing/2014/main" val="307517873"/>
                  </a:ext>
                </a:extLst>
              </a:tr>
              <a:tr h="0">
                <a:tc>
                  <a:txBody>
                    <a:bodyPr/>
                    <a:lstStyle/>
                    <a:p>
                      <a:pPr algn="ctr"/>
                      <a:r>
                        <a:rPr lang="zh-CN" altLang="en-US" sz="2000" b="1" dirty="0">
                          <a:solidFill>
                            <a:schemeClr val="tx1"/>
                          </a:solidFill>
                          <a:latin typeface="微软雅黑" panose="020B0503020204020204" pitchFamily="34" charset="-122"/>
                          <a:ea typeface="微软雅黑" panose="020B0503020204020204" pitchFamily="34" charset="-122"/>
                        </a:rPr>
                        <a:t>交流等效</a:t>
                      </a:r>
                    </a:p>
                  </a:txBody>
                  <a:tcPr anchor="ctr"/>
                </a:tc>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短路</a:t>
                      </a:r>
                      <a:endParaRPr lang="en-US" altLang="zh-CN" sz="2000" dirty="0">
                        <a:solidFill>
                          <a:schemeClr val="tx1"/>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微软雅黑" panose="020B0503020204020204" pitchFamily="34" charset="-122"/>
                          <a:ea typeface="微软雅黑" panose="020B0503020204020204" pitchFamily="34" charset="-122"/>
                        </a:rPr>
                        <a:t>不变</a:t>
                      </a:r>
                    </a:p>
                  </a:txBody>
                  <a:tcPr anchor="ctr"/>
                </a:tc>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断路</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微软雅黑" panose="020B0503020204020204" pitchFamily="34" charset="-122"/>
                          <a:ea typeface="微软雅黑" panose="020B0503020204020204" pitchFamily="34" charset="-122"/>
                        </a:rPr>
                        <a:t>不变</a:t>
                      </a:r>
                    </a:p>
                  </a:txBody>
                  <a:tcPr anchor="ctr"/>
                </a:tc>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短路</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微软雅黑" panose="020B0503020204020204" pitchFamily="34" charset="-122"/>
                          <a:ea typeface="微软雅黑" panose="020B0503020204020204" pitchFamily="34" charset="-122"/>
                        </a:rPr>
                        <a:t>断路</a:t>
                      </a:r>
                    </a:p>
                  </a:txBody>
                  <a:tcPr anchor="ctr"/>
                </a:tc>
                <a:tc>
                  <a:txBody>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不变</a:t>
                      </a:r>
                    </a:p>
                  </a:txBody>
                  <a:tcPr anchor="ctr"/>
                </a:tc>
                <a:extLst>
                  <a:ext uri="{0D108BD9-81ED-4DB2-BD59-A6C34878D82A}">
                    <a16:rowId xmlns:a16="http://schemas.microsoft.com/office/drawing/2014/main" val="3799721858"/>
                  </a:ext>
                </a:extLst>
              </a:tr>
            </a:tbl>
          </a:graphicData>
        </a:graphic>
      </p:graphicFrame>
    </p:spTree>
    <p:extLst>
      <p:ext uri="{BB962C8B-B14F-4D97-AF65-F5344CB8AC3E}">
        <p14:creationId xmlns:p14="http://schemas.microsoft.com/office/powerpoint/2010/main" val="28465083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A30E9-8F56-BA8E-D7AD-F05CD2C5D02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7" name="文本框 206">
                <a:extLst>
                  <a:ext uri="{FF2B5EF4-FFF2-40B4-BE49-F238E27FC236}">
                    <a16:creationId xmlns:a16="http://schemas.microsoft.com/office/drawing/2014/main" id="{DAF33CE5-15DF-18FD-6C9A-EAD08A98630F}"/>
                  </a:ext>
                </a:extLst>
              </p:cNvPr>
              <p:cNvSpPr txBox="1"/>
              <p:nvPr/>
            </p:nvSpPr>
            <p:spPr>
              <a:xfrm>
                <a:off x="360000" y="827142"/>
                <a:ext cx="10238728" cy="2088329"/>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BJT </a:t>
                </a:r>
                <a:r>
                  <a:rPr kumimoji="1" lang="zh-CN" altLang="en-US" sz="2800" dirty="0">
                    <a:solidFill>
                      <a:srgbClr val="002060"/>
                    </a:solidFill>
                    <a:latin typeface="微软雅黑" panose="020B0503020204020204" pitchFamily="34" charset="-122"/>
                    <a:ea typeface="微软雅黑" panose="020B0503020204020204" pitchFamily="34" charset="-122"/>
                  </a:rPr>
                  <a:t>的简化小信号模型（适用于放大区，且交流信号较小）</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𝑟</m:t>
                        </m:r>
                      </m:e>
                      <m:sub>
                        <m:r>
                          <m:rPr>
                            <m:sty m:val="p"/>
                          </m:rPr>
                          <a:rPr lang="en-US" altLang="zh-CN" sz="2400">
                            <a:solidFill>
                              <a:schemeClr val="accent5">
                                <a:lumMod val="75000"/>
                              </a:schemeClr>
                            </a:solidFill>
                            <a:latin typeface="Cambria Math" panose="02040503050406030204" pitchFamily="18" charset="0"/>
                          </a:rPr>
                          <m:t>be</m:t>
                        </m:r>
                      </m:sub>
                    </m:sSub>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是交流（动态）电阻，与 </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ea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ea typeface="Cambria Math" panose="02040503050406030204" pitchFamily="18" charset="0"/>
                          </a:rPr>
                          <m:t>𝐼</m:t>
                        </m:r>
                      </m:e>
                      <m:sub>
                        <m:r>
                          <m:rPr>
                            <m:sty m:val="p"/>
                          </m:rPr>
                          <a:rPr lang="en-US" altLang="zh-CN" sz="2400">
                            <a:solidFill>
                              <a:schemeClr val="accent5">
                                <a:lumMod val="75000"/>
                              </a:schemeClr>
                            </a:solidFill>
                            <a:latin typeface="Cambria Math" panose="02040503050406030204" pitchFamily="18" charset="0"/>
                            <a:ea typeface="Cambria Math" panose="02040503050406030204" pitchFamily="18" charset="0"/>
                          </a:rPr>
                          <m:t>EQ</m:t>
                        </m:r>
                      </m:sub>
                    </m:sSub>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有关但不能用来求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Q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点</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与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NPN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相比，</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PNP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的偏置电压极性相反、电极实际电流方向相反，但小信号模型相同</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07" name="文本框 206">
                <a:extLst>
                  <a:ext uri="{FF2B5EF4-FFF2-40B4-BE49-F238E27FC236}">
                    <a16:creationId xmlns:a16="http://schemas.microsoft.com/office/drawing/2014/main" id="{DAF33CE5-15DF-18FD-6C9A-EAD08A98630F}"/>
                  </a:ext>
                </a:extLst>
              </p:cNvPr>
              <p:cNvSpPr txBox="1">
                <a:spLocks noRot="1" noChangeAspect="1" noMove="1" noResize="1" noEditPoints="1" noAdjustHandles="1" noChangeArrowheads="1" noChangeShapeType="1" noTextEdit="1"/>
              </p:cNvSpPr>
              <p:nvPr/>
            </p:nvSpPr>
            <p:spPr>
              <a:xfrm>
                <a:off x="360000" y="827142"/>
                <a:ext cx="10238728" cy="2088329"/>
              </a:xfrm>
              <a:prstGeom prst="rect">
                <a:avLst/>
              </a:prstGeom>
              <a:blipFill>
                <a:blip r:embed="rId3"/>
                <a:stretch>
                  <a:fillRect l="-1071" t="-1170" r="-1429" b="-5848"/>
                </a:stretch>
              </a:blipFill>
            </p:spPr>
            <p:txBody>
              <a:bodyPr/>
              <a:lstStyle/>
              <a:p>
                <a:r>
                  <a:rPr lang="zh-CN" altLang="en-US">
                    <a:noFill/>
                  </a:rPr>
                  <a:t> </a:t>
                </a:r>
              </a:p>
            </p:txBody>
          </p:sp>
        </mc:Fallback>
      </mc:AlternateContent>
      <p:grpSp>
        <p:nvGrpSpPr>
          <p:cNvPr id="208" name="组合 207">
            <a:extLst>
              <a:ext uri="{FF2B5EF4-FFF2-40B4-BE49-F238E27FC236}">
                <a16:creationId xmlns:a16="http://schemas.microsoft.com/office/drawing/2014/main" id="{5AAB0C9D-2B16-BFE7-3048-8FA9C4B6FE87}"/>
              </a:ext>
            </a:extLst>
          </p:cNvPr>
          <p:cNvGrpSpPr/>
          <p:nvPr/>
        </p:nvGrpSpPr>
        <p:grpSpPr>
          <a:xfrm>
            <a:off x="11449269" y="6198682"/>
            <a:ext cx="786273" cy="548639"/>
            <a:chOff x="11454918" y="5839511"/>
            <a:chExt cx="786273" cy="548639"/>
          </a:xfrm>
        </p:grpSpPr>
        <p:grpSp>
          <p:nvGrpSpPr>
            <p:cNvPr id="209" name="组合 208">
              <a:extLst>
                <a:ext uri="{FF2B5EF4-FFF2-40B4-BE49-F238E27FC236}">
                  <a16:creationId xmlns:a16="http://schemas.microsoft.com/office/drawing/2014/main" id="{1018E698-F5EB-C75C-A41F-A7C4F76CAAA5}"/>
                </a:ext>
              </a:extLst>
            </p:cNvPr>
            <p:cNvGrpSpPr/>
            <p:nvPr/>
          </p:nvGrpSpPr>
          <p:grpSpPr>
            <a:xfrm>
              <a:off x="11454918" y="5867450"/>
              <a:ext cx="737081" cy="520700"/>
              <a:chOff x="11454918" y="5867450"/>
              <a:chExt cx="737081" cy="520700"/>
            </a:xfrm>
          </p:grpSpPr>
          <p:sp>
            <p:nvSpPr>
              <p:cNvPr id="211" name="箭头: 五边形 210">
                <a:extLst>
                  <a:ext uri="{FF2B5EF4-FFF2-40B4-BE49-F238E27FC236}">
                    <a16:creationId xmlns:a16="http://schemas.microsoft.com/office/drawing/2014/main" id="{16440D34-095B-DF33-E7B0-4FA24389375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2" name="箭头: V 形 211">
                <a:extLst>
                  <a:ext uri="{FF2B5EF4-FFF2-40B4-BE49-F238E27FC236}">
                    <a16:creationId xmlns:a16="http://schemas.microsoft.com/office/drawing/2014/main" id="{78806F89-3A2B-1811-ED53-B89991DB212F}"/>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10" name="灯片编号占位符 3">
              <a:extLst>
                <a:ext uri="{FF2B5EF4-FFF2-40B4-BE49-F238E27FC236}">
                  <a16:creationId xmlns:a16="http://schemas.microsoft.com/office/drawing/2014/main" id="{E0407BAF-3962-E6CB-CCB5-D373DA789E0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62</a:t>
              </a:fld>
              <a:endParaRPr lang="zh-CN" altLang="en-US" sz="3200" dirty="0">
                <a:solidFill>
                  <a:schemeClr val="bg1"/>
                </a:solidFill>
                <a:latin typeface="Candara"/>
                <a:ea typeface="微软雅黑"/>
              </a:endParaRPr>
            </a:p>
          </p:txBody>
        </p:sp>
      </p:grpSp>
      <mc:AlternateContent xmlns:mc="http://schemas.openxmlformats.org/markup-compatibility/2006">
        <mc:Choice xmlns:a14="http://schemas.microsoft.com/office/drawing/2010/main" Requires="a14">
          <p:sp>
            <p:nvSpPr>
              <p:cNvPr id="213" name="文本框 212">
                <a:extLst>
                  <a:ext uri="{FF2B5EF4-FFF2-40B4-BE49-F238E27FC236}">
                    <a16:creationId xmlns:a16="http://schemas.microsoft.com/office/drawing/2014/main" id="{A74121FA-AB04-D77A-23DF-E04503288DB2}"/>
                  </a:ext>
                </a:extLst>
              </p:cNvPr>
              <p:cNvSpPr txBox="1"/>
              <p:nvPr/>
            </p:nvSpPr>
            <p:spPr>
              <a:xfrm>
                <a:off x="5580000" y="5940000"/>
                <a:ext cx="5700875" cy="430887"/>
              </a:xfrm>
              <a:prstGeom prst="rect">
                <a:avLst/>
              </a:prstGeom>
              <a:noFill/>
            </p:spPr>
            <p:txBody>
              <a:bodyPr wrap="square" lIns="0" tIns="0" rIns="0" bIns="0" rtlCol="0">
                <a:spAutoFit/>
              </a:bodyPr>
              <a:lstStyle/>
              <a:p>
                <a:pPr>
                  <a:spcAft>
                    <a:spcPts val="600"/>
                  </a:spcAft>
                </a:pPr>
                <a14:m>
                  <m:oMath xmlns:m="http://schemas.openxmlformats.org/officeDocument/2006/math">
                    <m:sSub>
                      <m:sSubPr>
                        <m:ctrlPr>
                          <a:rPr lang="en-US" altLang="zh-CN" sz="2800" i="1" smtClean="0">
                            <a:solidFill>
                              <a:srgbClr val="0000FF"/>
                            </a:solidFill>
                            <a:latin typeface="Cambria Math" panose="02040503050406030204" pitchFamily="18" charset="0"/>
                          </a:rPr>
                        </m:ctrlPr>
                      </m:sSubPr>
                      <m:e>
                        <m:r>
                          <a:rPr lang="en-US" altLang="zh-CN" sz="2800" i="1">
                            <a:solidFill>
                              <a:srgbClr val="0000FF"/>
                            </a:solidFill>
                            <a:latin typeface="Cambria Math" panose="02040503050406030204" pitchFamily="18" charset="0"/>
                          </a:rPr>
                          <m:t>𝑖</m:t>
                        </m:r>
                      </m:e>
                      <m:sub>
                        <m:r>
                          <m:rPr>
                            <m:sty m:val="p"/>
                          </m:rPr>
                          <a:rPr lang="en-US" altLang="zh-CN" sz="2800">
                            <a:solidFill>
                              <a:srgbClr val="0000FF"/>
                            </a:solidFill>
                            <a:latin typeface="Cambria Math" panose="02040503050406030204" pitchFamily="18" charset="0"/>
                          </a:rPr>
                          <m:t>c</m:t>
                        </m:r>
                      </m:sub>
                    </m:sSub>
                    <m:r>
                      <a:rPr lang="en-US" altLang="zh-CN" sz="2800" i="1">
                        <a:solidFill>
                          <a:srgbClr val="0000FF"/>
                        </a:solidFill>
                        <a:latin typeface="Cambria Math" panose="02040503050406030204" pitchFamily="18" charset="0"/>
                      </a:rPr>
                      <m:t>=</m:t>
                    </m:r>
                    <m:r>
                      <a:rPr lang="zh-CN" altLang="en-US" sz="2800" i="1">
                        <a:solidFill>
                          <a:srgbClr val="0000FF"/>
                        </a:solidFill>
                        <a:latin typeface="Cambria Math" panose="02040503050406030204" pitchFamily="18" charset="0"/>
                      </a:rPr>
                      <m:t>𝛽</m:t>
                    </m:r>
                    <m:sSub>
                      <m:sSubPr>
                        <m:ctrlPr>
                          <a:rPr lang="en-US" altLang="zh-CN" sz="2800" i="1">
                            <a:solidFill>
                              <a:srgbClr val="0000FF"/>
                            </a:solidFill>
                            <a:latin typeface="Cambria Math" panose="02040503050406030204" pitchFamily="18" charset="0"/>
                          </a:rPr>
                        </m:ctrlPr>
                      </m:sSubPr>
                      <m:e>
                        <m:r>
                          <a:rPr lang="en-US" altLang="zh-CN" sz="2800" i="1">
                            <a:solidFill>
                              <a:srgbClr val="0000FF"/>
                            </a:solidFill>
                            <a:latin typeface="Cambria Math" panose="02040503050406030204" pitchFamily="18" charset="0"/>
                          </a:rPr>
                          <m:t>𝑖</m:t>
                        </m:r>
                      </m:e>
                      <m:sub>
                        <m:r>
                          <m:rPr>
                            <m:sty m:val="p"/>
                          </m:rPr>
                          <a:rPr lang="en-US" altLang="zh-CN" sz="2800">
                            <a:solidFill>
                              <a:srgbClr val="0000FF"/>
                            </a:solidFill>
                            <a:latin typeface="Cambria Math" panose="02040503050406030204" pitchFamily="18" charset="0"/>
                          </a:rPr>
                          <m:t>b</m:t>
                        </m:r>
                      </m:sub>
                    </m:sSub>
                  </m:oMath>
                </a14:m>
                <a:r>
                  <a:rPr lang="zh-CN" altLang="en-US" sz="2800" dirty="0">
                    <a:solidFill>
                      <a:srgbClr val="0000FF"/>
                    </a:solidFill>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800" i="1">
                            <a:solidFill>
                              <a:srgbClr val="0000FF"/>
                            </a:solidFill>
                            <a:latin typeface="Cambria Math" panose="02040503050406030204" pitchFamily="18" charset="0"/>
                          </a:rPr>
                        </m:ctrlPr>
                      </m:sSubPr>
                      <m:e>
                        <m:r>
                          <a:rPr lang="en-US" altLang="zh-CN" sz="2800" i="1">
                            <a:solidFill>
                              <a:srgbClr val="0000FF"/>
                            </a:solidFill>
                            <a:latin typeface="Cambria Math" panose="02040503050406030204" pitchFamily="18" charset="0"/>
                          </a:rPr>
                          <m:t>𝑖</m:t>
                        </m:r>
                      </m:e>
                      <m:sub>
                        <m:r>
                          <m:rPr>
                            <m:sty m:val="p"/>
                          </m:rPr>
                          <a:rPr lang="en-US" altLang="zh-CN" sz="2800" i="1">
                            <a:solidFill>
                              <a:srgbClr val="0000FF"/>
                            </a:solidFill>
                            <a:latin typeface="Cambria Math" panose="02040503050406030204" pitchFamily="18" charset="0"/>
                          </a:rPr>
                          <m:t>e</m:t>
                        </m:r>
                      </m:sub>
                    </m:sSub>
                    <m:r>
                      <a:rPr lang="en-US" altLang="zh-CN" sz="2800" i="1">
                        <a:solidFill>
                          <a:srgbClr val="0000FF"/>
                        </a:solidFill>
                        <a:latin typeface="Cambria Math" panose="02040503050406030204" pitchFamily="18" charset="0"/>
                      </a:rPr>
                      <m:t>=</m:t>
                    </m:r>
                    <m:sSub>
                      <m:sSubPr>
                        <m:ctrlPr>
                          <a:rPr lang="en-US" altLang="zh-CN" sz="2800" i="1">
                            <a:solidFill>
                              <a:srgbClr val="0000FF"/>
                            </a:solidFill>
                            <a:latin typeface="Cambria Math" panose="02040503050406030204" pitchFamily="18" charset="0"/>
                          </a:rPr>
                        </m:ctrlPr>
                      </m:sSubPr>
                      <m:e>
                        <m:r>
                          <a:rPr lang="en-US" altLang="zh-CN" sz="2800" i="1">
                            <a:solidFill>
                              <a:srgbClr val="0000FF"/>
                            </a:solidFill>
                            <a:latin typeface="Cambria Math" panose="02040503050406030204" pitchFamily="18" charset="0"/>
                          </a:rPr>
                          <m:t>𝑖</m:t>
                        </m:r>
                      </m:e>
                      <m:sub>
                        <m:r>
                          <m:rPr>
                            <m:sty m:val="p"/>
                          </m:rPr>
                          <a:rPr lang="en-US" altLang="zh-CN" sz="2800">
                            <a:solidFill>
                              <a:srgbClr val="0000FF"/>
                            </a:solidFill>
                            <a:latin typeface="Cambria Math" panose="02040503050406030204" pitchFamily="18" charset="0"/>
                          </a:rPr>
                          <m:t>c</m:t>
                        </m:r>
                      </m:sub>
                    </m:sSub>
                    <m:r>
                      <a:rPr lang="en-US" altLang="zh-CN" sz="2800" i="1">
                        <a:solidFill>
                          <a:srgbClr val="0000FF"/>
                        </a:solidFill>
                        <a:latin typeface="Cambria Math" panose="02040503050406030204" pitchFamily="18" charset="0"/>
                      </a:rPr>
                      <m:t>+</m:t>
                    </m:r>
                    <m:sSub>
                      <m:sSubPr>
                        <m:ctrlPr>
                          <a:rPr lang="en-US" altLang="zh-CN" sz="2800" i="1">
                            <a:solidFill>
                              <a:srgbClr val="0000FF"/>
                            </a:solidFill>
                            <a:latin typeface="Cambria Math" panose="02040503050406030204" pitchFamily="18" charset="0"/>
                          </a:rPr>
                        </m:ctrlPr>
                      </m:sSubPr>
                      <m:e>
                        <m:r>
                          <a:rPr lang="en-US" altLang="zh-CN" sz="2800" i="1">
                            <a:solidFill>
                              <a:srgbClr val="0000FF"/>
                            </a:solidFill>
                            <a:latin typeface="Cambria Math" panose="02040503050406030204" pitchFamily="18" charset="0"/>
                          </a:rPr>
                          <m:t>𝑖</m:t>
                        </m:r>
                      </m:e>
                      <m:sub>
                        <m:r>
                          <m:rPr>
                            <m:sty m:val="p"/>
                          </m:rPr>
                          <a:rPr lang="en-US" altLang="zh-CN" sz="2800">
                            <a:solidFill>
                              <a:srgbClr val="0000FF"/>
                            </a:solidFill>
                            <a:latin typeface="Cambria Math" panose="02040503050406030204" pitchFamily="18" charset="0"/>
                          </a:rPr>
                          <m:t>b</m:t>
                        </m:r>
                      </m:sub>
                    </m:sSub>
                    <m:r>
                      <a:rPr lang="en-US" altLang="zh-CN" sz="2800" i="1">
                        <a:solidFill>
                          <a:srgbClr val="0000FF"/>
                        </a:solidFill>
                        <a:latin typeface="Cambria Math" panose="02040503050406030204" pitchFamily="18" charset="0"/>
                      </a:rPr>
                      <m:t>=(1+</m:t>
                    </m:r>
                    <m:r>
                      <a:rPr lang="zh-CN" altLang="en-US" sz="2800" i="1">
                        <a:solidFill>
                          <a:srgbClr val="0000FF"/>
                        </a:solidFill>
                        <a:latin typeface="Cambria Math" panose="02040503050406030204" pitchFamily="18" charset="0"/>
                      </a:rPr>
                      <m:t>𝛽</m:t>
                    </m:r>
                    <m:r>
                      <a:rPr lang="en-US" altLang="zh-CN" sz="2800" i="1">
                        <a:solidFill>
                          <a:srgbClr val="0000FF"/>
                        </a:solidFill>
                        <a:latin typeface="Cambria Math" panose="02040503050406030204" pitchFamily="18" charset="0"/>
                      </a:rPr>
                      <m:t>)</m:t>
                    </m:r>
                    <m:sSub>
                      <m:sSubPr>
                        <m:ctrlPr>
                          <a:rPr lang="en-US" altLang="zh-CN" sz="2800" i="1">
                            <a:solidFill>
                              <a:srgbClr val="0000FF"/>
                            </a:solidFill>
                            <a:latin typeface="Cambria Math" panose="02040503050406030204" pitchFamily="18" charset="0"/>
                          </a:rPr>
                        </m:ctrlPr>
                      </m:sSubPr>
                      <m:e>
                        <m:r>
                          <a:rPr lang="en-US" altLang="zh-CN" sz="2800" i="1">
                            <a:solidFill>
                              <a:srgbClr val="0000FF"/>
                            </a:solidFill>
                            <a:latin typeface="Cambria Math" panose="02040503050406030204" pitchFamily="18" charset="0"/>
                          </a:rPr>
                          <m:t>𝑖</m:t>
                        </m:r>
                      </m:e>
                      <m:sub>
                        <m:r>
                          <m:rPr>
                            <m:sty m:val="p"/>
                          </m:rPr>
                          <a:rPr lang="en-US" altLang="zh-CN" sz="2800">
                            <a:solidFill>
                              <a:srgbClr val="0000FF"/>
                            </a:solidFill>
                            <a:latin typeface="Cambria Math" panose="02040503050406030204" pitchFamily="18" charset="0"/>
                          </a:rPr>
                          <m:t>b</m:t>
                        </m:r>
                      </m:sub>
                    </m:sSub>
                  </m:oMath>
                </a14:m>
                <a:endParaRPr lang="zh-CN" altLang="en-US" sz="2800" dirty="0">
                  <a:solidFill>
                    <a:srgbClr val="0000FF"/>
                  </a:solidFill>
                  <a:latin typeface="微软雅黑" panose="020B0503020204020204" pitchFamily="34" charset="-122"/>
                  <a:ea typeface="微软雅黑" panose="020B0503020204020204" pitchFamily="34" charset="-122"/>
                </a:endParaRPr>
              </a:p>
            </p:txBody>
          </p:sp>
        </mc:Choice>
        <mc:Fallback>
          <p:sp>
            <p:nvSpPr>
              <p:cNvPr id="213" name="文本框 212">
                <a:extLst>
                  <a:ext uri="{FF2B5EF4-FFF2-40B4-BE49-F238E27FC236}">
                    <a16:creationId xmlns:a16="http://schemas.microsoft.com/office/drawing/2014/main" id="{A74121FA-AB04-D77A-23DF-E04503288DB2}"/>
                  </a:ext>
                </a:extLst>
              </p:cNvPr>
              <p:cNvSpPr txBox="1">
                <a:spLocks noRot="1" noChangeAspect="1" noMove="1" noResize="1" noEditPoints="1" noAdjustHandles="1" noChangeArrowheads="1" noChangeShapeType="1" noTextEdit="1"/>
              </p:cNvSpPr>
              <p:nvPr/>
            </p:nvSpPr>
            <p:spPr>
              <a:xfrm>
                <a:off x="5580000" y="5940000"/>
                <a:ext cx="5700875" cy="430887"/>
              </a:xfrm>
              <a:prstGeom prst="rect">
                <a:avLst/>
              </a:prstGeom>
              <a:blipFill>
                <a:blip r:embed="rId4"/>
                <a:stretch>
                  <a:fillRect t="-25352" b="-492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4" name="文本框 213">
                <a:extLst>
                  <a:ext uri="{FF2B5EF4-FFF2-40B4-BE49-F238E27FC236}">
                    <a16:creationId xmlns:a16="http://schemas.microsoft.com/office/drawing/2014/main" id="{370A39FD-104C-63E8-465E-AB439CF66B03}"/>
                  </a:ext>
                </a:extLst>
              </p:cNvPr>
              <p:cNvSpPr txBox="1"/>
              <p:nvPr/>
            </p:nvSpPr>
            <p:spPr>
              <a:xfrm>
                <a:off x="360001" y="5760000"/>
                <a:ext cx="4445999" cy="900000"/>
              </a:xfrm>
              <a:prstGeom prst="rect">
                <a:avLst/>
              </a:prstGeom>
              <a:noFill/>
            </p:spPr>
            <p:txBody>
              <a:bodyPr wrap="square" lIns="0" tIns="0" rIns="0" bIns="0" rtlCol="0">
                <a:spAutoFit/>
              </a:bodyPr>
              <a:lstStyle/>
              <a:p>
                <a:pPr>
                  <a:spcAft>
                    <a:spcPts val="600"/>
                  </a:spcAft>
                </a:pPr>
                <a14:m>
                  <m:oMathPara xmlns:m="http://schemas.openxmlformats.org/officeDocument/2006/math">
                    <m:oMathParaPr>
                      <m:jc m:val="left"/>
                    </m:oMathParaPr>
                    <m:oMath xmlns:m="http://schemas.openxmlformats.org/officeDocument/2006/math">
                      <m:sSub>
                        <m:sSubPr>
                          <m:ctrlPr>
                            <a:rPr lang="en-US" altLang="zh-CN" sz="2400" i="1" smtClean="0">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𝑟</m:t>
                          </m:r>
                        </m:e>
                        <m:sub>
                          <m:r>
                            <m:rPr>
                              <m:sty m:val="p"/>
                            </m:rPr>
                            <a:rPr lang="en-US" altLang="zh-CN" sz="2400">
                              <a:solidFill>
                                <a:srgbClr val="0000FF"/>
                              </a:solidFill>
                              <a:latin typeface="Cambria Math" panose="02040503050406030204" pitchFamily="18" charset="0"/>
                            </a:rPr>
                            <m:t>be</m:t>
                          </m:r>
                        </m:sub>
                      </m:sSub>
                      <m:r>
                        <a:rPr lang="en-US" altLang="zh-CN" sz="2400" i="1">
                          <a:solidFill>
                            <a:srgbClr val="0000FF"/>
                          </a:solidFill>
                          <a:latin typeface="Cambria Math" panose="02040503050406030204" pitchFamily="18" charset="0"/>
                          <a:ea typeface="Cambria Math" panose="02040503050406030204" pitchFamily="18" charset="0"/>
                        </a:rPr>
                        <m:t>≈200 </m:t>
                      </m:r>
                      <m:r>
                        <m:rPr>
                          <m:sty m:val="p"/>
                        </m:rPr>
                        <a:rPr lang="el-GR" altLang="zh-CN" sz="2400" i="1">
                          <a:solidFill>
                            <a:srgbClr val="0000FF"/>
                          </a:solidFill>
                          <a:latin typeface="Cambria Math" panose="02040503050406030204" pitchFamily="18" charset="0"/>
                          <a:ea typeface="Cambria Math" panose="02040503050406030204" pitchFamily="18" charset="0"/>
                        </a:rPr>
                        <m:t>Ω</m:t>
                      </m:r>
                      <m:r>
                        <a:rPr lang="en-US" altLang="zh-CN" sz="2400" i="1">
                          <a:solidFill>
                            <a:srgbClr val="0000FF"/>
                          </a:solidFill>
                          <a:latin typeface="Cambria Math" panose="02040503050406030204" pitchFamily="18" charset="0"/>
                          <a:ea typeface="Cambria Math" panose="02040503050406030204" pitchFamily="18" charset="0"/>
                        </a:rPr>
                        <m:t>+(1+</m:t>
                      </m:r>
                      <m:r>
                        <a:rPr lang="zh-CN" altLang="en-US" sz="2400" i="1">
                          <a:solidFill>
                            <a:srgbClr val="0000FF"/>
                          </a:solidFill>
                          <a:latin typeface="Cambria Math" panose="02040503050406030204" pitchFamily="18" charset="0"/>
                        </a:rPr>
                        <m:t>𝛽</m:t>
                      </m:r>
                      <m:r>
                        <a:rPr lang="en-US" altLang="zh-CN" sz="2400" i="1">
                          <a:solidFill>
                            <a:srgbClr val="0000FF"/>
                          </a:solidFill>
                          <a:latin typeface="Cambria Math" panose="02040503050406030204" pitchFamily="18" charset="0"/>
                          <a:ea typeface="Cambria Math" panose="02040503050406030204" pitchFamily="18" charset="0"/>
                        </a:rPr>
                        <m:t>)</m:t>
                      </m:r>
                      <m:f>
                        <m:fPr>
                          <m:ctrlPr>
                            <a:rPr lang="en-US" altLang="zh-CN" sz="2400" i="1">
                              <a:solidFill>
                                <a:srgbClr val="0000FF"/>
                              </a:solidFill>
                              <a:latin typeface="Cambria Math" panose="02040503050406030204" pitchFamily="18" charset="0"/>
                              <a:ea typeface="Cambria Math" panose="02040503050406030204" pitchFamily="18" charset="0"/>
                            </a:rPr>
                          </m:ctrlPr>
                        </m:fPr>
                        <m:num>
                          <m:r>
                            <a:rPr lang="en-US" altLang="zh-CN" sz="2400" i="1">
                              <a:solidFill>
                                <a:srgbClr val="0000FF"/>
                              </a:solidFill>
                              <a:latin typeface="Cambria Math" panose="02040503050406030204" pitchFamily="18" charset="0"/>
                              <a:ea typeface="Cambria Math" panose="02040503050406030204" pitchFamily="18" charset="0"/>
                            </a:rPr>
                            <m:t>26 </m:t>
                          </m:r>
                          <m:r>
                            <m:rPr>
                              <m:sty m:val="p"/>
                            </m:rPr>
                            <a:rPr lang="en-US" altLang="zh-CN" sz="2400">
                              <a:solidFill>
                                <a:srgbClr val="0000FF"/>
                              </a:solidFill>
                              <a:latin typeface="Cambria Math" panose="02040503050406030204" pitchFamily="18" charset="0"/>
                              <a:ea typeface="Cambria Math" panose="02040503050406030204" pitchFamily="18" charset="0"/>
                            </a:rPr>
                            <m:t>mV</m:t>
                          </m:r>
                        </m:num>
                        <m:den>
                          <m:sSub>
                            <m:sSubPr>
                              <m:ctrlPr>
                                <a:rPr lang="en-US" altLang="zh-CN" sz="2400" i="1">
                                  <a:solidFill>
                                    <a:srgbClr val="0000FF"/>
                                  </a:solidFill>
                                  <a:latin typeface="Cambria Math" panose="02040503050406030204" pitchFamily="18" charset="0"/>
                                  <a:ea typeface="Cambria Math" panose="02040503050406030204" pitchFamily="18" charset="0"/>
                                </a:rPr>
                              </m:ctrlPr>
                            </m:sSubPr>
                            <m:e>
                              <m:r>
                                <a:rPr lang="en-US" altLang="zh-CN" sz="2400" i="1">
                                  <a:solidFill>
                                    <a:srgbClr val="0000FF"/>
                                  </a:solidFill>
                                  <a:latin typeface="Cambria Math" panose="02040503050406030204" pitchFamily="18" charset="0"/>
                                  <a:ea typeface="Cambria Math" panose="02040503050406030204" pitchFamily="18" charset="0"/>
                                </a:rPr>
                                <m:t>𝐼</m:t>
                              </m:r>
                            </m:e>
                            <m:sub>
                              <m:r>
                                <m:rPr>
                                  <m:sty m:val="p"/>
                                </m:rPr>
                                <a:rPr lang="en-US" altLang="zh-CN" sz="2400">
                                  <a:solidFill>
                                    <a:srgbClr val="0000FF"/>
                                  </a:solidFill>
                                  <a:latin typeface="Cambria Math" panose="02040503050406030204" pitchFamily="18" charset="0"/>
                                  <a:ea typeface="Cambria Math" panose="02040503050406030204" pitchFamily="18" charset="0"/>
                                </a:rPr>
                                <m:t>EQ</m:t>
                              </m:r>
                            </m:sub>
                          </m:sSub>
                        </m:den>
                      </m:f>
                    </m:oMath>
                  </m:oMathPara>
                </a14:m>
                <a:endParaRPr lang="en-US" altLang="zh-CN" sz="2400" i="1" dirty="0">
                  <a:solidFill>
                    <a:schemeClr val="accent5">
                      <a:lumMod val="75000"/>
                    </a:schemeClr>
                  </a:solidFill>
                  <a:latin typeface="Cambria Math" panose="02040503050406030204" pitchFamily="18" charset="0"/>
                </a:endParaRPr>
              </a:p>
            </p:txBody>
          </p:sp>
        </mc:Choice>
        <mc:Fallback xmlns="">
          <p:sp>
            <p:nvSpPr>
              <p:cNvPr id="214" name="文本框 213">
                <a:extLst>
                  <a:ext uri="{FF2B5EF4-FFF2-40B4-BE49-F238E27FC236}">
                    <a16:creationId xmlns:a16="http://schemas.microsoft.com/office/drawing/2014/main" id="{370A39FD-104C-63E8-465E-AB439CF66B03}"/>
                  </a:ext>
                </a:extLst>
              </p:cNvPr>
              <p:cNvSpPr txBox="1">
                <a:spLocks noRot="1" noChangeAspect="1" noMove="1" noResize="1" noEditPoints="1" noAdjustHandles="1" noChangeArrowheads="1" noChangeShapeType="1" noTextEdit="1"/>
              </p:cNvSpPr>
              <p:nvPr/>
            </p:nvSpPr>
            <p:spPr>
              <a:xfrm>
                <a:off x="360001" y="5760000"/>
                <a:ext cx="4445999" cy="900000"/>
              </a:xfrm>
              <a:prstGeom prst="rect">
                <a:avLst/>
              </a:prstGeom>
              <a:blipFill>
                <a:blip r:embed="rId5"/>
                <a:stretch>
                  <a:fillRect/>
                </a:stretch>
              </a:blipFill>
            </p:spPr>
            <p:txBody>
              <a:bodyPr/>
              <a:lstStyle/>
              <a:p>
                <a:r>
                  <a:rPr lang="zh-CN" altLang="en-US">
                    <a:noFill/>
                  </a:rPr>
                  <a:t> </a:t>
                </a:r>
              </a:p>
            </p:txBody>
          </p:sp>
        </mc:Fallback>
      </mc:AlternateContent>
      <p:grpSp>
        <p:nvGrpSpPr>
          <p:cNvPr id="237" name="组合 236">
            <a:extLst>
              <a:ext uri="{FF2B5EF4-FFF2-40B4-BE49-F238E27FC236}">
                <a16:creationId xmlns:a16="http://schemas.microsoft.com/office/drawing/2014/main" id="{C607FBFE-1A2D-786F-4450-5F3EF5C23C30}"/>
              </a:ext>
            </a:extLst>
          </p:cNvPr>
          <p:cNvGrpSpPr/>
          <p:nvPr/>
        </p:nvGrpSpPr>
        <p:grpSpPr>
          <a:xfrm>
            <a:off x="5760000" y="2772000"/>
            <a:ext cx="4248000" cy="2862000"/>
            <a:chOff x="3996000" y="1566000"/>
            <a:chExt cx="4248000" cy="2862000"/>
          </a:xfrm>
        </p:grpSpPr>
        <p:cxnSp>
          <p:nvCxnSpPr>
            <p:cNvPr id="238" name="直接连接符 237">
              <a:extLst>
                <a:ext uri="{FF2B5EF4-FFF2-40B4-BE49-F238E27FC236}">
                  <a16:creationId xmlns:a16="http://schemas.microsoft.com/office/drawing/2014/main" id="{A4010F1D-1BBC-D8AF-4128-664EB6E2CF2F}"/>
                </a:ext>
              </a:extLst>
            </p:cNvPr>
            <p:cNvCxnSpPr>
              <a:cxnSpLocks/>
            </p:cNvCxnSpPr>
            <p:nvPr/>
          </p:nvCxnSpPr>
          <p:spPr>
            <a:xfrm>
              <a:off x="4320000" y="2160000"/>
              <a:ext cx="108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39" name="椭圆 238">
              <a:extLst>
                <a:ext uri="{FF2B5EF4-FFF2-40B4-BE49-F238E27FC236}">
                  <a16:creationId xmlns:a16="http://schemas.microsoft.com/office/drawing/2014/main" id="{AEC992B7-6E2B-6813-2F80-A4E4DB1CBCCA}"/>
                </a:ext>
              </a:extLst>
            </p:cNvPr>
            <p:cNvSpPr/>
            <p:nvPr/>
          </p:nvSpPr>
          <p:spPr>
            <a:xfrm>
              <a:off x="4320000" y="2106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240" name="直接连接符 239">
              <a:extLst>
                <a:ext uri="{FF2B5EF4-FFF2-40B4-BE49-F238E27FC236}">
                  <a16:creationId xmlns:a16="http://schemas.microsoft.com/office/drawing/2014/main" id="{E614D236-8BA0-D281-0CEE-D068FB17DEB3}"/>
                </a:ext>
              </a:extLst>
            </p:cNvPr>
            <p:cNvCxnSpPr>
              <a:cxnSpLocks/>
            </p:cNvCxnSpPr>
            <p:nvPr/>
          </p:nvCxnSpPr>
          <p:spPr>
            <a:xfrm flipV="1">
              <a:off x="4320000" y="4032000"/>
              <a:ext cx="3528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60B1385A-149D-EEC4-61A7-F803EFDE32C2}"/>
                </a:ext>
              </a:extLst>
            </p:cNvPr>
            <p:cNvCxnSpPr>
              <a:cxnSpLocks/>
            </p:cNvCxnSpPr>
            <p:nvPr/>
          </p:nvCxnSpPr>
          <p:spPr>
            <a:xfrm>
              <a:off x="5400000" y="2160000"/>
              <a:ext cx="0" cy="187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2" name="矩形 241">
              <a:extLst>
                <a:ext uri="{FF2B5EF4-FFF2-40B4-BE49-F238E27FC236}">
                  <a16:creationId xmlns:a16="http://schemas.microsoft.com/office/drawing/2014/main" id="{3CA86FC8-A6B1-F230-AD02-21440A360015}"/>
                </a:ext>
              </a:extLst>
            </p:cNvPr>
            <p:cNvSpPr/>
            <p:nvPr/>
          </p:nvSpPr>
          <p:spPr>
            <a:xfrm>
              <a:off x="5310000" y="2736000"/>
              <a:ext cx="180000" cy="72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43" name="直接连接符 242">
              <a:extLst>
                <a:ext uri="{FF2B5EF4-FFF2-40B4-BE49-F238E27FC236}">
                  <a16:creationId xmlns:a16="http://schemas.microsoft.com/office/drawing/2014/main" id="{CF2CC75D-1756-B504-0B08-9327D62C532A}"/>
                </a:ext>
              </a:extLst>
            </p:cNvPr>
            <p:cNvCxnSpPr>
              <a:cxnSpLocks/>
            </p:cNvCxnSpPr>
            <p:nvPr/>
          </p:nvCxnSpPr>
          <p:spPr>
            <a:xfrm flipH="1">
              <a:off x="6408000" y="2160000"/>
              <a:ext cx="144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直接连接符 243">
              <a:extLst>
                <a:ext uri="{FF2B5EF4-FFF2-40B4-BE49-F238E27FC236}">
                  <a16:creationId xmlns:a16="http://schemas.microsoft.com/office/drawing/2014/main" id="{C6A29365-4767-62F3-ADF2-A8C64FAC8266}"/>
                </a:ext>
              </a:extLst>
            </p:cNvPr>
            <p:cNvCxnSpPr>
              <a:cxnSpLocks/>
            </p:cNvCxnSpPr>
            <p:nvPr/>
          </p:nvCxnSpPr>
          <p:spPr>
            <a:xfrm flipH="1">
              <a:off x="6408000" y="2160000"/>
              <a:ext cx="0" cy="187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5" name="椭圆 244">
              <a:extLst>
                <a:ext uri="{FF2B5EF4-FFF2-40B4-BE49-F238E27FC236}">
                  <a16:creationId xmlns:a16="http://schemas.microsoft.com/office/drawing/2014/main" id="{6BA6F086-3D0F-B125-1E01-2352C2E0DE62}"/>
                </a:ext>
              </a:extLst>
            </p:cNvPr>
            <p:cNvSpPr/>
            <p:nvPr/>
          </p:nvSpPr>
          <p:spPr>
            <a:xfrm>
              <a:off x="7812000" y="3978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246" name="菱形 245">
              <a:extLst>
                <a:ext uri="{FF2B5EF4-FFF2-40B4-BE49-F238E27FC236}">
                  <a16:creationId xmlns:a16="http://schemas.microsoft.com/office/drawing/2014/main" id="{4740402C-9380-F086-08CD-0CE670DDB203}"/>
                </a:ext>
              </a:extLst>
            </p:cNvPr>
            <p:cNvSpPr/>
            <p:nvPr/>
          </p:nvSpPr>
          <p:spPr>
            <a:xfrm>
              <a:off x="6120000" y="2699033"/>
              <a:ext cx="576000" cy="792000"/>
            </a:xfrm>
            <a:prstGeom prst="diamond">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7" name="直接连接符 246">
              <a:extLst>
                <a:ext uri="{FF2B5EF4-FFF2-40B4-BE49-F238E27FC236}">
                  <a16:creationId xmlns:a16="http://schemas.microsoft.com/office/drawing/2014/main" id="{1473777D-07E1-F075-5E71-E5C12CB46D7B}"/>
                </a:ext>
              </a:extLst>
            </p:cNvPr>
            <p:cNvCxnSpPr>
              <a:cxnSpLocks/>
              <a:stCxn id="246" idx="3"/>
              <a:endCxn id="246" idx="1"/>
            </p:cNvCxnSpPr>
            <p:nvPr/>
          </p:nvCxnSpPr>
          <p:spPr>
            <a:xfrm flipH="1">
              <a:off x="6120000" y="3095033"/>
              <a:ext cx="57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8" name="椭圆 247">
              <a:extLst>
                <a:ext uri="{FF2B5EF4-FFF2-40B4-BE49-F238E27FC236}">
                  <a16:creationId xmlns:a16="http://schemas.microsoft.com/office/drawing/2014/main" id="{058491BD-0F79-1DC9-AC53-DE88966CDDDD}"/>
                </a:ext>
              </a:extLst>
            </p:cNvPr>
            <p:cNvSpPr/>
            <p:nvPr/>
          </p:nvSpPr>
          <p:spPr>
            <a:xfrm>
              <a:off x="5346000" y="3978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249" name="椭圆 248">
              <a:extLst>
                <a:ext uri="{FF2B5EF4-FFF2-40B4-BE49-F238E27FC236}">
                  <a16:creationId xmlns:a16="http://schemas.microsoft.com/office/drawing/2014/main" id="{E10715CA-20F4-8E3F-57E6-9078D7D8239E}"/>
                </a:ext>
              </a:extLst>
            </p:cNvPr>
            <p:cNvSpPr/>
            <p:nvPr/>
          </p:nvSpPr>
          <p:spPr>
            <a:xfrm>
              <a:off x="6354000" y="3978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250" name="文本框 249">
                  <a:extLst>
                    <a:ext uri="{FF2B5EF4-FFF2-40B4-BE49-F238E27FC236}">
                      <a16:creationId xmlns:a16="http://schemas.microsoft.com/office/drawing/2014/main" id="{2EAE9275-33D5-A53D-ECAF-22C0C70EFE9A}"/>
                    </a:ext>
                  </a:extLst>
                </p:cNvPr>
                <p:cNvSpPr txBox="1"/>
                <p:nvPr/>
              </p:nvSpPr>
              <p:spPr>
                <a:xfrm>
                  <a:off x="4680000" y="1566000"/>
                  <a:ext cx="360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𝑖</m:t>
                            </m:r>
                          </m:e>
                          <m:sub>
                            <m:r>
                              <m:rPr>
                                <m:sty m:val="p"/>
                              </m:rPr>
                              <a:rPr lang="en-US" altLang="zh-CN" sz="2400" i="1">
                                <a:solidFill>
                                  <a:schemeClr val="accent5">
                                    <a:lumMod val="75000"/>
                                  </a:schemeClr>
                                </a:solidFill>
                                <a:latin typeface="Cambria Math" panose="02040503050406030204" pitchFamily="18" charset="0"/>
                              </a:rPr>
                              <m:t>b</m:t>
                            </m:r>
                          </m:sub>
                        </m:sSub>
                      </m:oMath>
                    </m:oMathPara>
                  </a14:m>
                  <a:endParaRPr lang="zh-CN" altLang="en-US" sz="2400" dirty="0">
                    <a:solidFill>
                      <a:schemeClr val="accent5">
                        <a:lumMod val="75000"/>
                      </a:schemeClr>
                    </a:solidFill>
                  </a:endParaRPr>
                </a:p>
              </p:txBody>
            </p:sp>
          </mc:Choice>
          <mc:Fallback xmlns="">
            <p:sp>
              <p:nvSpPr>
                <p:cNvPr id="250" name="文本框 249">
                  <a:extLst>
                    <a:ext uri="{FF2B5EF4-FFF2-40B4-BE49-F238E27FC236}">
                      <a16:creationId xmlns:a16="http://schemas.microsoft.com/office/drawing/2014/main" id="{2EAE9275-33D5-A53D-ECAF-22C0C70EFE9A}"/>
                    </a:ext>
                  </a:extLst>
                </p:cNvPr>
                <p:cNvSpPr txBox="1">
                  <a:spLocks noRot="1" noChangeAspect="1" noMove="1" noResize="1" noEditPoints="1" noAdjustHandles="1" noChangeArrowheads="1" noChangeShapeType="1" noTextEdit="1"/>
                </p:cNvSpPr>
                <p:nvPr/>
              </p:nvSpPr>
              <p:spPr>
                <a:xfrm>
                  <a:off x="4680000" y="1566000"/>
                  <a:ext cx="360000" cy="396000"/>
                </a:xfrm>
                <a:prstGeom prst="rect">
                  <a:avLst/>
                </a:prstGeom>
                <a:blipFill>
                  <a:blip r:embed="rId6"/>
                  <a:stretch>
                    <a:fillRect l="-13559" r="-5085" b="-7692"/>
                  </a:stretch>
                </a:blipFill>
              </p:spPr>
              <p:txBody>
                <a:bodyPr/>
                <a:lstStyle/>
                <a:p>
                  <a:r>
                    <a:rPr lang="zh-CN" altLang="en-US">
                      <a:noFill/>
                    </a:rPr>
                    <a:t> </a:t>
                  </a:r>
                </a:p>
              </p:txBody>
            </p:sp>
          </mc:Fallback>
        </mc:AlternateContent>
        <p:cxnSp>
          <p:nvCxnSpPr>
            <p:cNvPr id="251" name="直接箭头连接符 250">
              <a:extLst>
                <a:ext uri="{FF2B5EF4-FFF2-40B4-BE49-F238E27FC236}">
                  <a16:creationId xmlns:a16="http://schemas.microsoft.com/office/drawing/2014/main" id="{1129A8F7-6A63-952E-DAA1-989AC21C0755}"/>
                </a:ext>
              </a:extLst>
            </p:cNvPr>
            <p:cNvCxnSpPr>
              <a:cxnSpLocks/>
            </p:cNvCxnSpPr>
            <p:nvPr/>
          </p:nvCxnSpPr>
          <p:spPr>
            <a:xfrm>
              <a:off x="4680000" y="2016000"/>
              <a:ext cx="432000" cy="0"/>
            </a:xfrm>
            <a:prstGeom prst="straightConnector1">
              <a:avLst/>
            </a:prstGeom>
            <a:ln w="19050">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52" name="直接箭头连接符 251">
              <a:extLst>
                <a:ext uri="{FF2B5EF4-FFF2-40B4-BE49-F238E27FC236}">
                  <a16:creationId xmlns:a16="http://schemas.microsoft.com/office/drawing/2014/main" id="{1383503B-F550-AA97-F6C8-069F8F3FA969}"/>
                </a:ext>
              </a:extLst>
            </p:cNvPr>
            <p:cNvCxnSpPr>
              <a:cxnSpLocks/>
            </p:cNvCxnSpPr>
            <p:nvPr/>
          </p:nvCxnSpPr>
          <p:spPr>
            <a:xfrm flipH="1">
              <a:off x="6696000" y="2016000"/>
              <a:ext cx="432000" cy="0"/>
            </a:xfrm>
            <a:prstGeom prst="straightConnector1">
              <a:avLst/>
            </a:prstGeom>
            <a:ln w="19050">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3" name="文本框 252">
                  <a:extLst>
                    <a:ext uri="{FF2B5EF4-FFF2-40B4-BE49-F238E27FC236}">
                      <a16:creationId xmlns:a16="http://schemas.microsoft.com/office/drawing/2014/main" id="{09BEDE6D-3423-406A-6AF7-3CF122CBFABF}"/>
                    </a:ext>
                  </a:extLst>
                </p:cNvPr>
                <p:cNvSpPr txBox="1"/>
                <p:nvPr/>
              </p:nvSpPr>
              <p:spPr>
                <a:xfrm>
                  <a:off x="6768000" y="1566000"/>
                  <a:ext cx="360000" cy="396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𝑖</m:t>
                            </m:r>
                          </m:e>
                          <m:sub>
                            <m:r>
                              <m:rPr>
                                <m:sty m:val="p"/>
                              </m:rPr>
                              <a:rPr lang="en-US" altLang="zh-CN" sz="2400" b="0" i="0" smtClean="0">
                                <a:solidFill>
                                  <a:schemeClr val="accent5">
                                    <a:lumMod val="75000"/>
                                  </a:schemeClr>
                                </a:solidFill>
                                <a:latin typeface="Cambria Math" panose="02040503050406030204" pitchFamily="18" charset="0"/>
                              </a:rPr>
                              <m:t>c</m:t>
                            </m:r>
                          </m:sub>
                        </m:sSub>
                      </m:oMath>
                    </m:oMathPara>
                  </a14:m>
                  <a:endParaRPr lang="zh-CN" altLang="en-US" sz="2400" dirty="0">
                    <a:solidFill>
                      <a:schemeClr val="accent5">
                        <a:lumMod val="75000"/>
                      </a:schemeClr>
                    </a:solidFill>
                  </a:endParaRPr>
                </a:p>
              </p:txBody>
            </p:sp>
          </mc:Choice>
          <mc:Fallback xmlns="">
            <p:sp>
              <p:nvSpPr>
                <p:cNvPr id="253" name="文本框 252">
                  <a:extLst>
                    <a:ext uri="{FF2B5EF4-FFF2-40B4-BE49-F238E27FC236}">
                      <a16:creationId xmlns:a16="http://schemas.microsoft.com/office/drawing/2014/main" id="{09BEDE6D-3423-406A-6AF7-3CF122CBFABF}"/>
                    </a:ext>
                  </a:extLst>
                </p:cNvPr>
                <p:cNvSpPr txBox="1">
                  <a:spLocks noRot="1" noChangeAspect="1" noMove="1" noResize="1" noEditPoints="1" noAdjustHandles="1" noChangeArrowheads="1" noChangeShapeType="1" noTextEdit="1"/>
                </p:cNvSpPr>
                <p:nvPr/>
              </p:nvSpPr>
              <p:spPr>
                <a:xfrm>
                  <a:off x="6768000" y="1566000"/>
                  <a:ext cx="360000" cy="396000"/>
                </a:xfrm>
                <a:prstGeom prst="rect">
                  <a:avLst/>
                </a:prstGeom>
                <a:blipFill>
                  <a:blip r:embed="rId7"/>
                  <a:stretch>
                    <a:fillRect l="-11864" b="-1538"/>
                  </a:stretch>
                </a:blipFill>
              </p:spPr>
              <p:txBody>
                <a:bodyPr/>
                <a:lstStyle/>
                <a:p>
                  <a:r>
                    <a:rPr lang="zh-CN" altLang="en-US">
                      <a:noFill/>
                    </a:rPr>
                    <a:t> </a:t>
                  </a:r>
                </a:p>
              </p:txBody>
            </p:sp>
          </mc:Fallback>
        </mc:AlternateContent>
        <p:sp>
          <p:nvSpPr>
            <p:cNvPr id="254" name="文本框 253">
              <a:extLst>
                <a:ext uri="{FF2B5EF4-FFF2-40B4-BE49-F238E27FC236}">
                  <a16:creationId xmlns:a16="http://schemas.microsoft.com/office/drawing/2014/main" id="{E840700B-5560-5CD5-9135-D4313B62E52D}"/>
                </a:ext>
              </a:extLst>
            </p:cNvPr>
            <p:cNvSpPr txBox="1"/>
            <p:nvPr/>
          </p:nvSpPr>
          <p:spPr>
            <a:xfrm>
              <a:off x="6228000" y="3996000"/>
              <a:ext cx="360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e</a:t>
              </a:r>
              <a:endParaRPr lang="zh-CN" altLang="en-US" sz="2400" dirty="0">
                <a:latin typeface="微软雅黑" panose="020B0503020204020204" pitchFamily="34" charset="-122"/>
                <a:ea typeface="微软雅黑" panose="020B0503020204020204" pitchFamily="34" charset="-122"/>
              </a:endParaRPr>
            </a:p>
          </p:txBody>
        </p:sp>
        <p:sp>
          <p:nvSpPr>
            <p:cNvPr id="255" name="文本框 254">
              <a:extLst>
                <a:ext uri="{FF2B5EF4-FFF2-40B4-BE49-F238E27FC236}">
                  <a16:creationId xmlns:a16="http://schemas.microsoft.com/office/drawing/2014/main" id="{502F573E-377E-1204-B868-CB2605739AD0}"/>
                </a:ext>
              </a:extLst>
            </p:cNvPr>
            <p:cNvSpPr txBox="1"/>
            <p:nvPr/>
          </p:nvSpPr>
          <p:spPr>
            <a:xfrm>
              <a:off x="7884000" y="1800000"/>
              <a:ext cx="360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c</a:t>
              </a:r>
              <a:endParaRPr lang="zh-CN" altLang="en-US" sz="2400" dirty="0">
                <a:latin typeface="微软雅黑" panose="020B0503020204020204" pitchFamily="34" charset="-122"/>
                <a:ea typeface="微软雅黑" panose="020B0503020204020204" pitchFamily="34" charset="-122"/>
              </a:endParaRPr>
            </a:p>
          </p:txBody>
        </p:sp>
        <p:sp>
          <p:nvSpPr>
            <p:cNvPr id="256" name="文本框 255">
              <a:extLst>
                <a:ext uri="{FF2B5EF4-FFF2-40B4-BE49-F238E27FC236}">
                  <a16:creationId xmlns:a16="http://schemas.microsoft.com/office/drawing/2014/main" id="{73A4EAD4-8211-E73F-6537-52E6F989EC23}"/>
                </a:ext>
              </a:extLst>
            </p:cNvPr>
            <p:cNvSpPr txBox="1"/>
            <p:nvPr/>
          </p:nvSpPr>
          <p:spPr>
            <a:xfrm>
              <a:off x="3996000" y="1800000"/>
              <a:ext cx="360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b</a:t>
              </a:r>
              <a:endParaRPr lang="zh-CN" altLang="en-US" sz="2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57" name="文本框 256">
                  <a:extLst>
                    <a:ext uri="{FF2B5EF4-FFF2-40B4-BE49-F238E27FC236}">
                      <a16:creationId xmlns:a16="http://schemas.microsoft.com/office/drawing/2014/main" id="{EEF424B1-9720-22EE-22BC-CC4D21E6B516}"/>
                    </a:ext>
                  </a:extLst>
                </p:cNvPr>
                <p:cNvSpPr txBox="1"/>
                <p:nvPr/>
              </p:nvSpPr>
              <p:spPr>
                <a:xfrm>
                  <a:off x="4230000" y="2196000"/>
                  <a:ext cx="28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46" name="文本框 145">
                  <a:extLst>
                    <a:ext uri="{FF2B5EF4-FFF2-40B4-BE49-F238E27FC236}">
                      <a16:creationId xmlns:a16="http://schemas.microsoft.com/office/drawing/2014/main" id="{819BC54C-3510-801A-8021-E81A0208AE02}"/>
                    </a:ext>
                  </a:extLst>
                </p:cNvPr>
                <p:cNvSpPr txBox="1">
                  <a:spLocks noRot="1" noChangeAspect="1" noMove="1" noResize="1" noEditPoints="1" noAdjustHandles="1" noChangeArrowheads="1" noChangeShapeType="1" noTextEdit="1"/>
                </p:cNvSpPr>
                <p:nvPr/>
              </p:nvSpPr>
              <p:spPr>
                <a:xfrm>
                  <a:off x="4230000" y="2196000"/>
                  <a:ext cx="288000" cy="360000"/>
                </a:xfrm>
                <a:prstGeom prst="rect">
                  <a:avLst/>
                </a:prstGeom>
                <a:blipFill>
                  <a:blip r:embed="rId31"/>
                  <a:stretch>
                    <a:fillRect l="-23404" r="-23404"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8" name="文本框 257">
                  <a:extLst>
                    <a:ext uri="{FF2B5EF4-FFF2-40B4-BE49-F238E27FC236}">
                      <a16:creationId xmlns:a16="http://schemas.microsoft.com/office/drawing/2014/main" id="{7BC98CE7-92E5-ECD6-9E88-B3C4B65212AC}"/>
                    </a:ext>
                  </a:extLst>
                </p:cNvPr>
                <p:cNvSpPr txBox="1"/>
                <p:nvPr/>
              </p:nvSpPr>
              <p:spPr>
                <a:xfrm>
                  <a:off x="4122000" y="2952000"/>
                  <a:ext cx="504000" cy="396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𝑣</m:t>
                            </m:r>
                          </m:e>
                          <m:sub>
                            <m:r>
                              <m:rPr>
                                <m:sty m:val="p"/>
                              </m:rPr>
                              <a:rPr lang="en-US" altLang="zh-CN" sz="2400" b="0" i="0" smtClean="0">
                                <a:solidFill>
                                  <a:schemeClr val="accent5">
                                    <a:lumMod val="75000"/>
                                  </a:schemeClr>
                                </a:solidFill>
                                <a:latin typeface="Cambria Math" panose="02040503050406030204" pitchFamily="18" charset="0"/>
                              </a:rPr>
                              <m:t>be</m:t>
                            </m:r>
                          </m:sub>
                        </m:sSub>
                      </m:oMath>
                    </m:oMathPara>
                  </a14:m>
                  <a:endParaRPr lang="zh-CN" altLang="en-US" sz="2400" dirty="0">
                    <a:solidFill>
                      <a:schemeClr val="accent5">
                        <a:lumMod val="75000"/>
                      </a:schemeClr>
                    </a:solidFill>
                  </a:endParaRPr>
                </a:p>
              </p:txBody>
            </p:sp>
          </mc:Choice>
          <mc:Fallback xmlns="">
            <p:sp>
              <p:nvSpPr>
                <p:cNvPr id="148" name="文本框 147">
                  <a:extLst>
                    <a:ext uri="{FF2B5EF4-FFF2-40B4-BE49-F238E27FC236}">
                      <a16:creationId xmlns:a16="http://schemas.microsoft.com/office/drawing/2014/main" id="{3C47B177-3B29-120F-E137-A03856C1FEBC}"/>
                    </a:ext>
                  </a:extLst>
                </p:cNvPr>
                <p:cNvSpPr txBox="1">
                  <a:spLocks noRot="1" noChangeAspect="1" noMove="1" noResize="1" noEditPoints="1" noAdjustHandles="1" noChangeArrowheads="1" noChangeShapeType="1" noTextEdit="1"/>
                </p:cNvSpPr>
                <p:nvPr/>
              </p:nvSpPr>
              <p:spPr>
                <a:xfrm>
                  <a:off x="4122000" y="2952000"/>
                  <a:ext cx="504000" cy="396000"/>
                </a:xfrm>
                <a:prstGeom prst="rect">
                  <a:avLst/>
                </a:prstGeom>
                <a:blipFill>
                  <a:blip r:embed="rId32"/>
                  <a:stretch>
                    <a:fillRect l="-9639" r="-7229" b="-92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9" name="文本框 258">
                  <a:extLst>
                    <a:ext uri="{FF2B5EF4-FFF2-40B4-BE49-F238E27FC236}">
                      <a16:creationId xmlns:a16="http://schemas.microsoft.com/office/drawing/2014/main" id="{57AA3F44-98D4-90A1-FE54-961027A4A56C}"/>
                    </a:ext>
                  </a:extLst>
                </p:cNvPr>
                <p:cNvSpPr txBox="1"/>
                <p:nvPr/>
              </p:nvSpPr>
              <p:spPr>
                <a:xfrm>
                  <a:off x="4230000" y="3672000"/>
                  <a:ext cx="28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49" name="文本框 148">
                  <a:extLst>
                    <a:ext uri="{FF2B5EF4-FFF2-40B4-BE49-F238E27FC236}">
                      <a16:creationId xmlns:a16="http://schemas.microsoft.com/office/drawing/2014/main" id="{5BB6F4A2-55C0-E565-E59C-2DAB130180E7}"/>
                    </a:ext>
                  </a:extLst>
                </p:cNvPr>
                <p:cNvSpPr txBox="1">
                  <a:spLocks noRot="1" noChangeAspect="1" noMove="1" noResize="1" noEditPoints="1" noAdjustHandles="1" noChangeArrowheads="1" noChangeShapeType="1" noTextEdit="1"/>
                </p:cNvSpPr>
                <p:nvPr/>
              </p:nvSpPr>
              <p:spPr>
                <a:xfrm>
                  <a:off x="4230000" y="3672000"/>
                  <a:ext cx="288000" cy="360000"/>
                </a:xfrm>
                <a:prstGeom prst="rect">
                  <a:avLst/>
                </a:prstGeom>
                <a:blipFill>
                  <a:blip r:embed="rId33"/>
                  <a:stretch>
                    <a:fillRect l="-8511" r="-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0" name="文本框 259">
                  <a:extLst>
                    <a:ext uri="{FF2B5EF4-FFF2-40B4-BE49-F238E27FC236}">
                      <a16:creationId xmlns:a16="http://schemas.microsoft.com/office/drawing/2014/main" id="{BD62EF58-B362-5E7B-8EDA-59AB23676458}"/>
                    </a:ext>
                  </a:extLst>
                </p:cNvPr>
                <p:cNvSpPr txBox="1"/>
                <p:nvPr/>
              </p:nvSpPr>
              <p:spPr>
                <a:xfrm>
                  <a:off x="7722000" y="2213368"/>
                  <a:ext cx="28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51" name="文本框 150">
                  <a:extLst>
                    <a:ext uri="{FF2B5EF4-FFF2-40B4-BE49-F238E27FC236}">
                      <a16:creationId xmlns:a16="http://schemas.microsoft.com/office/drawing/2014/main" id="{EF008A9B-1290-D9F0-DA94-3D533F103803}"/>
                    </a:ext>
                  </a:extLst>
                </p:cNvPr>
                <p:cNvSpPr txBox="1">
                  <a:spLocks noRot="1" noChangeAspect="1" noMove="1" noResize="1" noEditPoints="1" noAdjustHandles="1" noChangeArrowheads="1" noChangeShapeType="1" noTextEdit="1"/>
                </p:cNvSpPr>
                <p:nvPr/>
              </p:nvSpPr>
              <p:spPr>
                <a:xfrm>
                  <a:off x="7722000" y="2213368"/>
                  <a:ext cx="288000" cy="360000"/>
                </a:xfrm>
                <a:prstGeom prst="rect">
                  <a:avLst/>
                </a:prstGeom>
                <a:blipFill>
                  <a:blip r:embed="rId34"/>
                  <a:stretch>
                    <a:fillRect l="-23404" r="-23404"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1" name="文本框 260">
                  <a:extLst>
                    <a:ext uri="{FF2B5EF4-FFF2-40B4-BE49-F238E27FC236}">
                      <a16:creationId xmlns:a16="http://schemas.microsoft.com/office/drawing/2014/main" id="{5C41CDB7-9263-F27A-B65F-64372942DFA5}"/>
                    </a:ext>
                  </a:extLst>
                </p:cNvPr>
                <p:cNvSpPr txBox="1"/>
                <p:nvPr/>
              </p:nvSpPr>
              <p:spPr>
                <a:xfrm>
                  <a:off x="7614000" y="2952000"/>
                  <a:ext cx="504000" cy="396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𝑣</m:t>
                            </m:r>
                          </m:e>
                          <m:sub>
                            <m:r>
                              <m:rPr>
                                <m:sty m:val="p"/>
                              </m:rPr>
                              <a:rPr lang="en-US" altLang="zh-CN" sz="2400" b="0" i="0" smtClean="0">
                                <a:solidFill>
                                  <a:schemeClr val="accent5">
                                    <a:lumMod val="75000"/>
                                  </a:schemeClr>
                                </a:solidFill>
                                <a:latin typeface="Cambria Math" panose="02040503050406030204" pitchFamily="18" charset="0"/>
                              </a:rPr>
                              <m:t>ce</m:t>
                            </m:r>
                          </m:sub>
                        </m:sSub>
                      </m:oMath>
                    </m:oMathPara>
                  </a14:m>
                  <a:endParaRPr lang="zh-CN" altLang="en-US" sz="2400" dirty="0">
                    <a:solidFill>
                      <a:schemeClr val="accent5">
                        <a:lumMod val="75000"/>
                      </a:schemeClr>
                    </a:solidFill>
                  </a:endParaRPr>
                </a:p>
              </p:txBody>
            </p:sp>
          </mc:Choice>
          <mc:Fallback xmlns="">
            <p:sp>
              <p:nvSpPr>
                <p:cNvPr id="152" name="文本框 151">
                  <a:extLst>
                    <a:ext uri="{FF2B5EF4-FFF2-40B4-BE49-F238E27FC236}">
                      <a16:creationId xmlns:a16="http://schemas.microsoft.com/office/drawing/2014/main" id="{673A9B29-CA8C-0857-263C-6D7D8C7EC8E5}"/>
                    </a:ext>
                  </a:extLst>
                </p:cNvPr>
                <p:cNvSpPr txBox="1">
                  <a:spLocks noRot="1" noChangeAspect="1" noMove="1" noResize="1" noEditPoints="1" noAdjustHandles="1" noChangeArrowheads="1" noChangeShapeType="1" noTextEdit="1"/>
                </p:cNvSpPr>
                <p:nvPr/>
              </p:nvSpPr>
              <p:spPr>
                <a:xfrm>
                  <a:off x="7614000" y="2952000"/>
                  <a:ext cx="504000" cy="396000"/>
                </a:xfrm>
                <a:prstGeom prst="rect">
                  <a:avLst/>
                </a:prstGeom>
                <a:blipFill>
                  <a:blip r:embed="rId35"/>
                  <a:stretch>
                    <a:fillRect l="-4819" b="-30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2" name="文本框 261">
                  <a:extLst>
                    <a:ext uri="{FF2B5EF4-FFF2-40B4-BE49-F238E27FC236}">
                      <a16:creationId xmlns:a16="http://schemas.microsoft.com/office/drawing/2014/main" id="{BDB20396-AF8D-7894-047D-87C5D3273154}"/>
                    </a:ext>
                  </a:extLst>
                </p:cNvPr>
                <p:cNvSpPr txBox="1"/>
                <p:nvPr/>
              </p:nvSpPr>
              <p:spPr>
                <a:xfrm>
                  <a:off x="7722000" y="3672000"/>
                  <a:ext cx="288000" cy="360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53" name="文本框 152">
                  <a:extLst>
                    <a:ext uri="{FF2B5EF4-FFF2-40B4-BE49-F238E27FC236}">
                      <a16:creationId xmlns:a16="http://schemas.microsoft.com/office/drawing/2014/main" id="{CD8E5178-C6E7-7DC3-F282-B4750317E8CA}"/>
                    </a:ext>
                  </a:extLst>
                </p:cNvPr>
                <p:cNvSpPr txBox="1">
                  <a:spLocks noRot="1" noChangeAspect="1" noMove="1" noResize="1" noEditPoints="1" noAdjustHandles="1" noChangeArrowheads="1" noChangeShapeType="1" noTextEdit="1"/>
                </p:cNvSpPr>
                <p:nvPr/>
              </p:nvSpPr>
              <p:spPr>
                <a:xfrm>
                  <a:off x="7722000" y="3672000"/>
                  <a:ext cx="288000" cy="360000"/>
                </a:xfrm>
                <a:prstGeom prst="rect">
                  <a:avLst/>
                </a:prstGeom>
                <a:blipFill>
                  <a:blip r:embed="rId36"/>
                  <a:stretch>
                    <a:fillRect l="-8511" r="-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3" name="文本框 262">
                  <a:extLst>
                    <a:ext uri="{FF2B5EF4-FFF2-40B4-BE49-F238E27FC236}">
                      <a16:creationId xmlns:a16="http://schemas.microsoft.com/office/drawing/2014/main" id="{BB125E97-E050-3FDA-B988-922A10490EEF}"/>
                    </a:ext>
                  </a:extLst>
                </p:cNvPr>
                <p:cNvSpPr txBox="1"/>
                <p:nvPr/>
              </p:nvSpPr>
              <p:spPr>
                <a:xfrm>
                  <a:off x="4824000" y="2880000"/>
                  <a:ext cx="504000" cy="396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rgbClr val="0000FF"/>
                                </a:solidFill>
                                <a:latin typeface="Cambria Math" panose="02040503050406030204" pitchFamily="18" charset="0"/>
                              </a:rPr>
                            </m:ctrlPr>
                          </m:sSubPr>
                          <m:e>
                            <m:r>
                              <a:rPr lang="en-US" altLang="zh-CN" sz="2400" b="0" i="1" smtClean="0">
                                <a:solidFill>
                                  <a:srgbClr val="0000FF"/>
                                </a:solidFill>
                                <a:latin typeface="Cambria Math" panose="02040503050406030204" pitchFamily="18" charset="0"/>
                              </a:rPr>
                              <m:t>𝑟</m:t>
                            </m:r>
                          </m:e>
                          <m:sub>
                            <m:r>
                              <m:rPr>
                                <m:sty m:val="p"/>
                              </m:rPr>
                              <a:rPr lang="en-US" altLang="zh-CN" sz="2400" b="0" i="0" smtClean="0">
                                <a:solidFill>
                                  <a:srgbClr val="0000FF"/>
                                </a:solidFill>
                                <a:latin typeface="Cambria Math" panose="02040503050406030204" pitchFamily="18" charset="0"/>
                              </a:rPr>
                              <m:t>be</m:t>
                            </m:r>
                          </m:sub>
                        </m:sSub>
                      </m:oMath>
                    </m:oMathPara>
                  </a14:m>
                  <a:endParaRPr lang="zh-CN" altLang="en-US" sz="2400" dirty="0">
                    <a:solidFill>
                      <a:srgbClr val="0000FF"/>
                    </a:solidFill>
                  </a:endParaRPr>
                </a:p>
              </p:txBody>
            </p:sp>
          </mc:Choice>
          <mc:Fallback xmlns="">
            <p:sp>
              <p:nvSpPr>
                <p:cNvPr id="154" name="文本框 153">
                  <a:extLst>
                    <a:ext uri="{FF2B5EF4-FFF2-40B4-BE49-F238E27FC236}">
                      <a16:creationId xmlns:a16="http://schemas.microsoft.com/office/drawing/2014/main" id="{319CC6A3-7C0D-6EF0-4370-18FAFA2BBF6E}"/>
                    </a:ext>
                  </a:extLst>
                </p:cNvPr>
                <p:cNvSpPr txBox="1">
                  <a:spLocks noRot="1" noChangeAspect="1" noMove="1" noResize="1" noEditPoints="1" noAdjustHandles="1" noChangeArrowheads="1" noChangeShapeType="1" noTextEdit="1"/>
                </p:cNvSpPr>
                <p:nvPr/>
              </p:nvSpPr>
              <p:spPr>
                <a:xfrm>
                  <a:off x="4824000" y="2880000"/>
                  <a:ext cx="504000" cy="396000"/>
                </a:xfrm>
                <a:prstGeom prst="rect">
                  <a:avLst/>
                </a:prstGeom>
                <a:blipFill>
                  <a:blip r:embed="rId37"/>
                  <a:stretch>
                    <a:fillRect l="-2410" r="-3614" b="-92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4" name="文本框 263">
                  <a:extLst>
                    <a:ext uri="{FF2B5EF4-FFF2-40B4-BE49-F238E27FC236}">
                      <a16:creationId xmlns:a16="http://schemas.microsoft.com/office/drawing/2014/main" id="{DBBB2E2A-461A-AA94-6C1E-1E71CCDB10A0}"/>
                    </a:ext>
                  </a:extLst>
                </p:cNvPr>
                <p:cNvSpPr txBox="1"/>
                <p:nvPr/>
              </p:nvSpPr>
              <p:spPr>
                <a:xfrm>
                  <a:off x="6840000" y="2880000"/>
                  <a:ext cx="504000" cy="396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b="0" i="1" smtClean="0">
                            <a:solidFill>
                              <a:srgbClr val="0000FF"/>
                            </a:solidFill>
                            <a:latin typeface="Cambria Math" panose="02040503050406030204" pitchFamily="18" charset="0"/>
                          </a:rPr>
                          <m:t>𝛽</m:t>
                        </m:r>
                        <m:sSub>
                          <m:sSubPr>
                            <m:ctrlPr>
                              <a:rPr lang="en-US" altLang="zh-CN" sz="2400" b="0" i="1" smtClean="0">
                                <a:solidFill>
                                  <a:srgbClr val="0000FF"/>
                                </a:solidFill>
                                <a:latin typeface="Cambria Math" panose="02040503050406030204" pitchFamily="18" charset="0"/>
                              </a:rPr>
                            </m:ctrlPr>
                          </m:sSubPr>
                          <m:e>
                            <m:r>
                              <a:rPr lang="en-US" altLang="zh-CN" sz="2400" b="0" i="1" smtClean="0">
                                <a:solidFill>
                                  <a:srgbClr val="0000FF"/>
                                </a:solidFill>
                                <a:latin typeface="Cambria Math" panose="02040503050406030204" pitchFamily="18" charset="0"/>
                              </a:rPr>
                              <m:t>𝑖</m:t>
                            </m:r>
                          </m:e>
                          <m:sub>
                            <m:r>
                              <m:rPr>
                                <m:sty m:val="p"/>
                              </m:rPr>
                              <a:rPr lang="en-US" altLang="zh-CN" sz="2400" b="0" i="0" smtClean="0">
                                <a:solidFill>
                                  <a:srgbClr val="0000FF"/>
                                </a:solidFill>
                                <a:latin typeface="Cambria Math" panose="02040503050406030204" pitchFamily="18" charset="0"/>
                              </a:rPr>
                              <m:t>b</m:t>
                            </m:r>
                          </m:sub>
                        </m:sSub>
                      </m:oMath>
                    </m:oMathPara>
                  </a14:m>
                  <a:endParaRPr lang="zh-CN" altLang="en-US" sz="2400" dirty="0">
                    <a:solidFill>
                      <a:srgbClr val="0000FF"/>
                    </a:solidFill>
                  </a:endParaRPr>
                </a:p>
              </p:txBody>
            </p:sp>
          </mc:Choice>
          <mc:Fallback xmlns="">
            <p:sp>
              <p:nvSpPr>
                <p:cNvPr id="155" name="文本框 154">
                  <a:extLst>
                    <a:ext uri="{FF2B5EF4-FFF2-40B4-BE49-F238E27FC236}">
                      <a16:creationId xmlns:a16="http://schemas.microsoft.com/office/drawing/2014/main" id="{43EB1959-71D9-D811-C624-67145D8CE860}"/>
                    </a:ext>
                  </a:extLst>
                </p:cNvPr>
                <p:cNvSpPr txBox="1">
                  <a:spLocks noRot="1" noChangeAspect="1" noMove="1" noResize="1" noEditPoints="1" noAdjustHandles="1" noChangeArrowheads="1" noChangeShapeType="1" noTextEdit="1"/>
                </p:cNvSpPr>
                <p:nvPr/>
              </p:nvSpPr>
              <p:spPr>
                <a:xfrm>
                  <a:off x="6840000" y="2880000"/>
                  <a:ext cx="504000" cy="396000"/>
                </a:xfrm>
                <a:prstGeom prst="rect">
                  <a:avLst/>
                </a:prstGeom>
                <a:blipFill>
                  <a:blip r:embed="rId38"/>
                  <a:stretch>
                    <a:fillRect l="-22892" r="-7229" b="-26154"/>
                  </a:stretch>
                </a:blipFill>
              </p:spPr>
              <p:txBody>
                <a:bodyPr/>
                <a:lstStyle/>
                <a:p>
                  <a:r>
                    <a:rPr lang="zh-CN" altLang="en-US">
                      <a:noFill/>
                    </a:rPr>
                    <a:t> </a:t>
                  </a:r>
                </a:p>
              </p:txBody>
            </p:sp>
          </mc:Fallback>
        </mc:AlternateContent>
        <p:sp>
          <p:nvSpPr>
            <p:cNvPr id="265" name="椭圆 264">
              <a:extLst>
                <a:ext uri="{FF2B5EF4-FFF2-40B4-BE49-F238E27FC236}">
                  <a16:creationId xmlns:a16="http://schemas.microsoft.com/office/drawing/2014/main" id="{AD5ABFA1-019B-C92C-67C0-EC22850CDA30}"/>
                </a:ext>
              </a:extLst>
            </p:cNvPr>
            <p:cNvSpPr/>
            <p:nvPr/>
          </p:nvSpPr>
          <p:spPr>
            <a:xfrm flipH="1">
              <a:off x="7812000" y="2106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cxnSp>
          <p:nvCxnSpPr>
            <p:cNvPr id="266" name="直接箭头连接符 265">
              <a:extLst>
                <a:ext uri="{FF2B5EF4-FFF2-40B4-BE49-F238E27FC236}">
                  <a16:creationId xmlns:a16="http://schemas.microsoft.com/office/drawing/2014/main" id="{1C884EBB-4537-D3F7-9ADC-7D7BC350930D}"/>
                </a:ext>
              </a:extLst>
            </p:cNvPr>
            <p:cNvCxnSpPr>
              <a:cxnSpLocks/>
            </p:cNvCxnSpPr>
            <p:nvPr/>
          </p:nvCxnSpPr>
          <p:spPr>
            <a:xfrm flipH="1">
              <a:off x="6804000" y="2736000"/>
              <a:ext cx="1" cy="720000"/>
            </a:xfrm>
            <a:prstGeom prst="straightConnector1">
              <a:avLst/>
            </a:prstGeom>
            <a:ln w="1905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p:sp>
          <p:nvSpPr>
            <p:cNvPr id="267" name="椭圆 266">
              <a:extLst>
                <a:ext uri="{FF2B5EF4-FFF2-40B4-BE49-F238E27FC236}">
                  <a16:creationId xmlns:a16="http://schemas.microsoft.com/office/drawing/2014/main" id="{F48B2F64-1D4D-BA47-9621-36ED42189565}"/>
                </a:ext>
              </a:extLst>
            </p:cNvPr>
            <p:cNvSpPr/>
            <p:nvPr/>
          </p:nvSpPr>
          <p:spPr>
            <a:xfrm>
              <a:off x="4320000" y="3978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grpSp>
      <p:grpSp>
        <p:nvGrpSpPr>
          <p:cNvPr id="268" name="组合 267">
            <a:extLst>
              <a:ext uri="{FF2B5EF4-FFF2-40B4-BE49-F238E27FC236}">
                <a16:creationId xmlns:a16="http://schemas.microsoft.com/office/drawing/2014/main" id="{147C5994-2012-F89C-0999-5D90D8471B7E}"/>
              </a:ext>
            </a:extLst>
          </p:cNvPr>
          <p:cNvGrpSpPr/>
          <p:nvPr/>
        </p:nvGrpSpPr>
        <p:grpSpPr>
          <a:xfrm>
            <a:off x="720000" y="2880000"/>
            <a:ext cx="2606055" cy="2765665"/>
            <a:chOff x="9270000" y="576000"/>
            <a:chExt cx="2606055" cy="2765665"/>
          </a:xfrm>
        </p:grpSpPr>
        <p:cxnSp>
          <p:nvCxnSpPr>
            <p:cNvPr id="269" name="直接连接符 268">
              <a:extLst>
                <a:ext uri="{FF2B5EF4-FFF2-40B4-BE49-F238E27FC236}">
                  <a16:creationId xmlns:a16="http://schemas.microsoft.com/office/drawing/2014/main" id="{49B66E65-2549-652E-7DF6-9F0901268D61}"/>
                </a:ext>
              </a:extLst>
            </p:cNvPr>
            <p:cNvCxnSpPr>
              <a:cxnSpLocks/>
            </p:cNvCxnSpPr>
            <p:nvPr/>
          </p:nvCxnSpPr>
          <p:spPr>
            <a:xfrm flipV="1">
              <a:off x="10404000" y="1547400"/>
              <a:ext cx="0" cy="72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0" name="直接连接符 269">
              <a:extLst>
                <a:ext uri="{FF2B5EF4-FFF2-40B4-BE49-F238E27FC236}">
                  <a16:creationId xmlns:a16="http://schemas.microsoft.com/office/drawing/2014/main" id="{F2284148-EC66-F6BC-0C22-8989544557E2}"/>
                </a:ext>
              </a:extLst>
            </p:cNvPr>
            <p:cNvCxnSpPr>
              <a:cxnSpLocks/>
            </p:cNvCxnSpPr>
            <p:nvPr/>
          </p:nvCxnSpPr>
          <p:spPr>
            <a:xfrm flipV="1">
              <a:off x="10404000" y="1530000"/>
              <a:ext cx="432000" cy="21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1" name="直接连接符 270">
              <a:extLst>
                <a:ext uri="{FF2B5EF4-FFF2-40B4-BE49-F238E27FC236}">
                  <a16:creationId xmlns:a16="http://schemas.microsoft.com/office/drawing/2014/main" id="{6CD5D146-2EFB-2CF5-EBF2-40F2B0CDD48E}"/>
                </a:ext>
              </a:extLst>
            </p:cNvPr>
            <p:cNvCxnSpPr>
              <a:cxnSpLocks/>
            </p:cNvCxnSpPr>
            <p:nvPr/>
          </p:nvCxnSpPr>
          <p:spPr>
            <a:xfrm>
              <a:off x="10404000" y="2070000"/>
              <a:ext cx="432000" cy="216000"/>
            </a:xfrm>
            <a:prstGeom prst="line">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2" name="直接连接符 271">
              <a:extLst>
                <a:ext uri="{FF2B5EF4-FFF2-40B4-BE49-F238E27FC236}">
                  <a16:creationId xmlns:a16="http://schemas.microsoft.com/office/drawing/2014/main" id="{5FF877D6-190F-CBED-D40F-398EE0A1B5FB}"/>
                </a:ext>
              </a:extLst>
            </p:cNvPr>
            <p:cNvCxnSpPr>
              <a:cxnSpLocks/>
            </p:cNvCxnSpPr>
            <p:nvPr/>
          </p:nvCxnSpPr>
          <p:spPr>
            <a:xfrm flipV="1">
              <a:off x="10836000" y="108000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3" name="直接连接符 272">
              <a:extLst>
                <a:ext uri="{FF2B5EF4-FFF2-40B4-BE49-F238E27FC236}">
                  <a16:creationId xmlns:a16="http://schemas.microsoft.com/office/drawing/2014/main" id="{0DB79D52-EAC5-0170-D7FC-557DD87F3AA5}"/>
                </a:ext>
              </a:extLst>
            </p:cNvPr>
            <p:cNvCxnSpPr>
              <a:cxnSpLocks/>
            </p:cNvCxnSpPr>
            <p:nvPr/>
          </p:nvCxnSpPr>
          <p:spPr>
            <a:xfrm flipV="1">
              <a:off x="10835999" y="2286000"/>
              <a:ext cx="0" cy="64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4" name="直接连接符 273">
              <a:extLst>
                <a:ext uri="{FF2B5EF4-FFF2-40B4-BE49-F238E27FC236}">
                  <a16:creationId xmlns:a16="http://schemas.microsoft.com/office/drawing/2014/main" id="{77003246-7DE6-4AAA-7AD0-AC63D2AE65CA}"/>
                </a:ext>
              </a:extLst>
            </p:cNvPr>
            <p:cNvCxnSpPr>
              <a:cxnSpLocks/>
            </p:cNvCxnSpPr>
            <p:nvPr/>
          </p:nvCxnSpPr>
          <p:spPr>
            <a:xfrm>
              <a:off x="9720000" y="1908000"/>
              <a:ext cx="68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5" name="文本框 274">
              <a:extLst>
                <a:ext uri="{FF2B5EF4-FFF2-40B4-BE49-F238E27FC236}">
                  <a16:creationId xmlns:a16="http://schemas.microsoft.com/office/drawing/2014/main" id="{1FE477F5-D7C9-9B6A-390D-5768B0C11940}"/>
                </a:ext>
              </a:extLst>
            </p:cNvPr>
            <p:cNvSpPr txBox="1"/>
            <p:nvPr/>
          </p:nvSpPr>
          <p:spPr>
            <a:xfrm>
              <a:off x="9496800" y="1404000"/>
              <a:ext cx="432000" cy="461665"/>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b</a:t>
              </a:r>
              <a:endParaRPr lang="zh-CN" altLang="en-US" sz="2400" dirty="0">
                <a:latin typeface="微软雅黑" panose="020B0503020204020204" pitchFamily="34" charset="-122"/>
                <a:ea typeface="微软雅黑" panose="020B0503020204020204" pitchFamily="34" charset="-122"/>
              </a:endParaRPr>
            </a:p>
          </p:txBody>
        </p:sp>
        <p:sp>
          <p:nvSpPr>
            <p:cNvPr id="276" name="椭圆 275">
              <a:extLst>
                <a:ext uri="{FF2B5EF4-FFF2-40B4-BE49-F238E27FC236}">
                  <a16:creationId xmlns:a16="http://schemas.microsoft.com/office/drawing/2014/main" id="{680C881D-B1EF-05D0-C6EE-C9CCECF4C339}"/>
                </a:ext>
              </a:extLst>
            </p:cNvPr>
            <p:cNvSpPr/>
            <p:nvPr/>
          </p:nvSpPr>
          <p:spPr>
            <a:xfrm>
              <a:off x="9648000" y="1854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277" name="椭圆 276">
              <a:extLst>
                <a:ext uri="{FF2B5EF4-FFF2-40B4-BE49-F238E27FC236}">
                  <a16:creationId xmlns:a16="http://schemas.microsoft.com/office/drawing/2014/main" id="{D735AF33-A20F-3D41-491D-3EF52F29A2F4}"/>
                </a:ext>
              </a:extLst>
            </p:cNvPr>
            <p:cNvSpPr/>
            <p:nvPr/>
          </p:nvSpPr>
          <p:spPr>
            <a:xfrm>
              <a:off x="11448000" y="1026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278" name="文本框 277">
              <a:extLst>
                <a:ext uri="{FF2B5EF4-FFF2-40B4-BE49-F238E27FC236}">
                  <a16:creationId xmlns:a16="http://schemas.microsoft.com/office/drawing/2014/main" id="{D5D85F0D-BC64-0D84-8D4F-AFCAC6CE1C05}"/>
                </a:ext>
              </a:extLst>
            </p:cNvPr>
            <p:cNvSpPr txBox="1"/>
            <p:nvPr/>
          </p:nvSpPr>
          <p:spPr>
            <a:xfrm>
              <a:off x="11296800" y="576000"/>
              <a:ext cx="432000" cy="461665"/>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c</a:t>
              </a:r>
              <a:endParaRPr lang="zh-CN" altLang="en-US" sz="2400" dirty="0">
                <a:latin typeface="微软雅黑" panose="020B0503020204020204" pitchFamily="34" charset="-122"/>
                <a:ea typeface="微软雅黑" panose="020B0503020204020204" pitchFamily="34" charset="-122"/>
              </a:endParaRPr>
            </a:p>
          </p:txBody>
        </p:sp>
        <p:cxnSp>
          <p:nvCxnSpPr>
            <p:cNvPr id="279" name="直接连接符 278">
              <a:extLst>
                <a:ext uri="{FF2B5EF4-FFF2-40B4-BE49-F238E27FC236}">
                  <a16:creationId xmlns:a16="http://schemas.microsoft.com/office/drawing/2014/main" id="{4A77F603-BBDA-85F8-BF37-09E382BC6C69}"/>
                </a:ext>
              </a:extLst>
            </p:cNvPr>
            <p:cNvCxnSpPr>
              <a:cxnSpLocks/>
            </p:cNvCxnSpPr>
            <p:nvPr/>
          </p:nvCxnSpPr>
          <p:spPr>
            <a:xfrm>
              <a:off x="10836000" y="1080000"/>
              <a:ext cx="61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0" name="文本框 279">
              <a:extLst>
                <a:ext uri="{FF2B5EF4-FFF2-40B4-BE49-F238E27FC236}">
                  <a16:creationId xmlns:a16="http://schemas.microsoft.com/office/drawing/2014/main" id="{7E2669D2-0AC9-1248-288E-2F1D12A929A9}"/>
                </a:ext>
              </a:extLst>
            </p:cNvPr>
            <p:cNvSpPr txBox="1"/>
            <p:nvPr/>
          </p:nvSpPr>
          <p:spPr>
            <a:xfrm>
              <a:off x="10620000" y="2880000"/>
              <a:ext cx="432000" cy="461665"/>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e</a:t>
              </a:r>
              <a:endParaRPr lang="zh-CN" altLang="en-US" sz="2400" dirty="0">
                <a:latin typeface="微软雅黑" panose="020B0503020204020204" pitchFamily="34" charset="-122"/>
                <a:ea typeface="微软雅黑" panose="020B0503020204020204" pitchFamily="34" charset="-122"/>
              </a:endParaRPr>
            </a:p>
          </p:txBody>
        </p:sp>
        <p:cxnSp>
          <p:nvCxnSpPr>
            <p:cNvPr id="281" name="直接连接符 280">
              <a:extLst>
                <a:ext uri="{FF2B5EF4-FFF2-40B4-BE49-F238E27FC236}">
                  <a16:creationId xmlns:a16="http://schemas.microsoft.com/office/drawing/2014/main" id="{72FD0438-1034-FB3F-63D9-5F255B54D11C}"/>
                </a:ext>
              </a:extLst>
            </p:cNvPr>
            <p:cNvCxnSpPr>
              <a:cxnSpLocks/>
            </p:cNvCxnSpPr>
            <p:nvPr/>
          </p:nvCxnSpPr>
          <p:spPr>
            <a:xfrm>
              <a:off x="9720000" y="2934000"/>
              <a:ext cx="180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2" name="椭圆 281">
              <a:extLst>
                <a:ext uri="{FF2B5EF4-FFF2-40B4-BE49-F238E27FC236}">
                  <a16:creationId xmlns:a16="http://schemas.microsoft.com/office/drawing/2014/main" id="{526F003B-5D54-2633-C96F-355F87964206}"/>
                </a:ext>
              </a:extLst>
            </p:cNvPr>
            <p:cNvSpPr/>
            <p:nvPr/>
          </p:nvSpPr>
          <p:spPr>
            <a:xfrm>
              <a:off x="9648000" y="2880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283" name="椭圆 282">
              <a:extLst>
                <a:ext uri="{FF2B5EF4-FFF2-40B4-BE49-F238E27FC236}">
                  <a16:creationId xmlns:a16="http://schemas.microsoft.com/office/drawing/2014/main" id="{402F4EC7-B705-1294-61EF-754F8CFD8FA6}"/>
                </a:ext>
              </a:extLst>
            </p:cNvPr>
            <p:cNvSpPr/>
            <p:nvPr/>
          </p:nvSpPr>
          <p:spPr>
            <a:xfrm>
              <a:off x="11448000" y="2880000"/>
              <a:ext cx="108000" cy="108000"/>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p:sp>
          <p:nvSpPr>
            <p:cNvPr id="284" name="椭圆 283">
              <a:extLst>
                <a:ext uri="{FF2B5EF4-FFF2-40B4-BE49-F238E27FC236}">
                  <a16:creationId xmlns:a16="http://schemas.microsoft.com/office/drawing/2014/main" id="{30790585-6EEF-0E6E-2B59-D0AF41F8A034}"/>
                </a:ext>
              </a:extLst>
            </p:cNvPr>
            <p:cNvSpPr/>
            <p:nvPr/>
          </p:nvSpPr>
          <p:spPr>
            <a:xfrm>
              <a:off x="10782000" y="2880000"/>
              <a:ext cx="108000" cy="108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p>
          </p:txBody>
        </p:sp>
        <mc:AlternateContent xmlns:mc="http://schemas.openxmlformats.org/markup-compatibility/2006" xmlns:a14="http://schemas.microsoft.com/office/drawing/2010/main">
          <mc:Choice Requires="a14">
            <p:sp>
              <p:nvSpPr>
                <p:cNvPr id="285" name="文本框 284">
                  <a:extLst>
                    <a:ext uri="{FF2B5EF4-FFF2-40B4-BE49-F238E27FC236}">
                      <a16:creationId xmlns:a16="http://schemas.microsoft.com/office/drawing/2014/main" id="{AE800512-9305-42A5-49E2-B38A43FF11F0}"/>
                    </a:ext>
                  </a:extLst>
                </p:cNvPr>
                <p:cNvSpPr txBox="1"/>
                <p:nvPr/>
              </p:nvSpPr>
              <p:spPr>
                <a:xfrm>
                  <a:off x="11016000" y="1152000"/>
                  <a:ext cx="360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dirty="0" smtClean="0">
                                <a:solidFill>
                                  <a:srgbClr val="00B050"/>
                                </a:solidFill>
                                <a:latin typeface="Cambria Math" panose="02040503050406030204" pitchFamily="18" charset="0"/>
                                <a:ea typeface="微软雅黑" panose="020B0503020204020204" pitchFamily="34" charset="-122"/>
                              </a:rPr>
                            </m:ctrlPr>
                          </m:sSubPr>
                          <m:e>
                            <m:r>
                              <a:rPr kumimoji="1" lang="en-US" altLang="zh-CN" sz="2400" b="0" i="1" dirty="0" smtClean="0">
                                <a:solidFill>
                                  <a:srgbClr val="00B050"/>
                                </a:solidFill>
                                <a:latin typeface="Cambria Math" panose="02040503050406030204" pitchFamily="18" charset="0"/>
                                <a:ea typeface="微软雅黑" panose="020B0503020204020204" pitchFamily="34" charset="-122"/>
                              </a:rPr>
                              <m:t>𝑖</m:t>
                            </m:r>
                          </m:e>
                          <m:sub>
                            <m:r>
                              <m:rPr>
                                <m:sty m:val="p"/>
                              </m:rPr>
                              <a:rPr kumimoji="1" lang="en-US" altLang="zh-CN" sz="2400" b="0" i="0" dirty="0" smtClean="0">
                                <a:solidFill>
                                  <a:srgbClr val="00B050"/>
                                </a:solidFill>
                                <a:latin typeface="Cambria Math" panose="02040503050406030204" pitchFamily="18" charset="0"/>
                                <a:ea typeface="微软雅黑" panose="020B0503020204020204" pitchFamily="34" charset="-122"/>
                              </a:rPr>
                              <m:t>c</m:t>
                            </m:r>
                          </m:sub>
                        </m:sSub>
                      </m:oMath>
                    </m:oMathPara>
                  </a14:m>
                  <a:endParaRPr lang="zh-CN" altLang="en-US" sz="2400" dirty="0">
                    <a:solidFill>
                      <a:srgbClr val="00B050"/>
                    </a:solidFill>
                  </a:endParaRPr>
                </a:p>
              </p:txBody>
            </p:sp>
          </mc:Choice>
          <mc:Fallback xmlns="">
            <p:sp>
              <p:nvSpPr>
                <p:cNvPr id="70" name="文本框 69">
                  <a:extLst>
                    <a:ext uri="{FF2B5EF4-FFF2-40B4-BE49-F238E27FC236}">
                      <a16:creationId xmlns:a16="http://schemas.microsoft.com/office/drawing/2014/main" id="{A9514E84-7921-E569-E48D-59E3CA831C62}"/>
                    </a:ext>
                  </a:extLst>
                </p:cNvPr>
                <p:cNvSpPr txBox="1">
                  <a:spLocks noRot="1" noChangeAspect="1" noMove="1" noResize="1" noEditPoints="1" noAdjustHandles="1" noChangeArrowheads="1" noChangeShapeType="1" noTextEdit="1"/>
                </p:cNvSpPr>
                <p:nvPr/>
              </p:nvSpPr>
              <p:spPr>
                <a:xfrm>
                  <a:off x="11016000" y="1152000"/>
                  <a:ext cx="360000" cy="461665"/>
                </a:xfrm>
                <a:prstGeom prst="rect">
                  <a:avLst/>
                </a:prstGeom>
                <a:blipFill>
                  <a:blip r:embed="rId39"/>
                  <a:stretch>
                    <a:fillRect l="-3390" r="-1695"/>
                  </a:stretch>
                </a:blipFill>
              </p:spPr>
              <p:txBody>
                <a:bodyPr/>
                <a:lstStyle/>
                <a:p>
                  <a:r>
                    <a:rPr lang="zh-CN" altLang="en-US">
                      <a:noFill/>
                    </a:rPr>
                    <a:t> </a:t>
                  </a:r>
                </a:p>
              </p:txBody>
            </p:sp>
          </mc:Fallback>
        </mc:AlternateContent>
        <p:cxnSp>
          <p:nvCxnSpPr>
            <p:cNvPr id="286" name="直接箭头连接符 285">
              <a:extLst>
                <a:ext uri="{FF2B5EF4-FFF2-40B4-BE49-F238E27FC236}">
                  <a16:creationId xmlns:a16="http://schemas.microsoft.com/office/drawing/2014/main" id="{439078E8-7BE4-3EAC-3AA3-75817E71D7CE}"/>
                </a:ext>
              </a:extLst>
            </p:cNvPr>
            <p:cNvCxnSpPr>
              <a:cxnSpLocks/>
            </p:cNvCxnSpPr>
            <p:nvPr/>
          </p:nvCxnSpPr>
          <p:spPr>
            <a:xfrm flipH="1">
              <a:off x="10944000" y="1188000"/>
              <a:ext cx="432000" cy="0"/>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87" name="直接箭头连接符 286">
              <a:extLst>
                <a:ext uri="{FF2B5EF4-FFF2-40B4-BE49-F238E27FC236}">
                  <a16:creationId xmlns:a16="http://schemas.microsoft.com/office/drawing/2014/main" id="{C129E989-5E89-EE8D-CD16-82FA75A50A58}"/>
                </a:ext>
              </a:extLst>
            </p:cNvPr>
            <p:cNvCxnSpPr>
              <a:cxnSpLocks/>
            </p:cNvCxnSpPr>
            <p:nvPr/>
          </p:nvCxnSpPr>
          <p:spPr>
            <a:xfrm flipH="1">
              <a:off x="9864000" y="2016000"/>
              <a:ext cx="432000" cy="0"/>
            </a:xfrm>
            <a:prstGeom prst="straightConnector1">
              <a:avLst/>
            </a:prstGeom>
            <a:ln w="25400">
              <a:solidFill>
                <a:srgbClr val="00B050"/>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8" name="文本框 287">
                  <a:extLst>
                    <a:ext uri="{FF2B5EF4-FFF2-40B4-BE49-F238E27FC236}">
                      <a16:creationId xmlns:a16="http://schemas.microsoft.com/office/drawing/2014/main" id="{6D4565B1-49F1-D942-ADDA-D3737B532202}"/>
                    </a:ext>
                  </a:extLst>
                </p:cNvPr>
                <p:cNvSpPr txBox="1"/>
                <p:nvPr/>
              </p:nvSpPr>
              <p:spPr>
                <a:xfrm>
                  <a:off x="9864000" y="1980000"/>
                  <a:ext cx="360000" cy="432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dirty="0" smtClean="0">
                                <a:solidFill>
                                  <a:srgbClr val="00B050"/>
                                </a:solidFill>
                                <a:latin typeface="Cambria Math" panose="02040503050406030204" pitchFamily="18" charset="0"/>
                                <a:ea typeface="微软雅黑" panose="020B0503020204020204" pitchFamily="34" charset="-122"/>
                              </a:rPr>
                            </m:ctrlPr>
                          </m:sSubPr>
                          <m:e>
                            <m:r>
                              <a:rPr kumimoji="1" lang="en-US" altLang="zh-CN" sz="2400" b="0" i="1" dirty="0" smtClean="0">
                                <a:solidFill>
                                  <a:srgbClr val="00B050"/>
                                </a:solidFill>
                                <a:latin typeface="Cambria Math" panose="02040503050406030204" pitchFamily="18" charset="0"/>
                                <a:ea typeface="微软雅黑" panose="020B0503020204020204" pitchFamily="34" charset="-122"/>
                              </a:rPr>
                              <m:t>𝑖</m:t>
                            </m:r>
                          </m:e>
                          <m:sub>
                            <m:r>
                              <m:rPr>
                                <m:sty m:val="p"/>
                              </m:rPr>
                              <a:rPr kumimoji="1" lang="en-US" altLang="zh-CN" sz="2400" b="0" i="0" dirty="0" smtClean="0">
                                <a:solidFill>
                                  <a:srgbClr val="00B050"/>
                                </a:solidFill>
                                <a:latin typeface="Cambria Math" panose="02040503050406030204" pitchFamily="18" charset="0"/>
                                <a:ea typeface="微软雅黑" panose="020B0503020204020204" pitchFamily="34" charset="-122"/>
                              </a:rPr>
                              <m:t>b</m:t>
                            </m:r>
                          </m:sub>
                        </m:sSub>
                      </m:oMath>
                    </m:oMathPara>
                  </a14:m>
                  <a:endParaRPr lang="zh-CN" altLang="en-US" sz="2400" dirty="0">
                    <a:solidFill>
                      <a:srgbClr val="00B050"/>
                    </a:solidFill>
                  </a:endParaRPr>
                </a:p>
              </p:txBody>
            </p:sp>
          </mc:Choice>
          <mc:Fallback xmlns="">
            <p:sp>
              <p:nvSpPr>
                <p:cNvPr id="73" name="文本框 72">
                  <a:extLst>
                    <a:ext uri="{FF2B5EF4-FFF2-40B4-BE49-F238E27FC236}">
                      <a16:creationId xmlns:a16="http://schemas.microsoft.com/office/drawing/2014/main" id="{9A89A52E-C762-BB5C-56AB-CF7C73CB6859}"/>
                    </a:ext>
                  </a:extLst>
                </p:cNvPr>
                <p:cNvSpPr txBox="1">
                  <a:spLocks noRot="1" noChangeAspect="1" noMove="1" noResize="1" noEditPoints="1" noAdjustHandles="1" noChangeArrowheads="1" noChangeShapeType="1" noTextEdit="1"/>
                </p:cNvSpPr>
                <p:nvPr/>
              </p:nvSpPr>
              <p:spPr>
                <a:xfrm>
                  <a:off x="9864000" y="1980000"/>
                  <a:ext cx="360000" cy="432000"/>
                </a:xfrm>
                <a:prstGeom prst="rect">
                  <a:avLst/>
                </a:prstGeom>
                <a:blipFill>
                  <a:blip r:embed="rId40"/>
                  <a:stretch>
                    <a:fillRect l="-3390" r="-15254" b="-98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9" name="文本框 288">
                  <a:extLst>
                    <a:ext uri="{FF2B5EF4-FFF2-40B4-BE49-F238E27FC236}">
                      <a16:creationId xmlns:a16="http://schemas.microsoft.com/office/drawing/2014/main" id="{6F4FB303-B43E-DAC4-1F3B-BAAEEA097577}"/>
                    </a:ext>
                  </a:extLst>
                </p:cNvPr>
                <p:cNvSpPr txBox="1"/>
                <p:nvPr/>
              </p:nvSpPr>
              <p:spPr>
                <a:xfrm>
                  <a:off x="9270000" y="2196000"/>
                  <a:ext cx="540000" cy="432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𝑣</m:t>
                            </m:r>
                          </m:e>
                          <m:sub>
                            <m:r>
                              <m:rPr>
                                <m:sty m:val="p"/>
                              </m:rPr>
                              <a:rPr lang="en-US" altLang="zh-CN" sz="2400" b="0" i="0" smtClean="0">
                                <a:solidFill>
                                  <a:schemeClr val="accent5">
                                    <a:lumMod val="75000"/>
                                  </a:schemeClr>
                                </a:solidFill>
                                <a:latin typeface="Cambria Math" panose="02040503050406030204" pitchFamily="18" charset="0"/>
                              </a:rPr>
                              <m:t>be</m:t>
                            </m:r>
                          </m:sub>
                        </m:sSub>
                      </m:oMath>
                    </m:oMathPara>
                  </a14:m>
                  <a:endParaRPr lang="zh-CN" altLang="en-US" sz="2400" dirty="0">
                    <a:solidFill>
                      <a:schemeClr val="accent5">
                        <a:lumMod val="75000"/>
                      </a:schemeClr>
                    </a:solidFill>
                  </a:endParaRPr>
                </a:p>
              </p:txBody>
            </p:sp>
          </mc:Choice>
          <mc:Fallback xmlns="">
            <p:sp>
              <p:nvSpPr>
                <p:cNvPr id="94" name="文本框 93">
                  <a:extLst>
                    <a:ext uri="{FF2B5EF4-FFF2-40B4-BE49-F238E27FC236}">
                      <a16:creationId xmlns:a16="http://schemas.microsoft.com/office/drawing/2014/main" id="{B97F887E-BA71-8D77-5C22-067011C55F0C}"/>
                    </a:ext>
                  </a:extLst>
                </p:cNvPr>
                <p:cNvSpPr txBox="1">
                  <a:spLocks noRot="1" noChangeAspect="1" noMove="1" noResize="1" noEditPoints="1" noAdjustHandles="1" noChangeArrowheads="1" noChangeShapeType="1" noTextEdit="1"/>
                </p:cNvSpPr>
                <p:nvPr/>
              </p:nvSpPr>
              <p:spPr>
                <a:xfrm>
                  <a:off x="9270000" y="2196000"/>
                  <a:ext cx="540000" cy="432000"/>
                </a:xfrm>
                <a:prstGeom prst="rect">
                  <a:avLst/>
                </a:prstGeom>
                <a:blipFill>
                  <a:blip r:embed="rId41"/>
                  <a:stretch>
                    <a:fillRect l="-5682" r="-34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0" name="文本框 289">
                  <a:extLst>
                    <a:ext uri="{FF2B5EF4-FFF2-40B4-BE49-F238E27FC236}">
                      <a16:creationId xmlns:a16="http://schemas.microsoft.com/office/drawing/2014/main" id="{5ABF307E-FE0B-42D6-5459-8BA12D3FAA0F}"/>
                    </a:ext>
                  </a:extLst>
                </p:cNvPr>
                <p:cNvSpPr txBox="1"/>
                <p:nvPr/>
              </p:nvSpPr>
              <p:spPr>
                <a:xfrm>
                  <a:off x="9360000" y="1872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95" name="文本框 94">
                  <a:extLst>
                    <a:ext uri="{FF2B5EF4-FFF2-40B4-BE49-F238E27FC236}">
                      <a16:creationId xmlns:a16="http://schemas.microsoft.com/office/drawing/2014/main" id="{8F23DBED-CAB8-FB2C-804A-FD9398281A55}"/>
                    </a:ext>
                  </a:extLst>
                </p:cNvPr>
                <p:cNvSpPr txBox="1">
                  <a:spLocks noRot="1" noChangeAspect="1" noMove="1" noResize="1" noEditPoints="1" noAdjustHandles="1" noChangeArrowheads="1" noChangeShapeType="1" noTextEdit="1"/>
                </p:cNvSpPr>
                <p:nvPr/>
              </p:nvSpPr>
              <p:spPr>
                <a:xfrm>
                  <a:off x="9360000" y="1872000"/>
                  <a:ext cx="360000" cy="360000"/>
                </a:xfrm>
                <a:prstGeom prst="rect">
                  <a:avLst/>
                </a:prstGeom>
                <a:blipFill>
                  <a:blip r:embed="rId42"/>
                  <a:stretch>
                    <a:fillRect l="-8475" r="-8475"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1" name="文本框 290">
                  <a:extLst>
                    <a:ext uri="{FF2B5EF4-FFF2-40B4-BE49-F238E27FC236}">
                      <a16:creationId xmlns:a16="http://schemas.microsoft.com/office/drawing/2014/main" id="{C41B1FB1-C558-65F2-BDE2-D2D2EA1EFC6A}"/>
                    </a:ext>
                  </a:extLst>
                </p:cNvPr>
                <p:cNvSpPr txBox="1"/>
                <p:nvPr/>
              </p:nvSpPr>
              <p:spPr>
                <a:xfrm>
                  <a:off x="9360000" y="2592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96" name="文本框 95">
                  <a:extLst>
                    <a:ext uri="{FF2B5EF4-FFF2-40B4-BE49-F238E27FC236}">
                      <a16:creationId xmlns:a16="http://schemas.microsoft.com/office/drawing/2014/main" id="{AE0A3339-0004-FCC6-6312-F9034FC75294}"/>
                    </a:ext>
                  </a:extLst>
                </p:cNvPr>
                <p:cNvSpPr txBox="1">
                  <a:spLocks noRot="1" noChangeAspect="1" noMove="1" noResize="1" noEditPoints="1" noAdjustHandles="1" noChangeArrowheads="1" noChangeShapeType="1" noTextEdit="1"/>
                </p:cNvSpPr>
                <p:nvPr/>
              </p:nvSpPr>
              <p:spPr>
                <a:xfrm>
                  <a:off x="9360000" y="2592000"/>
                  <a:ext cx="360000" cy="360000"/>
                </a:xfrm>
                <a:prstGeom prst="rect">
                  <a:avLst/>
                </a:prstGeom>
                <a:blipFill>
                  <a:blip r:embed="rId4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2" name="文本框 291">
                  <a:extLst>
                    <a:ext uri="{FF2B5EF4-FFF2-40B4-BE49-F238E27FC236}">
                      <a16:creationId xmlns:a16="http://schemas.microsoft.com/office/drawing/2014/main" id="{FE65BAA0-D4A4-F18C-A0CC-31B12ABB21A2}"/>
                    </a:ext>
                  </a:extLst>
                </p:cNvPr>
                <p:cNvSpPr txBox="1"/>
                <p:nvPr/>
              </p:nvSpPr>
              <p:spPr>
                <a:xfrm>
                  <a:off x="11394000" y="1871400"/>
                  <a:ext cx="48205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accent5">
                                    <a:lumMod val="75000"/>
                                  </a:schemeClr>
                                </a:solidFill>
                                <a:latin typeface="Cambria Math" panose="02040503050406030204" pitchFamily="18" charset="0"/>
                              </a:rPr>
                            </m:ctrlPr>
                          </m:sSubPr>
                          <m:e>
                            <m:r>
                              <a:rPr lang="en-US" altLang="zh-CN" sz="2400" b="0" i="1" smtClean="0">
                                <a:solidFill>
                                  <a:schemeClr val="accent5">
                                    <a:lumMod val="75000"/>
                                  </a:schemeClr>
                                </a:solidFill>
                                <a:latin typeface="Cambria Math" panose="02040503050406030204" pitchFamily="18" charset="0"/>
                              </a:rPr>
                              <m:t>𝑣</m:t>
                            </m:r>
                          </m:e>
                          <m:sub>
                            <m:r>
                              <m:rPr>
                                <m:sty m:val="p"/>
                              </m:rPr>
                              <a:rPr lang="en-US" altLang="zh-CN" sz="2400" i="1">
                                <a:solidFill>
                                  <a:schemeClr val="accent5">
                                    <a:lumMod val="75000"/>
                                  </a:schemeClr>
                                </a:solidFill>
                                <a:latin typeface="Cambria Math" panose="02040503050406030204" pitchFamily="18" charset="0"/>
                              </a:rPr>
                              <m:t>c</m:t>
                            </m:r>
                            <m:r>
                              <m:rPr>
                                <m:sty m:val="p"/>
                              </m:rPr>
                              <a:rPr lang="en-US" altLang="zh-CN" sz="2400" b="0" i="0" smtClean="0">
                                <a:solidFill>
                                  <a:schemeClr val="accent5">
                                    <a:lumMod val="75000"/>
                                  </a:schemeClr>
                                </a:solidFill>
                                <a:latin typeface="Cambria Math" panose="02040503050406030204" pitchFamily="18" charset="0"/>
                              </a:rPr>
                              <m:t>e</m:t>
                            </m:r>
                          </m:sub>
                        </m:sSub>
                      </m:oMath>
                    </m:oMathPara>
                  </a14:m>
                  <a:endParaRPr lang="zh-CN" altLang="en-US" sz="2400" dirty="0">
                    <a:solidFill>
                      <a:schemeClr val="accent5">
                        <a:lumMod val="75000"/>
                      </a:schemeClr>
                    </a:solidFill>
                  </a:endParaRPr>
                </a:p>
              </p:txBody>
            </p:sp>
          </mc:Choice>
          <mc:Fallback>
            <p:sp>
              <p:nvSpPr>
                <p:cNvPr id="292" name="文本框 291">
                  <a:extLst>
                    <a:ext uri="{FF2B5EF4-FFF2-40B4-BE49-F238E27FC236}">
                      <a16:creationId xmlns:a16="http://schemas.microsoft.com/office/drawing/2014/main" id="{FE65BAA0-D4A4-F18C-A0CC-31B12ABB21A2}"/>
                    </a:ext>
                  </a:extLst>
                </p:cNvPr>
                <p:cNvSpPr txBox="1">
                  <a:spLocks noRot="1" noChangeAspect="1" noMove="1" noResize="1" noEditPoints="1" noAdjustHandles="1" noChangeArrowheads="1" noChangeShapeType="1" noTextEdit="1"/>
                </p:cNvSpPr>
                <p:nvPr/>
              </p:nvSpPr>
              <p:spPr>
                <a:xfrm>
                  <a:off x="11394000" y="1871400"/>
                  <a:ext cx="482055" cy="369332"/>
                </a:xfrm>
                <a:prstGeom prst="rect">
                  <a:avLst/>
                </a:prstGeom>
                <a:blipFill>
                  <a:blip r:embed="rId44"/>
                  <a:stretch>
                    <a:fillRect l="-7595"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3" name="文本框 292">
                  <a:extLst>
                    <a:ext uri="{FF2B5EF4-FFF2-40B4-BE49-F238E27FC236}">
                      <a16:creationId xmlns:a16="http://schemas.microsoft.com/office/drawing/2014/main" id="{973101CE-2C40-210B-24C7-630A2ABAAA2D}"/>
                    </a:ext>
                  </a:extLst>
                </p:cNvPr>
                <p:cNvSpPr txBox="1"/>
                <p:nvPr/>
              </p:nvSpPr>
              <p:spPr>
                <a:xfrm>
                  <a:off x="11484000" y="1116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00" name="文本框 99">
                  <a:extLst>
                    <a:ext uri="{FF2B5EF4-FFF2-40B4-BE49-F238E27FC236}">
                      <a16:creationId xmlns:a16="http://schemas.microsoft.com/office/drawing/2014/main" id="{A2DA760B-7DFA-A86B-38BB-DB6468B71D0C}"/>
                    </a:ext>
                  </a:extLst>
                </p:cNvPr>
                <p:cNvSpPr txBox="1">
                  <a:spLocks noRot="1" noChangeAspect="1" noMove="1" noResize="1" noEditPoints="1" noAdjustHandles="1" noChangeArrowheads="1" noChangeShapeType="1" noTextEdit="1"/>
                </p:cNvSpPr>
                <p:nvPr/>
              </p:nvSpPr>
              <p:spPr>
                <a:xfrm>
                  <a:off x="11484000" y="1116000"/>
                  <a:ext cx="360000" cy="360000"/>
                </a:xfrm>
                <a:prstGeom prst="rect">
                  <a:avLst/>
                </a:prstGeom>
                <a:blipFill>
                  <a:blip r:embed="rId45"/>
                  <a:stretch>
                    <a:fillRect l="-8475" r="-8475"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4" name="文本框 293">
                  <a:extLst>
                    <a:ext uri="{FF2B5EF4-FFF2-40B4-BE49-F238E27FC236}">
                      <a16:creationId xmlns:a16="http://schemas.microsoft.com/office/drawing/2014/main" id="{1C264C27-3C81-1773-9E04-A921734AFC9F}"/>
                    </a:ext>
                  </a:extLst>
                </p:cNvPr>
                <p:cNvSpPr txBox="1"/>
                <p:nvPr/>
              </p:nvSpPr>
              <p:spPr>
                <a:xfrm>
                  <a:off x="11484000" y="2592000"/>
                  <a:ext cx="360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schemeClr val="accent5">
                                <a:lumMod val="75000"/>
                              </a:schemeClr>
                            </a:solidFill>
                            <a:latin typeface="Cambria Math" panose="02040503050406030204" pitchFamily="18" charset="0"/>
                          </a:rPr>
                          <m:t>−</m:t>
                        </m:r>
                      </m:oMath>
                    </m:oMathPara>
                  </a14:m>
                  <a:endParaRPr lang="zh-CN" altLang="en-US" sz="2400" dirty="0">
                    <a:solidFill>
                      <a:schemeClr val="accent5">
                        <a:lumMod val="75000"/>
                      </a:schemeClr>
                    </a:solidFill>
                  </a:endParaRPr>
                </a:p>
              </p:txBody>
            </p:sp>
          </mc:Choice>
          <mc:Fallback xmlns="">
            <p:sp>
              <p:nvSpPr>
                <p:cNvPr id="101" name="文本框 100">
                  <a:extLst>
                    <a:ext uri="{FF2B5EF4-FFF2-40B4-BE49-F238E27FC236}">
                      <a16:creationId xmlns:a16="http://schemas.microsoft.com/office/drawing/2014/main" id="{4683938A-598F-C790-023C-D8EFCCA83596}"/>
                    </a:ext>
                  </a:extLst>
                </p:cNvPr>
                <p:cNvSpPr txBox="1">
                  <a:spLocks noRot="1" noChangeAspect="1" noMove="1" noResize="1" noEditPoints="1" noAdjustHandles="1" noChangeArrowheads="1" noChangeShapeType="1" noTextEdit="1"/>
                </p:cNvSpPr>
                <p:nvPr/>
              </p:nvSpPr>
              <p:spPr>
                <a:xfrm>
                  <a:off x="11484000" y="2592000"/>
                  <a:ext cx="360000" cy="360000"/>
                </a:xfrm>
                <a:prstGeom prst="rect">
                  <a:avLst/>
                </a:prstGeom>
                <a:blipFill>
                  <a:blip r:embed="rId46"/>
                  <a:stretch>
                    <a:fillRect/>
                  </a:stretch>
                </a:blipFill>
              </p:spPr>
              <p:txBody>
                <a:bodyPr/>
                <a:lstStyle/>
                <a:p>
                  <a:r>
                    <a:rPr lang="zh-CN" altLang="en-US">
                      <a:noFill/>
                    </a:rPr>
                    <a:t> </a:t>
                  </a:r>
                </a:p>
              </p:txBody>
            </p:sp>
          </mc:Fallback>
        </mc:AlternateContent>
      </p:grpSp>
      <p:sp>
        <p:nvSpPr>
          <p:cNvPr id="295" name="标题 1">
            <a:extLst>
              <a:ext uri="{FF2B5EF4-FFF2-40B4-BE49-F238E27FC236}">
                <a16:creationId xmlns:a16="http://schemas.microsoft.com/office/drawing/2014/main" id="{57CE21FF-2DAF-671A-4F98-288E1EF8897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模拟部分（基于 </a:t>
            </a:r>
            <a:r>
              <a:rPr lang="en-US" altLang="zh-CN" sz="3000" dirty="0">
                <a:solidFill>
                  <a:srgbClr val="FFFF00"/>
                </a:solidFill>
              </a:rPr>
              <a:t>BJT </a:t>
            </a:r>
            <a:r>
              <a:rPr lang="zh-CN" altLang="en-US" sz="3000" dirty="0">
                <a:solidFill>
                  <a:srgbClr val="FFFF00"/>
                </a:solidFill>
              </a:rPr>
              <a:t>的放大电路）</a:t>
            </a:r>
          </a:p>
        </p:txBody>
      </p:sp>
    </p:spTree>
    <p:extLst>
      <p:ext uri="{BB962C8B-B14F-4D97-AF65-F5344CB8AC3E}">
        <p14:creationId xmlns:p14="http://schemas.microsoft.com/office/powerpoint/2010/main" val="5651399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45676-23C0-B8C0-8447-DBBFAD324B3C}"/>
            </a:ext>
          </a:extLst>
        </p:cNvPr>
        <p:cNvGrpSpPr/>
        <p:nvPr/>
      </p:nvGrpSpPr>
      <p:grpSpPr>
        <a:xfrm>
          <a:off x="0" y="0"/>
          <a:ext cx="0" cy="0"/>
          <a:chOff x="0" y="0"/>
          <a:chExt cx="0" cy="0"/>
        </a:xfrm>
      </p:grpSpPr>
      <p:sp>
        <p:nvSpPr>
          <p:cNvPr id="295" name="标题 1">
            <a:extLst>
              <a:ext uri="{FF2B5EF4-FFF2-40B4-BE49-F238E27FC236}">
                <a16:creationId xmlns:a16="http://schemas.microsoft.com/office/drawing/2014/main" id="{55504F14-5174-2CFA-1FA2-B1060CA9ADDE}"/>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模拟部分（基于 </a:t>
            </a:r>
            <a:r>
              <a:rPr lang="en-US" altLang="zh-CN" sz="3000" dirty="0">
                <a:solidFill>
                  <a:srgbClr val="FFFF00"/>
                </a:solidFill>
              </a:rPr>
              <a:t>BJT </a:t>
            </a:r>
            <a:r>
              <a:rPr lang="zh-CN" altLang="en-US" sz="3000" dirty="0">
                <a:solidFill>
                  <a:srgbClr val="FFFF00"/>
                </a:solidFill>
              </a:rPr>
              <a:t>的放大电路）</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1D4B001-AA54-BBBC-A59A-D864A2124640}"/>
                  </a:ext>
                </a:extLst>
              </p:cNvPr>
              <p:cNvSpPr txBox="1"/>
              <p:nvPr/>
            </p:nvSpPr>
            <p:spPr>
              <a:xfrm>
                <a:off x="360000" y="827142"/>
                <a:ext cx="11381728" cy="5226046"/>
              </a:xfrm>
              <a:prstGeom prst="rect">
                <a:avLst/>
              </a:prstGeom>
              <a:noFill/>
            </p:spPr>
            <p:txBody>
              <a:bodyPr wrap="square">
                <a:spAutoFit/>
              </a:bodyPr>
              <a:lstStyle/>
              <a:p>
                <a:pPr marL="457200" indent="-457200">
                  <a:lnSpc>
                    <a:spcPct val="120000"/>
                  </a:lnSpc>
                  <a:spcAft>
                    <a:spcPts val="12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BJT </a:t>
                </a:r>
                <a:r>
                  <a:rPr kumimoji="1" lang="zh-CN" altLang="en-US" sz="2800" dirty="0">
                    <a:solidFill>
                      <a:srgbClr val="002060"/>
                    </a:solidFill>
                    <a:latin typeface="微软雅黑" panose="020B0503020204020204" pitchFamily="34" charset="-122"/>
                    <a:ea typeface="微软雅黑" panose="020B0503020204020204" pitchFamily="34" charset="-122"/>
                  </a:rPr>
                  <a:t>放大电路的计算分析套路总结：</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gn="just">
                  <a:spcBef>
                    <a:spcPts val="600"/>
                  </a:spcBef>
                  <a:spcAft>
                    <a:spcPts val="12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画直流等效电路，看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be</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err="1">
                    <a:solidFill>
                      <a:schemeClr val="accent5">
                        <a:lumMod val="75000"/>
                      </a:schemeClr>
                    </a:solidFill>
                    <a:latin typeface="微软雅黑" panose="020B0503020204020204" pitchFamily="34" charset="-122"/>
                    <a:ea typeface="微软雅黑" panose="020B0503020204020204" pitchFamily="34" charset="-122"/>
                  </a:rPr>
                  <a:t>ce</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间的电压是否都与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上箭头方向一致并足够大；如果满足工作条件，考虑是否有失真（截止或饱和）以及失真了如何调整（掌握工作点太高和工作点太低的调整方式）</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gn="just">
                  <a:spcBef>
                    <a:spcPts val="600"/>
                  </a:spcBef>
                  <a:spcAft>
                    <a:spcPts val="12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能工作时，画交流等效电路，判断共哪一个极，从输入输出电压的两端各自向三极管前进，直接连过去的路线优先于过电阻的路线</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gn="just">
                  <a:spcBef>
                    <a:spcPts val="600"/>
                  </a:spcBef>
                  <a:spcAft>
                    <a:spcPts val="12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交流等效电路上，三极管用小信号模型代替：</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be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之间为电阻 </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𝑟</m:t>
                        </m:r>
                      </m:e>
                      <m:sub>
                        <m:r>
                          <m:rPr>
                            <m:sty m:val="p"/>
                          </m:rPr>
                          <a:rPr lang="en-US" altLang="zh-CN" sz="2400">
                            <a:solidFill>
                              <a:schemeClr val="accent5">
                                <a:lumMod val="75000"/>
                              </a:schemeClr>
                            </a:solidFill>
                            <a:latin typeface="Cambria Math" panose="02040503050406030204" pitchFamily="18" charset="0"/>
                          </a:rPr>
                          <m:t>be</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（电阻值与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b/c/e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上电流相关），</a:t>
                </a:r>
                <a:r>
                  <a:rPr kumimoji="1" lang="en-US" altLang="zh-CN" sz="2400" dirty="0" err="1">
                    <a:solidFill>
                      <a:schemeClr val="accent5">
                        <a:lumMod val="75000"/>
                      </a:schemeClr>
                    </a:solidFill>
                    <a:latin typeface="微软雅黑" panose="020B0503020204020204" pitchFamily="34" charset="-122"/>
                    <a:ea typeface="微软雅黑" panose="020B0503020204020204" pitchFamily="34" charset="-122"/>
                  </a:rPr>
                  <a:t>ce</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之间为受控电流源（电流控制，</a:t>
                </a:r>
                <a14:m>
                  <m:oMath xmlns:m="http://schemas.openxmlformats.org/officeDocument/2006/math">
                    <m:r>
                      <a:rPr lang="el-GR" altLang="zh-CN" sz="2400" i="1">
                        <a:solidFill>
                          <a:schemeClr val="accent5">
                            <a:lumMod val="75000"/>
                          </a:schemeClr>
                        </a:solidFill>
                        <a:latin typeface="Cambria Math" panose="02040503050406030204" pitchFamily="18" charset="0"/>
                        <a:ea typeface="Cambria Math" panose="02040503050406030204" pitchFamily="18" charset="0"/>
                      </a:rPr>
                      <m:t>𝛽</m:t>
                    </m:r>
                    <m:sSub>
                      <m:sSubPr>
                        <m:ctrlPr>
                          <a:rPr lang="en-US" altLang="zh-CN" sz="2400" i="1">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𝑖</m:t>
                        </m:r>
                      </m:e>
                      <m:sub>
                        <m:r>
                          <m:rPr>
                            <m:sty m:val="p"/>
                          </m:rPr>
                          <a:rPr lang="en-US" altLang="zh-CN" sz="2400">
                            <a:solidFill>
                              <a:schemeClr val="accent5">
                                <a:lumMod val="75000"/>
                              </a:schemeClr>
                            </a:solidFill>
                            <a:latin typeface="Cambria Math" panose="02040503050406030204" pitchFamily="18" charset="0"/>
                          </a:rPr>
                          <m:t>b</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，放大倍数 </a:t>
                </a:r>
                <a14:m>
                  <m:oMath xmlns:m="http://schemas.openxmlformats.org/officeDocument/2006/math">
                    <m:r>
                      <a:rPr lang="el-GR" altLang="zh-CN" sz="2400" i="1">
                        <a:solidFill>
                          <a:schemeClr val="accent5">
                            <a:lumMod val="75000"/>
                          </a:schemeClr>
                        </a:solidFill>
                        <a:latin typeface="Cambria Math" panose="02040503050406030204" pitchFamily="18" charset="0"/>
                        <a:ea typeface="Cambria Math" panose="02040503050406030204" pitchFamily="18" charset="0"/>
                      </a:rPr>
                      <m:t>𝛽</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固定，由管子结构决定），参考电流方向和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e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上箭头一致（都相反也可）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gn="just">
                  <a:spcBef>
                    <a:spcPts val="600"/>
                  </a:spcBef>
                  <a:spcAft>
                    <a:spcPts val="12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计算放大倍数、输入电阻、输出电阻，需要灵活运用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KCL</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KVL</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（一般输入半边一条路</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一个圈，输出半边一条路</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一个圈）</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21D4B001-AA54-BBBC-A59A-D864A2124640}"/>
                  </a:ext>
                </a:extLst>
              </p:cNvPr>
              <p:cNvSpPr txBox="1">
                <a:spLocks noRot="1" noChangeAspect="1" noMove="1" noResize="1" noEditPoints="1" noAdjustHandles="1" noChangeArrowheads="1" noChangeShapeType="1" noTextEdit="1"/>
              </p:cNvSpPr>
              <p:nvPr/>
            </p:nvSpPr>
            <p:spPr>
              <a:xfrm>
                <a:off x="360000" y="827142"/>
                <a:ext cx="11381728" cy="5226046"/>
              </a:xfrm>
              <a:prstGeom prst="rect">
                <a:avLst/>
              </a:prstGeom>
              <a:blipFill>
                <a:blip r:embed="rId3"/>
                <a:stretch>
                  <a:fillRect l="-964" t="-467" r="-3535" b="-1750"/>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578EAFF5-56A5-DE64-5602-50F60A2F06F7}"/>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254D89AF-9A00-4C05-05A8-47F4C24CFE87}"/>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3F7B9527-8A48-73BC-54E4-48C55B70BE5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F320C7DF-4558-DCCA-D004-36FE2BDE9B96}"/>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A297C6FF-75B4-80B2-D74E-CB954646145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63</a:t>
              </a:fld>
              <a:endParaRPr lang="zh-CN" altLang="en-US" sz="3200" dirty="0">
                <a:solidFill>
                  <a:schemeClr val="bg1"/>
                </a:solidFill>
                <a:latin typeface="Candara"/>
                <a:ea typeface="微软雅黑"/>
              </a:endParaRPr>
            </a:p>
          </p:txBody>
        </p:sp>
      </p:grpSp>
      <p:sp>
        <p:nvSpPr>
          <p:cNvPr id="8" name="矩形 7">
            <a:extLst>
              <a:ext uri="{FF2B5EF4-FFF2-40B4-BE49-F238E27FC236}">
                <a16:creationId xmlns:a16="http://schemas.microsoft.com/office/drawing/2014/main" id="{243ECA54-ED9D-BA87-BAB8-4EBDDE604712}"/>
              </a:ext>
            </a:extLst>
          </p:cNvPr>
          <p:cNvSpPr/>
          <p:nvPr/>
        </p:nvSpPr>
        <p:spPr>
          <a:xfrm>
            <a:off x="720000" y="6120000"/>
            <a:ext cx="7560000" cy="540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rgbClr val="C00000"/>
                </a:solidFill>
                <a:latin typeface="Microsoft YaHei" panose="020B0503020204020204" pitchFamily="34" charset="-122"/>
                <a:ea typeface="Microsoft YaHei" panose="020B0503020204020204" pitchFamily="34" charset="-122"/>
              </a:rPr>
              <a:t>直流交流等效电路，放大倍数</a:t>
            </a:r>
            <a:r>
              <a:rPr kumimoji="1" lang="en-US" altLang="zh-CN" sz="2400" dirty="0">
                <a:solidFill>
                  <a:srgbClr val="C00000"/>
                </a:solidFill>
                <a:latin typeface="Microsoft YaHei" panose="020B0503020204020204" pitchFamily="34" charset="-122"/>
                <a:ea typeface="Microsoft YaHei" panose="020B0503020204020204" pitchFamily="34" charset="-122"/>
              </a:rPr>
              <a:t>/</a:t>
            </a:r>
            <a:r>
              <a:rPr kumimoji="1" lang="zh-CN" altLang="en-US" sz="2400" dirty="0">
                <a:solidFill>
                  <a:srgbClr val="C00000"/>
                </a:solidFill>
                <a:latin typeface="Microsoft YaHei" panose="020B0503020204020204" pitchFamily="34" charset="-122"/>
                <a:ea typeface="Microsoft YaHei" panose="020B0503020204020204" pitchFamily="34" charset="-122"/>
              </a:rPr>
              <a:t>输入输出电阻计算必考！</a:t>
            </a:r>
          </a:p>
        </p:txBody>
      </p:sp>
    </p:spTree>
    <p:extLst>
      <p:ext uri="{BB962C8B-B14F-4D97-AF65-F5344CB8AC3E}">
        <p14:creationId xmlns:p14="http://schemas.microsoft.com/office/powerpoint/2010/main" val="32151379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CB1BF-E203-8816-4B5A-C81244E5DD3C}"/>
            </a:ext>
          </a:extLst>
        </p:cNvPr>
        <p:cNvGrpSpPr/>
        <p:nvPr/>
      </p:nvGrpSpPr>
      <p:grpSpPr>
        <a:xfrm>
          <a:off x="0" y="0"/>
          <a:ext cx="0" cy="0"/>
          <a:chOff x="0" y="0"/>
          <a:chExt cx="0" cy="0"/>
        </a:xfrm>
      </p:grpSpPr>
      <p:sp>
        <p:nvSpPr>
          <p:cNvPr id="295" name="标题 1">
            <a:extLst>
              <a:ext uri="{FF2B5EF4-FFF2-40B4-BE49-F238E27FC236}">
                <a16:creationId xmlns:a16="http://schemas.microsoft.com/office/drawing/2014/main" id="{B3A8D4AC-BAA0-A12B-DBD7-447E861E116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模拟部分（集成运算放大器）</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A8C1B57-297F-A458-8340-18C95CE63C6A}"/>
                  </a:ext>
                </a:extLst>
              </p:cNvPr>
              <p:cNvSpPr txBox="1"/>
              <p:nvPr/>
            </p:nvSpPr>
            <p:spPr>
              <a:xfrm>
                <a:off x="360000" y="828000"/>
                <a:ext cx="8919082" cy="213225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集成运算放大器的理想参数</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共模抑制比：</a:t>
                </a:r>
                <a14:m>
                  <m:oMath xmlns:m="http://schemas.openxmlformats.org/officeDocument/2006/math">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𝐾</m:t>
                        </m:r>
                      </m:e>
                      <m:sub>
                        <m:r>
                          <m:rPr>
                            <m:sty m:val="p"/>
                          </m:rPr>
                          <a:rPr kumimoji="1" lang="en-US" altLang="zh-CN" sz="2400">
                            <a:solidFill>
                              <a:srgbClr val="0000FF"/>
                            </a:solidFill>
                            <a:latin typeface="Cambria Math" panose="02040503050406030204" pitchFamily="18" charset="0"/>
                            <a:ea typeface="微软雅黑" panose="020B0503020204020204" pitchFamily="34" charset="-122"/>
                          </a:rPr>
                          <m:t>CMR</m:t>
                        </m:r>
                      </m:sub>
                    </m:sSub>
                    <m:r>
                      <a:rPr kumimoji="1" lang="en-US" altLang="zh-CN" sz="2400" i="1">
                        <a:solidFill>
                          <a:srgbClr val="0000FF"/>
                        </a:solidFill>
                        <a:latin typeface="Cambria Math" panose="02040503050406030204" pitchFamily="18" charset="0"/>
                        <a:ea typeface="微软雅黑" panose="020B0503020204020204" pitchFamily="34" charset="-122"/>
                      </a:rPr>
                      <m:t>=</m:t>
                    </m:r>
                    <m:f>
                      <m:fPr>
                        <m:type m:val="lin"/>
                        <m:ctrlPr>
                          <a:rPr kumimoji="1" lang="en-US" altLang="zh-CN" sz="2400" i="1">
                            <a:solidFill>
                              <a:srgbClr val="0000FF"/>
                            </a:solidFill>
                            <a:latin typeface="Cambria Math" panose="02040503050406030204" pitchFamily="18" charset="0"/>
                            <a:ea typeface="微软雅黑" panose="020B0503020204020204" pitchFamily="34" charset="-122"/>
                          </a:rPr>
                        </m:ctrlPr>
                      </m:fPr>
                      <m:num>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𝐴</m:t>
                            </m:r>
                          </m:e>
                          <m:sub>
                            <m:r>
                              <a:rPr kumimoji="1" lang="en-US" altLang="zh-CN" sz="2400" i="1">
                                <a:solidFill>
                                  <a:srgbClr val="0000FF"/>
                                </a:solidFill>
                                <a:latin typeface="Cambria Math" panose="02040503050406030204" pitchFamily="18" charset="0"/>
                                <a:ea typeface="微软雅黑" panose="020B0503020204020204" pitchFamily="34" charset="-122"/>
                              </a:rPr>
                              <m:t>𝑣</m:t>
                            </m:r>
                            <m:r>
                              <m:rPr>
                                <m:sty m:val="p"/>
                              </m:rPr>
                              <a:rPr kumimoji="1" lang="en-US" altLang="zh-CN" sz="2400" i="1">
                                <a:solidFill>
                                  <a:srgbClr val="0000FF"/>
                                </a:solidFill>
                                <a:latin typeface="Cambria Math" panose="02040503050406030204" pitchFamily="18" charset="0"/>
                                <a:ea typeface="微软雅黑" panose="020B0503020204020204" pitchFamily="34" charset="-122"/>
                              </a:rPr>
                              <m:t>d</m:t>
                            </m:r>
                          </m:sub>
                        </m:sSub>
                      </m:num>
                      <m:den>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𝐴</m:t>
                            </m:r>
                          </m:e>
                          <m:sub>
                            <m:r>
                              <a:rPr kumimoji="1" lang="en-US" altLang="zh-CN" sz="2400" i="1">
                                <a:solidFill>
                                  <a:srgbClr val="0000FF"/>
                                </a:solidFill>
                                <a:latin typeface="Cambria Math" panose="02040503050406030204" pitchFamily="18" charset="0"/>
                                <a:ea typeface="微软雅黑" panose="020B0503020204020204" pitchFamily="34" charset="-122"/>
                              </a:rPr>
                              <m:t>𝑣</m:t>
                            </m:r>
                            <m:r>
                              <m:rPr>
                                <m:sty m:val="p"/>
                              </m:rPr>
                              <a:rPr kumimoji="1" lang="en-US" altLang="zh-CN" sz="2400" i="1">
                                <a:solidFill>
                                  <a:srgbClr val="0000FF"/>
                                </a:solidFill>
                                <a:latin typeface="Cambria Math" panose="02040503050406030204" pitchFamily="18" charset="0"/>
                                <a:ea typeface="微软雅黑" panose="020B0503020204020204" pitchFamily="34" charset="-122"/>
                              </a:rPr>
                              <m:t>c</m:t>
                            </m:r>
                          </m:sub>
                        </m:sSub>
                      </m:den>
                    </m:f>
                    <m:r>
                      <a:rPr kumimoji="1" lang="en-US" altLang="zh-CN" sz="2400" i="1">
                        <a:solidFill>
                          <a:srgbClr val="0000FF"/>
                        </a:solidFill>
                        <a:latin typeface="Cambria Math" panose="02040503050406030204" pitchFamily="18" charset="0"/>
                        <a:ea typeface="Cambria Math" panose="02040503050406030204" pitchFamily="18" charset="0"/>
                      </a:rPr>
                      <m:t>→</m:t>
                    </m:r>
                    <m:r>
                      <a:rPr kumimoji="1" lang="zh-CN" altLang="en-US" sz="2400" i="1" dirty="0">
                        <a:solidFill>
                          <a:srgbClr val="0000FF"/>
                        </a:solidFill>
                        <a:latin typeface="Cambria Math" panose="02040503050406030204" pitchFamily="18" charset="0"/>
                        <a:ea typeface="微软雅黑" panose="020B0503020204020204" pitchFamily="34" charset="-122"/>
                      </a:rPr>
                      <m:t>∞</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开环差模电压增益：</a:t>
                </a:r>
                <a14:m>
                  <m:oMath xmlns:m="http://schemas.openxmlformats.org/officeDocument/2006/math">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𝐴</m:t>
                        </m:r>
                      </m:e>
                      <m:sub>
                        <m:r>
                          <a:rPr kumimoji="1" lang="en-US" altLang="zh-CN" sz="2400" i="1">
                            <a:solidFill>
                              <a:srgbClr val="0000FF"/>
                            </a:solidFill>
                            <a:latin typeface="Cambria Math" panose="02040503050406030204" pitchFamily="18" charset="0"/>
                            <a:ea typeface="微软雅黑" panose="020B0503020204020204" pitchFamily="34" charset="-122"/>
                          </a:rPr>
                          <m:t>𝑣</m:t>
                        </m:r>
                        <m:r>
                          <m:rPr>
                            <m:sty m:val="p"/>
                          </m:rPr>
                          <a:rPr kumimoji="1" lang="en-US" altLang="zh-CN" sz="2400" i="1">
                            <a:solidFill>
                              <a:srgbClr val="0000FF"/>
                            </a:solidFill>
                            <a:latin typeface="Cambria Math" panose="02040503050406030204" pitchFamily="18" charset="0"/>
                            <a:ea typeface="微软雅黑" panose="020B0503020204020204" pitchFamily="34" charset="-122"/>
                          </a:rPr>
                          <m:t>o</m:t>
                        </m:r>
                      </m:sub>
                    </m:sSub>
                    <m:r>
                      <a:rPr kumimoji="1" lang="en-US" altLang="zh-CN" sz="2400" i="1">
                        <a:solidFill>
                          <a:srgbClr val="0000FF"/>
                        </a:solidFill>
                        <a:latin typeface="Cambria Math" panose="02040503050406030204" pitchFamily="18" charset="0"/>
                        <a:ea typeface="微软雅黑" panose="020B0503020204020204" pitchFamily="34" charset="-122"/>
                      </a:rPr>
                      <m:t>=</m:t>
                    </m:r>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𝐴</m:t>
                        </m:r>
                      </m:e>
                      <m:sub>
                        <m:r>
                          <a:rPr kumimoji="1" lang="en-US" altLang="zh-CN" sz="2400" i="1">
                            <a:solidFill>
                              <a:srgbClr val="0000FF"/>
                            </a:solidFill>
                            <a:latin typeface="Cambria Math" panose="02040503050406030204" pitchFamily="18" charset="0"/>
                            <a:ea typeface="微软雅黑" panose="020B0503020204020204" pitchFamily="34" charset="-122"/>
                          </a:rPr>
                          <m:t>𝑣</m:t>
                        </m:r>
                        <m:r>
                          <m:rPr>
                            <m:sty m:val="p"/>
                          </m:rPr>
                          <a:rPr kumimoji="1" lang="en-US" altLang="zh-CN" sz="2400" i="1">
                            <a:solidFill>
                              <a:srgbClr val="0000FF"/>
                            </a:solidFill>
                            <a:latin typeface="Cambria Math" panose="02040503050406030204" pitchFamily="18" charset="0"/>
                            <a:ea typeface="微软雅黑" panose="020B0503020204020204" pitchFamily="34" charset="-122"/>
                          </a:rPr>
                          <m:t>d</m:t>
                        </m:r>
                      </m:sub>
                    </m:sSub>
                    <m:r>
                      <a:rPr kumimoji="1" lang="en-US" altLang="zh-CN" sz="2400" i="1">
                        <a:solidFill>
                          <a:srgbClr val="0000FF"/>
                        </a:solidFill>
                        <a:latin typeface="Cambria Math" panose="02040503050406030204" pitchFamily="18" charset="0"/>
                        <a:ea typeface="微软雅黑" panose="020B0503020204020204" pitchFamily="34" charset="-122"/>
                      </a:rPr>
                      <m:t>=</m:t>
                    </m:r>
                    <m:f>
                      <m:fPr>
                        <m:type m:val="lin"/>
                        <m:ctrlPr>
                          <a:rPr kumimoji="1" lang="en-US" altLang="zh-CN" sz="2400" i="1">
                            <a:solidFill>
                              <a:srgbClr val="0000FF"/>
                            </a:solidFill>
                            <a:latin typeface="Cambria Math" panose="02040503050406030204" pitchFamily="18" charset="0"/>
                            <a:ea typeface="微软雅黑" panose="020B0503020204020204" pitchFamily="34" charset="-122"/>
                          </a:rPr>
                        </m:ctrlPr>
                      </m:fPr>
                      <m:num>
                        <m:sSub>
                          <m:sSubPr>
                            <m:ctrlPr>
                              <a:rPr lang="en-US"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m:rPr>
                                <m:sty m:val="p"/>
                              </m:rPr>
                              <a:rPr lang="en-US" altLang="zh-CN" sz="2400">
                                <a:solidFill>
                                  <a:srgbClr val="0000FF"/>
                                </a:solidFill>
                                <a:latin typeface="Cambria Math" panose="02040503050406030204" pitchFamily="18" charset="0"/>
                              </a:rPr>
                              <m:t>od</m:t>
                            </m:r>
                          </m:sub>
                        </m:sSub>
                      </m:num>
                      <m:den>
                        <m:sSub>
                          <m:sSubPr>
                            <m:ctrlPr>
                              <a:rPr lang="en-US"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m:rPr>
                                <m:sty m:val="p"/>
                              </m:rPr>
                              <a:rPr lang="en-US" altLang="zh-CN" sz="2400" i="1">
                                <a:solidFill>
                                  <a:srgbClr val="0000FF"/>
                                </a:solidFill>
                                <a:latin typeface="Cambria Math" panose="02040503050406030204" pitchFamily="18" charset="0"/>
                              </a:rPr>
                              <m:t>id</m:t>
                            </m:r>
                          </m:sub>
                        </m:sSub>
                      </m:den>
                    </m:f>
                    <m:r>
                      <a:rPr kumimoji="1" lang="en-US" altLang="zh-CN" sz="2400" i="1">
                        <a:solidFill>
                          <a:srgbClr val="0000FF"/>
                        </a:solidFill>
                        <a:latin typeface="Cambria Math" panose="02040503050406030204" pitchFamily="18" charset="0"/>
                        <a:ea typeface="微软雅黑" panose="020B0503020204020204" pitchFamily="34" charset="-122"/>
                      </a:rPr>
                      <m:t>=</m:t>
                    </m:r>
                    <m:f>
                      <m:fPr>
                        <m:type m:val="lin"/>
                        <m:ctrlPr>
                          <a:rPr kumimoji="1" lang="en-US" altLang="zh-CN" sz="2400" i="1">
                            <a:solidFill>
                              <a:srgbClr val="0000FF"/>
                            </a:solidFill>
                            <a:latin typeface="Cambria Math" panose="02040503050406030204" pitchFamily="18" charset="0"/>
                            <a:ea typeface="微软雅黑" panose="020B0503020204020204" pitchFamily="34" charset="-122"/>
                          </a:rPr>
                        </m:ctrlPr>
                      </m:fPr>
                      <m:num>
                        <m:sSub>
                          <m:sSubPr>
                            <m:ctrlPr>
                              <a:rPr lang="en-US"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m:rPr>
                                <m:sty m:val="p"/>
                              </m:rPr>
                              <a:rPr lang="en-US" altLang="zh-CN" sz="2400">
                                <a:solidFill>
                                  <a:srgbClr val="0000FF"/>
                                </a:solidFill>
                                <a:latin typeface="Cambria Math" panose="02040503050406030204" pitchFamily="18" charset="0"/>
                              </a:rPr>
                              <m:t>O</m:t>
                            </m:r>
                          </m:sub>
                        </m:sSub>
                      </m:num>
                      <m:den>
                        <m:sSub>
                          <m:sSubPr>
                            <m:ctrlPr>
                              <a:rPr lang="en-US"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𝑣</m:t>
                            </m:r>
                          </m:e>
                          <m:sub>
                            <m:r>
                              <m:rPr>
                                <m:sty m:val="p"/>
                              </m:rPr>
                              <a:rPr lang="en-US" altLang="zh-CN" sz="2400" i="1">
                                <a:solidFill>
                                  <a:srgbClr val="0000FF"/>
                                </a:solidFill>
                                <a:latin typeface="Cambria Math" panose="02040503050406030204" pitchFamily="18" charset="0"/>
                              </a:rPr>
                              <m:t>id</m:t>
                            </m:r>
                          </m:sub>
                        </m:sSub>
                      </m:den>
                    </m:f>
                    <m:r>
                      <a:rPr kumimoji="1" lang="en-US" altLang="zh-CN" sz="2400" i="1">
                        <a:solidFill>
                          <a:srgbClr val="0000FF"/>
                        </a:solidFill>
                        <a:latin typeface="Cambria Math" panose="02040503050406030204" pitchFamily="18" charset="0"/>
                        <a:ea typeface="Cambria Math" panose="02040503050406030204" pitchFamily="18" charset="0"/>
                      </a:rPr>
                      <m:t>→</m:t>
                    </m:r>
                    <m:r>
                      <a:rPr kumimoji="1" lang="zh-CN" altLang="en-US" sz="2400" i="1" dirty="0">
                        <a:solidFill>
                          <a:srgbClr val="0000FF"/>
                        </a:solidFill>
                        <a:latin typeface="Cambria Math" panose="02040503050406030204" pitchFamily="18" charset="0"/>
                        <a:ea typeface="微软雅黑" panose="020B0503020204020204" pitchFamily="34" charset="-122"/>
                      </a:rPr>
                      <m:t>∞</m:t>
                    </m:r>
                  </m:oMath>
                </a14:m>
                <a:r>
                  <a:rPr kumimoji="1" lang="en-US" altLang="zh-CN" sz="2400" dirty="0">
                    <a:solidFill>
                      <a:srgbClr val="0000FF"/>
                    </a:solidFill>
                    <a:latin typeface="微软雅黑" panose="020B0503020204020204" pitchFamily="34" charset="-122"/>
                    <a:ea typeface="微软雅黑" panose="020B0503020204020204" pitchFamily="34" charset="-122"/>
                  </a:rPr>
                  <a:t> </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输入输出电阻：</a:t>
                </a:r>
                <a14:m>
                  <m:oMath xmlns:m="http://schemas.openxmlformats.org/officeDocument/2006/math">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𝑟</m:t>
                        </m:r>
                      </m:e>
                      <m:sub>
                        <m:r>
                          <m:rPr>
                            <m:sty m:val="p"/>
                          </m:rPr>
                          <a:rPr kumimoji="1" lang="en-US" altLang="zh-CN" sz="2400" i="1">
                            <a:solidFill>
                              <a:srgbClr val="0000FF"/>
                            </a:solidFill>
                            <a:latin typeface="Cambria Math" panose="02040503050406030204" pitchFamily="18" charset="0"/>
                            <a:ea typeface="微软雅黑" panose="020B0503020204020204" pitchFamily="34" charset="-122"/>
                          </a:rPr>
                          <m:t>i</m:t>
                        </m:r>
                      </m:sub>
                    </m:sSub>
                    <m:r>
                      <a:rPr kumimoji="1" lang="en-US" altLang="zh-CN" sz="2400" i="1">
                        <a:solidFill>
                          <a:srgbClr val="0000FF"/>
                        </a:solidFill>
                        <a:latin typeface="Cambria Math" panose="02040503050406030204" pitchFamily="18" charset="0"/>
                        <a:ea typeface="Cambria Math" panose="02040503050406030204" pitchFamily="18" charset="0"/>
                      </a:rPr>
                      <m:t>→</m:t>
                    </m:r>
                    <m:r>
                      <a:rPr kumimoji="1" lang="zh-CN" altLang="en-US" sz="2400" i="1" dirty="0">
                        <a:solidFill>
                          <a:srgbClr val="0000FF"/>
                        </a:solidFill>
                        <a:latin typeface="Cambria Math" panose="02040503050406030204" pitchFamily="18" charset="0"/>
                        <a:ea typeface="微软雅黑" panose="020B0503020204020204" pitchFamily="34" charset="-122"/>
                      </a:rPr>
                      <m:t>∞</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𝑟</m:t>
                        </m:r>
                      </m:e>
                      <m:sub>
                        <m:r>
                          <m:rPr>
                            <m:sty m:val="p"/>
                          </m:rPr>
                          <a:rPr kumimoji="1" lang="en-US" altLang="zh-CN" sz="2400" i="1">
                            <a:solidFill>
                              <a:srgbClr val="0000FF"/>
                            </a:solidFill>
                            <a:latin typeface="Cambria Math" panose="02040503050406030204" pitchFamily="18" charset="0"/>
                            <a:ea typeface="微软雅黑" panose="020B0503020204020204" pitchFamily="34" charset="-122"/>
                          </a:rPr>
                          <m:t>o</m:t>
                        </m:r>
                      </m:sub>
                    </m:sSub>
                    <m:r>
                      <a:rPr kumimoji="1" lang="en-US" altLang="zh-CN" sz="2400" i="1">
                        <a:solidFill>
                          <a:srgbClr val="0000FF"/>
                        </a:solidFill>
                        <a:latin typeface="Cambria Math" panose="02040503050406030204" pitchFamily="18" charset="0"/>
                        <a:ea typeface="Cambria Math" panose="02040503050406030204" pitchFamily="18" charset="0"/>
                      </a:rPr>
                      <m:t>→</m:t>
                    </m:r>
                    <m:r>
                      <a:rPr kumimoji="1" lang="en-US" altLang="zh-CN" sz="2400" i="1" dirty="0">
                        <a:solidFill>
                          <a:srgbClr val="0000FF"/>
                        </a:solidFill>
                        <a:latin typeface="Cambria Math" panose="02040503050406030204" pitchFamily="18" charset="0"/>
                        <a:ea typeface="微软雅黑" panose="020B0503020204020204" pitchFamily="34" charset="-122"/>
                      </a:rPr>
                      <m:t>0</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p:txBody>
          </p:sp>
        </mc:Choice>
        <mc:Fallback xmlns="">
          <p:sp>
            <p:nvSpPr>
              <p:cNvPr id="2" name="文本框 1">
                <a:extLst>
                  <a:ext uri="{FF2B5EF4-FFF2-40B4-BE49-F238E27FC236}">
                    <a16:creationId xmlns:a16="http://schemas.microsoft.com/office/drawing/2014/main" id="{DA8C1B57-297F-A458-8340-18C95CE63C6A}"/>
                  </a:ext>
                </a:extLst>
              </p:cNvPr>
              <p:cNvSpPr txBox="1">
                <a:spLocks noRot="1" noChangeAspect="1" noMove="1" noResize="1" noEditPoints="1" noAdjustHandles="1" noChangeArrowheads="1" noChangeShapeType="1" noTextEdit="1"/>
              </p:cNvSpPr>
              <p:nvPr/>
            </p:nvSpPr>
            <p:spPr>
              <a:xfrm>
                <a:off x="360000" y="828000"/>
                <a:ext cx="8919082" cy="2132250"/>
              </a:xfrm>
              <a:prstGeom prst="rect">
                <a:avLst/>
              </a:prstGeom>
              <a:blipFill>
                <a:blip r:embed="rId3"/>
                <a:stretch>
                  <a:fillRect l="-1230" t="-1143" b="-16857"/>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8DEDD206-B82C-9176-CB9A-7150CA00319F}"/>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F7C74E32-A163-A9D9-D16E-629F178F6B12}"/>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98098C8A-A94A-9BA2-EA30-CF550150602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0BFBA443-E174-4EDA-4D95-381E0467321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E0F6D57D-3297-98F2-1C34-2750FA5F8DE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64</a:t>
              </a:fld>
              <a:endParaRPr lang="zh-CN" altLang="en-US" sz="3200" dirty="0">
                <a:solidFill>
                  <a:schemeClr val="bg1"/>
                </a:solidFill>
                <a:latin typeface="Candara"/>
                <a:ea typeface="微软雅黑"/>
              </a:endParaRPr>
            </a:p>
          </p:txBody>
        </p:sp>
      </p:grpSp>
      <p:pic>
        <p:nvPicPr>
          <p:cNvPr id="9" name="图片 8">
            <a:extLst>
              <a:ext uri="{FF2B5EF4-FFF2-40B4-BE49-F238E27FC236}">
                <a16:creationId xmlns:a16="http://schemas.microsoft.com/office/drawing/2014/main" id="{08274C20-4C94-5046-D3A8-B125D22B6156}"/>
              </a:ext>
            </a:extLst>
          </p:cNvPr>
          <p:cNvPicPr>
            <a:picLocks noChangeAspect="1"/>
          </p:cNvPicPr>
          <p:nvPr/>
        </p:nvPicPr>
        <p:blipFill>
          <a:blip r:embed="rId4"/>
          <a:stretch>
            <a:fillRect/>
          </a:stretch>
        </p:blipFill>
        <p:spPr>
          <a:xfrm>
            <a:off x="720000" y="3600000"/>
            <a:ext cx="4318814" cy="2880000"/>
          </a:xfrm>
          <a:prstGeom prst="rect">
            <a:avLst/>
          </a:prstGeom>
        </p:spPr>
      </p:pic>
      <p:grpSp>
        <p:nvGrpSpPr>
          <p:cNvPr id="10" name="组合 9">
            <a:extLst>
              <a:ext uri="{FF2B5EF4-FFF2-40B4-BE49-F238E27FC236}">
                <a16:creationId xmlns:a16="http://schemas.microsoft.com/office/drawing/2014/main" id="{9D9BF033-1654-A45B-7CA4-D69670E8CE6D}"/>
              </a:ext>
            </a:extLst>
          </p:cNvPr>
          <p:cNvGrpSpPr/>
          <p:nvPr/>
        </p:nvGrpSpPr>
        <p:grpSpPr>
          <a:xfrm>
            <a:off x="6840000" y="3420000"/>
            <a:ext cx="4752000" cy="3204000"/>
            <a:chOff x="6947833" y="3528000"/>
            <a:chExt cx="4752000" cy="3204000"/>
          </a:xfrm>
        </p:grpSpPr>
        <p:sp>
          <p:nvSpPr>
            <p:cNvPr id="11" name="文本框 10">
              <a:extLst>
                <a:ext uri="{FF2B5EF4-FFF2-40B4-BE49-F238E27FC236}">
                  <a16:creationId xmlns:a16="http://schemas.microsoft.com/office/drawing/2014/main" id="{D0A03570-5C66-444F-2244-28C9D55FC486}"/>
                </a:ext>
              </a:extLst>
            </p:cNvPr>
            <p:cNvSpPr txBox="1"/>
            <p:nvPr/>
          </p:nvSpPr>
          <p:spPr>
            <a:xfrm>
              <a:off x="7667833" y="6336000"/>
              <a:ext cx="1116824" cy="396000"/>
            </a:xfrm>
            <a:prstGeom prst="rect">
              <a:avLst/>
            </a:prstGeom>
            <a:noFill/>
          </p:spPr>
          <p:txBody>
            <a:bodyPr wrap="square">
              <a:spAutoFit/>
            </a:bodyPr>
            <a:lstStyle/>
            <a:p>
              <a:pPr algn="ctr"/>
              <a:r>
                <a:rPr kumimoji="1" lang="zh-CN" altLang="en-US" sz="1800" dirty="0">
                  <a:solidFill>
                    <a:srgbClr val="FF0000"/>
                  </a:solidFill>
                  <a:latin typeface="微软雅黑" panose="020B0503020204020204" pitchFamily="34" charset="-122"/>
                  <a:ea typeface="微软雅黑" panose="020B0503020204020204" pitchFamily="34" charset="-122"/>
                </a:rPr>
                <a:t>负饱和区</a:t>
              </a:r>
              <a:endParaRPr lang="zh-CN" altLang="en-US" dirty="0">
                <a:solidFill>
                  <a:srgbClr val="FF0000"/>
                </a:solidFill>
              </a:endParaRPr>
            </a:p>
          </p:txBody>
        </p:sp>
        <p:sp>
          <p:nvSpPr>
            <p:cNvPr id="12" name="文本框 11">
              <a:extLst>
                <a:ext uri="{FF2B5EF4-FFF2-40B4-BE49-F238E27FC236}">
                  <a16:creationId xmlns:a16="http://schemas.microsoft.com/office/drawing/2014/main" id="{DD2276E0-5D00-EE05-7B9E-BA88682C202B}"/>
                </a:ext>
              </a:extLst>
            </p:cNvPr>
            <p:cNvSpPr txBox="1"/>
            <p:nvPr/>
          </p:nvSpPr>
          <p:spPr>
            <a:xfrm>
              <a:off x="9395833" y="3816000"/>
              <a:ext cx="1116000" cy="396000"/>
            </a:xfrm>
            <a:prstGeom prst="rect">
              <a:avLst/>
            </a:prstGeom>
            <a:noFill/>
          </p:spPr>
          <p:txBody>
            <a:bodyPr wrap="square">
              <a:spAutoFit/>
            </a:bodyPr>
            <a:lstStyle/>
            <a:p>
              <a:pPr algn="ctr"/>
              <a:r>
                <a:rPr kumimoji="1" lang="zh-CN" altLang="en-US" sz="1800" dirty="0">
                  <a:solidFill>
                    <a:srgbClr val="FF0000"/>
                  </a:solidFill>
                  <a:latin typeface="微软雅黑" panose="020B0503020204020204" pitchFamily="34" charset="-122"/>
                  <a:ea typeface="微软雅黑" panose="020B0503020204020204" pitchFamily="34" charset="-122"/>
                </a:rPr>
                <a:t>正饱和区</a:t>
              </a:r>
              <a:endParaRPr lang="zh-CN" altLang="en-US" dirty="0">
                <a:solidFill>
                  <a:srgbClr val="FF0000"/>
                </a:solidFill>
              </a:endParaRPr>
            </a:p>
          </p:txBody>
        </p:sp>
        <p:cxnSp>
          <p:nvCxnSpPr>
            <p:cNvPr id="13" name="直接连接符 12">
              <a:extLst>
                <a:ext uri="{FF2B5EF4-FFF2-40B4-BE49-F238E27FC236}">
                  <a16:creationId xmlns:a16="http://schemas.microsoft.com/office/drawing/2014/main" id="{99BE010B-7B66-4B50-8254-810985791E02}"/>
                </a:ext>
              </a:extLst>
            </p:cNvPr>
            <p:cNvCxnSpPr>
              <a:cxnSpLocks/>
            </p:cNvCxnSpPr>
            <p:nvPr/>
          </p:nvCxnSpPr>
          <p:spPr>
            <a:xfrm flipV="1">
              <a:off x="9467833" y="4176000"/>
              <a:ext cx="0" cy="108000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DCEBF31-E04D-EDE2-8236-E0B8EC250F63}"/>
                </a:ext>
              </a:extLst>
            </p:cNvPr>
            <p:cNvCxnSpPr>
              <a:cxnSpLocks/>
            </p:cNvCxnSpPr>
            <p:nvPr/>
          </p:nvCxnSpPr>
          <p:spPr>
            <a:xfrm flipV="1">
              <a:off x="8747833" y="5256000"/>
              <a:ext cx="0" cy="108000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57F62D6F-4F07-9DD1-A911-909EE5AAD51C}"/>
                </a:ext>
              </a:extLst>
            </p:cNvPr>
            <p:cNvCxnSpPr>
              <a:cxnSpLocks/>
            </p:cNvCxnSpPr>
            <p:nvPr/>
          </p:nvCxnSpPr>
          <p:spPr>
            <a:xfrm flipH="1">
              <a:off x="9107833" y="4176000"/>
              <a:ext cx="358222"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9EA9E79D-C42E-AF42-0759-D910F8E0D199}"/>
                </a:ext>
              </a:extLst>
            </p:cNvPr>
            <p:cNvCxnSpPr>
              <a:cxnSpLocks/>
            </p:cNvCxnSpPr>
            <p:nvPr/>
          </p:nvCxnSpPr>
          <p:spPr>
            <a:xfrm>
              <a:off x="7739833" y="5256000"/>
              <a:ext cx="3240000"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0F45CA28-9EA9-68D6-D87C-A3EDC2A280DF}"/>
                </a:ext>
              </a:extLst>
            </p:cNvPr>
            <p:cNvCxnSpPr>
              <a:cxnSpLocks/>
            </p:cNvCxnSpPr>
            <p:nvPr/>
          </p:nvCxnSpPr>
          <p:spPr>
            <a:xfrm flipV="1">
              <a:off x="9107833" y="3708000"/>
              <a:ext cx="0" cy="28800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CE34D13-3572-653D-6AEF-FDD6BDB4E147}"/>
                </a:ext>
              </a:extLst>
            </p:cNvPr>
            <p:cNvCxnSpPr>
              <a:cxnSpLocks/>
            </p:cNvCxnSpPr>
            <p:nvPr/>
          </p:nvCxnSpPr>
          <p:spPr>
            <a:xfrm flipH="1">
              <a:off x="8747833" y="4176000"/>
              <a:ext cx="720000" cy="2160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6E474C22-07B0-FF5E-25BF-3F3CD16C1CF5}"/>
                </a:ext>
              </a:extLst>
            </p:cNvPr>
            <p:cNvCxnSpPr>
              <a:cxnSpLocks/>
            </p:cNvCxnSpPr>
            <p:nvPr/>
          </p:nvCxnSpPr>
          <p:spPr>
            <a:xfrm flipH="1">
              <a:off x="9467833" y="4176000"/>
              <a:ext cx="936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5ECC2F10-AE46-6FAE-BDD6-A59FA12C294B}"/>
                </a:ext>
              </a:extLst>
            </p:cNvPr>
            <p:cNvCxnSpPr>
              <a:cxnSpLocks/>
            </p:cNvCxnSpPr>
            <p:nvPr/>
          </p:nvCxnSpPr>
          <p:spPr>
            <a:xfrm flipH="1">
              <a:off x="7811833" y="6336000"/>
              <a:ext cx="936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7418CA21-2196-85AD-05AE-66FF38808ADF}"/>
                    </a:ext>
                  </a:extLst>
                </p:cNvPr>
                <p:cNvSpPr txBox="1"/>
                <p:nvPr/>
              </p:nvSpPr>
              <p:spPr>
                <a:xfrm>
                  <a:off x="8315833" y="3528000"/>
                  <a:ext cx="82800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a:rPr kumimoji="1" lang="en-US" altLang="zh-CN" sz="2200" b="0" i="1" smtClean="0">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O</m:t>
                            </m:r>
                          </m:sub>
                        </m:sSub>
                        <m:r>
                          <a:rPr kumimoji="1" lang="en-US" altLang="zh-CN" sz="2200" b="0" i="1" smtClean="0">
                            <a:solidFill>
                              <a:schemeClr val="tx1"/>
                            </a:solidFill>
                            <a:latin typeface="Cambria Math" panose="02040503050406030204" pitchFamily="18" charset="0"/>
                            <a:ea typeface="微软雅黑" panose="020B0503020204020204" pitchFamily="34" charset="-122"/>
                          </a:rPr>
                          <m:t>/</m:t>
                        </m:r>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V</m:t>
                        </m:r>
                      </m:oMath>
                    </m:oMathPara>
                  </a14:m>
                  <a:endParaRPr lang="zh-CN" altLang="en-US" sz="2200" dirty="0">
                    <a:solidFill>
                      <a:schemeClr val="tx1"/>
                    </a:solidFill>
                  </a:endParaRPr>
                </a:p>
              </p:txBody>
            </p:sp>
          </mc:Choice>
          <mc:Fallback xmlns="">
            <p:sp>
              <p:nvSpPr>
                <p:cNvPr id="20" name="文本框 19">
                  <a:extLst>
                    <a:ext uri="{FF2B5EF4-FFF2-40B4-BE49-F238E27FC236}">
                      <a16:creationId xmlns:a16="http://schemas.microsoft.com/office/drawing/2014/main" id="{0DEAB9EC-08F1-00CD-C763-01617E41132C}"/>
                    </a:ext>
                  </a:extLst>
                </p:cNvPr>
                <p:cNvSpPr txBox="1">
                  <a:spLocks noRot="1" noChangeAspect="1" noMove="1" noResize="1" noEditPoints="1" noAdjustHandles="1" noChangeArrowheads="1" noChangeShapeType="1" noTextEdit="1"/>
                </p:cNvSpPr>
                <p:nvPr/>
              </p:nvSpPr>
              <p:spPr>
                <a:xfrm>
                  <a:off x="8315833" y="3528000"/>
                  <a:ext cx="828000" cy="430887"/>
                </a:xfrm>
                <a:prstGeom prst="rect">
                  <a:avLst/>
                </a:prstGeom>
                <a:blipFill>
                  <a:blip r:embed="rId6"/>
                  <a:stretch>
                    <a:fillRect b="-1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12293829-C834-ABDB-2A2C-BF4583BCF4F5}"/>
                    </a:ext>
                  </a:extLst>
                </p:cNvPr>
                <p:cNvSpPr txBox="1"/>
                <p:nvPr/>
              </p:nvSpPr>
              <p:spPr>
                <a:xfrm>
                  <a:off x="9935833" y="5220000"/>
                  <a:ext cx="1764000" cy="39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m:t>
                        </m:r>
                        <m:sSub>
                          <m:sSubPr>
                            <m:ctrlPr>
                              <a:rPr kumimoji="1" lang="en-US" altLang="zh-CN" sz="200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P</m:t>
                            </m:r>
                          </m:sub>
                        </m:sSub>
                        <m:r>
                          <a:rPr kumimoji="1" lang="en-US" altLang="zh-CN" sz="2000" b="0" i="1" smtClean="0">
                            <a:solidFill>
                              <a:schemeClr val="tx1"/>
                            </a:solidFill>
                            <a:latin typeface="Cambria Math" panose="02040503050406030204" pitchFamily="18" charset="0"/>
                            <a:ea typeface="微软雅黑" panose="020B0503020204020204" pitchFamily="34" charset="-122"/>
                          </a:rPr>
                          <m:t>−</m:t>
                        </m:r>
                        <m:sSub>
                          <m:sSubPr>
                            <m:ctrlPr>
                              <a:rPr kumimoji="1" lang="en-US" altLang="zh-CN" sz="2000" i="1">
                                <a:solidFill>
                                  <a:schemeClr val="tx1"/>
                                </a:solidFill>
                                <a:latin typeface="Cambria Math" panose="02040503050406030204" pitchFamily="18" charset="0"/>
                                <a:ea typeface="微软雅黑" panose="020B0503020204020204" pitchFamily="34" charset="-122"/>
                              </a:rPr>
                            </m:ctrlPr>
                          </m:sSubPr>
                          <m:e>
                            <m:r>
                              <a:rPr kumimoji="1" lang="en-US" altLang="zh-CN" sz="2000" i="1">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N</m:t>
                            </m:r>
                          </m:sub>
                        </m:sSub>
                        <m:r>
                          <a:rPr kumimoji="1" lang="en-US" altLang="zh-CN" sz="2000" b="0" i="1" smtClean="0">
                            <a:solidFill>
                              <a:schemeClr val="tx1"/>
                            </a:solidFill>
                            <a:latin typeface="Cambria Math" panose="02040503050406030204" pitchFamily="18" charset="0"/>
                            <a:ea typeface="微软雅黑" panose="020B0503020204020204" pitchFamily="34" charset="-122"/>
                          </a:rPr>
                          <m:t>)/</m:t>
                        </m:r>
                        <m:r>
                          <m:rPr>
                            <m:sty m:val="p"/>
                          </m:rPr>
                          <a:rPr kumimoji="1" lang="zh-CN" altLang="en-US" sz="2000" b="0" i="0" smtClean="0">
                            <a:solidFill>
                              <a:schemeClr val="tx1"/>
                            </a:solidFill>
                            <a:latin typeface="Cambria Math" panose="02040503050406030204" pitchFamily="18" charset="0"/>
                            <a:ea typeface="微软雅黑" panose="020B0503020204020204" pitchFamily="34" charset="-122"/>
                          </a:rPr>
                          <m:t>μ</m:t>
                        </m:r>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V</m:t>
                        </m:r>
                      </m:oMath>
                    </m:oMathPara>
                  </a14:m>
                  <a:endParaRPr lang="zh-CN" altLang="en-US" sz="2000" dirty="0">
                    <a:solidFill>
                      <a:schemeClr val="tx1"/>
                    </a:solidFill>
                  </a:endParaRPr>
                </a:p>
              </p:txBody>
            </p:sp>
          </mc:Choice>
          <mc:Fallback xmlns="">
            <p:sp>
              <p:nvSpPr>
                <p:cNvPr id="21" name="文本框 20">
                  <a:extLst>
                    <a:ext uri="{FF2B5EF4-FFF2-40B4-BE49-F238E27FC236}">
                      <a16:creationId xmlns:a16="http://schemas.microsoft.com/office/drawing/2014/main" id="{A993435C-0834-FED4-EA03-67584663DC31}"/>
                    </a:ext>
                  </a:extLst>
                </p:cNvPr>
                <p:cNvSpPr txBox="1">
                  <a:spLocks noRot="1" noChangeAspect="1" noMove="1" noResize="1" noEditPoints="1" noAdjustHandles="1" noChangeArrowheads="1" noChangeShapeType="1" noTextEdit="1"/>
                </p:cNvSpPr>
                <p:nvPr/>
              </p:nvSpPr>
              <p:spPr>
                <a:xfrm>
                  <a:off x="9935833" y="5220000"/>
                  <a:ext cx="1764000" cy="396000"/>
                </a:xfrm>
                <a:prstGeom prst="rect">
                  <a:avLst/>
                </a:prstGeom>
                <a:blipFill>
                  <a:blip r:embed="rId7"/>
                  <a:stretch>
                    <a:fillRect b="-16923"/>
                  </a:stretch>
                </a:blipFill>
              </p:spPr>
              <p:txBody>
                <a:bodyPr/>
                <a:lstStyle/>
                <a:p>
                  <a:r>
                    <a:rPr lang="zh-CN" altLang="en-US">
                      <a:noFill/>
                    </a:rPr>
                    <a:t> </a:t>
                  </a:r>
                </a:p>
              </p:txBody>
            </p:sp>
          </mc:Fallback>
        </mc:AlternateContent>
        <p:cxnSp>
          <p:nvCxnSpPr>
            <p:cNvPr id="23" name="直接连接符 22">
              <a:extLst>
                <a:ext uri="{FF2B5EF4-FFF2-40B4-BE49-F238E27FC236}">
                  <a16:creationId xmlns:a16="http://schemas.microsoft.com/office/drawing/2014/main" id="{FC45A877-EBCB-6575-1256-4B6F12AA82EA}"/>
                </a:ext>
              </a:extLst>
            </p:cNvPr>
            <p:cNvCxnSpPr>
              <a:cxnSpLocks/>
            </p:cNvCxnSpPr>
            <p:nvPr/>
          </p:nvCxnSpPr>
          <p:spPr>
            <a:xfrm flipH="1">
              <a:off x="8747833" y="6336000"/>
              <a:ext cx="358222"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4428319A-9038-FD0B-1F50-24781CA97B07}"/>
                    </a:ext>
                  </a:extLst>
                </p:cNvPr>
                <p:cNvSpPr txBox="1"/>
                <p:nvPr/>
              </p:nvSpPr>
              <p:spPr>
                <a:xfrm>
                  <a:off x="6947833" y="3960000"/>
                  <a:ext cx="2196000"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a:rPr kumimoji="1" lang="en-US" altLang="zh-CN" sz="2200" i="1" smtClean="0">
                            <a:solidFill>
                              <a:srgbClr val="FF0000"/>
                            </a:solidFill>
                            <a:latin typeface="Cambria Math" panose="02040503050406030204" pitchFamily="18" charset="0"/>
                            <a:ea typeface="微软雅黑" panose="020B0503020204020204" pitchFamily="34" charset="-122"/>
                          </a:rPr>
                          <m:t>+</m:t>
                        </m:r>
                        <m:sSub>
                          <m:sSubPr>
                            <m:ctrlPr>
                              <a:rPr kumimoji="1" lang="en-US" altLang="zh-CN" sz="2200" i="1" smtClean="0">
                                <a:solidFill>
                                  <a:srgbClr val="FF0000"/>
                                </a:solidFill>
                                <a:latin typeface="Cambria Math" panose="02040503050406030204" pitchFamily="18" charset="0"/>
                                <a:ea typeface="微软雅黑" panose="020B0503020204020204" pitchFamily="34" charset="-122"/>
                              </a:rPr>
                            </m:ctrlPr>
                          </m:sSubPr>
                          <m:e>
                            <m:r>
                              <a:rPr kumimoji="1" lang="en-US" altLang="zh-CN" sz="2200" b="0" i="1" smtClean="0">
                                <a:solidFill>
                                  <a:srgbClr val="FF0000"/>
                                </a:solidFill>
                                <a:latin typeface="Cambria Math" panose="02040503050406030204" pitchFamily="18" charset="0"/>
                                <a:ea typeface="微软雅黑" panose="020B0503020204020204" pitchFamily="34" charset="-122"/>
                              </a:rPr>
                              <m:t>𝑉</m:t>
                            </m:r>
                          </m:e>
                          <m:sub>
                            <m:r>
                              <m:rPr>
                                <m:sty m:val="p"/>
                              </m:rPr>
                              <a:rPr kumimoji="1" lang="en-US" altLang="zh-CN" sz="2200" i="1">
                                <a:solidFill>
                                  <a:srgbClr val="FF0000"/>
                                </a:solidFill>
                                <a:latin typeface="Cambria Math" panose="02040503050406030204" pitchFamily="18" charset="0"/>
                                <a:ea typeface="微软雅黑" panose="020B0503020204020204" pitchFamily="34" charset="-122"/>
                              </a:rPr>
                              <m:t>om</m:t>
                            </m:r>
                          </m:sub>
                        </m:sSub>
                        <m:r>
                          <a:rPr kumimoji="1" lang="en-US" altLang="zh-CN" sz="2200" i="1">
                            <a:solidFill>
                              <a:srgbClr val="FF0000"/>
                            </a:solidFill>
                            <a:latin typeface="Cambria Math" panose="02040503050406030204" pitchFamily="18" charset="0"/>
                            <a:ea typeface="微软雅黑" panose="020B0503020204020204" pitchFamily="34" charset="-122"/>
                          </a:rPr>
                          <m:t>=</m:t>
                        </m:r>
                        <m:sSub>
                          <m:sSubPr>
                            <m:ctrlPr>
                              <a:rPr kumimoji="1" lang="en-US" altLang="zh-CN" sz="2200" i="1">
                                <a:solidFill>
                                  <a:srgbClr val="FF0000"/>
                                </a:solidFill>
                                <a:latin typeface="Cambria Math" panose="02040503050406030204" pitchFamily="18" charset="0"/>
                                <a:ea typeface="微软雅黑" panose="020B0503020204020204" pitchFamily="34" charset="-122"/>
                              </a:rPr>
                            </m:ctrlPr>
                          </m:sSubPr>
                          <m:e>
                            <m:r>
                              <a:rPr kumimoji="1" lang="en-US" altLang="zh-CN" sz="2200" i="1">
                                <a:solidFill>
                                  <a:srgbClr val="FF0000"/>
                                </a:solidFill>
                                <a:latin typeface="Cambria Math" panose="02040503050406030204" pitchFamily="18" charset="0"/>
                                <a:ea typeface="微软雅黑" panose="020B0503020204020204" pitchFamily="34" charset="-122"/>
                              </a:rPr>
                              <m:t>𝑉</m:t>
                            </m:r>
                          </m:e>
                          <m:sub>
                            <m:r>
                              <a:rPr kumimoji="1" lang="en-US" altLang="zh-CN" sz="2200" b="0" i="1" smtClean="0">
                                <a:solidFill>
                                  <a:srgbClr val="FF0000"/>
                                </a:solidFill>
                                <a:latin typeface="Cambria Math" panose="02040503050406030204" pitchFamily="18" charset="0"/>
                                <a:ea typeface="微软雅黑" panose="020B0503020204020204" pitchFamily="34" charset="-122"/>
                              </a:rPr>
                              <m:t>+</m:t>
                            </m:r>
                          </m:sub>
                        </m:sSub>
                        <m:r>
                          <a:rPr kumimoji="1" lang="en-US" altLang="zh-CN" sz="2200" b="0" i="1" smtClean="0">
                            <a:solidFill>
                              <a:srgbClr val="FF0000"/>
                            </a:solidFill>
                            <a:latin typeface="Cambria Math" panose="02040503050406030204" pitchFamily="18" charset="0"/>
                            <a:ea typeface="微软雅黑" panose="020B0503020204020204" pitchFamily="34" charset="-122"/>
                          </a:rPr>
                          <m:t>−</m:t>
                        </m:r>
                        <m:r>
                          <m:rPr>
                            <m:sty m:val="p"/>
                          </m:rPr>
                          <a:rPr kumimoji="1" lang="el-GR" altLang="zh-CN" sz="2200" b="0" i="1" smtClean="0">
                            <a:solidFill>
                              <a:srgbClr val="FF0000"/>
                            </a:solidFill>
                            <a:latin typeface="Cambria Math" panose="02040503050406030204" pitchFamily="18" charset="0"/>
                            <a:ea typeface="Cambria Math" panose="02040503050406030204" pitchFamily="18" charset="0"/>
                          </a:rPr>
                          <m:t>Δ</m:t>
                        </m:r>
                        <m:r>
                          <a:rPr kumimoji="1" lang="en-US" altLang="zh-CN" sz="2200" b="0" i="1" smtClean="0">
                            <a:solidFill>
                              <a:srgbClr val="FF0000"/>
                            </a:solidFill>
                            <a:latin typeface="Cambria Math" panose="02040503050406030204" pitchFamily="18" charset="0"/>
                            <a:ea typeface="Cambria Math" panose="02040503050406030204" pitchFamily="18" charset="0"/>
                          </a:rPr>
                          <m:t>𝑉</m:t>
                        </m:r>
                      </m:oMath>
                    </m:oMathPara>
                  </a14:m>
                  <a:endParaRPr lang="zh-CN" altLang="en-US" sz="2200" dirty="0">
                    <a:solidFill>
                      <a:srgbClr val="FF0000"/>
                    </a:solidFill>
                  </a:endParaRPr>
                </a:p>
              </p:txBody>
            </p:sp>
          </mc:Choice>
          <mc:Fallback xmlns="">
            <p:sp>
              <p:nvSpPr>
                <p:cNvPr id="90" name="文本框 89">
                  <a:extLst>
                    <a:ext uri="{FF2B5EF4-FFF2-40B4-BE49-F238E27FC236}">
                      <a16:creationId xmlns:a16="http://schemas.microsoft.com/office/drawing/2014/main" id="{EF58C7AC-E450-4AE1-E3F4-944BD4B52F6F}"/>
                    </a:ext>
                  </a:extLst>
                </p:cNvPr>
                <p:cNvSpPr txBox="1">
                  <a:spLocks noRot="1" noChangeAspect="1" noMove="1" noResize="1" noEditPoints="1" noAdjustHandles="1" noChangeArrowheads="1" noChangeShapeType="1" noTextEdit="1"/>
                </p:cNvSpPr>
                <p:nvPr/>
              </p:nvSpPr>
              <p:spPr>
                <a:xfrm>
                  <a:off x="6947833" y="3960000"/>
                  <a:ext cx="2196000"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62EEF016-278C-B8BB-FB93-1E0F7BC378B0}"/>
                    </a:ext>
                  </a:extLst>
                </p:cNvPr>
                <p:cNvSpPr txBox="1"/>
                <p:nvPr/>
              </p:nvSpPr>
              <p:spPr>
                <a:xfrm>
                  <a:off x="9071833" y="6120000"/>
                  <a:ext cx="226893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kumimoji="1" lang="en-US" altLang="zh-CN" sz="2200" b="0" i="1" smtClean="0">
                            <a:solidFill>
                              <a:srgbClr val="FF0000"/>
                            </a:solidFill>
                            <a:latin typeface="Cambria Math" panose="02040503050406030204" pitchFamily="18" charset="0"/>
                            <a:ea typeface="微软雅黑" panose="020B0503020204020204" pitchFamily="34" charset="-122"/>
                          </a:rPr>
                          <m:t>−</m:t>
                        </m:r>
                        <m:sSub>
                          <m:sSubPr>
                            <m:ctrlPr>
                              <a:rPr kumimoji="1" lang="en-US" altLang="zh-CN" sz="2200" i="1" smtClean="0">
                                <a:solidFill>
                                  <a:srgbClr val="FF0000"/>
                                </a:solidFill>
                                <a:latin typeface="Cambria Math" panose="02040503050406030204" pitchFamily="18" charset="0"/>
                                <a:ea typeface="微软雅黑" panose="020B0503020204020204" pitchFamily="34" charset="-122"/>
                              </a:rPr>
                            </m:ctrlPr>
                          </m:sSubPr>
                          <m:e>
                            <m:r>
                              <a:rPr kumimoji="1" lang="en-US" altLang="zh-CN" sz="2200" b="0" i="1" smtClean="0">
                                <a:solidFill>
                                  <a:srgbClr val="FF0000"/>
                                </a:solidFill>
                                <a:latin typeface="Cambria Math" panose="02040503050406030204" pitchFamily="18" charset="0"/>
                                <a:ea typeface="微软雅黑" panose="020B0503020204020204" pitchFamily="34" charset="-122"/>
                              </a:rPr>
                              <m:t>𝑉</m:t>
                            </m:r>
                          </m:e>
                          <m:sub>
                            <m:r>
                              <m:rPr>
                                <m:sty m:val="p"/>
                              </m:rPr>
                              <a:rPr kumimoji="1" lang="en-US" altLang="zh-CN" sz="2200" i="1">
                                <a:solidFill>
                                  <a:srgbClr val="FF0000"/>
                                </a:solidFill>
                                <a:latin typeface="Cambria Math" panose="02040503050406030204" pitchFamily="18" charset="0"/>
                                <a:ea typeface="微软雅黑" panose="020B0503020204020204" pitchFamily="34" charset="-122"/>
                              </a:rPr>
                              <m:t>om</m:t>
                            </m:r>
                          </m:sub>
                        </m:sSub>
                        <m:r>
                          <a:rPr kumimoji="1" lang="en-US" altLang="zh-CN" sz="2200" i="1">
                            <a:solidFill>
                              <a:srgbClr val="FF0000"/>
                            </a:solidFill>
                            <a:latin typeface="Cambria Math" panose="02040503050406030204" pitchFamily="18" charset="0"/>
                            <a:ea typeface="微软雅黑" panose="020B0503020204020204" pitchFamily="34" charset="-122"/>
                          </a:rPr>
                          <m:t>=</m:t>
                        </m:r>
                        <m:sSub>
                          <m:sSubPr>
                            <m:ctrlPr>
                              <a:rPr kumimoji="1" lang="en-US" altLang="zh-CN" sz="2200" i="1">
                                <a:solidFill>
                                  <a:srgbClr val="FF0000"/>
                                </a:solidFill>
                                <a:latin typeface="Cambria Math" panose="02040503050406030204" pitchFamily="18" charset="0"/>
                                <a:ea typeface="微软雅黑" panose="020B0503020204020204" pitchFamily="34" charset="-122"/>
                              </a:rPr>
                            </m:ctrlPr>
                          </m:sSubPr>
                          <m:e>
                            <m:r>
                              <a:rPr kumimoji="1" lang="en-US" altLang="zh-CN" sz="2200" i="1">
                                <a:solidFill>
                                  <a:srgbClr val="FF0000"/>
                                </a:solidFill>
                                <a:latin typeface="Cambria Math" panose="02040503050406030204" pitchFamily="18" charset="0"/>
                                <a:ea typeface="微软雅黑" panose="020B0503020204020204" pitchFamily="34" charset="-122"/>
                              </a:rPr>
                              <m:t>𝑉</m:t>
                            </m:r>
                          </m:e>
                          <m:sub>
                            <m:r>
                              <a:rPr kumimoji="1" lang="en-US" altLang="zh-CN" sz="2200" b="0" i="1" smtClean="0">
                                <a:solidFill>
                                  <a:srgbClr val="FF0000"/>
                                </a:solidFill>
                                <a:latin typeface="Cambria Math" panose="02040503050406030204" pitchFamily="18" charset="0"/>
                                <a:ea typeface="微软雅黑" panose="020B0503020204020204" pitchFamily="34" charset="-122"/>
                              </a:rPr>
                              <m:t>−</m:t>
                            </m:r>
                          </m:sub>
                        </m:sSub>
                        <m:r>
                          <a:rPr kumimoji="1" lang="en-US" altLang="zh-CN" sz="2200" i="1">
                            <a:solidFill>
                              <a:srgbClr val="FF0000"/>
                            </a:solidFill>
                            <a:latin typeface="Cambria Math" panose="02040503050406030204" pitchFamily="18" charset="0"/>
                            <a:ea typeface="微软雅黑" panose="020B0503020204020204" pitchFamily="34" charset="-122"/>
                          </a:rPr>
                          <m:t>+</m:t>
                        </m:r>
                        <m:r>
                          <m:rPr>
                            <m:sty m:val="p"/>
                          </m:rPr>
                          <a:rPr kumimoji="1" lang="el-GR" altLang="zh-CN" sz="2200" i="1">
                            <a:solidFill>
                              <a:srgbClr val="FF0000"/>
                            </a:solidFill>
                            <a:latin typeface="Cambria Math" panose="02040503050406030204" pitchFamily="18" charset="0"/>
                            <a:ea typeface="Cambria Math" panose="02040503050406030204" pitchFamily="18" charset="0"/>
                          </a:rPr>
                          <m:t>Δ</m:t>
                        </m:r>
                        <m:r>
                          <a:rPr kumimoji="1" lang="en-US" altLang="zh-CN" sz="2200" i="1">
                            <a:solidFill>
                              <a:srgbClr val="FF0000"/>
                            </a:solidFill>
                            <a:latin typeface="Cambria Math" panose="02040503050406030204" pitchFamily="18" charset="0"/>
                            <a:ea typeface="Cambria Math" panose="02040503050406030204" pitchFamily="18" charset="0"/>
                          </a:rPr>
                          <m:t>𝑉</m:t>
                        </m:r>
                      </m:oMath>
                    </m:oMathPara>
                  </a14:m>
                  <a:endParaRPr lang="zh-CN" altLang="en-US" sz="2200" dirty="0">
                    <a:solidFill>
                      <a:srgbClr val="FF0000"/>
                    </a:solidFill>
                  </a:endParaRPr>
                </a:p>
              </p:txBody>
            </p:sp>
          </mc:Choice>
          <mc:Fallback xmlns="">
            <p:sp>
              <p:nvSpPr>
                <p:cNvPr id="91" name="文本框 90">
                  <a:extLst>
                    <a:ext uri="{FF2B5EF4-FFF2-40B4-BE49-F238E27FC236}">
                      <a16:creationId xmlns:a16="http://schemas.microsoft.com/office/drawing/2014/main" id="{8D6D2371-BEC5-BB49-19BB-6F21041E8FE2}"/>
                    </a:ext>
                  </a:extLst>
                </p:cNvPr>
                <p:cNvSpPr txBox="1">
                  <a:spLocks noRot="1" noChangeAspect="1" noMove="1" noResize="1" noEditPoints="1" noAdjustHandles="1" noChangeArrowheads="1" noChangeShapeType="1" noTextEdit="1"/>
                </p:cNvSpPr>
                <p:nvPr/>
              </p:nvSpPr>
              <p:spPr>
                <a:xfrm>
                  <a:off x="9071833" y="6120000"/>
                  <a:ext cx="2268930" cy="430887"/>
                </a:xfrm>
                <a:prstGeom prst="rect">
                  <a:avLst/>
                </a:prstGeom>
                <a:blipFill>
                  <a:blip r:embed="rId9"/>
                  <a:stretch>
                    <a:fillRect/>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098CA8A6-8CAB-8561-35F2-F35646BAFDFA}"/>
                </a:ext>
              </a:extLst>
            </p:cNvPr>
            <p:cNvSpPr txBox="1"/>
            <p:nvPr/>
          </p:nvSpPr>
          <p:spPr>
            <a:xfrm>
              <a:off x="9575833" y="4680000"/>
              <a:ext cx="898670" cy="396000"/>
            </a:xfrm>
            <a:prstGeom prst="rect">
              <a:avLst/>
            </a:prstGeom>
            <a:noFill/>
          </p:spPr>
          <p:txBody>
            <a:bodyPr wrap="square">
              <a:spAutoFit/>
            </a:bodyPr>
            <a:lstStyle/>
            <a:p>
              <a:r>
                <a:rPr kumimoji="1" lang="zh-CN" altLang="en-US" sz="1800" dirty="0">
                  <a:solidFill>
                    <a:srgbClr val="0000FF"/>
                  </a:solidFill>
                  <a:latin typeface="微软雅黑" panose="020B0503020204020204" pitchFamily="34" charset="-122"/>
                  <a:ea typeface="微软雅黑" panose="020B0503020204020204" pitchFamily="34" charset="-122"/>
                </a:rPr>
                <a:t>线性区</a:t>
              </a:r>
              <a:endParaRPr kumimoji="1" lang="en-US" altLang="zh-CN" sz="1800" dirty="0">
                <a:solidFill>
                  <a:srgbClr val="0000FF"/>
                </a:solidFill>
                <a:latin typeface="微软雅黑" panose="020B0503020204020204" pitchFamily="34" charset="-122"/>
                <a:ea typeface="微软雅黑" panose="020B0503020204020204" pitchFamily="34" charset="-122"/>
              </a:endParaRPr>
            </a:p>
          </p:txBody>
        </p:sp>
        <p:cxnSp>
          <p:nvCxnSpPr>
            <p:cNvPr id="27" name="直接箭头连接符 26">
              <a:extLst>
                <a:ext uri="{FF2B5EF4-FFF2-40B4-BE49-F238E27FC236}">
                  <a16:creationId xmlns:a16="http://schemas.microsoft.com/office/drawing/2014/main" id="{5EAE5EE0-4AE0-91E8-35E7-C5CECB4CCFB6}"/>
                </a:ext>
              </a:extLst>
            </p:cNvPr>
            <p:cNvCxnSpPr>
              <a:cxnSpLocks/>
            </p:cNvCxnSpPr>
            <p:nvPr/>
          </p:nvCxnSpPr>
          <p:spPr>
            <a:xfrm flipH="1">
              <a:off x="9215833" y="4896000"/>
              <a:ext cx="360000" cy="108000"/>
            </a:xfrm>
            <a:prstGeom prst="straightConnector1">
              <a:avLst/>
            </a:prstGeom>
            <a:ln w="1905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EC32F484-E321-23E0-F088-4F467FF5F8B9}"/>
                    </a:ext>
                  </a:extLst>
                </p:cNvPr>
                <p:cNvSpPr txBox="1"/>
                <p:nvPr/>
              </p:nvSpPr>
              <p:spPr>
                <a:xfrm>
                  <a:off x="9053833" y="5220000"/>
                  <a:ext cx="82800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200" i="1" smtClean="0">
                            <a:solidFill>
                              <a:srgbClr val="0000FF"/>
                            </a:solidFill>
                            <a:latin typeface="Cambria Math" panose="02040503050406030204" pitchFamily="18" charset="0"/>
                            <a:ea typeface="微软雅黑" panose="020B0503020204020204" pitchFamily="34" charset="-122"/>
                          </a:rPr>
                          <m:t>+</m:t>
                        </m:r>
                        <m:sSub>
                          <m:sSubPr>
                            <m:ctrlPr>
                              <a:rPr kumimoji="1" lang="en-US" altLang="zh-CN" sz="2200" i="1" smtClean="0">
                                <a:solidFill>
                                  <a:srgbClr val="0000FF"/>
                                </a:solidFill>
                                <a:latin typeface="Cambria Math" panose="02040503050406030204" pitchFamily="18" charset="0"/>
                                <a:ea typeface="微软雅黑" panose="020B0503020204020204" pitchFamily="34" charset="-122"/>
                              </a:rPr>
                            </m:ctrlPr>
                          </m:sSubPr>
                          <m:e>
                            <m:r>
                              <a:rPr kumimoji="1" lang="en-US" altLang="zh-CN" sz="2200" b="0" i="1" smtClean="0">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200" b="0" i="0" smtClean="0">
                                <a:solidFill>
                                  <a:srgbClr val="0000FF"/>
                                </a:solidFill>
                                <a:latin typeface="Cambria Math" panose="02040503050406030204" pitchFamily="18" charset="0"/>
                                <a:ea typeface="微软雅黑" panose="020B0503020204020204" pitchFamily="34" charset="-122"/>
                              </a:rPr>
                              <m:t>i</m:t>
                            </m:r>
                            <m:r>
                              <m:rPr>
                                <m:sty m:val="p"/>
                              </m:rPr>
                              <a:rPr kumimoji="1" lang="en-US" altLang="zh-CN" sz="2200" i="1">
                                <a:solidFill>
                                  <a:srgbClr val="0000FF"/>
                                </a:solidFill>
                                <a:latin typeface="Cambria Math" panose="02040503050406030204" pitchFamily="18" charset="0"/>
                                <a:ea typeface="微软雅黑" panose="020B0503020204020204" pitchFamily="34" charset="-122"/>
                              </a:rPr>
                              <m:t>m</m:t>
                            </m:r>
                          </m:sub>
                        </m:sSub>
                      </m:oMath>
                    </m:oMathPara>
                  </a14:m>
                  <a:endParaRPr lang="zh-CN" altLang="en-US" sz="2200" dirty="0">
                    <a:solidFill>
                      <a:srgbClr val="0000FF"/>
                    </a:solidFill>
                  </a:endParaRPr>
                </a:p>
              </p:txBody>
            </p:sp>
          </mc:Choice>
          <mc:Fallback xmlns="">
            <p:sp>
              <p:nvSpPr>
                <p:cNvPr id="115" name="文本框 114">
                  <a:extLst>
                    <a:ext uri="{FF2B5EF4-FFF2-40B4-BE49-F238E27FC236}">
                      <a16:creationId xmlns:a16="http://schemas.microsoft.com/office/drawing/2014/main" id="{457B23EF-7518-2152-D846-044BCFDF6C36}"/>
                    </a:ext>
                  </a:extLst>
                </p:cNvPr>
                <p:cNvSpPr txBox="1">
                  <a:spLocks noRot="1" noChangeAspect="1" noMove="1" noResize="1" noEditPoints="1" noAdjustHandles="1" noChangeArrowheads="1" noChangeShapeType="1" noTextEdit="1"/>
                </p:cNvSpPr>
                <p:nvPr/>
              </p:nvSpPr>
              <p:spPr>
                <a:xfrm>
                  <a:off x="9053833" y="5220000"/>
                  <a:ext cx="828000" cy="430887"/>
                </a:xfrm>
                <a:prstGeom prst="rect">
                  <a:avLst/>
                </a:prstGeom>
                <a:blipFill>
                  <a:blip r:embed="rId10"/>
                  <a:stretch>
                    <a:fillRect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8C132AD4-2F58-4469-D0F4-C2DB51AA7400}"/>
                    </a:ext>
                  </a:extLst>
                </p:cNvPr>
                <p:cNvSpPr txBox="1"/>
                <p:nvPr/>
              </p:nvSpPr>
              <p:spPr>
                <a:xfrm>
                  <a:off x="8333833" y="4824000"/>
                  <a:ext cx="82800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200" b="0" i="1" smtClean="0">
                            <a:solidFill>
                              <a:srgbClr val="0000FF"/>
                            </a:solidFill>
                            <a:latin typeface="Cambria Math" panose="02040503050406030204" pitchFamily="18" charset="0"/>
                            <a:ea typeface="微软雅黑" panose="020B0503020204020204" pitchFamily="34" charset="-122"/>
                          </a:rPr>
                          <m:t>−</m:t>
                        </m:r>
                        <m:sSub>
                          <m:sSubPr>
                            <m:ctrlPr>
                              <a:rPr kumimoji="1" lang="en-US" altLang="zh-CN" sz="2200" i="1" smtClean="0">
                                <a:solidFill>
                                  <a:srgbClr val="0000FF"/>
                                </a:solidFill>
                                <a:latin typeface="Cambria Math" panose="02040503050406030204" pitchFamily="18" charset="0"/>
                                <a:ea typeface="微软雅黑" panose="020B0503020204020204" pitchFamily="34" charset="-122"/>
                              </a:rPr>
                            </m:ctrlPr>
                          </m:sSubPr>
                          <m:e>
                            <m:r>
                              <a:rPr kumimoji="1" lang="en-US" altLang="zh-CN" sz="2200" b="0" i="1" smtClean="0">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200" b="0" i="0" smtClean="0">
                                <a:solidFill>
                                  <a:srgbClr val="0000FF"/>
                                </a:solidFill>
                                <a:latin typeface="Cambria Math" panose="02040503050406030204" pitchFamily="18" charset="0"/>
                                <a:ea typeface="微软雅黑" panose="020B0503020204020204" pitchFamily="34" charset="-122"/>
                              </a:rPr>
                              <m:t>i</m:t>
                            </m:r>
                            <m:r>
                              <m:rPr>
                                <m:sty m:val="p"/>
                              </m:rPr>
                              <a:rPr kumimoji="1" lang="en-US" altLang="zh-CN" sz="2200" i="1">
                                <a:solidFill>
                                  <a:srgbClr val="0000FF"/>
                                </a:solidFill>
                                <a:latin typeface="Cambria Math" panose="02040503050406030204" pitchFamily="18" charset="0"/>
                                <a:ea typeface="微软雅黑" panose="020B0503020204020204" pitchFamily="34" charset="-122"/>
                              </a:rPr>
                              <m:t>m</m:t>
                            </m:r>
                          </m:sub>
                        </m:sSub>
                      </m:oMath>
                    </m:oMathPara>
                  </a14:m>
                  <a:endParaRPr lang="zh-CN" altLang="en-US" sz="2200" dirty="0">
                    <a:solidFill>
                      <a:srgbClr val="0000FF"/>
                    </a:solidFill>
                  </a:endParaRPr>
                </a:p>
              </p:txBody>
            </p:sp>
          </mc:Choice>
          <mc:Fallback xmlns="">
            <p:sp>
              <p:nvSpPr>
                <p:cNvPr id="116" name="文本框 115">
                  <a:extLst>
                    <a:ext uri="{FF2B5EF4-FFF2-40B4-BE49-F238E27FC236}">
                      <a16:creationId xmlns:a16="http://schemas.microsoft.com/office/drawing/2014/main" id="{5FD31BD6-D2B7-F2B0-6A90-30F52EBD5FE5}"/>
                    </a:ext>
                  </a:extLst>
                </p:cNvPr>
                <p:cNvSpPr txBox="1">
                  <a:spLocks noRot="1" noChangeAspect="1" noMove="1" noResize="1" noEditPoints="1" noAdjustHandles="1" noChangeArrowheads="1" noChangeShapeType="1" noTextEdit="1"/>
                </p:cNvSpPr>
                <p:nvPr/>
              </p:nvSpPr>
              <p:spPr>
                <a:xfrm>
                  <a:off x="8333833" y="4824000"/>
                  <a:ext cx="828000" cy="430887"/>
                </a:xfrm>
                <a:prstGeom prst="rect">
                  <a:avLst/>
                </a:prstGeom>
                <a:blipFill>
                  <a:blip r:embed="rId11"/>
                  <a:stretch>
                    <a:fillRect b="-1408"/>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2643333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3334F-2D51-D2D4-61F9-FCE9CCE337B8}"/>
            </a:ext>
          </a:extLst>
        </p:cNvPr>
        <p:cNvGrpSpPr/>
        <p:nvPr/>
      </p:nvGrpSpPr>
      <p:grpSpPr>
        <a:xfrm>
          <a:off x="0" y="0"/>
          <a:ext cx="0" cy="0"/>
          <a:chOff x="0" y="0"/>
          <a:chExt cx="0" cy="0"/>
        </a:xfrm>
      </p:grpSpPr>
      <p:sp>
        <p:nvSpPr>
          <p:cNvPr id="295" name="标题 1">
            <a:extLst>
              <a:ext uri="{FF2B5EF4-FFF2-40B4-BE49-F238E27FC236}">
                <a16:creationId xmlns:a16="http://schemas.microsoft.com/office/drawing/2014/main" id="{30294159-18E8-6159-D559-5A82E838219E}"/>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模拟部分（集成运算放大器）</a:t>
            </a:r>
          </a:p>
        </p:txBody>
      </p:sp>
      <p:sp>
        <p:nvSpPr>
          <p:cNvPr id="2" name="文本框 1">
            <a:extLst>
              <a:ext uri="{FF2B5EF4-FFF2-40B4-BE49-F238E27FC236}">
                <a16:creationId xmlns:a16="http://schemas.microsoft.com/office/drawing/2014/main" id="{5B185282-DFD9-820B-2888-4C36D127A66C}"/>
              </a:ext>
            </a:extLst>
          </p:cNvPr>
          <p:cNvSpPr txBox="1"/>
          <p:nvPr/>
        </p:nvSpPr>
        <p:spPr>
          <a:xfrm>
            <a:off x="360000" y="828000"/>
            <a:ext cx="5812200" cy="2652393"/>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集成运算放大器的工作特性</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线性区：虚短、虚断</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饱和区：虚断</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负反馈：线性应用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正反馈：非线性应用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A8A60F61-59FD-9C72-D9B3-34B97F904CC4}"/>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B15A330A-A6DA-A2C1-6F87-AD3F17FBEBC3}"/>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81908BA2-BCFC-2571-2452-2D00343DD2CE}"/>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F0CBA876-F488-C1C1-7931-9C59BE593EEF}"/>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9448FE45-7A50-FB28-27DC-7D328D513200}"/>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65</a:t>
              </a:fld>
              <a:endParaRPr lang="zh-CN" altLang="en-US" sz="3200" dirty="0">
                <a:solidFill>
                  <a:schemeClr val="bg1"/>
                </a:solidFill>
                <a:latin typeface="Candara"/>
                <a:ea typeface="微软雅黑"/>
              </a:endParaRPr>
            </a:p>
          </p:txBody>
        </p:sp>
      </p:grpSp>
      <p:pic>
        <p:nvPicPr>
          <p:cNvPr id="9" name="图片 8">
            <a:extLst>
              <a:ext uri="{FF2B5EF4-FFF2-40B4-BE49-F238E27FC236}">
                <a16:creationId xmlns:a16="http://schemas.microsoft.com/office/drawing/2014/main" id="{6D32288B-BBF7-218C-D1DF-62CDEBE44384}"/>
              </a:ext>
            </a:extLst>
          </p:cNvPr>
          <p:cNvPicPr>
            <a:picLocks noChangeAspect="1"/>
          </p:cNvPicPr>
          <p:nvPr/>
        </p:nvPicPr>
        <p:blipFill>
          <a:blip r:embed="rId3"/>
          <a:stretch>
            <a:fillRect/>
          </a:stretch>
        </p:blipFill>
        <p:spPr>
          <a:xfrm>
            <a:off x="720000" y="3600000"/>
            <a:ext cx="4318814" cy="2880000"/>
          </a:xfrm>
          <a:prstGeom prst="rect">
            <a:avLst/>
          </a:prstGeom>
        </p:spPr>
      </p:pic>
      <p:grpSp>
        <p:nvGrpSpPr>
          <p:cNvPr id="10" name="组合 9">
            <a:extLst>
              <a:ext uri="{FF2B5EF4-FFF2-40B4-BE49-F238E27FC236}">
                <a16:creationId xmlns:a16="http://schemas.microsoft.com/office/drawing/2014/main" id="{9CE1649A-1365-403D-80EF-955E6DF6B6B1}"/>
              </a:ext>
            </a:extLst>
          </p:cNvPr>
          <p:cNvGrpSpPr/>
          <p:nvPr/>
        </p:nvGrpSpPr>
        <p:grpSpPr>
          <a:xfrm>
            <a:off x="6840000" y="3420000"/>
            <a:ext cx="4752000" cy="3204000"/>
            <a:chOff x="6947833" y="3528000"/>
            <a:chExt cx="4752000" cy="3204000"/>
          </a:xfrm>
        </p:grpSpPr>
        <p:sp>
          <p:nvSpPr>
            <p:cNvPr id="11" name="文本框 10">
              <a:extLst>
                <a:ext uri="{FF2B5EF4-FFF2-40B4-BE49-F238E27FC236}">
                  <a16:creationId xmlns:a16="http://schemas.microsoft.com/office/drawing/2014/main" id="{6809B5BF-5701-5F4C-51C7-389D820FA58D}"/>
                </a:ext>
              </a:extLst>
            </p:cNvPr>
            <p:cNvSpPr txBox="1"/>
            <p:nvPr/>
          </p:nvSpPr>
          <p:spPr>
            <a:xfrm>
              <a:off x="7667833" y="6336000"/>
              <a:ext cx="1116824" cy="396000"/>
            </a:xfrm>
            <a:prstGeom prst="rect">
              <a:avLst/>
            </a:prstGeom>
            <a:noFill/>
          </p:spPr>
          <p:txBody>
            <a:bodyPr wrap="square">
              <a:spAutoFit/>
            </a:bodyPr>
            <a:lstStyle/>
            <a:p>
              <a:pPr algn="ctr"/>
              <a:r>
                <a:rPr kumimoji="1" lang="zh-CN" altLang="en-US" sz="1800" dirty="0">
                  <a:solidFill>
                    <a:srgbClr val="FF0000"/>
                  </a:solidFill>
                  <a:latin typeface="微软雅黑" panose="020B0503020204020204" pitchFamily="34" charset="-122"/>
                  <a:ea typeface="微软雅黑" panose="020B0503020204020204" pitchFamily="34" charset="-122"/>
                </a:rPr>
                <a:t>负饱和区</a:t>
              </a:r>
              <a:endParaRPr lang="zh-CN" altLang="en-US" dirty="0">
                <a:solidFill>
                  <a:srgbClr val="FF0000"/>
                </a:solidFill>
              </a:endParaRPr>
            </a:p>
          </p:txBody>
        </p:sp>
        <p:sp>
          <p:nvSpPr>
            <p:cNvPr id="12" name="文本框 11">
              <a:extLst>
                <a:ext uri="{FF2B5EF4-FFF2-40B4-BE49-F238E27FC236}">
                  <a16:creationId xmlns:a16="http://schemas.microsoft.com/office/drawing/2014/main" id="{18E76F31-CF69-4613-A120-918481619598}"/>
                </a:ext>
              </a:extLst>
            </p:cNvPr>
            <p:cNvSpPr txBox="1"/>
            <p:nvPr/>
          </p:nvSpPr>
          <p:spPr>
            <a:xfrm>
              <a:off x="9395833" y="3816000"/>
              <a:ext cx="1116000" cy="396000"/>
            </a:xfrm>
            <a:prstGeom prst="rect">
              <a:avLst/>
            </a:prstGeom>
            <a:noFill/>
          </p:spPr>
          <p:txBody>
            <a:bodyPr wrap="square">
              <a:spAutoFit/>
            </a:bodyPr>
            <a:lstStyle/>
            <a:p>
              <a:pPr algn="ctr"/>
              <a:r>
                <a:rPr kumimoji="1" lang="zh-CN" altLang="en-US" sz="1800" dirty="0">
                  <a:solidFill>
                    <a:srgbClr val="FF0000"/>
                  </a:solidFill>
                  <a:latin typeface="微软雅黑" panose="020B0503020204020204" pitchFamily="34" charset="-122"/>
                  <a:ea typeface="微软雅黑" panose="020B0503020204020204" pitchFamily="34" charset="-122"/>
                </a:rPr>
                <a:t>正饱和区</a:t>
              </a:r>
              <a:endParaRPr lang="zh-CN" altLang="en-US" dirty="0">
                <a:solidFill>
                  <a:srgbClr val="FF0000"/>
                </a:solidFill>
              </a:endParaRPr>
            </a:p>
          </p:txBody>
        </p:sp>
        <p:cxnSp>
          <p:nvCxnSpPr>
            <p:cNvPr id="13" name="直接连接符 12">
              <a:extLst>
                <a:ext uri="{FF2B5EF4-FFF2-40B4-BE49-F238E27FC236}">
                  <a16:creationId xmlns:a16="http://schemas.microsoft.com/office/drawing/2014/main" id="{68976B3D-8483-0F03-F8E4-4A53155F428D}"/>
                </a:ext>
              </a:extLst>
            </p:cNvPr>
            <p:cNvCxnSpPr>
              <a:cxnSpLocks/>
            </p:cNvCxnSpPr>
            <p:nvPr/>
          </p:nvCxnSpPr>
          <p:spPr>
            <a:xfrm flipV="1">
              <a:off x="9467833" y="4176000"/>
              <a:ext cx="0" cy="108000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62EC5D1-1950-13BC-203E-933FB22F852F}"/>
                </a:ext>
              </a:extLst>
            </p:cNvPr>
            <p:cNvCxnSpPr>
              <a:cxnSpLocks/>
            </p:cNvCxnSpPr>
            <p:nvPr/>
          </p:nvCxnSpPr>
          <p:spPr>
            <a:xfrm flipV="1">
              <a:off x="8747833" y="5256000"/>
              <a:ext cx="0" cy="108000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F48FA0E-F91A-34EA-2658-3C0AFD10D0D4}"/>
                </a:ext>
              </a:extLst>
            </p:cNvPr>
            <p:cNvCxnSpPr>
              <a:cxnSpLocks/>
            </p:cNvCxnSpPr>
            <p:nvPr/>
          </p:nvCxnSpPr>
          <p:spPr>
            <a:xfrm flipH="1">
              <a:off x="9107833" y="4176000"/>
              <a:ext cx="358222"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CB6D0661-F6D2-16DD-FF58-B7DA5AD7720E}"/>
                </a:ext>
              </a:extLst>
            </p:cNvPr>
            <p:cNvCxnSpPr>
              <a:cxnSpLocks/>
            </p:cNvCxnSpPr>
            <p:nvPr/>
          </p:nvCxnSpPr>
          <p:spPr>
            <a:xfrm>
              <a:off x="7739833" y="5256000"/>
              <a:ext cx="3240000"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B9F573A1-3A36-DA58-0CBA-46F610348641}"/>
                </a:ext>
              </a:extLst>
            </p:cNvPr>
            <p:cNvCxnSpPr>
              <a:cxnSpLocks/>
            </p:cNvCxnSpPr>
            <p:nvPr/>
          </p:nvCxnSpPr>
          <p:spPr>
            <a:xfrm flipV="1">
              <a:off x="9107833" y="3708000"/>
              <a:ext cx="0" cy="28800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F7C4606-A8F7-1591-75C4-39C042F9CF42}"/>
                </a:ext>
              </a:extLst>
            </p:cNvPr>
            <p:cNvCxnSpPr>
              <a:cxnSpLocks/>
            </p:cNvCxnSpPr>
            <p:nvPr/>
          </p:nvCxnSpPr>
          <p:spPr>
            <a:xfrm flipH="1">
              <a:off x="8747833" y="4176000"/>
              <a:ext cx="720000" cy="2160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8A59C19-8D04-AAFE-6496-83D230B86EAE}"/>
                </a:ext>
              </a:extLst>
            </p:cNvPr>
            <p:cNvCxnSpPr>
              <a:cxnSpLocks/>
            </p:cNvCxnSpPr>
            <p:nvPr/>
          </p:nvCxnSpPr>
          <p:spPr>
            <a:xfrm flipH="1">
              <a:off x="9467833" y="4176000"/>
              <a:ext cx="936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3012FAC1-DE6D-BA82-6D39-058B4A6E371D}"/>
                </a:ext>
              </a:extLst>
            </p:cNvPr>
            <p:cNvCxnSpPr>
              <a:cxnSpLocks/>
            </p:cNvCxnSpPr>
            <p:nvPr/>
          </p:nvCxnSpPr>
          <p:spPr>
            <a:xfrm flipH="1">
              <a:off x="7811833" y="6336000"/>
              <a:ext cx="936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0C42731-64ED-AE31-8A81-3BE104943284}"/>
                    </a:ext>
                  </a:extLst>
                </p:cNvPr>
                <p:cNvSpPr txBox="1"/>
                <p:nvPr/>
              </p:nvSpPr>
              <p:spPr>
                <a:xfrm>
                  <a:off x="8315833" y="3528000"/>
                  <a:ext cx="82800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i="1" smtClean="0">
                                <a:solidFill>
                                  <a:schemeClr val="tx1"/>
                                </a:solidFill>
                                <a:latin typeface="Cambria Math" panose="02040503050406030204" pitchFamily="18" charset="0"/>
                                <a:ea typeface="微软雅黑" panose="020B0503020204020204" pitchFamily="34" charset="-122"/>
                              </a:rPr>
                            </m:ctrlPr>
                          </m:sSubPr>
                          <m:e>
                            <m:r>
                              <a:rPr kumimoji="1" lang="en-US" altLang="zh-CN" sz="2200" b="0" i="1" smtClean="0">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O</m:t>
                            </m:r>
                          </m:sub>
                        </m:sSub>
                        <m:r>
                          <a:rPr kumimoji="1" lang="en-US" altLang="zh-CN" sz="2200" b="0" i="1" smtClean="0">
                            <a:solidFill>
                              <a:schemeClr val="tx1"/>
                            </a:solidFill>
                            <a:latin typeface="Cambria Math" panose="02040503050406030204" pitchFamily="18" charset="0"/>
                            <a:ea typeface="微软雅黑" panose="020B0503020204020204" pitchFamily="34" charset="-122"/>
                          </a:rPr>
                          <m:t>/</m:t>
                        </m:r>
                        <m:r>
                          <m:rPr>
                            <m:sty m:val="p"/>
                          </m:rPr>
                          <a:rPr kumimoji="1" lang="en-US" altLang="zh-CN" sz="2200" b="0" i="0" smtClean="0">
                            <a:solidFill>
                              <a:schemeClr val="tx1"/>
                            </a:solidFill>
                            <a:latin typeface="Cambria Math" panose="02040503050406030204" pitchFamily="18" charset="0"/>
                            <a:ea typeface="微软雅黑" panose="020B0503020204020204" pitchFamily="34" charset="-122"/>
                          </a:rPr>
                          <m:t>V</m:t>
                        </m:r>
                      </m:oMath>
                    </m:oMathPara>
                  </a14:m>
                  <a:endParaRPr lang="zh-CN" altLang="en-US" sz="2200" dirty="0">
                    <a:solidFill>
                      <a:schemeClr val="tx1"/>
                    </a:solidFill>
                  </a:endParaRPr>
                </a:p>
              </p:txBody>
            </p:sp>
          </mc:Choice>
          <mc:Fallback xmlns="">
            <p:sp>
              <p:nvSpPr>
                <p:cNvPr id="20" name="文本框 19">
                  <a:extLst>
                    <a:ext uri="{FF2B5EF4-FFF2-40B4-BE49-F238E27FC236}">
                      <a16:creationId xmlns:a16="http://schemas.microsoft.com/office/drawing/2014/main" id="{0DEAB9EC-08F1-00CD-C763-01617E41132C}"/>
                    </a:ext>
                  </a:extLst>
                </p:cNvPr>
                <p:cNvSpPr txBox="1">
                  <a:spLocks noRot="1" noChangeAspect="1" noMove="1" noResize="1" noEditPoints="1" noAdjustHandles="1" noChangeArrowheads="1" noChangeShapeType="1" noTextEdit="1"/>
                </p:cNvSpPr>
                <p:nvPr/>
              </p:nvSpPr>
              <p:spPr>
                <a:xfrm>
                  <a:off x="8315833" y="3528000"/>
                  <a:ext cx="828000" cy="430887"/>
                </a:xfrm>
                <a:prstGeom prst="rect">
                  <a:avLst/>
                </a:prstGeom>
                <a:blipFill>
                  <a:blip r:embed="rId6"/>
                  <a:stretch>
                    <a:fillRect b="-1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034ABAD8-B3C1-1DC5-C6B5-D6DF8614E154}"/>
                    </a:ext>
                  </a:extLst>
                </p:cNvPr>
                <p:cNvSpPr txBox="1"/>
                <p:nvPr/>
              </p:nvSpPr>
              <p:spPr>
                <a:xfrm>
                  <a:off x="9935833" y="5220000"/>
                  <a:ext cx="1764000" cy="396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m:t>
                        </m:r>
                        <m:sSub>
                          <m:sSubPr>
                            <m:ctrlPr>
                              <a:rPr kumimoji="1" lang="en-US" altLang="zh-CN" sz="200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P</m:t>
                            </m:r>
                          </m:sub>
                        </m:sSub>
                        <m:r>
                          <a:rPr kumimoji="1" lang="en-US" altLang="zh-CN" sz="2000" b="0" i="1" smtClean="0">
                            <a:solidFill>
                              <a:schemeClr val="tx1"/>
                            </a:solidFill>
                            <a:latin typeface="Cambria Math" panose="02040503050406030204" pitchFamily="18" charset="0"/>
                            <a:ea typeface="微软雅黑" panose="020B0503020204020204" pitchFamily="34" charset="-122"/>
                          </a:rPr>
                          <m:t>−</m:t>
                        </m:r>
                        <m:sSub>
                          <m:sSubPr>
                            <m:ctrlPr>
                              <a:rPr kumimoji="1" lang="en-US" altLang="zh-CN" sz="2000" i="1">
                                <a:solidFill>
                                  <a:schemeClr val="tx1"/>
                                </a:solidFill>
                                <a:latin typeface="Cambria Math" panose="02040503050406030204" pitchFamily="18" charset="0"/>
                                <a:ea typeface="微软雅黑" panose="020B0503020204020204" pitchFamily="34" charset="-122"/>
                              </a:rPr>
                            </m:ctrlPr>
                          </m:sSubPr>
                          <m:e>
                            <m:r>
                              <a:rPr kumimoji="1" lang="en-US" altLang="zh-CN" sz="2000" i="1">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N</m:t>
                            </m:r>
                          </m:sub>
                        </m:sSub>
                        <m:r>
                          <a:rPr kumimoji="1" lang="en-US" altLang="zh-CN" sz="2000" b="0" i="1" smtClean="0">
                            <a:solidFill>
                              <a:schemeClr val="tx1"/>
                            </a:solidFill>
                            <a:latin typeface="Cambria Math" panose="02040503050406030204" pitchFamily="18" charset="0"/>
                            <a:ea typeface="微软雅黑" panose="020B0503020204020204" pitchFamily="34" charset="-122"/>
                          </a:rPr>
                          <m:t>)/</m:t>
                        </m:r>
                        <m:r>
                          <m:rPr>
                            <m:sty m:val="p"/>
                          </m:rPr>
                          <a:rPr kumimoji="1" lang="zh-CN" altLang="en-US" sz="2000" b="0" i="0" smtClean="0">
                            <a:solidFill>
                              <a:schemeClr val="tx1"/>
                            </a:solidFill>
                            <a:latin typeface="Cambria Math" panose="02040503050406030204" pitchFamily="18" charset="0"/>
                            <a:ea typeface="微软雅黑" panose="020B0503020204020204" pitchFamily="34" charset="-122"/>
                          </a:rPr>
                          <m:t>μ</m:t>
                        </m:r>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V</m:t>
                        </m:r>
                      </m:oMath>
                    </m:oMathPara>
                  </a14:m>
                  <a:endParaRPr lang="zh-CN" altLang="en-US" sz="2000" dirty="0">
                    <a:solidFill>
                      <a:schemeClr val="tx1"/>
                    </a:solidFill>
                  </a:endParaRPr>
                </a:p>
              </p:txBody>
            </p:sp>
          </mc:Choice>
          <mc:Fallback xmlns="">
            <p:sp>
              <p:nvSpPr>
                <p:cNvPr id="21" name="文本框 20">
                  <a:extLst>
                    <a:ext uri="{FF2B5EF4-FFF2-40B4-BE49-F238E27FC236}">
                      <a16:creationId xmlns:a16="http://schemas.microsoft.com/office/drawing/2014/main" id="{A993435C-0834-FED4-EA03-67584663DC31}"/>
                    </a:ext>
                  </a:extLst>
                </p:cNvPr>
                <p:cNvSpPr txBox="1">
                  <a:spLocks noRot="1" noChangeAspect="1" noMove="1" noResize="1" noEditPoints="1" noAdjustHandles="1" noChangeArrowheads="1" noChangeShapeType="1" noTextEdit="1"/>
                </p:cNvSpPr>
                <p:nvPr/>
              </p:nvSpPr>
              <p:spPr>
                <a:xfrm>
                  <a:off x="9935833" y="5220000"/>
                  <a:ext cx="1764000" cy="396000"/>
                </a:xfrm>
                <a:prstGeom prst="rect">
                  <a:avLst/>
                </a:prstGeom>
                <a:blipFill>
                  <a:blip r:embed="rId7"/>
                  <a:stretch>
                    <a:fillRect b="-16923"/>
                  </a:stretch>
                </a:blipFill>
              </p:spPr>
              <p:txBody>
                <a:bodyPr/>
                <a:lstStyle/>
                <a:p>
                  <a:r>
                    <a:rPr lang="zh-CN" altLang="en-US">
                      <a:noFill/>
                    </a:rPr>
                    <a:t> </a:t>
                  </a:r>
                </a:p>
              </p:txBody>
            </p:sp>
          </mc:Fallback>
        </mc:AlternateContent>
        <p:cxnSp>
          <p:nvCxnSpPr>
            <p:cNvPr id="23" name="直接连接符 22">
              <a:extLst>
                <a:ext uri="{FF2B5EF4-FFF2-40B4-BE49-F238E27FC236}">
                  <a16:creationId xmlns:a16="http://schemas.microsoft.com/office/drawing/2014/main" id="{32754313-A0FE-676C-368F-BEA11A5E622A}"/>
                </a:ext>
              </a:extLst>
            </p:cNvPr>
            <p:cNvCxnSpPr>
              <a:cxnSpLocks/>
            </p:cNvCxnSpPr>
            <p:nvPr/>
          </p:nvCxnSpPr>
          <p:spPr>
            <a:xfrm flipH="1">
              <a:off x="8747833" y="6336000"/>
              <a:ext cx="358222"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7C029FE7-2BFE-06F2-5656-BA7EB669DB96}"/>
                    </a:ext>
                  </a:extLst>
                </p:cNvPr>
                <p:cNvSpPr txBox="1"/>
                <p:nvPr/>
              </p:nvSpPr>
              <p:spPr>
                <a:xfrm>
                  <a:off x="6947833" y="3960000"/>
                  <a:ext cx="2196000" cy="43088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r>
                          <a:rPr kumimoji="1" lang="en-US" altLang="zh-CN" sz="2200" i="1" smtClean="0">
                            <a:solidFill>
                              <a:srgbClr val="FF0000"/>
                            </a:solidFill>
                            <a:latin typeface="Cambria Math" panose="02040503050406030204" pitchFamily="18" charset="0"/>
                            <a:ea typeface="微软雅黑" panose="020B0503020204020204" pitchFamily="34" charset="-122"/>
                          </a:rPr>
                          <m:t>+</m:t>
                        </m:r>
                        <m:sSub>
                          <m:sSubPr>
                            <m:ctrlPr>
                              <a:rPr kumimoji="1" lang="en-US" altLang="zh-CN" sz="2200" i="1" smtClean="0">
                                <a:solidFill>
                                  <a:srgbClr val="FF0000"/>
                                </a:solidFill>
                                <a:latin typeface="Cambria Math" panose="02040503050406030204" pitchFamily="18" charset="0"/>
                                <a:ea typeface="微软雅黑" panose="020B0503020204020204" pitchFamily="34" charset="-122"/>
                              </a:rPr>
                            </m:ctrlPr>
                          </m:sSubPr>
                          <m:e>
                            <m:r>
                              <a:rPr kumimoji="1" lang="en-US" altLang="zh-CN" sz="2200" b="0" i="1" smtClean="0">
                                <a:solidFill>
                                  <a:srgbClr val="FF0000"/>
                                </a:solidFill>
                                <a:latin typeface="Cambria Math" panose="02040503050406030204" pitchFamily="18" charset="0"/>
                                <a:ea typeface="微软雅黑" panose="020B0503020204020204" pitchFamily="34" charset="-122"/>
                              </a:rPr>
                              <m:t>𝑉</m:t>
                            </m:r>
                          </m:e>
                          <m:sub>
                            <m:r>
                              <m:rPr>
                                <m:sty m:val="p"/>
                              </m:rPr>
                              <a:rPr kumimoji="1" lang="en-US" altLang="zh-CN" sz="2200" i="1">
                                <a:solidFill>
                                  <a:srgbClr val="FF0000"/>
                                </a:solidFill>
                                <a:latin typeface="Cambria Math" panose="02040503050406030204" pitchFamily="18" charset="0"/>
                                <a:ea typeface="微软雅黑" panose="020B0503020204020204" pitchFamily="34" charset="-122"/>
                              </a:rPr>
                              <m:t>om</m:t>
                            </m:r>
                          </m:sub>
                        </m:sSub>
                        <m:r>
                          <a:rPr kumimoji="1" lang="en-US" altLang="zh-CN" sz="2200" i="1">
                            <a:solidFill>
                              <a:srgbClr val="FF0000"/>
                            </a:solidFill>
                            <a:latin typeface="Cambria Math" panose="02040503050406030204" pitchFamily="18" charset="0"/>
                            <a:ea typeface="微软雅黑" panose="020B0503020204020204" pitchFamily="34" charset="-122"/>
                          </a:rPr>
                          <m:t>=</m:t>
                        </m:r>
                        <m:sSub>
                          <m:sSubPr>
                            <m:ctrlPr>
                              <a:rPr kumimoji="1" lang="en-US" altLang="zh-CN" sz="2200" i="1">
                                <a:solidFill>
                                  <a:srgbClr val="FF0000"/>
                                </a:solidFill>
                                <a:latin typeface="Cambria Math" panose="02040503050406030204" pitchFamily="18" charset="0"/>
                                <a:ea typeface="微软雅黑" panose="020B0503020204020204" pitchFamily="34" charset="-122"/>
                              </a:rPr>
                            </m:ctrlPr>
                          </m:sSubPr>
                          <m:e>
                            <m:r>
                              <a:rPr kumimoji="1" lang="en-US" altLang="zh-CN" sz="2200" i="1">
                                <a:solidFill>
                                  <a:srgbClr val="FF0000"/>
                                </a:solidFill>
                                <a:latin typeface="Cambria Math" panose="02040503050406030204" pitchFamily="18" charset="0"/>
                                <a:ea typeface="微软雅黑" panose="020B0503020204020204" pitchFamily="34" charset="-122"/>
                              </a:rPr>
                              <m:t>𝑉</m:t>
                            </m:r>
                          </m:e>
                          <m:sub>
                            <m:r>
                              <a:rPr kumimoji="1" lang="en-US" altLang="zh-CN" sz="2200" b="0" i="1" smtClean="0">
                                <a:solidFill>
                                  <a:srgbClr val="FF0000"/>
                                </a:solidFill>
                                <a:latin typeface="Cambria Math" panose="02040503050406030204" pitchFamily="18" charset="0"/>
                                <a:ea typeface="微软雅黑" panose="020B0503020204020204" pitchFamily="34" charset="-122"/>
                              </a:rPr>
                              <m:t>+</m:t>
                            </m:r>
                          </m:sub>
                        </m:sSub>
                        <m:r>
                          <a:rPr kumimoji="1" lang="en-US" altLang="zh-CN" sz="2200" b="0" i="1" smtClean="0">
                            <a:solidFill>
                              <a:srgbClr val="FF0000"/>
                            </a:solidFill>
                            <a:latin typeface="Cambria Math" panose="02040503050406030204" pitchFamily="18" charset="0"/>
                            <a:ea typeface="微软雅黑" panose="020B0503020204020204" pitchFamily="34" charset="-122"/>
                          </a:rPr>
                          <m:t>−</m:t>
                        </m:r>
                        <m:r>
                          <m:rPr>
                            <m:sty m:val="p"/>
                          </m:rPr>
                          <a:rPr kumimoji="1" lang="el-GR" altLang="zh-CN" sz="2200" b="0" i="1" smtClean="0">
                            <a:solidFill>
                              <a:srgbClr val="FF0000"/>
                            </a:solidFill>
                            <a:latin typeface="Cambria Math" panose="02040503050406030204" pitchFamily="18" charset="0"/>
                            <a:ea typeface="Cambria Math" panose="02040503050406030204" pitchFamily="18" charset="0"/>
                          </a:rPr>
                          <m:t>Δ</m:t>
                        </m:r>
                        <m:r>
                          <a:rPr kumimoji="1" lang="en-US" altLang="zh-CN" sz="2200" b="0" i="1" smtClean="0">
                            <a:solidFill>
                              <a:srgbClr val="FF0000"/>
                            </a:solidFill>
                            <a:latin typeface="Cambria Math" panose="02040503050406030204" pitchFamily="18" charset="0"/>
                            <a:ea typeface="Cambria Math" panose="02040503050406030204" pitchFamily="18" charset="0"/>
                          </a:rPr>
                          <m:t>𝑉</m:t>
                        </m:r>
                      </m:oMath>
                    </m:oMathPara>
                  </a14:m>
                  <a:endParaRPr lang="zh-CN" altLang="en-US" sz="2200" dirty="0">
                    <a:solidFill>
                      <a:srgbClr val="FF0000"/>
                    </a:solidFill>
                  </a:endParaRPr>
                </a:p>
              </p:txBody>
            </p:sp>
          </mc:Choice>
          <mc:Fallback xmlns="">
            <p:sp>
              <p:nvSpPr>
                <p:cNvPr id="90" name="文本框 89">
                  <a:extLst>
                    <a:ext uri="{FF2B5EF4-FFF2-40B4-BE49-F238E27FC236}">
                      <a16:creationId xmlns:a16="http://schemas.microsoft.com/office/drawing/2014/main" id="{EF58C7AC-E450-4AE1-E3F4-944BD4B52F6F}"/>
                    </a:ext>
                  </a:extLst>
                </p:cNvPr>
                <p:cNvSpPr txBox="1">
                  <a:spLocks noRot="1" noChangeAspect="1" noMove="1" noResize="1" noEditPoints="1" noAdjustHandles="1" noChangeArrowheads="1" noChangeShapeType="1" noTextEdit="1"/>
                </p:cNvSpPr>
                <p:nvPr/>
              </p:nvSpPr>
              <p:spPr>
                <a:xfrm>
                  <a:off x="6947833" y="3960000"/>
                  <a:ext cx="2196000"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2CBFEB6C-65FE-408F-B021-084EF9C64605}"/>
                    </a:ext>
                  </a:extLst>
                </p:cNvPr>
                <p:cNvSpPr txBox="1"/>
                <p:nvPr/>
              </p:nvSpPr>
              <p:spPr>
                <a:xfrm>
                  <a:off x="9071833" y="6120000"/>
                  <a:ext cx="2268930" cy="43088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kumimoji="1" lang="en-US" altLang="zh-CN" sz="2200" b="0" i="1" smtClean="0">
                            <a:solidFill>
                              <a:srgbClr val="FF0000"/>
                            </a:solidFill>
                            <a:latin typeface="Cambria Math" panose="02040503050406030204" pitchFamily="18" charset="0"/>
                            <a:ea typeface="微软雅黑" panose="020B0503020204020204" pitchFamily="34" charset="-122"/>
                          </a:rPr>
                          <m:t>−</m:t>
                        </m:r>
                        <m:sSub>
                          <m:sSubPr>
                            <m:ctrlPr>
                              <a:rPr kumimoji="1" lang="en-US" altLang="zh-CN" sz="2200" i="1" smtClean="0">
                                <a:solidFill>
                                  <a:srgbClr val="FF0000"/>
                                </a:solidFill>
                                <a:latin typeface="Cambria Math" panose="02040503050406030204" pitchFamily="18" charset="0"/>
                                <a:ea typeface="微软雅黑" panose="020B0503020204020204" pitchFamily="34" charset="-122"/>
                              </a:rPr>
                            </m:ctrlPr>
                          </m:sSubPr>
                          <m:e>
                            <m:r>
                              <a:rPr kumimoji="1" lang="en-US" altLang="zh-CN" sz="2200" b="0" i="1" smtClean="0">
                                <a:solidFill>
                                  <a:srgbClr val="FF0000"/>
                                </a:solidFill>
                                <a:latin typeface="Cambria Math" panose="02040503050406030204" pitchFamily="18" charset="0"/>
                                <a:ea typeface="微软雅黑" panose="020B0503020204020204" pitchFamily="34" charset="-122"/>
                              </a:rPr>
                              <m:t>𝑉</m:t>
                            </m:r>
                          </m:e>
                          <m:sub>
                            <m:r>
                              <m:rPr>
                                <m:sty m:val="p"/>
                              </m:rPr>
                              <a:rPr kumimoji="1" lang="en-US" altLang="zh-CN" sz="2200" i="1">
                                <a:solidFill>
                                  <a:srgbClr val="FF0000"/>
                                </a:solidFill>
                                <a:latin typeface="Cambria Math" panose="02040503050406030204" pitchFamily="18" charset="0"/>
                                <a:ea typeface="微软雅黑" panose="020B0503020204020204" pitchFamily="34" charset="-122"/>
                              </a:rPr>
                              <m:t>om</m:t>
                            </m:r>
                          </m:sub>
                        </m:sSub>
                        <m:r>
                          <a:rPr kumimoji="1" lang="en-US" altLang="zh-CN" sz="2200" i="1">
                            <a:solidFill>
                              <a:srgbClr val="FF0000"/>
                            </a:solidFill>
                            <a:latin typeface="Cambria Math" panose="02040503050406030204" pitchFamily="18" charset="0"/>
                            <a:ea typeface="微软雅黑" panose="020B0503020204020204" pitchFamily="34" charset="-122"/>
                          </a:rPr>
                          <m:t>=</m:t>
                        </m:r>
                        <m:sSub>
                          <m:sSubPr>
                            <m:ctrlPr>
                              <a:rPr kumimoji="1" lang="en-US" altLang="zh-CN" sz="2200" i="1">
                                <a:solidFill>
                                  <a:srgbClr val="FF0000"/>
                                </a:solidFill>
                                <a:latin typeface="Cambria Math" panose="02040503050406030204" pitchFamily="18" charset="0"/>
                                <a:ea typeface="微软雅黑" panose="020B0503020204020204" pitchFamily="34" charset="-122"/>
                              </a:rPr>
                            </m:ctrlPr>
                          </m:sSubPr>
                          <m:e>
                            <m:r>
                              <a:rPr kumimoji="1" lang="en-US" altLang="zh-CN" sz="2200" i="1">
                                <a:solidFill>
                                  <a:srgbClr val="FF0000"/>
                                </a:solidFill>
                                <a:latin typeface="Cambria Math" panose="02040503050406030204" pitchFamily="18" charset="0"/>
                                <a:ea typeface="微软雅黑" panose="020B0503020204020204" pitchFamily="34" charset="-122"/>
                              </a:rPr>
                              <m:t>𝑉</m:t>
                            </m:r>
                          </m:e>
                          <m:sub>
                            <m:r>
                              <a:rPr kumimoji="1" lang="en-US" altLang="zh-CN" sz="2200" b="0" i="1" smtClean="0">
                                <a:solidFill>
                                  <a:srgbClr val="FF0000"/>
                                </a:solidFill>
                                <a:latin typeface="Cambria Math" panose="02040503050406030204" pitchFamily="18" charset="0"/>
                                <a:ea typeface="微软雅黑" panose="020B0503020204020204" pitchFamily="34" charset="-122"/>
                              </a:rPr>
                              <m:t>−</m:t>
                            </m:r>
                          </m:sub>
                        </m:sSub>
                        <m:r>
                          <a:rPr kumimoji="1" lang="en-US" altLang="zh-CN" sz="2200" i="1">
                            <a:solidFill>
                              <a:srgbClr val="FF0000"/>
                            </a:solidFill>
                            <a:latin typeface="Cambria Math" panose="02040503050406030204" pitchFamily="18" charset="0"/>
                            <a:ea typeface="微软雅黑" panose="020B0503020204020204" pitchFamily="34" charset="-122"/>
                          </a:rPr>
                          <m:t>+</m:t>
                        </m:r>
                        <m:r>
                          <m:rPr>
                            <m:sty m:val="p"/>
                          </m:rPr>
                          <a:rPr kumimoji="1" lang="el-GR" altLang="zh-CN" sz="2200" i="1">
                            <a:solidFill>
                              <a:srgbClr val="FF0000"/>
                            </a:solidFill>
                            <a:latin typeface="Cambria Math" panose="02040503050406030204" pitchFamily="18" charset="0"/>
                            <a:ea typeface="Cambria Math" panose="02040503050406030204" pitchFamily="18" charset="0"/>
                          </a:rPr>
                          <m:t>Δ</m:t>
                        </m:r>
                        <m:r>
                          <a:rPr kumimoji="1" lang="en-US" altLang="zh-CN" sz="2200" i="1">
                            <a:solidFill>
                              <a:srgbClr val="FF0000"/>
                            </a:solidFill>
                            <a:latin typeface="Cambria Math" panose="02040503050406030204" pitchFamily="18" charset="0"/>
                            <a:ea typeface="Cambria Math" panose="02040503050406030204" pitchFamily="18" charset="0"/>
                          </a:rPr>
                          <m:t>𝑉</m:t>
                        </m:r>
                      </m:oMath>
                    </m:oMathPara>
                  </a14:m>
                  <a:endParaRPr lang="zh-CN" altLang="en-US" sz="2200" dirty="0">
                    <a:solidFill>
                      <a:srgbClr val="FF0000"/>
                    </a:solidFill>
                  </a:endParaRPr>
                </a:p>
              </p:txBody>
            </p:sp>
          </mc:Choice>
          <mc:Fallback xmlns="">
            <p:sp>
              <p:nvSpPr>
                <p:cNvPr id="91" name="文本框 90">
                  <a:extLst>
                    <a:ext uri="{FF2B5EF4-FFF2-40B4-BE49-F238E27FC236}">
                      <a16:creationId xmlns:a16="http://schemas.microsoft.com/office/drawing/2014/main" id="{8D6D2371-BEC5-BB49-19BB-6F21041E8FE2}"/>
                    </a:ext>
                  </a:extLst>
                </p:cNvPr>
                <p:cNvSpPr txBox="1">
                  <a:spLocks noRot="1" noChangeAspect="1" noMove="1" noResize="1" noEditPoints="1" noAdjustHandles="1" noChangeArrowheads="1" noChangeShapeType="1" noTextEdit="1"/>
                </p:cNvSpPr>
                <p:nvPr/>
              </p:nvSpPr>
              <p:spPr>
                <a:xfrm>
                  <a:off x="9071833" y="6120000"/>
                  <a:ext cx="2268930" cy="430887"/>
                </a:xfrm>
                <a:prstGeom prst="rect">
                  <a:avLst/>
                </a:prstGeom>
                <a:blipFill>
                  <a:blip r:embed="rId9"/>
                  <a:stretch>
                    <a:fillRect/>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DCD1AA9F-A85B-8250-E67C-72909611DDD1}"/>
                </a:ext>
              </a:extLst>
            </p:cNvPr>
            <p:cNvSpPr txBox="1"/>
            <p:nvPr/>
          </p:nvSpPr>
          <p:spPr>
            <a:xfrm>
              <a:off x="9575833" y="4680000"/>
              <a:ext cx="898670" cy="396000"/>
            </a:xfrm>
            <a:prstGeom prst="rect">
              <a:avLst/>
            </a:prstGeom>
            <a:noFill/>
          </p:spPr>
          <p:txBody>
            <a:bodyPr wrap="square">
              <a:spAutoFit/>
            </a:bodyPr>
            <a:lstStyle/>
            <a:p>
              <a:r>
                <a:rPr kumimoji="1" lang="zh-CN" altLang="en-US" sz="1800" dirty="0">
                  <a:solidFill>
                    <a:srgbClr val="0000FF"/>
                  </a:solidFill>
                  <a:latin typeface="微软雅黑" panose="020B0503020204020204" pitchFamily="34" charset="-122"/>
                  <a:ea typeface="微软雅黑" panose="020B0503020204020204" pitchFamily="34" charset="-122"/>
                </a:rPr>
                <a:t>线性区</a:t>
              </a:r>
              <a:endParaRPr kumimoji="1" lang="en-US" altLang="zh-CN" sz="1800" dirty="0">
                <a:solidFill>
                  <a:srgbClr val="0000FF"/>
                </a:solidFill>
                <a:latin typeface="微软雅黑" panose="020B0503020204020204" pitchFamily="34" charset="-122"/>
                <a:ea typeface="微软雅黑" panose="020B0503020204020204" pitchFamily="34" charset="-122"/>
              </a:endParaRPr>
            </a:p>
          </p:txBody>
        </p:sp>
        <p:cxnSp>
          <p:nvCxnSpPr>
            <p:cNvPr id="27" name="直接箭头连接符 26">
              <a:extLst>
                <a:ext uri="{FF2B5EF4-FFF2-40B4-BE49-F238E27FC236}">
                  <a16:creationId xmlns:a16="http://schemas.microsoft.com/office/drawing/2014/main" id="{F1E66B95-C533-2E0C-9DBA-2D36CCA8BB97}"/>
                </a:ext>
              </a:extLst>
            </p:cNvPr>
            <p:cNvCxnSpPr>
              <a:cxnSpLocks/>
            </p:cNvCxnSpPr>
            <p:nvPr/>
          </p:nvCxnSpPr>
          <p:spPr>
            <a:xfrm flipH="1">
              <a:off x="9215833" y="4896000"/>
              <a:ext cx="360000" cy="108000"/>
            </a:xfrm>
            <a:prstGeom prst="straightConnector1">
              <a:avLst/>
            </a:prstGeom>
            <a:ln w="1905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0600ABD5-0457-9410-AB03-92BF573F0EAB}"/>
                    </a:ext>
                  </a:extLst>
                </p:cNvPr>
                <p:cNvSpPr txBox="1"/>
                <p:nvPr/>
              </p:nvSpPr>
              <p:spPr>
                <a:xfrm>
                  <a:off x="9053833" y="5220000"/>
                  <a:ext cx="82800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200" i="1" smtClean="0">
                            <a:solidFill>
                              <a:srgbClr val="0000FF"/>
                            </a:solidFill>
                            <a:latin typeface="Cambria Math" panose="02040503050406030204" pitchFamily="18" charset="0"/>
                            <a:ea typeface="微软雅黑" panose="020B0503020204020204" pitchFamily="34" charset="-122"/>
                          </a:rPr>
                          <m:t>+</m:t>
                        </m:r>
                        <m:sSub>
                          <m:sSubPr>
                            <m:ctrlPr>
                              <a:rPr kumimoji="1" lang="en-US" altLang="zh-CN" sz="2200" i="1" smtClean="0">
                                <a:solidFill>
                                  <a:srgbClr val="0000FF"/>
                                </a:solidFill>
                                <a:latin typeface="Cambria Math" panose="02040503050406030204" pitchFamily="18" charset="0"/>
                                <a:ea typeface="微软雅黑" panose="020B0503020204020204" pitchFamily="34" charset="-122"/>
                              </a:rPr>
                            </m:ctrlPr>
                          </m:sSubPr>
                          <m:e>
                            <m:r>
                              <a:rPr kumimoji="1" lang="en-US" altLang="zh-CN" sz="2200" b="0" i="1" smtClean="0">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200" b="0" i="0" smtClean="0">
                                <a:solidFill>
                                  <a:srgbClr val="0000FF"/>
                                </a:solidFill>
                                <a:latin typeface="Cambria Math" panose="02040503050406030204" pitchFamily="18" charset="0"/>
                                <a:ea typeface="微软雅黑" panose="020B0503020204020204" pitchFamily="34" charset="-122"/>
                              </a:rPr>
                              <m:t>i</m:t>
                            </m:r>
                            <m:r>
                              <m:rPr>
                                <m:sty m:val="p"/>
                              </m:rPr>
                              <a:rPr kumimoji="1" lang="en-US" altLang="zh-CN" sz="2200" i="1">
                                <a:solidFill>
                                  <a:srgbClr val="0000FF"/>
                                </a:solidFill>
                                <a:latin typeface="Cambria Math" panose="02040503050406030204" pitchFamily="18" charset="0"/>
                                <a:ea typeface="微软雅黑" panose="020B0503020204020204" pitchFamily="34" charset="-122"/>
                              </a:rPr>
                              <m:t>m</m:t>
                            </m:r>
                          </m:sub>
                        </m:sSub>
                      </m:oMath>
                    </m:oMathPara>
                  </a14:m>
                  <a:endParaRPr lang="zh-CN" altLang="en-US" sz="2200" dirty="0">
                    <a:solidFill>
                      <a:srgbClr val="0000FF"/>
                    </a:solidFill>
                  </a:endParaRPr>
                </a:p>
              </p:txBody>
            </p:sp>
          </mc:Choice>
          <mc:Fallback xmlns="">
            <p:sp>
              <p:nvSpPr>
                <p:cNvPr id="115" name="文本框 114">
                  <a:extLst>
                    <a:ext uri="{FF2B5EF4-FFF2-40B4-BE49-F238E27FC236}">
                      <a16:creationId xmlns:a16="http://schemas.microsoft.com/office/drawing/2014/main" id="{457B23EF-7518-2152-D846-044BCFDF6C36}"/>
                    </a:ext>
                  </a:extLst>
                </p:cNvPr>
                <p:cNvSpPr txBox="1">
                  <a:spLocks noRot="1" noChangeAspect="1" noMove="1" noResize="1" noEditPoints="1" noAdjustHandles="1" noChangeArrowheads="1" noChangeShapeType="1" noTextEdit="1"/>
                </p:cNvSpPr>
                <p:nvPr/>
              </p:nvSpPr>
              <p:spPr>
                <a:xfrm>
                  <a:off x="9053833" y="5220000"/>
                  <a:ext cx="828000" cy="430887"/>
                </a:xfrm>
                <a:prstGeom prst="rect">
                  <a:avLst/>
                </a:prstGeom>
                <a:blipFill>
                  <a:blip r:embed="rId10"/>
                  <a:stretch>
                    <a:fillRect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DA69D580-D3A9-DDF5-FF36-4E481CDA1D73}"/>
                    </a:ext>
                  </a:extLst>
                </p:cNvPr>
                <p:cNvSpPr txBox="1"/>
                <p:nvPr/>
              </p:nvSpPr>
              <p:spPr>
                <a:xfrm>
                  <a:off x="8333833" y="4824000"/>
                  <a:ext cx="82800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200" b="0" i="1" smtClean="0">
                            <a:solidFill>
                              <a:srgbClr val="0000FF"/>
                            </a:solidFill>
                            <a:latin typeface="Cambria Math" panose="02040503050406030204" pitchFamily="18" charset="0"/>
                            <a:ea typeface="微软雅黑" panose="020B0503020204020204" pitchFamily="34" charset="-122"/>
                          </a:rPr>
                          <m:t>−</m:t>
                        </m:r>
                        <m:sSub>
                          <m:sSubPr>
                            <m:ctrlPr>
                              <a:rPr kumimoji="1" lang="en-US" altLang="zh-CN" sz="2200" i="1" smtClean="0">
                                <a:solidFill>
                                  <a:srgbClr val="0000FF"/>
                                </a:solidFill>
                                <a:latin typeface="Cambria Math" panose="02040503050406030204" pitchFamily="18" charset="0"/>
                                <a:ea typeface="微软雅黑" panose="020B0503020204020204" pitchFamily="34" charset="-122"/>
                              </a:rPr>
                            </m:ctrlPr>
                          </m:sSubPr>
                          <m:e>
                            <m:r>
                              <a:rPr kumimoji="1" lang="en-US" altLang="zh-CN" sz="2200" b="0" i="1" smtClean="0">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200" b="0" i="0" smtClean="0">
                                <a:solidFill>
                                  <a:srgbClr val="0000FF"/>
                                </a:solidFill>
                                <a:latin typeface="Cambria Math" panose="02040503050406030204" pitchFamily="18" charset="0"/>
                                <a:ea typeface="微软雅黑" panose="020B0503020204020204" pitchFamily="34" charset="-122"/>
                              </a:rPr>
                              <m:t>i</m:t>
                            </m:r>
                            <m:r>
                              <m:rPr>
                                <m:sty m:val="p"/>
                              </m:rPr>
                              <a:rPr kumimoji="1" lang="en-US" altLang="zh-CN" sz="2200" i="1">
                                <a:solidFill>
                                  <a:srgbClr val="0000FF"/>
                                </a:solidFill>
                                <a:latin typeface="Cambria Math" panose="02040503050406030204" pitchFamily="18" charset="0"/>
                                <a:ea typeface="微软雅黑" panose="020B0503020204020204" pitchFamily="34" charset="-122"/>
                              </a:rPr>
                              <m:t>m</m:t>
                            </m:r>
                          </m:sub>
                        </m:sSub>
                      </m:oMath>
                    </m:oMathPara>
                  </a14:m>
                  <a:endParaRPr lang="zh-CN" altLang="en-US" sz="2200" dirty="0">
                    <a:solidFill>
                      <a:srgbClr val="0000FF"/>
                    </a:solidFill>
                  </a:endParaRPr>
                </a:p>
              </p:txBody>
            </p:sp>
          </mc:Choice>
          <mc:Fallback xmlns="">
            <p:sp>
              <p:nvSpPr>
                <p:cNvPr id="116" name="文本框 115">
                  <a:extLst>
                    <a:ext uri="{FF2B5EF4-FFF2-40B4-BE49-F238E27FC236}">
                      <a16:creationId xmlns:a16="http://schemas.microsoft.com/office/drawing/2014/main" id="{5FD31BD6-D2B7-F2B0-6A90-30F52EBD5FE5}"/>
                    </a:ext>
                  </a:extLst>
                </p:cNvPr>
                <p:cNvSpPr txBox="1">
                  <a:spLocks noRot="1" noChangeAspect="1" noMove="1" noResize="1" noEditPoints="1" noAdjustHandles="1" noChangeArrowheads="1" noChangeShapeType="1" noTextEdit="1"/>
                </p:cNvSpPr>
                <p:nvPr/>
              </p:nvSpPr>
              <p:spPr>
                <a:xfrm>
                  <a:off x="8333833" y="4824000"/>
                  <a:ext cx="828000" cy="430887"/>
                </a:xfrm>
                <a:prstGeom prst="rect">
                  <a:avLst/>
                </a:prstGeom>
                <a:blipFill>
                  <a:blip r:embed="rId11"/>
                  <a:stretch>
                    <a:fillRect b="-1408"/>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3595635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F0C62-888D-3DBC-6454-E2C98A438759}"/>
            </a:ext>
          </a:extLst>
        </p:cNvPr>
        <p:cNvGrpSpPr/>
        <p:nvPr/>
      </p:nvGrpSpPr>
      <p:grpSpPr>
        <a:xfrm>
          <a:off x="0" y="0"/>
          <a:ext cx="0" cy="0"/>
          <a:chOff x="0" y="0"/>
          <a:chExt cx="0" cy="0"/>
        </a:xfrm>
      </p:grpSpPr>
      <p:sp>
        <p:nvSpPr>
          <p:cNvPr id="295" name="标题 1">
            <a:extLst>
              <a:ext uri="{FF2B5EF4-FFF2-40B4-BE49-F238E27FC236}">
                <a16:creationId xmlns:a16="http://schemas.microsoft.com/office/drawing/2014/main" id="{A5BD5C7B-1E79-219A-ED58-38961602C90C}"/>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模拟部分（集成运算放大器）</a:t>
            </a:r>
          </a:p>
        </p:txBody>
      </p:sp>
      <p:sp>
        <p:nvSpPr>
          <p:cNvPr id="2" name="文本框 1">
            <a:extLst>
              <a:ext uri="{FF2B5EF4-FFF2-40B4-BE49-F238E27FC236}">
                <a16:creationId xmlns:a16="http://schemas.microsoft.com/office/drawing/2014/main" id="{AFD5308F-5DC8-665A-E2E6-5F128E3156B0}"/>
              </a:ext>
            </a:extLst>
          </p:cNvPr>
          <p:cNvSpPr txBox="1"/>
          <p:nvPr/>
        </p:nvSpPr>
        <p:spPr>
          <a:xfrm>
            <a:off x="360000" y="828000"/>
            <a:ext cx="7620218"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反馈按照单条通路算，不是按照总电路算</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34" name="组合 33">
            <a:extLst>
              <a:ext uri="{FF2B5EF4-FFF2-40B4-BE49-F238E27FC236}">
                <a16:creationId xmlns:a16="http://schemas.microsoft.com/office/drawing/2014/main" id="{D157CD22-5B0E-AB5B-02F3-330D21BF96C5}"/>
              </a:ext>
            </a:extLst>
          </p:cNvPr>
          <p:cNvGrpSpPr/>
          <p:nvPr/>
        </p:nvGrpSpPr>
        <p:grpSpPr>
          <a:xfrm>
            <a:off x="7560000" y="1440000"/>
            <a:ext cx="4464421" cy="2158620"/>
            <a:chOff x="6551579" y="3600000"/>
            <a:chExt cx="4464421" cy="2158620"/>
          </a:xfrm>
        </p:grpSpPr>
        <p:sp>
          <p:nvSpPr>
            <p:cNvPr id="35" name="矩形 34">
              <a:extLst>
                <a:ext uri="{FF2B5EF4-FFF2-40B4-BE49-F238E27FC236}">
                  <a16:creationId xmlns:a16="http://schemas.microsoft.com/office/drawing/2014/main" id="{DDF4A220-1F03-E385-BCB3-7F6068EB6421}"/>
                </a:ext>
              </a:extLst>
            </p:cNvPr>
            <p:cNvSpPr/>
            <p:nvPr/>
          </p:nvSpPr>
          <p:spPr>
            <a:xfrm>
              <a:off x="8568000" y="3600000"/>
              <a:ext cx="1440000" cy="1008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rgbClr val="002060"/>
                  </a:solidFill>
                  <a:latin typeface="微软雅黑" panose="020B0503020204020204" pitchFamily="34" charset="-122"/>
                  <a:ea typeface="微软雅黑" panose="020B0503020204020204" pitchFamily="34" charset="-122"/>
                </a:rPr>
                <a:t>放大电路</a:t>
              </a:r>
              <a:endParaRPr lang="en-US" altLang="zh-CN" sz="2200" dirty="0">
                <a:solidFill>
                  <a:srgbClr val="002060"/>
                </a:solidFill>
                <a:latin typeface="微软雅黑" panose="020B0503020204020204" pitchFamily="34" charset="-122"/>
                <a:ea typeface="微软雅黑" panose="020B0503020204020204" pitchFamily="34" charset="-122"/>
              </a:endParaRPr>
            </a:p>
            <a:p>
              <a:pPr algn="ctr"/>
              <a:r>
                <a:rPr lang="en-US" altLang="zh-CN" sz="2200" dirty="0">
                  <a:solidFill>
                    <a:srgbClr val="002060"/>
                  </a:solidFill>
                  <a:latin typeface="微软雅黑" panose="020B0503020204020204" pitchFamily="34" charset="-122"/>
                  <a:ea typeface="微软雅黑" panose="020B0503020204020204" pitchFamily="34" charset="-122"/>
                </a:rPr>
                <a:t>A</a:t>
              </a:r>
              <a:endParaRPr lang="zh-CN" altLang="en-US" sz="2200" dirty="0">
                <a:solidFill>
                  <a:srgbClr val="002060"/>
                </a:solidFill>
                <a:latin typeface="微软雅黑" panose="020B0503020204020204" pitchFamily="34" charset="-122"/>
                <a:ea typeface="微软雅黑" panose="020B0503020204020204" pitchFamily="34" charset="-122"/>
              </a:endParaRPr>
            </a:p>
          </p:txBody>
        </p:sp>
        <p:sp>
          <p:nvSpPr>
            <p:cNvPr id="36" name="矩形 35">
              <a:extLst>
                <a:ext uri="{FF2B5EF4-FFF2-40B4-BE49-F238E27FC236}">
                  <a16:creationId xmlns:a16="http://schemas.microsoft.com/office/drawing/2014/main" id="{01BE6DA0-F9C0-E5F2-0382-44B1704E007A}"/>
                </a:ext>
              </a:extLst>
            </p:cNvPr>
            <p:cNvSpPr/>
            <p:nvPr/>
          </p:nvSpPr>
          <p:spPr>
            <a:xfrm>
              <a:off x="8568000" y="4750620"/>
              <a:ext cx="1440000" cy="1008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rgbClr val="002060"/>
                  </a:solidFill>
                  <a:latin typeface="微软雅黑" panose="020B0503020204020204" pitchFamily="34" charset="-122"/>
                  <a:ea typeface="微软雅黑" panose="020B0503020204020204" pitchFamily="34" charset="-122"/>
                </a:rPr>
                <a:t>反馈网络</a:t>
              </a:r>
              <a:endParaRPr lang="en-US" altLang="zh-CN" sz="2200" dirty="0">
                <a:solidFill>
                  <a:srgbClr val="002060"/>
                </a:solidFill>
                <a:latin typeface="微软雅黑" panose="020B0503020204020204" pitchFamily="34" charset="-122"/>
                <a:ea typeface="微软雅黑" panose="020B0503020204020204" pitchFamily="34" charset="-122"/>
              </a:endParaRPr>
            </a:p>
            <a:p>
              <a:pPr algn="ctr"/>
              <a:r>
                <a:rPr lang="en-US" altLang="zh-CN" sz="2200" dirty="0">
                  <a:solidFill>
                    <a:srgbClr val="002060"/>
                  </a:solidFill>
                  <a:latin typeface="微软雅黑" panose="020B0503020204020204" pitchFamily="34" charset="-122"/>
                  <a:ea typeface="微软雅黑" panose="020B0503020204020204" pitchFamily="34" charset="-122"/>
                </a:rPr>
                <a:t>F</a:t>
              </a:r>
              <a:endParaRPr lang="zh-CN" altLang="en-US" sz="22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7" name="椭圆 36">
                  <a:extLst>
                    <a:ext uri="{FF2B5EF4-FFF2-40B4-BE49-F238E27FC236}">
                      <a16:creationId xmlns:a16="http://schemas.microsoft.com/office/drawing/2014/main" id="{33767BCE-3297-2001-DDBD-C8FB1730652F}"/>
                    </a:ext>
                  </a:extLst>
                </p:cNvPr>
                <p:cNvSpPr/>
                <p:nvPr/>
              </p:nvSpPr>
              <p:spPr>
                <a:xfrm>
                  <a:off x="7200000" y="3744000"/>
                  <a:ext cx="720000" cy="72000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sz="2800" b="0" i="1" smtClean="0">
                            <a:solidFill>
                              <a:srgbClr val="002060"/>
                            </a:solidFill>
                            <a:latin typeface="Cambria Math" panose="02040503050406030204" pitchFamily="18" charset="0"/>
                            <a:ea typeface="Cambria Math" panose="02040503050406030204" pitchFamily="18" charset="0"/>
                          </a:rPr>
                          <m:t> </m:t>
                        </m:r>
                        <m:r>
                          <m:rPr>
                            <m:sty m:val="p"/>
                          </m:rPr>
                          <a:rPr lang="el-GR" altLang="zh-CN" sz="2800" i="1" smtClean="0">
                            <a:solidFill>
                              <a:srgbClr val="002060"/>
                            </a:solidFill>
                            <a:latin typeface="Cambria Math" panose="02040503050406030204" pitchFamily="18" charset="0"/>
                            <a:ea typeface="Cambria Math" panose="02040503050406030204" pitchFamily="18" charset="0"/>
                          </a:rPr>
                          <m:t>Σ</m:t>
                        </m:r>
                      </m:oMath>
                    </m:oMathPara>
                  </a14:m>
                  <a:endParaRPr lang="zh-CN" altLang="en-US" sz="2800" dirty="0">
                    <a:solidFill>
                      <a:srgbClr val="002060"/>
                    </a:solidFill>
                  </a:endParaRPr>
                </a:p>
              </p:txBody>
            </p:sp>
          </mc:Choice>
          <mc:Fallback xmlns="">
            <p:sp>
              <p:nvSpPr>
                <p:cNvPr id="13" name="椭圆 12">
                  <a:extLst>
                    <a:ext uri="{FF2B5EF4-FFF2-40B4-BE49-F238E27FC236}">
                      <a16:creationId xmlns:a16="http://schemas.microsoft.com/office/drawing/2014/main" id="{25F70EE5-6811-DEF1-7419-A544F58E79E9}"/>
                    </a:ext>
                  </a:extLst>
                </p:cNvPr>
                <p:cNvSpPr>
                  <a:spLocks noRot="1" noChangeAspect="1" noMove="1" noResize="1" noEditPoints="1" noAdjustHandles="1" noChangeArrowheads="1" noChangeShapeType="1" noTextEdit="1"/>
                </p:cNvSpPr>
                <p:nvPr/>
              </p:nvSpPr>
              <p:spPr>
                <a:xfrm>
                  <a:off x="7200000" y="3744000"/>
                  <a:ext cx="720000" cy="720000"/>
                </a:xfrm>
                <a:prstGeom prst="ellipse">
                  <a:avLst/>
                </a:prstGeom>
                <a:blipFill>
                  <a:blip r:embed="rId3"/>
                  <a:stretch>
                    <a:fillRect/>
                  </a:stretch>
                </a:blipFill>
                <a:ln w="38100"/>
              </p:spPr>
              <p:txBody>
                <a:bodyPr/>
                <a:lstStyle/>
                <a:p>
                  <a:r>
                    <a:rPr lang="zh-CN" altLang="en-US">
                      <a:noFill/>
                    </a:rPr>
                    <a:t> </a:t>
                  </a:r>
                </a:p>
              </p:txBody>
            </p:sp>
          </mc:Fallback>
        </mc:AlternateContent>
        <p:cxnSp>
          <p:nvCxnSpPr>
            <p:cNvPr id="38" name="直接箭头连接符 37">
              <a:extLst>
                <a:ext uri="{FF2B5EF4-FFF2-40B4-BE49-F238E27FC236}">
                  <a16:creationId xmlns:a16="http://schemas.microsoft.com/office/drawing/2014/main" id="{497FE46C-05A7-90FC-397E-36AAADD3EA0D}"/>
                </a:ext>
              </a:extLst>
            </p:cNvPr>
            <p:cNvCxnSpPr>
              <a:cxnSpLocks/>
              <a:stCxn id="37" idx="6"/>
              <a:endCxn id="35" idx="1"/>
            </p:cNvCxnSpPr>
            <p:nvPr/>
          </p:nvCxnSpPr>
          <p:spPr>
            <a:xfrm>
              <a:off x="7920000" y="4104000"/>
              <a:ext cx="648000"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21ECB7F7-AF28-22F0-9E4A-8C5380925536}"/>
                </a:ext>
              </a:extLst>
            </p:cNvPr>
            <p:cNvCxnSpPr>
              <a:cxnSpLocks/>
              <a:stCxn id="35" idx="3"/>
            </p:cNvCxnSpPr>
            <p:nvPr/>
          </p:nvCxnSpPr>
          <p:spPr>
            <a:xfrm>
              <a:off x="10008000" y="4104000"/>
              <a:ext cx="952905"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CA0F12D8-9543-C15F-7FAE-4B2E20448E7B}"/>
                </a:ext>
              </a:extLst>
            </p:cNvPr>
            <p:cNvCxnSpPr>
              <a:cxnSpLocks/>
              <a:endCxn id="37" idx="2"/>
            </p:cNvCxnSpPr>
            <p:nvPr/>
          </p:nvCxnSpPr>
          <p:spPr>
            <a:xfrm>
              <a:off x="6551579" y="4104000"/>
              <a:ext cx="648421"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1" name="连接符: 肘形 40">
              <a:extLst>
                <a:ext uri="{FF2B5EF4-FFF2-40B4-BE49-F238E27FC236}">
                  <a16:creationId xmlns:a16="http://schemas.microsoft.com/office/drawing/2014/main" id="{72FCB47E-CAE3-603B-8E4D-3ABC08B68B31}"/>
                </a:ext>
              </a:extLst>
            </p:cNvPr>
            <p:cNvCxnSpPr>
              <a:cxnSpLocks/>
              <a:endCxn id="36" idx="3"/>
            </p:cNvCxnSpPr>
            <p:nvPr/>
          </p:nvCxnSpPr>
          <p:spPr>
            <a:xfrm rot="5400000">
              <a:off x="9612690" y="4463310"/>
              <a:ext cx="1186620" cy="396000"/>
            </a:xfrm>
            <a:prstGeom prst="bentConnector2">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2" name="连接符: 肘形 41">
              <a:extLst>
                <a:ext uri="{FF2B5EF4-FFF2-40B4-BE49-F238E27FC236}">
                  <a16:creationId xmlns:a16="http://schemas.microsoft.com/office/drawing/2014/main" id="{F1C906B1-CB96-4F0D-68B2-C33E3905CDAC}"/>
                </a:ext>
              </a:extLst>
            </p:cNvPr>
            <p:cNvCxnSpPr>
              <a:cxnSpLocks/>
              <a:stCxn id="36" idx="1"/>
              <a:endCxn id="37" idx="4"/>
            </p:cNvCxnSpPr>
            <p:nvPr/>
          </p:nvCxnSpPr>
          <p:spPr>
            <a:xfrm rot="10800000">
              <a:off x="7560000" y="4464000"/>
              <a:ext cx="1008000" cy="790620"/>
            </a:xfrm>
            <a:prstGeom prst="bentConnector2">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3508EB54-E101-6D3B-01F4-4259B3FE96B9}"/>
                    </a:ext>
                  </a:extLst>
                </p:cNvPr>
                <p:cNvSpPr txBox="1"/>
                <p:nvPr/>
              </p:nvSpPr>
              <p:spPr>
                <a:xfrm>
                  <a:off x="6597209" y="3600000"/>
                  <a:ext cx="576000" cy="43088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solidFill>
                                  <a:srgbClr val="002060"/>
                                </a:solidFill>
                                <a:latin typeface="Cambria Math" panose="02040503050406030204" pitchFamily="18" charset="0"/>
                              </a:rPr>
                            </m:ctrlPr>
                          </m:sSubPr>
                          <m:e>
                            <m:r>
                              <a:rPr lang="en-US" altLang="zh-CN" sz="2200" b="0" i="1" smtClean="0">
                                <a:solidFill>
                                  <a:srgbClr val="002060"/>
                                </a:solidFill>
                                <a:latin typeface="Cambria Math" panose="02040503050406030204" pitchFamily="18" charset="0"/>
                              </a:rPr>
                              <m:t>𝑥</m:t>
                            </m:r>
                          </m:e>
                          <m:sub>
                            <m:r>
                              <m:rPr>
                                <m:sty m:val="p"/>
                              </m:rPr>
                              <a:rPr lang="en-US" altLang="zh-CN" sz="2200" b="0" i="0" smtClean="0">
                                <a:solidFill>
                                  <a:srgbClr val="002060"/>
                                </a:solidFill>
                                <a:latin typeface="Cambria Math" panose="02040503050406030204" pitchFamily="18" charset="0"/>
                              </a:rPr>
                              <m:t>I</m:t>
                            </m:r>
                          </m:sub>
                        </m:sSub>
                      </m:oMath>
                    </m:oMathPara>
                  </a14:m>
                  <a:endParaRPr lang="zh-CN" altLang="en-US" sz="2200" dirty="0">
                    <a:solidFill>
                      <a:srgbClr val="002060"/>
                    </a:solidFill>
                  </a:endParaRPr>
                </a:p>
              </p:txBody>
            </p:sp>
          </mc:Choice>
          <mc:Fallback xmlns="">
            <p:sp>
              <p:nvSpPr>
                <p:cNvPr id="19" name="文本框 18">
                  <a:extLst>
                    <a:ext uri="{FF2B5EF4-FFF2-40B4-BE49-F238E27FC236}">
                      <a16:creationId xmlns:a16="http://schemas.microsoft.com/office/drawing/2014/main" id="{DA97E5E1-F292-83D3-9E33-B52AF2382875}"/>
                    </a:ext>
                  </a:extLst>
                </p:cNvPr>
                <p:cNvSpPr txBox="1">
                  <a:spLocks noRot="1" noChangeAspect="1" noMove="1" noResize="1" noEditPoints="1" noAdjustHandles="1" noChangeArrowheads="1" noChangeShapeType="1" noTextEdit="1"/>
                </p:cNvSpPr>
                <p:nvPr/>
              </p:nvSpPr>
              <p:spPr>
                <a:xfrm>
                  <a:off x="6597209" y="3600000"/>
                  <a:ext cx="576000" cy="43088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138B4422-1A14-8EE5-4C3A-B9CEDE9817DB}"/>
                    </a:ext>
                  </a:extLst>
                </p:cNvPr>
                <p:cNvSpPr txBox="1"/>
                <p:nvPr/>
              </p:nvSpPr>
              <p:spPr>
                <a:xfrm>
                  <a:off x="7920000" y="4752000"/>
                  <a:ext cx="576000" cy="43088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solidFill>
                                  <a:srgbClr val="002060"/>
                                </a:solidFill>
                                <a:latin typeface="Cambria Math" panose="02040503050406030204" pitchFamily="18" charset="0"/>
                              </a:rPr>
                            </m:ctrlPr>
                          </m:sSubPr>
                          <m:e>
                            <m:r>
                              <a:rPr lang="en-US" altLang="zh-CN" sz="2200" b="0" i="1" smtClean="0">
                                <a:solidFill>
                                  <a:srgbClr val="002060"/>
                                </a:solidFill>
                                <a:latin typeface="Cambria Math" panose="02040503050406030204" pitchFamily="18" charset="0"/>
                              </a:rPr>
                              <m:t>𝑥</m:t>
                            </m:r>
                          </m:e>
                          <m:sub>
                            <m:r>
                              <m:rPr>
                                <m:sty m:val="p"/>
                              </m:rPr>
                              <a:rPr lang="en-US" altLang="zh-CN" sz="2200" b="0" i="0" smtClean="0">
                                <a:solidFill>
                                  <a:srgbClr val="002060"/>
                                </a:solidFill>
                                <a:latin typeface="Cambria Math" panose="02040503050406030204" pitchFamily="18" charset="0"/>
                              </a:rPr>
                              <m:t>F</m:t>
                            </m:r>
                          </m:sub>
                        </m:sSub>
                      </m:oMath>
                    </m:oMathPara>
                  </a14:m>
                  <a:endParaRPr lang="zh-CN" altLang="en-US" sz="2200" dirty="0">
                    <a:solidFill>
                      <a:srgbClr val="002060"/>
                    </a:solidFill>
                  </a:endParaRPr>
                </a:p>
              </p:txBody>
            </p:sp>
          </mc:Choice>
          <mc:Fallback xmlns="">
            <p:sp>
              <p:nvSpPr>
                <p:cNvPr id="20" name="文本框 19">
                  <a:extLst>
                    <a:ext uri="{FF2B5EF4-FFF2-40B4-BE49-F238E27FC236}">
                      <a16:creationId xmlns:a16="http://schemas.microsoft.com/office/drawing/2014/main" id="{A07C5B7B-8539-C769-4044-4D15403171B3}"/>
                    </a:ext>
                  </a:extLst>
                </p:cNvPr>
                <p:cNvSpPr txBox="1">
                  <a:spLocks noRot="1" noChangeAspect="1" noMove="1" noResize="1" noEditPoints="1" noAdjustHandles="1" noChangeArrowheads="1" noChangeShapeType="1" noTextEdit="1"/>
                </p:cNvSpPr>
                <p:nvPr/>
              </p:nvSpPr>
              <p:spPr>
                <a:xfrm>
                  <a:off x="7920000" y="4752000"/>
                  <a:ext cx="576000" cy="43088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40E35BB0-C1DF-A1E8-8717-FA44A92738BA}"/>
                    </a:ext>
                  </a:extLst>
                </p:cNvPr>
                <p:cNvSpPr txBox="1"/>
                <p:nvPr/>
              </p:nvSpPr>
              <p:spPr>
                <a:xfrm>
                  <a:off x="10440000" y="3600000"/>
                  <a:ext cx="576000" cy="43088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solidFill>
                                  <a:srgbClr val="002060"/>
                                </a:solidFill>
                                <a:latin typeface="Cambria Math" panose="02040503050406030204" pitchFamily="18" charset="0"/>
                              </a:rPr>
                            </m:ctrlPr>
                          </m:sSubPr>
                          <m:e>
                            <m:r>
                              <a:rPr lang="en-US" altLang="zh-CN" sz="2200" b="0" i="1" smtClean="0">
                                <a:solidFill>
                                  <a:srgbClr val="002060"/>
                                </a:solidFill>
                                <a:latin typeface="Cambria Math" panose="02040503050406030204" pitchFamily="18" charset="0"/>
                              </a:rPr>
                              <m:t>𝑥</m:t>
                            </m:r>
                          </m:e>
                          <m:sub>
                            <m:r>
                              <m:rPr>
                                <m:sty m:val="p"/>
                              </m:rPr>
                              <a:rPr lang="en-US" altLang="zh-CN" sz="2200" b="0" i="0" smtClean="0">
                                <a:solidFill>
                                  <a:srgbClr val="002060"/>
                                </a:solidFill>
                                <a:latin typeface="Cambria Math" panose="02040503050406030204" pitchFamily="18" charset="0"/>
                              </a:rPr>
                              <m:t>O</m:t>
                            </m:r>
                          </m:sub>
                        </m:sSub>
                      </m:oMath>
                    </m:oMathPara>
                  </a14:m>
                  <a:endParaRPr lang="zh-CN" altLang="en-US" sz="2200" dirty="0">
                    <a:solidFill>
                      <a:srgbClr val="002060"/>
                    </a:solidFill>
                  </a:endParaRPr>
                </a:p>
              </p:txBody>
            </p:sp>
          </mc:Choice>
          <mc:Fallback xmlns="">
            <p:sp>
              <p:nvSpPr>
                <p:cNvPr id="21" name="文本框 20">
                  <a:extLst>
                    <a:ext uri="{FF2B5EF4-FFF2-40B4-BE49-F238E27FC236}">
                      <a16:creationId xmlns:a16="http://schemas.microsoft.com/office/drawing/2014/main" id="{F0BFE2EA-7936-6816-2786-1ACEC076D936}"/>
                    </a:ext>
                  </a:extLst>
                </p:cNvPr>
                <p:cNvSpPr txBox="1">
                  <a:spLocks noRot="1" noChangeAspect="1" noMove="1" noResize="1" noEditPoints="1" noAdjustHandles="1" noChangeArrowheads="1" noChangeShapeType="1" noTextEdit="1"/>
                </p:cNvSpPr>
                <p:nvPr/>
              </p:nvSpPr>
              <p:spPr>
                <a:xfrm>
                  <a:off x="10440000" y="3600000"/>
                  <a:ext cx="576000" cy="43088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455E9707-4BED-F045-18AB-2D2F2589F4C1}"/>
                    </a:ext>
                  </a:extLst>
                </p:cNvPr>
                <p:cNvSpPr txBox="1"/>
                <p:nvPr/>
              </p:nvSpPr>
              <p:spPr>
                <a:xfrm>
                  <a:off x="7164000" y="4392000"/>
                  <a:ext cx="455788" cy="43088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2200" i="1" smtClean="0">
                            <a:solidFill>
                              <a:srgbClr val="002060"/>
                            </a:solidFill>
                            <a:latin typeface="Cambria Math" panose="02040503050406030204" pitchFamily="18" charset="0"/>
                          </a:rPr>
                          <m:t>−</m:t>
                        </m:r>
                      </m:oMath>
                    </m:oMathPara>
                  </a14:m>
                  <a:endParaRPr lang="zh-CN" altLang="en-US" sz="2200" dirty="0">
                    <a:solidFill>
                      <a:srgbClr val="002060"/>
                    </a:solidFill>
                  </a:endParaRPr>
                </a:p>
              </p:txBody>
            </p:sp>
          </mc:Choice>
          <mc:Fallback xmlns="">
            <p:sp>
              <p:nvSpPr>
                <p:cNvPr id="22" name="文本框 21">
                  <a:extLst>
                    <a:ext uri="{FF2B5EF4-FFF2-40B4-BE49-F238E27FC236}">
                      <a16:creationId xmlns:a16="http://schemas.microsoft.com/office/drawing/2014/main" id="{82B06FB7-CDE3-6D77-9D37-81498232D800}"/>
                    </a:ext>
                  </a:extLst>
                </p:cNvPr>
                <p:cNvSpPr txBox="1">
                  <a:spLocks noRot="1" noChangeAspect="1" noMove="1" noResize="1" noEditPoints="1" noAdjustHandles="1" noChangeArrowheads="1" noChangeShapeType="1" noTextEdit="1"/>
                </p:cNvSpPr>
                <p:nvPr/>
              </p:nvSpPr>
              <p:spPr>
                <a:xfrm>
                  <a:off x="7164000" y="4392000"/>
                  <a:ext cx="455788"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E9D3A2CE-2326-3B0C-4A98-3B2B5D568F5A}"/>
                    </a:ext>
                  </a:extLst>
                </p:cNvPr>
                <p:cNvSpPr txBox="1"/>
                <p:nvPr/>
              </p:nvSpPr>
              <p:spPr>
                <a:xfrm>
                  <a:off x="7920000" y="3600000"/>
                  <a:ext cx="576000" cy="43088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solidFill>
                                  <a:srgbClr val="002060"/>
                                </a:solidFill>
                                <a:latin typeface="Cambria Math" panose="02040503050406030204" pitchFamily="18" charset="0"/>
                              </a:rPr>
                            </m:ctrlPr>
                          </m:sSubPr>
                          <m:e>
                            <m:r>
                              <a:rPr lang="en-US" altLang="zh-CN" sz="2200" b="0" i="1" smtClean="0">
                                <a:solidFill>
                                  <a:srgbClr val="002060"/>
                                </a:solidFill>
                                <a:latin typeface="Cambria Math" panose="02040503050406030204" pitchFamily="18" charset="0"/>
                              </a:rPr>
                              <m:t>𝑥</m:t>
                            </m:r>
                          </m:e>
                          <m:sub>
                            <m:r>
                              <m:rPr>
                                <m:sty m:val="p"/>
                              </m:rPr>
                              <a:rPr lang="en-US" altLang="zh-CN" sz="2200" b="0" i="0" smtClean="0">
                                <a:solidFill>
                                  <a:srgbClr val="002060"/>
                                </a:solidFill>
                                <a:latin typeface="Cambria Math" panose="02040503050406030204" pitchFamily="18" charset="0"/>
                              </a:rPr>
                              <m:t>ID</m:t>
                            </m:r>
                          </m:sub>
                        </m:sSub>
                      </m:oMath>
                    </m:oMathPara>
                  </a14:m>
                  <a:endParaRPr lang="zh-CN" altLang="en-US" sz="2200" dirty="0">
                    <a:solidFill>
                      <a:srgbClr val="002060"/>
                    </a:solidFill>
                  </a:endParaRPr>
                </a:p>
              </p:txBody>
            </p:sp>
          </mc:Choice>
          <mc:Fallback xmlns="">
            <p:sp>
              <p:nvSpPr>
                <p:cNvPr id="23" name="文本框 22">
                  <a:extLst>
                    <a:ext uri="{FF2B5EF4-FFF2-40B4-BE49-F238E27FC236}">
                      <a16:creationId xmlns:a16="http://schemas.microsoft.com/office/drawing/2014/main" id="{693DA362-39E8-4189-2C52-77E016F838E8}"/>
                    </a:ext>
                  </a:extLst>
                </p:cNvPr>
                <p:cNvSpPr txBox="1">
                  <a:spLocks noRot="1" noChangeAspect="1" noMove="1" noResize="1" noEditPoints="1" noAdjustHandles="1" noChangeArrowheads="1" noChangeShapeType="1" noTextEdit="1"/>
                </p:cNvSpPr>
                <p:nvPr/>
              </p:nvSpPr>
              <p:spPr>
                <a:xfrm>
                  <a:off x="7920000" y="3600000"/>
                  <a:ext cx="576000" cy="430887"/>
                </a:xfrm>
                <a:prstGeom prst="rect">
                  <a:avLst/>
                </a:prstGeom>
                <a:blipFill>
                  <a:blip r:embed="rId8"/>
                  <a:stretch>
                    <a:fillRect l="-2128"/>
                  </a:stretch>
                </a:blipFill>
              </p:spPr>
              <p:txBody>
                <a:bodyPr/>
                <a:lstStyle/>
                <a:p>
                  <a:r>
                    <a:rPr lang="zh-CN" altLang="en-US">
                      <a:noFill/>
                    </a:rPr>
                    <a:t> </a:t>
                  </a:r>
                </a:p>
              </p:txBody>
            </p:sp>
          </mc:Fallback>
        </mc:AlternateContent>
        <p:sp>
          <p:nvSpPr>
            <p:cNvPr id="48" name="椭圆 47">
              <a:extLst>
                <a:ext uri="{FF2B5EF4-FFF2-40B4-BE49-F238E27FC236}">
                  <a16:creationId xmlns:a16="http://schemas.microsoft.com/office/drawing/2014/main" id="{94BD1AB9-BE22-A3DB-33D2-8DDEBAA27AD9}"/>
                </a:ext>
              </a:extLst>
            </p:cNvPr>
            <p:cNvSpPr/>
            <p:nvPr/>
          </p:nvSpPr>
          <p:spPr>
            <a:xfrm>
              <a:off x="10332000" y="4032000"/>
              <a:ext cx="144000" cy="144000"/>
            </a:xfrm>
            <a:prstGeom prst="ellipse">
              <a:avLst/>
            </a:prstGeom>
            <a:solidFill>
              <a:schemeClr val="tx1"/>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200" dirty="0">
                <a:solidFill>
                  <a:srgbClr val="002060"/>
                </a:solidFill>
              </a:endParaRPr>
            </a:p>
          </p:txBody>
        </p:sp>
      </p:grpSp>
      <p:grpSp>
        <p:nvGrpSpPr>
          <p:cNvPr id="49" name="组合 48">
            <a:extLst>
              <a:ext uri="{FF2B5EF4-FFF2-40B4-BE49-F238E27FC236}">
                <a16:creationId xmlns:a16="http://schemas.microsoft.com/office/drawing/2014/main" id="{67D0B461-227C-58FA-6888-10DFD95F2B2D}"/>
              </a:ext>
            </a:extLst>
          </p:cNvPr>
          <p:cNvGrpSpPr/>
          <p:nvPr/>
        </p:nvGrpSpPr>
        <p:grpSpPr>
          <a:xfrm>
            <a:off x="1800000" y="4176000"/>
            <a:ext cx="2520000" cy="2341380"/>
            <a:chOff x="720000" y="1870620"/>
            <a:chExt cx="2520000" cy="2341380"/>
          </a:xfrm>
        </p:grpSpPr>
        <p:sp>
          <p:nvSpPr>
            <p:cNvPr id="50" name="矩形: 圆角 49">
              <a:extLst>
                <a:ext uri="{FF2B5EF4-FFF2-40B4-BE49-F238E27FC236}">
                  <a16:creationId xmlns:a16="http://schemas.microsoft.com/office/drawing/2014/main" id="{510FA239-EC3D-D231-E517-A99667E6CC56}"/>
                </a:ext>
              </a:extLst>
            </p:cNvPr>
            <p:cNvSpPr/>
            <p:nvPr/>
          </p:nvSpPr>
          <p:spPr>
            <a:xfrm>
              <a:off x="900000" y="1870620"/>
              <a:ext cx="2160000" cy="828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chemeClr val="tx1"/>
                  </a:solidFill>
                  <a:latin typeface="微软雅黑" panose="020B0503020204020204" pitchFamily="34" charset="-122"/>
                  <a:ea typeface="微软雅黑" panose="020B0503020204020204" pitchFamily="34" charset="-122"/>
                </a:rPr>
                <a:t>反馈使得</a:t>
              </a:r>
              <a:endParaRPr lang="en-US" altLang="zh-CN" sz="2200" dirty="0">
                <a:solidFill>
                  <a:schemeClr val="tx1"/>
                </a:solidFill>
                <a:latin typeface="微软雅黑" panose="020B0503020204020204" pitchFamily="34" charset="-122"/>
                <a:ea typeface="微软雅黑" panose="020B0503020204020204" pitchFamily="34" charset="-122"/>
              </a:endParaRPr>
            </a:p>
            <a:p>
              <a:pPr algn="ctr"/>
              <a:r>
                <a:rPr lang="zh-CN" altLang="en-US" sz="2200" dirty="0">
                  <a:solidFill>
                    <a:schemeClr val="tx1"/>
                  </a:solidFill>
                  <a:latin typeface="微软雅黑" panose="020B0503020204020204" pitchFamily="34" charset="-122"/>
                  <a:ea typeface="微软雅黑" panose="020B0503020204020204" pitchFamily="34" charset="-122"/>
                </a:rPr>
                <a:t>输出值</a:t>
              </a:r>
            </a:p>
          </p:txBody>
        </p:sp>
        <p:sp>
          <p:nvSpPr>
            <p:cNvPr id="51" name="文本框 50">
              <a:extLst>
                <a:ext uri="{FF2B5EF4-FFF2-40B4-BE49-F238E27FC236}">
                  <a16:creationId xmlns:a16="http://schemas.microsoft.com/office/drawing/2014/main" id="{69F41D29-5939-70C9-69FE-10F7E50B4E10}"/>
                </a:ext>
              </a:extLst>
            </p:cNvPr>
            <p:cNvSpPr txBox="1"/>
            <p:nvPr/>
          </p:nvSpPr>
          <p:spPr>
            <a:xfrm>
              <a:off x="720000" y="2772000"/>
              <a:ext cx="936000" cy="400110"/>
            </a:xfrm>
            <a:prstGeom prst="rect">
              <a:avLst/>
            </a:prstGeom>
            <a:noFill/>
          </p:spPr>
          <p:txBody>
            <a:bodyPr wrap="square">
              <a:spAutoFit/>
            </a:bodyPr>
            <a:lstStyle/>
            <a:p>
              <a:pPr algn="ctr"/>
              <a:r>
                <a:rPr lang="zh-CN" altLang="en-US" sz="2000" dirty="0">
                  <a:solidFill>
                    <a:srgbClr val="00B050"/>
                  </a:solidFill>
                  <a:latin typeface="微软雅黑" panose="020B0503020204020204" pitchFamily="34" charset="-122"/>
                  <a:ea typeface="微软雅黑" panose="020B0503020204020204" pitchFamily="34" charset="-122"/>
                </a:rPr>
                <a:t>增加</a:t>
              </a:r>
              <a:endParaRPr lang="zh-CN" altLang="en-US" sz="2000" dirty="0">
                <a:solidFill>
                  <a:srgbClr val="00B050"/>
                </a:solidFill>
              </a:endParaRPr>
            </a:p>
          </p:txBody>
        </p:sp>
        <p:cxnSp>
          <p:nvCxnSpPr>
            <p:cNvPr id="52" name="直接箭头连接符 51">
              <a:extLst>
                <a:ext uri="{FF2B5EF4-FFF2-40B4-BE49-F238E27FC236}">
                  <a16:creationId xmlns:a16="http://schemas.microsoft.com/office/drawing/2014/main" id="{30B0DD2A-2386-9348-7188-C4DD3DFBFB0D}"/>
                </a:ext>
              </a:extLst>
            </p:cNvPr>
            <p:cNvCxnSpPr>
              <a:cxnSpLocks/>
            </p:cNvCxnSpPr>
            <p:nvPr/>
          </p:nvCxnSpPr>
          <p:spPr>
            <a:xfrm flipH="1">
              <a:off x="1368000" y="2700000"/>
              <a:ext cx="360000" cy="7200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D13567B0-810B-AC51-EF60-81DBA49AAE25}"/>
                </a:ext>
              </a:extLst>
            </p:cNvPr>
            <p:cNvCxnSpPr>
              <a:cxnSpLocks/>
            </p:cNvCxnSpPr>
            <p:nvPr/>
          </p:nvCxnSpPr>
          <p:spPr>
            <a:xfrm>
              <a:off x="2232000" y="2700000"/>
              <a:ext cx="360000" cy="7200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398AB372-EFC0-4CA7-7DEB-8425FF71E59F}"/>
                </a:ext>
              </a:extLst>
            </p:cNvPr>
            <p:cNvSpPr txBox="1"/>
            <p:nvPr/>
          </p:nvSpPr>
          <p:spPr>
            <a:xfrm>
              <a:off x="2304000" y="2772000"/>
              <a:ext cx="936000" cy="400110"/>
            </a:xfrm>
            <a:prstGeom prst="rect">
              <a:avLst/>
            </a:prstGeom>
            <a:noFill/>
          </p:spPr>
          <p:txBody>
            <a:bodyPr wrap="square">
              <a:spAutoFit/>
            </a:bodyPr>
            <a:lstStyle/>
            <a:p>
              <a:pPr algn="ctr"/>
              <a:r>
                <a:rPr lang="zh-CN" altLang="en-US" sz="2000" dirty="0">
                  <a:solidFill>
                    <a:srgbClr val="00B050"/>
                  </a:solidFill>
                  <a:latin typeface="微软雅黑" panose="020B0503020204020204" pitchFamily="34" charset="-122"/>
                  <a:ea typeface="微软雅黑" panose="020B0503020204020204" pitchFamily="34" charset="-122"/>
                </a:rPr>
                <a:t>减小</a:t>
              </a:r>
              <a:endParaRPr lang="zh-CN" altLang="en-US" sz="2000" dirty="0">
                <a:solidFill>
                  <a:srgbClr val="00B050"/>
                </a:solidFill>
              </a:endParaRPr>
            </a:p>
          </p:txBody>
        </p:sp>
        <p:sp>
          <p:nvSpPr>
            <p:cNvPr id="55" name="矩形: 圆角 54">
              <a:extLst>
                <a:ext uri="{FF2B5EF4-FFF2-40B4-BE49-F238E27FC236}">
                  <a16:creationId xmlns:a16="http://schemas.microsoft.com/office/drawing/2014/main" id="{66A955B4-D345-B13F-068B-1843722C8025}"/>
                </a:ext>
              </a:extLst>
            </p:cNvPr>
            <p:cNvSpPr/>
            <p:nvPr/>
          </p:nvSpPr>
          <p:spPr>
            <a:xfrm>
              <a:off x="828000" y="3420000"/>
              <a:ext cx="1080000" cy="792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rgbClr val="0000FF"/>
                  </a:solidFill>
                  <a:latin typeface="微软雅黑" panose="020B0503020204020204" pitchFamily="34" charset="-122"/>
                  <a:ea typeface="微软雅黑" panose="020B0503020204020204" pitchFamily="34" charset="-122"/>
                </a:rPr>
                <a:t>正</a:t>
              </a:r>
              <a:endParaRPr lang="en-US" altLang="zh-CN" sz="2200" dirty="0">
                <a:solidFill>
                  <a:srgbClr val="0000FF"/>
                </a:solidFill>
                <a:latin typeface="微软雅黑" panose="020B0503020204020204" pitchFamily="34" charset="-122"/>
                <a:ea typeface="微软雅黑" panose="020B0503020204020204" pitchFamily="34" charset="-122"/>
              </a:endParaRPr>
            </a:p>
            <a:p>
              <a:pPr algn="ctr"/>
              <a:r>
                <a:rPr lang="zh-CN" altLang="en-US" sz="2200" dirty="0">
                  <a:solidFill>
                    <a:srgbClr val="0000FF"/>
                  </a:solidFill>
                  <a:latin typeface="微软雅黑" panose="020B0503020204020204" pitchFamily="34" charset="-122"/>
                  <a:ea typeface="微软雅黑" panose="020B0503020204020204" pitchFamily="34" charset="-122"/>
                </a:rPr>
                <a:t>反馈</a:t>
              </a:r>
            </a:p>
          </p:txBody>
        </p:sp>
        <p:sp>
          <p:nvSpPr>
            <p:cNvPr id="56" name="矩形: 圆角 55">
              <a:extLst>
                <a:ext uri="{FF2B5EF4-FFF2-40B4-BE49-F238E27FC236}">
                  <a16:creationId xmlns:a16="http://schemas.microsoft.com/office/drawing/2014/main" id="{65274524-037D-EA89-E65E-D00F831ED7E2}"/>
                </a:ext>
              </a:extLst>
            </p:cNvPr>
            <p:cNvSpPr/>
            <p:nvPr/>
          </p:nvSpPr>
          <p:spPr>
            <a:xfrm>
              <a:off x="2052000" y="3420000"/>
              <a:ext cx="1080000" cy="792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rgbClr val="0000FF"/>
                  </a:solidFill>
                  <a:latin typeface="微软雅黑" panose="020B0503020204020204" pitchFamily="34" charset="-122"/>
                  <a:ea typeface="微软雅黑" panose="020B0503020204020204" pitchFamily="34" charset="-122"/>
                </a:rPr>
                <a:t>负</a:t>
              </a:r>
              <a:endParaRPr lang="en-US" altLang="zh-CN" sz="2200" dirty="0">
                <a:solidFill>
                  <a:srgbClr val="0000FF"/>
                </a:solidFill>
                <a:latin typeface="微软雅黑" panose="020B0503020204020204" pitchFamily="34" charset="-122"/>
                <a:ea typeface="微软雅黑" panose="020B0503020204020204" pitchFamily="34" charset="-122"/>
              </a:endParaRPr>
            </a:p>
            <a:p>
              <a:pPr algn="ctr"/>
              <a:r>
                <a:rPr lang="zh-CN" altLang="en-US" sz="2200" dirty="0">
                  <a:solidFill>
                    <a:srgbClr val="0000FF"/>
                  </a:solidFill>
                  <a:latin typeface="微软雅黑" panose="020B0503020204020204" pitchFamily="34" charset="-122"/>
                  <a:ea typeface="微软雅黑" panose="020B0503020204020204" pitchFamily="34" charset="-122"/>
                </a:rPr>
                <a:t>反馈</a:t>
              </a:r>
            </a:p>
          </p:txBody>
        </p:sp>
      </p:grpSp>
      <p:grpSp>
        <p:nvGrpSpPr>
          <p:cNvPr id="57" name="组合 56">
            <a:extLst>
              <a:ext uri="{FF2B5EF4-FFF2-40B4-BE49-F238E27FC236}">
                <a16:creationId xmlns:a16="http://schemas.microsoft.com/office/drawing/2014/main" id="{479CC857-E76B-0916-82A3-A21233020082}"/>
              </a:ext>
            </a:extLst>
          </p:cNvPr>
          <p:cNvGrpSpPr/>
          <p:nvPr/>
        </p:nvGrpSpPr>
        <p:grpSpPr>
          <a:xfrm>
            <a:off x="360000" y="1620000"/>
            <a:ext cx="3384000" cy="2341380"/>
            <a:chOff x="288000" y="1870620"/>
            <a:chExt cx="3384000" cy="2341380"/>
          </a:xfrm>
        </p:grpSpPr>
        <p:sp>
          <p:nvSpPr>
            <p:cNvPr id="58" name="矩形: 圆角 57">
              <a:extLst>
                <a:ext uri="{FF2B5EF4-FFF2-40B4-BE49-F238E27FC236}">
                  <a16:creationId xmlns:a16="http://schemas.microsoft.com/office/drawing/2014/main" id="{D6613700-9AA8-FE8B-5078-C6BD8F55350B}"/>
                </a:ext>
              </a:extLst>
            </p:cNvPr>
            <p:cNvSpPr/>
            <p:nvPr/>
          </p:nvSpPr>
          <p:spPr>
            <a:xfrm>
              <a:off x="900000" y="1870620"/>
              <a:ext cx="2160000" cy="828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chemeClr val="tx1"/>
                  </a:solidFill>
                  <a:latin typeface="微软雅黑" panose="020B0503020204020204" pitchFamily="34" charset="-122"/>
                  <a:ea typeface="微软雅黑" panose="020B0503020204020204" pitchFamily="34" charset="-122"/>
                </a:rPr>
                <a:t>哪种通路</a:t>
              </a:r>
              <a:endParaRPr lang="en-US" altLang="zh-CN" sz="2200" dirty="0">
                <a:solidFill>
                  <a:schemeClr val="tx1"/>
                </a:solidFill>
                <a:latin typeface="微软雅黑" panose="020B0503020204020204" pitchFamily="34" charset="-122"/>
                <a:ea typeface="微软雅黑" panose="020B0503020204020204" pitchFamily="34" charset="-122"/>
              </a:endParaRPr>
            </a:p>
            <a:p>
              <a:pPr algn="ctr"/>
              <a:r>
                <a:rPr lang="zh-CN" altLang="en-US" sz="2200" dirty="0">
                  <a:solidFill>
                    <a:schemeClr val="tx1"/>
                  </a:solidFill>
                  <a:latin typeface="微软雅黑" panose="020B0503020204020204" pitchFamily="34" charset="-122"/>
                  <a:ea typeface="微软雅黑" panose="020B0503020204020204" pitchFamily="34" charset="-122"/>
                </a:rPr>
                <a:t>存在反馈</a:t>
              </a:r>
            </a:p>
          </p:txBody>
        </p:sp>
        <p:sp>
          <p:nvSpPr>
            <p:cNvPr id="59" name="文本框 58">
              <a:extLst>
                <a:ext uri="{FF2B5EF4-FFF2-40B4-BE49-F238E27FC236}">
                  <a16:creationId xmlns:a16="http://schemas.microsoft.com/office/drawing/2014/main" id="{A1F34D35-86DD-010B-6BBA-86A22B448B6B}"/>
                </a:ext>
              </a:extLst>
            </p:cNvPr>
            <p:cNvSpPr txBox="1"/>
            <p:nvPr/>
          </p:nvSpPr>
          <p:spPr>
            <a:xfrm>
              <a:off x="288000" y="2772000"/>
              <a:ext cx="1296000" cy="400110"/>
            </a:xfrm>
            <a:prstGeom prst="rect">
              <a:avLst/>
            </a:prstGeom>
            <a:noFill/>
          </p:spPr>
          <p:txBody>
            <a:bodyPr wrap="square">
              <a:spAutoFit/>
            </a:bodyPr>
            <a:lstStyle/>
            <a:p>
              <a:pPr algn="ctr"/>
              <a:r>
                <a:rPr lang="zh-CN" altLang="en-US" sz="2000" dirty="0">
                  <a:solidFill>
                    <a:srgbClr val="00B050"/>
                  </a:solidFill>
                  <a:latin typeface="微软雅黑" panose="020B0503020204020204" pitchFamily="34" charset="-122"/>
                  <a:ea typeface="微软雅黑" panose="020B0503020204020204" pitchFamily="34" charset="-122"/>
                </a:rPr>
                <a:t>直流通路</a:t>
              </a:r>
              <a:endParaRPr lang="zh-CN" altLang="en-US" sz="2000" dirty="0">
                <a:solidFill>
                  <a:srgbClr val="00B050"/>
                </a:solidFill>
              </a:endParaRPr>
            </a:p>
          </p:txBody>
        </p:sp>
        <p:cxnSp>
          <p:nvCxnSpPr>
            <p:cNvPr id="60" name="直接箭头连接符 59">
              <a:extLst>
                <a:ext uri="{FF2B5EF4-FFF2-40B4-BE49-F238E27FC236}">
                  <a16:creationId xmlns:a16="http://schemas.microsoft.com/office/drawing/2014/main" id="{57A280E1-FBE0-01DF-EFCB-E893A370B975}"/>
                </a:ext>
              </a:extLst>
            </p:cNvPr>
            <p:cNvCxnSpPr>
              <a:cxnSpLocks/>
            </p:cNvCxnSpPr>
            <p:nvPr/>
          </p:nvCxnSpPr>
          <p:spPr>
            <a:xfrm flipH="1">
              <a:off x="1368000" y="2700000"/>
              <a:ext cx="360000" cy="7200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E78B3ACA-7432-DB55-C685-A293A5E61DB9}"/>
                </a:ext>
              </a:extLst>
            </p:cNvPr>
            <p:cNvCxnSpPr>
              <a:cxnSpLocks/>
            </p:cNvCxnSpPr>
            <p:nvPr/>
          </p:nvCxnSpPr>
          <p:spPr>
            <a:xfrm>
              <a:off x="2232000" y="2700000"/>
              <a:ext cx="360000" cy="7200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C8FA108A-8A95-4300-826F-F28D794AE599}"/>
                </a:ext>
              </a:extLst>
            </p:cNvPr>
            <p:cNvSpPr txBox="1"/>
            <p:nvPr/>
          </p:nvSpPr>
          <p:spPr>
            <a:xfrm>
              <a:off x="2376000" y="2772000"/>
              <a:ext cx="1296000" cy="400110"/>
            </a:xfrm>
            <a:prstGeom prst="rect">
              <a:avLst/>
            </a:prstGeom>
            <a:noFill/>
          </p:spPr>
          <p:txBody>
            <a:bodyPr wrap="square">
              <a:spAutoFit/>
            </a:bodyPr>
            <a:lstStyle/>
            <a:p>
              <a:pPr algn="ctr"/>
              <a:r>
                <a:rPr lang="zh-CN" altLang="en-US" sz="2000" dirty="0">
                  <a:solidFill>
                    <a:srgbClr val="00B050"/>
                  </a:solidFill>
                  <a:latin typeface="微软雅黑" panose="020B0503020204020204" pitchFamily="34" charset="-122"/>
                  <a:ea typeface="微软雅黑" panose="020B0503020204020204" pitchFamily="34" charset="-122"/>
                </a:rPr>
                <a:t>交流通路</a:t>
              </a:r>
              <a:endParaRPr lang="zh-CN" altLang="en-US" sz="2000" dirty="0">
                <a:solidFill>
                  <a:srgbClr val="00B050"/>
                </a:solidFill>
              </a:endParaRPr>
            </a:p>
          </p:txBody>
        </p:sp>
        <p:sp>
          <p:nvSpPr>
            <p:cNvPr id="63" name="矩形: 圆角 62">
              <a:extLst>
                <a:ext uri="{FF2B5EF4-FFF2-40B4-BE49-F238E27FC236}">
                  <a16:creationId xmlns:a16="http://schemas.microsoft.com/office/drawing/2014/main" id="{AB60C57A-2068-CBE8-2ED0-6881B5EA8B7E}"/>
                </a:ext>
              </a:extLst>
            </p:cNvPr>
            <p:cNvSpPr/>
            <p:nvPr/>
          </p:nvSpPr>
          <p:spPr>
            <a:xfrm>
              <a:off x="828000" y="3420000"/>
              <a:ext cx="1080000" cy="792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rgbClr val="0000FF"/>
                  </a:solidFill>
                  <a:latin typeface="微软雅黑" panose="020B0503020204020204" pitchFamily="34" charset="-122"/>
                  <a:ea typeface="微软雅黑" panose="020B0503020204020204" pitchFamily="34" charset="-122"/>
                </a:rPr>
                <a:t>直流反馈</a:t>
              </a:r>
            </a:p>
          </p:txBody>
        </p:sp>
        <p:sp>
          <p:nvSpPr>
            <p:cNvPr id="256" name="矩形: 圆角 255">
              <a:extLst>
                <a:ext uri="{FF2B5EF4-FFF2-40B4-BE49-F238E27FC236}">
                  <a16:creationId xmlns:a16="http://schemas.microsoft.com/office/drawing/2014/main" id="{391E82A9-4AAC-7F0D-EA30-0EB89D42B39D}"/>
                </a:ext>
              </a:extLst>
            </p:cNvPr>
            <p:cNvSpPr/>
            <p:nvPr/>
          </p:nvSpPr>
          <p:spPr>
            <a:xfrm>
              <a:off x="2052000" y="3420000"/>
              <a:ext cx="1080000" cy="792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rgbClr val="0000FF"/>
                  </a:solidFill>
                  <a:latin typeface="微软雅黑" panose="020B0503020204020204" pitchFamily="34" charset="-122"/>
                  <a:ea typeface="微软雅黑" panose="020B0503020204020204" pitchFamily="34" charset="-122"/>
                </a:rPr>
                <a:t>交流反馈</a:t>
              </a:r>
            </a:p>
          </p:txBody>
        </p:sp>
      </p:grpSp>
      <p:grpSp>
        <p:nvGrpSpPr>
          <p:cNvPr id="257" name="组合 256">
            <a:extLst>
              <a:ext uri="{FF2B5EF4-FFF2-40B4-BE49-F238E27FC236}">
                <a16:creationId xmlns:a16="http://schemas.microsoft.com/office/drawing/2014/main" id="{2083FFEC-B340-A5C9-4D4D-EEFB32271B3C}"/>
              </a:ext>
            </a:extLst>
          </p:cNvPr>
          <p:cNvGrpSpPr/>
          <p:nvPr/>
        </p:nvGrpSpPr>
        <p:grpSpPr>
          <a:xfrm>
            <a:off x="5760000" y="4176000"/>
            <a:ext cx="2520000" cy="2341380"/>
            <a:chOff x="720000" y="1870620"/>
            <a:chExt cx="2520000" cy="2341380"/>
          </a:xfrm>
        </p:grpSpPr>
        <p:sp>
          <p:nvSpPr>
            <p:cNvPr id="258" name="矩形: 圆角 257">
              <a:extLst>
                <a:ext uri="{FF2B5EF4-FFF2-40B4-BE49-F238E27FC236}">
                  <a16:creationId xmlns:a16="http://schemas.microsoft.com/office/drawing/2014/main" id="{EB65EEA2-FEA6-2FAE-8703-96391BCA29FD}"/>
                </a:ext>
              </a:extLst>
            </p:cNvPr>
            <p:cNvSpPr/>
            <p:nvPr/>
          </p:nvSpPr>
          <p:spPr>
            <a:xfrm>
              <a:off x="900000" y="1870620"/>
              <a:ext cx="2160000" cy="828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chemeClr val="tx1"/>
                  </a:solidFill>
                  <a:latin typeface="微软雅黑" panose="020B0503020204020204" pitchFamily="34" charset="-122"/>
                  <a:ea typeface="微软雅黑" panose="020B0503020204020204" pitchFamily="34" charset="-122"/>
                </a:rPr>
                <a:t>反馈与哪种</a:t>
              </a:r>
              <a:endParaRPr lang="en-US" altLang="zh-CN" sz="2200" dirty="0">
                <a:solidFill>
                  <a:schemeClr val="tx1"/>
                </a:solidFill>
                <a:latin typeface="微软雅黑" panose="020B0503020204020204" pitchFamily="34" charset="-122"/>
                <a:ea typeface="微软雅黑" panose="020B0503020204020204" pitchFamily="34" charset="-122"/>
              </a:endParaRPr>
            </a:p>
            <a:p>
              <a:pPr algn="ctr"/>
              <a:r>
                <a:rPr lang="zh-CN" altLang="en-US" sz="2200" dirty="0">
                  <a:solidFill>
                    <a:schemeClr val="tx1"/>
                  </a:solidFill>
                  <a:latin typeface="微软雅黑" panose="020B0503020204020204" pitchFamily="34" charset="-122"/>
                  <a:ea typeface="微软雅黑" panose="020B0503020204020204" pitchFamily="34" charset="-122"/>
                </a:rPr>
                <a:t>输出成比例</a:t>
              </a:r>
            </a:p>
          </p:txBody>
        </p:sp>
        <p:sp>
          <p:nvSpPr>
            <p:cNvPr id="259" name="文本框 258">
              <a:extLst>
                <a:ext uri="{FF2B5EF4-FFF2-40B4-BE49-F238E27FC236}">
                  <a16:creationId xmlns:a16="http://schemas.microsoft.com/office/drawing/2014/main" id="{A90FE5DF-4AB8-6953-0815-FB95D8E3008A}"/>
                </a:ext>
              </a:extLst>
            </p:cNvPr>
            <p:cNvSpPr txBox="1"/>
            <p:nvPr/>
          </p:nvSpPr>
          <p:spPr>
            <a:xfrm>
              <a:off x="720000" y="2772000"/>
              <a:ext cx="936000" cy="400110"/>
            </a:xfrm>
            <a:prstGeom prst="rect">
              <a:avLst/>
            </a:prstGeom>
            <a:noFill/>
          </p:spPr>
          <p:txBody>
            <a:bodyPr wrap="square">
              <a:spAutoFit/>
            </a:bodyPr>
            <a:lstStyle/>
            <a:p>
              <a:pPr algn="ctr"/>
              <a:r>
                <a:rPr lang="zh-CN" altLang="en-US" sz="2000" dirty="0">
                  <a:solidFill>
                    <a:srgbClr val="00B050"/>
                  </a:solidFill>
                  <a:latin typeface="微软雅黑" panose="020B0503020204020204" pitchFamily="34" charset="-122"/>
                  <a:ea typeface="微软雅黑" panose="020B0503020204020204" pitchFamily="34" charset="-122"/>
                </a:rPr>
                <a:t>电压</a:t>
              </a:r>
              <a:endParaRPr lang="zh-CN" altLang="en-US" sz="2000" dirty="0">
                <a:solidFill>
                  <a:srgbClr val="00B050"/>
                </a:solidFill>
              </a:endParaRPr>
            </a:p>
          </p:txBody>
        </p:sp>
        <p:cxnSp>
          <p:nvCxnSpPr>
            <p:cNvPr id="260" name="直接箭头连接符 259">
              <a:extLst>
                <a:ext uri="{FF2B5EF4-FFF2-40B4-BE49-F238E27FC236}">
                  <a16:creationId xmlns:a16="http://schemas.microsoft.com/office/drawing/2014/main" id="{4A0CEF4C-4665-26C2-6BF4-F2BB05914C2A}"/>
                </a:ext>
              </a:extLst>
            </p:cNvPr>
            <p:cNvCxnSpPr>
              <a:cxnSpLocks/>
            </p:cNvCxnSpPr>
            <p:nvPr/>
          </p:nvCxnSpPr>
          <p:spPr>
            <a:xfrm flipH="1">
              <a:off x="1368000" y="2700000"/>
              <a:ext cx="360000" cy="7200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61" name="直接箭头连接符 260">
              <a:extLst>
                <a:ext uri="{FF2B5EF4-FFF2-40B4-BE49-F238E27FC236}">
                  <a16:creationId xmlns:a16="http://schemas.microsoft.com/office/drawing/2014/main" id="{FABDD310-78D0-1E2C-DCC2-C2DCD648DC00}"/>
                </a:ext>
              </a:extLst>
            </p:cNvPr>
            <p:cNvCxnSpPr>
              <a:cxnSpLocks/>
            </p:cNvCxnSpPr>
            <p:nvPr/>
          </p:nvCxnSpPr>
          <p:spPr>
            <a:xfrm>
              <a:off x="2232000" y="2700000"/>
              <a:ext cx="360000" cy="7200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62" name="文本框 261">
              <a:extLst>
                <a:ext uri="{FF2B5EF4-FFF2-40B4-BE49-F238E27FC236}">
                  <a16:creationId xmlns:a16="http://schemas.microsoft.com/office/drawing/2014/main" id="{DA0281DA-FA9F-CE82-0145-317F88C6BE0F}"/>
                </a:ext>
              </a:extLst>
            </p:cNvPr>
            <p:cNvSpPr txBox="1"/>
            <p:nvPr/>
          </p:nvSpPr>
          <p:spPr>
            <a:xfrm>
              <a:off x="2304000" y="2772000"/>
              <a:ext cx="936000" cy="400110"/>
            </a:xfrm>
            <a:prstGeom prst="rect">
              <a:avLst/>
            </a:prstGeom>
            <a:noFill/>
          </p:spPr>
          <p:txBody>
            <a:bodyPr wrap="square">
              <a:spAutoFit/>
            </a:bodyPr>
            <a:lstStyle/>
            <a:p>
              <a:pPr algn="ctr"/>
              <a:r>
                <a:rPr lang="zh-CN" altLang="en-US" sz="2000" dirty="0">
                  <a:solidFill>
                    <a:srgbClr val="00B050"/>
                  </a:solidFill>
                  <a:latin typeface="微软雅黑" panose="020B0503020204020204" pitchFamily="34" charset="-122"/>
                  <a:ea typeface="微软雅黑" panose="020B0503020204020204" pitchFamily="34" charset="-122"/>
                </a:rPr>
                <a:t>电流</a:t>
              </a:r>
              <a:endParaRPr lang="zh-CN" altLang="en-US" sz="2000" dirty="0">
                <a:solidFill>
                  <a:srgbClr val="00B050"/>
                </a:solidFill>
              </a:endParaRPr>
            </a:p>
          </p:txBody>
        </p:sp>
        <p:sp>
          <p:nvSpPr>
            <p:cNvPr id="263" name="矩形: 圆角 262">
              <a:extLst>
                <a:ext uri="{FF2B5EF4-FFF2-40B4-BE49-F238E27FC236}">
                  <a16:creationId xmlns:a16="http://schemas.microsoft.com/office/drawing/2014/main" id="{2F3D47D5-F85E-CA6B-543A-5959C4F05C38}"/>
                </a:ext>
              </a:extLst>
            </p:cNvPr>
            <p:cNvSpPr/>
            <p:nvPr/>
          </p:nvSpPr>
          <p:spPr>
            <a:xfrm>
              <a:off x="828000" y="3420000"/>
              <a:ext cx="1080000" cy="792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rgbClr val="0000FF"/>
                  </a:solidFill>
                  <a:latin typeface="微软雅黑" panose="020B0503020204020204" pitchFamily="34" charset="-122"/>
                  <a:ea typeface="微软雅黑" panose="020B0503020204020204" pitchFamily="34" charset="-122"/>
                </a:rPr>
                <a:t>电压</a:t>
              </a:r>
              <a:endParaRPr lang="en-US" altLang="zh-CN" sz="2200" dirty="0">
                <a:solidFill>
                  <a:srgbClr val="0000FF"/>
                </a:solidFill>
                <a:latin typeface="微软雅黑" panose="020B0503020204020204" pitchFamily="34" charset="-122"/>
                <a:ea typeface="微软雅黑" panose="020B0503020204020204" pitchFamily="34" charset="-122"/>
              </a:endParaRPr>
            </a:p>
            <a:p>
              <a:pPr algn="ctr"/>
              <a:r>
                <a:rPr lang="zh-CN" altLang="en-US" sz="2200" dirty="0">
                  <a:solidFill>
                    <a:srgbClr val="0000FF"/>
                  </a:solidFill>
                  <a:latin typeface="微软雅黑" panose="020B0503020204020204" pitchFamily="34" charset="-122"/>
                  <a:ea typeface="微软雅黑" panose="020B0503020204020204" pitchFamily="34" charset="-122"/>
                </a:rPr>
                <a:t>反馈</a:t>
              </a:r>
            </a:p>
          </p:txBody>
        </p:sp>
        <p:sp>
          <p:nvSpPr>
            <p:cNvPr id="264" name="矩形: 圆角 263">
              <a:extLst>
                <a:ext uri="{FF2B5EF4-FFF2-40B4-BE49-F238E27FC236}">
                  <a16:creationId xmlns:a16="http://schemas.microsoft.com/office/drawing/2014/main" id="{2D446A0F-F2EA-D2EA-801E-314881049F39}"/>
                </a:ext>
              </a:extLst>
            </p:cNvPr>
            <p:cNvSpPr/>
            <p:nvPr/>
          </p:nvSpPr>
          <p:spPr>
            <a:xfrm>
              <a:off x="2052000" y="3420000"/>
              <a:ext cx="1080000" cy="792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rgbClr val="0000FF"/>
                  </a:solidFill>
                  <a:latin typeface="微软雅黑" panose="020B0503020204020204" pitchFamily="34" charset="-122"/>
                  <a:ea typeface="微软雅黑" panose="020B0503020204020204" pitchFamily="34" charset="-122"/>
                </a:rPr>
                <a:t>电流</a:t>
              </a:r>
              <a:endParaRPr lang="en-US" altLang="zh-CN" sz="2200" dirty="0">
                <a:solidFill>
                  <a:srgbClr val="0000FF"/>
                </a:solidFill>
                <a:latin typeface="微软雅黑" panose="020B0503020204020204" pitchFamily="34" charset="-122"/>
                <a:ea typeface="微软雅黑" panose="020B0503020204020204" pitchFamily="34" charset="-122"/>
              </a:endParaRPr>
            </a:p>
            <a:p>
              <a:pPr algn="ctr"/>
              <a:r>
                <a:rPr lang="zh-CN" altLang="en-US" sz="2200" dirty="0">
                  <a:solidFill>
                    <a:srgbClr val="0000FF"/>
                  </a:solidFill>
                  <a:latin typeface="微软雅黑" panose="020B0503020204020204" pitchFamily="34" charset="-122"/>
                  <a:ea typeface="微软雅黑" panose="020B0503020204020204" pitchFamily="34" charset="-122"/>
                </a:rPr>
                <a:t>反馈</a:t>
              </a:r>
            </a:p>
          </p:txBody>
        </p:sp>
      </p:grpSp>
      <p:grpSp>
        <p:nvGrpSpPr>
          <p:cNvPr id="265" name="组合 264">
            <a:extLst>
              <a:ext uri="{FF2B5EF4-FFF2-40B4-BE49-F238E27FC236}">
                <a16:creationId xmlns:a16="http://schemas.microsoft.com/office/drawing/2014/main" id="{C26CD658-2489-2BB5-D141-89BC3F494623}"/>
              </a:ext>
            </a:extLst>
          </p:cNvPr>
          <p:cNvGrpSpPr/>
          <p:nvPr/>
        </p:nvGrpSpPr>
        <p:grpSpPr>
          <a:xfrm>
            <a:off x="8280000" y="4176000"/>
            <a:ext cx="3384000" cy="2341380"/>
            <a:chOff x="288000" y="1870620"/>
            <a:chExt cx="3384000" cy="2341380"/>
          </a:xfrm>
        </p:grpSpPr>
        <p:sp>
          <p:nvSpPr>
            <p:cNvPr id="266" name="矩形: 圆角 265">
              <a:extLst>
                <a:ext uri="{FF2B5EF4-FFF2-40B4-BE49-F238E27FC236}">
                  <a16:creationId xmlns:a16="http://schemas.microsoft.com/office/drawing/2014/main" id="{037140CB-7837-1077-6323-2121E4599F13}"/>
                </a:ext>
              </a:extLst>
            </p:cNvPr>
            <p:cNvSpPr/>
            <p:nvPr/>
          </p:nvSpPr>
          <p:spPr>
            <a:xfrm>
              <a:off x="900000" y="1870620"/>
              <a:ext cx="2160000" cy="828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chemeClr val="tx1"/>
                  </a:solidFill>
                  <a:latin typeface="微软雅黑" panose="020B0503020204020204" pitchFamily="34" charset="-122"/>
                  <a:ea typeface="微软雅黑" panose="020B0503020204020204" pitchFamily="34" charset="-122"/>
                </a:rPr>
                <a:t>输出电压短路</a:t>
              </a:r>
            </a:p>
          </p:txBody>
        </p:sp>
        <p:sp>
          <p:nvSpPr>
            <p:cNvPr id="267" name="文本框 266">
              <a:extLst>
                <a:ext uri="{FF2B5EF4-FFF2-40B4-BE49-F238E27FC236}">
                  <a16:creationId xmlns:a16="http://schemas.microsoft.com/office/drawing/2014/main" id="{8907B42F-34ED-10CB-E98F-C2EAA3A77352}"/>
                </a:ext>
              </a:extLst>
            </p:cNvPr>
            <p:cNvSpPr txBox="1"/>
            <p:nvPr/>
          </p:nvSpPr>
          <p:spPr>
            <a:xfrm>
              <a:off x="288000" y="2772000"/>
              <a:ext cx="1296000" cy="400110"/>
            </a:xfrm>
            <a:prstGeom prst="rect">
              <a:avLst/>
            </a:prstGeom>
            <a:noFill/>
          </p:spPr>
          <p:txBody>
            <a:bodyPr wrap="square">
              <a:spAutoFit/>
            </a:bodyPr>
            <a:lstStyle/>
            <a:p>
              <a:pPr algn="ctr"/>
              <a:r>
                <a:rPr lang="zh-CN" altLang="en-US" sz="2000" dirty="0">
                  <a:solidFill>
                    <a:srgbClr val="00B050"/>
                  </a:solidFill>
                  <a:latin typeface="微软雅黑" panose="020B0503020204020204" pitchFamily="34" charset="-122"/>
                  <a:ea typeface="微软雅黑" panose="020B0503020204020204" pitchFamily="34" charset="-122"/>
                </a:rPr>
                <a:t>反馈为零</a:t>
              </a:r>
              <a:endParaRPr lang="zh-CN" altLang="en-US" sz="2000" dirty="0">
                <a:solidFill>
                  <a:srgbClr val="00B050"/>
                </a:solidFill>
              </a:endParaRPr>
            </a:p>
          </p:txBody>
        </p:sp>
        <p:cxnSp>
          <p:nvCxnSpPr>
            <p:cNvPr id="268" name="直接箭头连接符 267">
              <a:extLst>
                <a:ext uri="{FF2B5EF4-FFF2-40B4-BE49-F238E27FC236}">
                  <a16:creationId xmlns:a16="http://schemas.microsoft.com/office/drawing/2014/main" id="{771233D2-EEF5-8178-38A4-B99188DAA3FB}"/>
                </a:ext>
              </a:extLst>
            </p:cNvPr>
            <p:cNvCxnSpPr>
              <a:cxnSpLocks/>
            </p:cNvCxnSpPr>
            <p:nvPr/>
          </p:nvCxnSpPr>
          <p:spPr>
            <a:xfrm flipH="1">
              <a:off x="1368000" y="2700000"/>
              <a:ext cx="360000" cy="7200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69" name="直接箭头连接符 268">
              <a:extLst>
                <a:ext uri="{FF2B5EF4-FFF2-40B4-BE49-F238E27FC236}">
                  <a16:creationId xmlns:a16="http://schemas.microsoft.com/office/drawing/2014/main" id="{7B1E4FCE-D743-1ECA-3522-FAD25F1A603B}"/>
                </a:ext>
              </a:extLst>
            </p:cNvPr>
            <p:cNvCxnSpPr>
              <a:cxnSpLocks/>
            </p:cNvCxnSpPr>
            <p:nvPr/>
          </p:nvCxnSpPr>
          <p:spPr>
            <a:xfrm>
              <a:off x="2232000" y="2700000"/>
              <a:ext cx="360000" cy="7200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70" name="文本框 269">
              <a:extLst>
                <a:ext uri="{FF2B5EF4-FFF2-40B4-BE49-F238E27FC236}">
                  <a16:creationId xmlns:a16="http://schemas.microsoft.com/office/drawing/2014/main" id="{562E1AE3-EA34-6407-8395-57C04AC4369D}"/>
                </a:ext>
              </a:extLst>
            </p:cNvPr>
            <p:cNvSpPr txBox="1"/>
            <p:nvPr/>
          </p:nvSpPr>
          <p:spPr>
            <a:xfrm>
              <a:off x="2376000" y="2772000"/>
              <a:ext cx="1296000" cy="400110"/>
            </a:xfrm>
            <a:prstGeom prst="rect">
              <a:avLst/>
            </a:prstGeom>
            <a:noFill/>
          </p:spPr>
          <p:txBody>
            <a:bodyPr wrap="square">
              <a:spAutoFit/>
            </a:bodyPr>
            <a:lstStyle/>
            <a:p>
              <a:pPr algn="ctr"/>
              <a:r>
                <a:rPr lang="zh-CN" altLang="en-US" sz="2000" dirty="0">
                  <a:solidFill>
                    <a:srgbClr val="00B050"/>
                  </a:solidFill>
                  <a:latin typeface="微软雅黑" panose="020B0503020204020204" pitchFamily="34" charset="-122"/>
                  <a:ea typeface="微软雅黑" panose="020B0503020204020204" pitchFamily="34" charset="-122"/>
                </a:rPr>
                <a:t>反馈仍在</a:t>
              </a:r>
              <a:endParaRPr lang="zh-CN" altLang="en-US" sz="2000" dirty="0">
                <a:solidFill>
                  <a:srgbClr val="00B050"/>
                </a:solidFill>
              </a:endParaRPr>
            </a:p>
          </p:txBody>
        </p:sp>
        <p:sp>
          <p:nvSpPr>
            <p:cNvPr id="271" name="矩形: 圆角 270">
              <a:extLst>
                <a:ext uri="{FF2B5EF4-FFF2-40B4-BE49-F238E27FC236}">
                  <a16:creationId xmlns:a16="http://schemas.microsoft.com/office/drawing/2014/main" id="{29759DF0-CB13-8AC9-F52F-B970FE391455}"/>
                </a:ext>
              </a:extLst>
            </p:cNvPr>
            <p:cNvSpPr/>
            <p:nvPr/>
          </p:nvSpPr>
          <p:spPr>
            <a:xfrm>
              <a:off x="828000" y="3420000"/>
              <a:ext cx="1080000" cy="792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rgbClr val="0000FF"/>
                  </a:solidFill>
                  <a:latin typeface="微软雅黑" panose="020B0503020204020204" pitchFamily="34" charset="-122"/>
                  <a:ea typeface="微软雅黑" panose="020B0503020204020204" pitchFamily="34" charset="-122"/>
                </a:rPr>
                <a:t>电压反馈</a:t>
              </a:r>
            </a:p>
          </p:txBody>
        </p:sp>
        <p:sp>
          <p:nvSpPr>
            <p:cNvPr id="272" name="矩形: 圆角 271">
              <a:extLst>
                <a:ext uri="{FF2B5EF4-FFF2-40B4-BE49-F238E27FC236}">
                  <a16:creationId xmlns:a16="http://schemas.microsoft.com/office/drawing/2014/main" id="{FC6709E3-41FB-5692-B67C-03119953AAB4}"/>
                </a:ext>
              </a:extLst>
            </p:cNvPr>
            <p:cNvSpPr/>
            <p:nvPr/>
          </p:nvSpPr>
          <p:spPr>
            <a:xfrm>
              <a:off x="2052000" y="3420000"/>
              <a:ext cx="1080000" cy="792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rgbClr val="0000FF"/>
                  </a:solidFill>
                  <a:latin typeface="微软雅黑" panose="020B0503020204020204" pitchFamily="34" charset="-122"/>
                  <a:ea typeface="微软雅黑" panose="020B0503020204020204" pitchFamily="34" charset="-122"/>
                </a:rPr>
                <a:t>电流反馈</a:t>
              </a:r>
            </a:p>
          </p:txBody>
        </p:sp>
      </p:grpSp>
      <p:grpSp>
        <p:nvGrpSpPr>
          <p:cNvPr id="273" name="组合 272">
            <a:extLst>
              <a:ext uri="{FF2B5EF4-FFF2-40B4-BE49-F238E27FC236}">
                <a16:creationId xmlns:a16="http://schemas.microsoft.com/office/drawing/2014/main" id="{1654A879-E6E8-801F-FEE7-F9D589284775}"/>
              </a:ext>
            </a:extLst>
          </p:cNvPr>
          <p:cNvGrpSpPr/>
          <p:nvPr/>
        </p:nvGrpSpPr>
        <p:grpSpPr>
          <a:xfrm>
            <a:off x="4320000" y="1620000"/>
            <a:ext cx="3384000" cy="2341380"/>
            <a:chOff x="288000" y="1870620"/>
            <a:chExt cx="3384000" cy="2341380"/>
          </a:xfrm>
        </p:grpSpPr>
        <p:sp>
          <p:nvSpPr>
            <p:cNvPr id="274" name="矩形: 圆角 273">
              <a:extLst>
                <a:ext uri="{FF2B5EF4-FFF2-40B4-BE49-F238E27FC236}">
                  <a16:creationId xmlns:a16="http://schemas.microsoft.com/office/drawing/2014/main" id="{4B398DED-C24F-862D-BC38-7B2F25B485A9}"/>
                </a:ext>
              </a:extLst>
            </p:cNvPr>
            <p:cNvSpPr/>
            <p:nvPr/>
          </p:nvSpPr>
          <p:spPr>
            <a:xfrm>
              <a:off x="900000" y="1870620"/>
              <a:ext cx="2160000" cy="828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chemeClr val="tx1"/>
                  </a:solidFill>
                  <a:latin typeface="微软雅黑" panose="020B0503020204020204" pitchFamily="34" charset="-122"/>
                  <a:ea typeface="微软雅黑" panose="020B0503020204020204" pitchFamily="34" charset="-122"/>
                </a:rPr>
                <a:t>反馈与</a:t>
              </a:r>
              <a:endParaRPr lang="en-US" altLang="zh-CN" sz="2200" dirty="0">
                <a:solidFill>
                  <a:schemeClr val="tx1"/>
                </a:solidFill>
                <a:latin typeface="微软雅黑" panose="020B0503020204020204" pitchFamily="34" charset="-122"/>
                <a:ea typeface="微软雅黑" panose="020B0503020204020204" pitchFamily="34" charset="-122"/>
              </a:endParaRPr>
            </a:p>
            <a:p>
              <a:pPr algn="ctr"/>
              <a:r>
                <a:rPr lang="zh-CN" altLang="en-US" sz="2200" dirty="0">
                  <a:solidFill>
                    <a:schemeClr val="tx1"/>
                  </a:solidFill>
                  <a:latin typeface="微软雅黑" panose="020B0503020204020204" pitchFamily="34" charset="-122"/>
                  <a:ea typeface="微软雅黑" panose="020B0503020204020204" pitchFamily="34" charset="-122"/>
                </a:rPr>
                <a:t>输入的位置</a:t>
              </a:r>
            </a:p>
          </p:txBody>
        </p:sp>
        <p:sp>
          <p:nvSpPr>
            <p:cNvPr id="275" name="文本框 274">
              <a:extLst>
                <a:ext uri="{FF2B5EF4-FFF2-40B4-BE49-F238E27FC236}">
                  <a16:creationId xmlns:a16="http://schemas.microsoft.com/office/drawing/2014/main" id="{6D4ED608-08B8-CB7D-1F54-10F26FD61B3D}"/>
                </a:ext>
              </a:extLst>
            </p:cNvPr>
            <p:cNvSpPr txBox="1"/>
            <p:nvPr/>
          </p:nvSpPr>
          <p:spPr>
            <a:xfrm>
              <a:off x="288000" y="2772000"/>
              <a:ext cx="1296000" cy="399600"/>
            </a:xfrm>
            <a:prstGeom prst="rect">
              <a:avLst/>
            </a:prstGeom>
            <a:noFill/>
          </p:spPr>
          <p:txBody>
            <a:bodyPr wrap="square">
              <a:spAutoFit/>
            </a:bodyPr>
            <a:lstStyle/>
            <a:p>
              <a:pPr algn="ctr"/>
              <a:r>
                <a:rPr lang="zh-CN" altLang="en-US" sz="2000" dirty="0">
                  <a:solidFill>
                    <a:srgbClr val="00B050"/>
                  </a:solidFill>
                  <a:latin typeface="微软雅黑" panose="020B0503020204020204" pitchFamily="34" charset="-122"/>
                  <a:ea typeface="微软雅黑" panose="020B0503020204020204" pitchFamily="34" charset="-122"/>
                </a:rPr>
                <a:t>同一电极</a:t>
              </a:r>
              <a:endParaRPr lang="zh-CN" altLang="en-US" sz="2000" dirty="0">
                <a:solidFill>
                  <a:srgbClr val="00B050"/>
                </a:solidFill>
              </a:endParaRPr>
            </a:p>
          </p:txBody>
        </p:sp>
        <p:cxnSp>
          <p:nvCxnSpPr>
            <p:cNvPr id="276" name="直接箭头连接符 275">
              <a:extLst>
                <a:ext uri="{FF2B5EF4-FFF2-40B4-BE49-F238E27FC236}">
                  <a16:creationId xmlns:a16="http://schemas.microsoft.com/office/drawing/2014/main" id="{A02579CC-AB44-0C4E-21E9-7D1A3699F6F0}"/>
                </a:ext>
              </a:extLst>
            </p:cNvPr>
            <p:cNvCxnSpPr>
              <a:cxnSpLocks/>
            </p:cNvCxnSpPr>
            <p:nvPr/>
          </p:nvCxnSpPr>
          <p:spPr>
            <a:xfrm flipH="1">
              <a:off x="1368000" y="2700000"/>
              <a:ext cx="360000" cy="7200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77" name="直接箭头连接符 276">
              <a:extLst>
                <a:ext uri="{FF2B5EF4-FFF2-40B4-BE49-F238E27FC236}">
                  <a16:creationId xmlns:a16="http://schemas.microsoft.com/office/drawing/2014/main" id="{27426E02-8F7A-EB3A-6468-49A4CB2E48D5}"/>
                </a:ext>
              </a:extLst>
            </p:cNvPr>
            <p:cNvCxnSpPr>
              <a:cxnSpLocks/>
            </p:cNvCxnSpPr>
            <p:nvPr/>
          </p:nvCxnSpPr>
          <p:spPr>
            <a:xfrm>
              <a:off x="2232000" y="2700000"/>
              <a:ext cx="360000" cy="7200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78" name="文本框 277">
              <a:extLst>
                <a:ext uri="{FF2B5EF4-FFF2-40B4-BE49-F238E27FC236}">
                  <a16:creationId xmlns:a16="http://schemas.microsoft.com/office/drawing/2014/main" id="{4A876C26-2860-C05F-8C41-4D689D42F8F8}"/>
                </a:ext>
              </a:extLst>
            </p:cNvPr>
            <p:cNvSpPr txBox="1"/>
            <p:nvPr/>
          </p:nvSpPr>
          <p:spPr>
            <a:xfrm>
              <a:off x="2376000" y="2772000"/>
              <a:ext cx="1296000" cy="399600"/>
            </a:xfrm>
            <a:prstGeom prst="rect">
              <a:avLst/>
            </a:prstGeom>
            <a:noFill/>
          </p:spPr>
          <p:txBody>
            <a:bodyPr wrap="square">
              <a:spAutoFit/>
            </a:bodyPr>
            <a:lstStyle/>
            <a:p>
              <a:pPr algn="ctr"/>
              <a:r>
                <a:rPr lang="zh-CN" altLang="en-US" sz="2000" dirty="0">
                  <a:solidFill>
                    <a:srgbClr val="00B050"/>
                  </a:solidFill>
                  <a:latin typeface="微软雅黑" panose="020B0503020204020204" pitchFamily="34" charset="-122"/>
                  <a:ea typeface="微软雅黑" panose="020B0503020204020204" pitchFamily="34" charset="-122"/>
                </a:rPr>
                <a:t>不同电极</a:t>
              </a:r>
              <a:endParaRPr lang="zh-CN" altLang="en-US" sz="2000" dirty="0">
                <a:solidFill>
                  <a:srgbClr val="00B050"/>
                </a:solidFill>
              </a:endParaRPr>
            </a:p>
          </p:txBody>
        </p:sp>
        <p:sp>
          <p:nvSpPr>
            <p:cNvPr id="279" name="矩形: 圆角 278">
              <a:extLst>
                <a:ext uri="{FF2B5EF4-FFF2-40B4-BE49-F238E27FC236}">
                  <a16:creationId xmlns:a16="http://schemas.microsoft.com/office/drawing/2014/main" id="{BB260CE0-FD44-8B74-88A8-1340BB1A08D3}"/>
                </a:ext>
              </a:extLst>
            </p:cNvPr>
            <p:cNvSpPr/>
            <p:nvPr/>
          </p:nvSpPr>
          <p:spPr>
            <a:xfrm>
              <a:off x="828000" y="3420000"/>
              <a:ext cx="1080000" cy="792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rgbClr val="0000FF"/>
                  </a:solidFill>
                  <a:latin typeface="微软雅黑" panose="020B0503020204020204" pitchFamily="34" charset="-122"/>
                  <a:ea typeface="微软雅黑" panose="020B0503020204020204" pitchFamily="34" charset="-122"/>
                </a:rPr>
                <a:t>并联</a:t>
              </a:r>
              <a:endParaRPr lang="en-US" altLang="zh-CN" sz="2200" dirty="0">
                <a:solidFill>
                  <a:srgbClr val="0000FF"/>
                </a:solidFill>
                <a:latin typeface="微软雅黑" panose="020B0503020204020204" pitchFamily="34" charset="-122"/>
                <a:ea typeface="微软雅黑" panose="020B0503020204020204" pitchFamily="34" charset="-122"/>
              </a:endParaRPr>
            </a:p>
            <a:p>
              <a:pPr algn="ctr"/>
              <a:r>
                <a:rPr lang="zh-CN" altLang="en-US" sz="2200" dirty="0">
                  <a:solidFill>
                    <a:srgbClr val="0000FF"/>
                  </a:solidFill>
                  <a:latin typeface="微软雅黑" panose="020B0503020204020204" pitchFamily="34" charset="-122"/>
                  <a:ea typeface="微软雅黑" panose="020B0503020204020204" pitchFamily="34" charset="-122"/>
                </a:rPr>
                <a:t>反馈</a:t>
              </a:r>
            </a:p>
          </p:txBody>
        </p:sp>
        <p:sp>
          <p:nvSpPr>
            <p:cNvPr id="280" name="矩形: 圆角 279">
              <a:extLst>
                <a:ext uri="{FF2B5EF4-FFF2-40B4-BE49-F238E27FC236}">
                  <a16:creationId xmlns:a16="http://schemas.microsoft.com/office/drawing/2014/main" id="{A4C1A2C1-61D1-50F7-5114-4BB03538E6FD}"/>
                </a:ext>
              </a:extLst>
            </p:cNvPr>
            <p:cNvSpPr/>
            <p:nvPr/>
          </p:nvSpPr>
          <p:spPr>
            <a:xfrm>
              <a:off x="2052000" y="3420000"/>
              <a:ext cx="1080000" cy="792000"/>
            </a:xfrm>
            <a:prstGeom prst="roundRect">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dirty="0">
                  <a:solidFill>
                    <a:srgbClr val="0000FF"/>
                  </a:solidFill>
                  <a:latin typeface="微软雅黑" panose="020B0503020204020204" pitchFamily="34" charset="-122"/>
                  <a:ea typeface="微软雅黑" panose="020B0503020204020204" pitchFamily="34" charset="-122"/>
                </a:rPr>
                <a:t>串联反馈</a:t>
              </a:r>
            </a:p>
          </p:txBody>
        </p:sp>
      </p:grpSp>
      <p:grpSp>
        <p:nvGrpSpPr>
          <p:cNvPr id="281" name="组合 280">
            <a:extLst>
              <a:ext uri="{FF2B5EF4-FFF2-40B4-BE49-F238E27FC236}">
                <a16:creationId xmlns:a16="http://schemas.microsoft.com/office/drawing/2014/main" id="{95042863-B9DA-06EE-6865-CBE56E69F4A8}"/>
              </a:ext>
            </a:extLst>
          </p:cNvPr>
          <p:cNvGrpSpPr/>
          <p:nvPr/>
        </p:nvGrpSpPr>
        <p:grpSpPr>
          <a:xfrm>
            <a:off x="11449269" y="6198682"/>
            <a:ext cx="786273" cy="548639"/>
            <a:chOff x="11454918" y="5839511"/>
            <a:chExt cx="786273" cy="548639"/>
          </a:xfrm>
        </p:grpSpPr>
        <p:grpSp>
          <p:nvGrpSpPr>
            <p:cNvPr id="282" name="组合 281">
              <a:extLst>
                <a:ext uri="{FF2B5EF4-FFF2-40B4-BE49-F238E27FC236}">
                  <a16:creationId xmlns:a16="http://schemas.microsoft.com/office/drawing/2014/main" id="{9510469F-5F0E-38CB-3614-9262FC94D196}"/>
                </a:ext>
              </a:extLst>
            </p:cNvPr>
            <p:cNvGrpSpPr/>
            <p:nvPr/>
          </p:nvGrpSpPr>
          <p:grpSpPr>
            <a:xfrm>
              <a:off x="11454918" y="5867450"/>
              <a:ext cx="737081" cy="520700"/>
              <a:chOff x="11454918" y="5867450"/>
              <a:chExt cx="737081" cy="520700"/>
            </a:xfrm>
          </p:grpSpPr>
          <p:sp>
            <p:nvSpPr>
              <p:cNvPr id="284" name="箭头: 五边形 283">
                <a:extLst>
                  <a:ext uri="{FF2B5EF4-FFF2-40B4-BE49-F238E27FC236}">
                    <a16:creationId xmlns:a16="http://schemas.microsoft.com/office/drawing/2014/main" id="{5DE52E64-A1A1-0DD5-0DFE-EF1A5451E91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5" name="箭头: V 形 284">
                <a:extLst>
                  <a:ext uri="{FF2B5EF4-FFF2-40B4-BE49-F238E27FC236}">
                    <a16:creationId xmlns:a16="http://schemas.microsoft.com/office/drawing/2014/main" id="{3BD0D42C-C215-8F35-C10C-0829E48B51A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83" name="灯片编号占位符 3">
              <a:extLst>
                <a:ext uri="{FF2B5EF4-FFF2-40B4-BE49-F238E27FC236}">
                  <a16:creationId xmlns:a16="http://schemas.microsoft.com/office/drawing/2014/main" id="{01B62929-1AA1-5850-9489-1F5AAC1512B6}"/>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66</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4459261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2D373-F7E0-6360-28DA-2AF22F4D367E}"/>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B2C1A88-5F9E-3E61-ACEC-10147B19BCD7}"/>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19999" y="3600000"/>
            <a:ext cx="4320000" cy="3168000"/>
          </a:xfrm>
          <a:prstGeom prst="rect">
            <a:avLst/>
          </a:prstGeom>
        </p:spPr>
      </p:pic>
      <p:sp>
        <p:nvSpPr>
          <p:cNvPr id="295" name="标题 1">
            <a:extLst>
              <a:ext uri="{FF2B5EF4-FFF2-40B4-BE49-F238E27FC236}">
                <a16:creationId xmlns:a16="http://schemas.microsoft.com/office/drawing/2014/main" id="{86A4CB02-83FF-A3AF-4FD6-8A677CBE4503}"/>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模拟部分（集成运算放大器）</a:t>
            </a:r>
          </a:p>
        </p:txBody>
      </p:sp>
      <p:sp>
        <p:nvSpPr>
          <p:cNvPr id="2" name="文本框 1">
            <a:extLst>
              <a:ext uri="{FF2B5EF4-FFF2-40B4-BE49-F238E27FC236}">
                <a16:creationId xmlns:a16="http://schemas.microsoft.com/office/drawing/2014/main" id="{A76EF23D-D2D1-173D-8963-EC461A02BC81}"/>
              </a:ext>
            </a:extLst>
          </p:cNvPr>
          <p:cNvSpPr txBox="1"/>
          <p:nvPr/>
        </p:nvSpPr>
        <p:spPr>
          <a:xfrm>
            <a:off x="360000" y="828000"/>
            <a:ext cx="9739964" cy="272004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线性应用：先判断负反馈，然后虚短虚断 </a:t>
            </a:r>
            <a:r>
              <a:rPr kumimoji="1" lang="en-US" altLang="zh-CN" sz="2800" dirty="0">
                <a:solidFill>
                  <a:srgbClr val="002060"/>
                </a:solidFill>
                <a:latin typeface="微软雅黑" panose="020B0503020204020204" pitchFamily="34" charset="-122"/>
                <a:ea typeface="微软雅黑" panose="020B0503020204020204" pitchFamily="34" charset="-122"/>
              </a:rPr>
              <a:t>+ KCL/KVL</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比例运算电路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加法</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减法运算电路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积分</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微分运算电路（配合电容）</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如遇多级联合，不要慌，先虚短虚断，然后拆分</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281" name="组合 280">
            <a:extLst>
              <a:ext uri="{FF2B5EF4-FFF2-40B4-BE49-F238E27FC236}">
                <a16:creationId xmlns:a16="http://schemas.microsoft.com/office/drawing/2014/main" id="{C907D112-4F2B-291F-E33E-026683614F4B}"/>
              </a:ext>
            </a:extLst>
          </p:cNvPr>
          <p:cNvGrpSpPr/>
          <p:nvPr/>
        </p:nvGrpSpPr>
        <p:grpSpPr>
          <a:xfrm>
            <a:off x="11449269" y="6198682"/>
            <a:ext cx="786273" cy="548639"/>
            <a:chOff x="11454918" y="5839511"/>
            <a:chExt cx="786273" cy="548639"/>
          </a:xfrm>
        </p:grpSpPr>
        <p:grpSp>
          <p:nvGrpSpPr>
            <p:cNvPr id="282" name="组合 281">
              <a:extLst>
                <a:ext uri="{FF2B5EF4-FFF2-40B4-BE49-F238E27FC236}">
                  <a16:creationId xmlns:a16="http://schemas.microsoft.com/office/drawing/2014/main" id="{49413664-717C-F889-F8FD-74F98715FD58}"/>
                </a:ext>
              </a:extLst>
            </p:cNvPr>
            <p:cNvGrpSpPr/>
            <p:nvPr/>
          </p:nvGrpSpPr>
          <p:grpSpPr>
            <a:xfrm>
              <a:off x="11454918" y="5867450"/>
              <a:ext cx="737081" cy="520700"/>
              <a:chOff x="11454918" y="5867450"/>
              <a:chExt cx="737081" cy="520700"/>
            </a:xfrm>
          </p:grpSpPr>
          <p:sp>
            <p:nvSpPr>
              <p:cNvPr id="284" name="箭头: 五边形 283">
                <a:extLst>
                  <a:ext uri="{FF2B5EF4-FFF2-40B4-BE49-F238E27FC236}">
                    <a16:creationId xmlns:a16="http://schemas.microsoft.com/office/drawing/2014/main" id="{6D924983-154E-9DD2-E9DF-A4F9243BD9D5}"/>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5" name="箭头: V 形 284">
                <a:extLst>
                  <a:ext uri="{FF2B5EF4-FFF2-40B4-BE49-F238E27FC236}">
                    <a16:creationId xmlns:a16="http://schemas.microsoft.com/office/drawing/2014/main" id="{549FD1A1-549E-1666-5D41-D3004F9ECD62}"/>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83" name="灯片编号占位符 3">
              <a:extLst>
                <a:ext uri="{FF2B5EF4-FFF2-40B4-BE49-F238E27FC236}">
                  <a16:creationId xmlns:a16="http://schemas.microsoft.com/office/drawing/2014/main" id="{78266E1D-8209-C6CD-7718-63CC4F992CB1}"/>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67</a:t>
              </a:fld>
              <a:endParaRPr lang="zh-CN" altLang="en-US" sz="3200" dirty="0">
                <a:solidFill>
                  <a:schemeClr val="bg1"/>
                </a:solidFill>
                <a:latin typeface="Candara"/>
                <a:ea typeface="微软雅黑"/>
              </a:endParaRPr>
            </a:p>
          </p:txBody>
        </p:sp>
      </p:grpSp>
      <p:sp>
        <p:nvSpPr>
          <p:cNvPr id="4" name="矩形 3">
            <a:extLst>
              <a:ext uri="{FF2B5EF4-FFF2-40B4-BE49-F238E27FC236}">
                <a16:creationId xmlns:a16="http://schemas.microsoft.com/office/drawing/2014/main" id="{31A64FD1-DADC-AA00-C1A0-CFCFF5531171}"/>
              </a:ext>
            </a:extLst>
          </p:cNvPr>
          <p:cNvSpPr/>
          <p:nvPr/>
        </p:nvSpPr>
        <p:spPr>
          <a:xfrm>
            <a:off x="7920000" y="1980000"/>
            <a:ext cx="3240000" cy="576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rgbClr val="002060"/>
                </a:solidFill>
                <a:latin typeface="Microsoft YaHei" panose="020B0503020204020204" pitchFamily="34" charset="-122"/>
                <a:ea typeface="Microsoft YaHei" panose="020B0503020204020204" pitchFamily="34" charset="-122"/>
              </a:rPr>
              <a:t>注意平衡电阻的计算</a:t>
            </a:r>
          </a:p>
        </p:txBody>
      </p:sp>
    </p:spTree>
    <p:extLst>
      <p:ext uri="{BB962C8B-B14F-4D97-AF65-F5344CB8AC3E}">
        <p14:creationId xmlns:p14="http://schemas.microsoft.com/office/powerpoint/2010/main" val="37140550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457CD-E3DA-17B9-71C0-F3E5D0C1F0C7}"/>
            </a:ext>
          </a:extLst>
        </p:cNvPr>
        <p:cNvGrpSpPr/>
        <p:nvPr/>
      </p:nvGrpSpPr>
      <p:grpSpPr>
        <a:xfrm>
          <a:off x="0" y="0"/>
          <a:ext cx="0" cy="0"/>
          <a:chOff x="0" y="0"/>
          <a:chExt cx="0" cy="0"/>
        </a:xfrm>
      </p:grpSpPr>
      <p:sp>
        <p:nvSpPr>
          <p:cNvPr id="295" name="标题 1">
            <a:extLst>
              <a:ext uri="{FF2B5EF4-FFF2-40B4-BE49-F238E27FC236}">
                <a16:creationId xmlns:a16="http://schemas.microsoft.com/office/drawing/2014/main" id="{6E428746-3F01-7590-11C2-6E33DF2FA9D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模拟部分（集成运算放大器）</a:t>
            </a:r>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79B5FA56-09D0-4EA2-2647-612EB9A25F7C}"/>
                  </a:ext>
                </a:extLst>
              </p:cNvPr>
              <p:cNvSpPr txBox="1"/>
              <p:nvPr/>
            </p:nvSpPr>
            <p:spPr>
              <a:xfrm>
                <a:off x="360000" y="828000"/>
                <a:ext cx="8820000" cy="4320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非线性应用：先判断正反馈，然后虚断 </a:t>
                </a:r>
                <a:r>
                  <a:rPr kumimoji="1" lang="en-US" altLang="zh-CN" sz="2800" dirty="0">
                    <a:solidFill>
                      <a:srgbClr val="002060"/>
                    </a:solidFill>
                    <a:latin typeface="微软雅黑" panose="020B0503020204020204" pitchFamily="34" charset="-122"/>
                    <a:ea typeface="微软雅黑" panose="020B0503020204020204" pitchFamily="34" charset="-122"/>
                  </a:rPr>
                  <a:t>+ KCL/KVL</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两个饱和状态切换在一瞬间</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那一瞬间虚短也成立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应用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单门限比较器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迟滞比较器（正负输入接反即为放大电路）</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门限电压的计算（</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𝑣</m:t>
                        </m:r>
                      </m:e>
                      <m:sub>
                        <m:r>
                          <m:rPr>
                            <m:sty m:val="p"/>
                          </m:rPr>
                          <a:rPr lang="en-US" altLang="zh-CN" sz="2400">
                            <a:solidFill>
                              <a:schemeClr val="accent5">
                                <a:lumMod val="75000"/>
                              </a:schemeClr>
                            </a:solidFill>
                            <a:latin typeface="Cambria Math" panose="02040503050406030204" pitchFamily="18" charset="0"/>
                          </a:rPr>
                          <m:t>O</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饱和时，</a:t>
                </a:r>
                <a14:m>
                  <m:oMath xmlns:m="http://schemas.openxmlformats.org/officeDocument/2006/math">
                    <m:sSub>
                      <m:sSubPr>
                        <m:ctrlPr>
                          <a:rPr lang="en-US" altLang="zh-CN" sz="2400" i="1">
                            <a:solidFill>
                              <a:schemeClr val="accent5">
                                <a:lumMod val="75000"/>
                              </a:schemeClr>
                            </a:solidFill>
                            <a:latin typeface="Cambria Math" panose="02040503050406030204" pitchFamily="18" charset="0"/>
                          </a:rPr>
                        </m:ctrlPr>
                      </m:sSubPr>
                      <m:e>
                        <m:r>
                          <a:rPr lang="en-US" altLang="zh-CN" sz="2400" i="1">
                            <a:solidFill>
                              <a:schemeClr val="accent5">
                                <a:lumMod val="75000"/>
                              </a:schemeClr>
                            </a:solidFill>
                            <a:latin typeface="Cambria Math" panose="02040503050406030204" pitchFamily="18" charset="0"/>
                          </a:rPr>
                          <m:t>𝑣</m:t>
                        </m:r>
                      </m:e>
                      <m:sub>
                        <m:r>
                          <m:rPr>
                            <m:sty m:val="p"/>
                          </m:rPr>
                          <a:rPr lang="en-US" altLang="zh-CN" sz="2400">
                            <a:solidFill>
                              <a:schemeClr val="accent5">
                                <a:lumMod val="75000"/>
                              </a:schemeClr>
                            </a:solidFill>
                            <a:latin typeface="Cambria Math" panose="02040503050406030204" pitchFamily="18" charset="0"/>
                          </a:rPr>
                          <m:t>I</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需要比较的电压）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输入输出曲线（总是冲过头）</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p:sp>
            <p:nvSpPr>
              <p:cNvPr id="2" name="文本框 1">
                <a:extLst>
                  <a:ext uri="{FF2B5EF4-FFF2-40B4-BE49-F238E27FC236}">
                    <a16:creationId xmlns:a16="http://schemas.microsoft.com/office/drawing/2014/main" id="{79B5FA56-09D0-4EA2-2647-612EB9A25F7C}"/>
                  </a:ext>
                </a:extLst>
              </p:cNvPr>
              <p:cNvSpPr txBox="1">
                <a:spLocks noRot="1" noChangeAspect="1" noMove="1" noResize="1" noEditPoints="1" noAdjustHandles="1" noChangeArrowheads="1" noChangeShapeType="1" noTextEdit="1"/>
              </p:cNvSpPr>
              <p:nvPr/>
            </p:nvSpPr>
            <p:spPr>
              <a:xfrm>
                <a:off x="360000" y="828000"/>
                <a:ext cx="8820000" cy="4320000"/>
              </a:xfrm>
              <a:prstGeom prst="rect">
                <a:avLst/>
              </a:prstGeom>
              <a:blipFill>
                <a:blip r:embed="rId3"/>
                <a:stretch>
                  <a:fillRect l="-1244" t="-565" b="-1695"/>
                </a:stretch>
              </a:blipFill>
            </p:spPr>
            <p:txBody>
              <a:bodyPr/>
              <a:lstStyle/>
              <a:p>
                <a:r>
                  <a:rPr lang="zh-CN" altLang="en-US">
                    <a:noFill/>
                  </a:rPr>
                  <a:t> </a:t>
                </a:r>
              </a:p>
            </p:txBody>
          </p:sp>
        </mc:Fallback>
      </mc:AlternateContent>
      <p:grpSp>
        <p:nvGrpSpPr>
          <p:cNvPr id="281" name="组合 280">
            <a:extLst>
              <a:ext uri="{FF2B5EF4-FFF2-40B4-BE49-F238E27FC236}">
                <a16:creationId xmlns:a16="http://schemas.microsoft.com/office/drawing/2014/main" id="{32F73BFD-D28E-50A3-78DC-FB78A700C106}"/>
              </a:ext>
            </a:extLst>
          </p:cNvPr>
          <p:cNvGrpSpPr/>
          <p:nvPr/>
        </p:nvGrpSpPr>
        <p:grpSpPr>
          <a:xfrm>
            <a:off x="11449269" y="6198682"/>
            <a:ext cx="786273" cy="548639"/>
            <a:chOff x="11454918" y="5839511"/>
            <a:chExt cx="786273" cy="548639"/>
          </a:xfrm>
        </p:grpSpPr>
        <p:grpSp>
          <p:nvGrpSpPr>
            <p:cNvPr id="282" name="组合 281">
              <a:extLst>
                <a:ext uri="{FF2B5EF4-FFF2-40B4-BE49-F238E27FC236}">
                  <a16:creationId xmlns:a16="http://schemas.microsoft.com/office/drawing/2014/main" id="{EF6D640F-047A-C244-2994-1EC1DA304CCE}"/>
                </a:ext>
              </a:extLst>
            </p:cNvPr>
            <p:cNvGrpSpPr/>
            <p:nvPr/>
          </p:nvGrpSpPr>
          <p:grpSpPr>
            <a:xfrm>
              <a:off x="11454918" y="5867450"/>
              <a:ext cx="737081" cy="520700"/>
              <a:chOff x="11454918" y="5867450"/>
              <a:chExt cx="737081" cy="520700"/>
            </a:xfrm>
          </p:grpSpPr>
          <p:sp>
            <p:nvSpPr>
              <p:cNvPr id="284" name="箭头: 五边形 283">
                <a:extLst>
                  <a:ext uri="{FF2B5EF4-FFF2-40B4-BE49-F238E27FC236}">
                    <a16:creationId xmlns:a16="http://schemas.microsoft.com/office/drawing/2014/main" id="{74701BC5-3ED9-E9DC-E072-7222AE67052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5" name="箭头: V 形 284">
                <a:extLst>
                  <a:ext uri="{FF2B5EF4-FFF2-40B4-BE49-F238E27FC236}">
                    <a16:creationId xmlns:a16="http://schemas.microsoft.com/office/drawing/2014/main" id="{D5744DFE-1111-EF79-5BD7-3E5645692D74}"/>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83" name="灯片编号占位符 3">
              <a:extLst>
                <a:ext uri="{FF2B5EF4-FFF2-40B4-BE49-F238E27FC236}">
                  <a16:creationId xmlns:a16="http://schemas.microsoft.com/office/drawing/2014/main" id="{4E4CD56E-6BDF-13F1-7F78-EA2FC0A45BC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68</a:t>
              </a:fld>
              <a:endParaRPr lang="zh-CN" altLang="en-US" sz="3200" dirty="0">
                <a:solidFill>
                  <a:schemeClr val="bg1"/>
                </a:solidFill>
                <a:latin typeface="Candara"/>
                <a:ea typeface="微软雅黑"/>
              </a:endParaRPr>
            </a:p>
          </p:txBody>
        </p:sp>
      </p:grpSp>
      <p:grpSp>
        <p:nvGrpSpPr>
          <p:cNvPr id="28" name="组合 27">
            <a:extLst>
              <a:ext uri="{FF2B5EF4-FFF2-40B4-BE49-F238E27FC236}">
                <a16:creationId xmlns:a16="http://schemas.microsoft.com/office/drawing/2014/main" id="{A1C2C0CC-2EF8-7129-4070-A43BDE2B149A}"/>
              </a:ext>
            </a:extLst>
          </p:cNvPr>
          <p:cNvGrpSpPr/>
          <p:nvPr/>
        </p:nvGrpSpPr>
        <p:grpSpPr>
          <a:xfrm>
            <a:off x="8280000" y="4500000"/>
            <a:ext cx="3151171" cy="2088000"/>
            <a:chOff x="8280000" y="4320000"/>
            <a:chExt cx="3151171" cy="2088000"/>
          </a:xfrm>
        </p:grpSpPr>
        <p:cxnSp>
          <p:nvCxnSpPr>
            <p:cNvPr id="29" name="直接连接符 28">
              <a:extLst>
                <a:ext uri="{FF2B5EF4-FFF2-40B4-BE49-F238E27FC236}">
                  <a16:creationId xmlns:a16="http://schemas.microsoft.com/office/drawing/2014/main" id="{C7B07917-22A6-1A0A-ED06-C5F4B50E0AC0}"/>
                </a:ext>
              </a:extLst>
            </p:cNvPr>
            <p:cNvCxnSpPr>
              <a:cxnSpLocks/>
            </p:cNvCxnSpPr>
            <p:nvPr/>
          </p:nvCxnSpPr>
          <p:spPr>
            <a:xfrm flipV="1">
              <a:off x="8892000" y="4608000"/>
              <a:ext cx="0" cy="1800000"/>
            </a:xfrm>
            <a:prstGeom prst="line">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1C19001C-02AF-7D5B-D244-A584D73876F9}"/>
                </a:ext>
              </a:extLst>
            </p:cNvPr>
            <p:cNvCxnSpPr>
              <a:cxnSpLocks/>
            </p:cNvCxnSpPr>
            <p:nvPr/>
          </p:nvCxnSpPr>
          <p:spPr>
            <a:xfrm>
              <a:off x="8892000" y="5040000"/>
              <a:ext cx="1440000" cy="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8F73BD4E-4B3C-69E0-8564-3AD8B7DC29E6}"/>
                </a:ext>
              </a:extLst>
            </p:cNvPr>
            <p:cNvCxnSpPr>
              <a:cxnSpLocks/>
            </p:cNvCxnSpPr>
            <p:nvPr/>
          </p:nvCxnSpPr>
          <p:spPr>
            <a:xfrm>
              <a:off x="9576000" y="5040000"/>
              <a:ext cx="0" cy="108000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E6301231-2312-1C8F-97B2-A8ECBB1E7051}"/>
                    </a:ext>
                  </a:extLst>
                </p:cNvPr>
                <p:cNvSpPr txBox="1"/>
                <p:nvPr/>
              </p:nvSpPr>
              <p:spPr>
                <a:xfrm>
                  <a:off x="8280000" y="4824000"/>
                  <a:ext cx="612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𝑉</m:t>
                            </m:r>
                          </m:e>
                          <m:sub>
                            <m:r>
                              <m:rPr>
                                <m:sty m:val="p"/>
                              </m:rPr>
                              <a:rPr lang="en-US" altLang="zh-CN" sz="2400" b="0" i="0" smtClean="0">
                                <a:latin typeface="Cambria Math" panose="02040503050406030204" pitchFamily="18" charset="0"/>
                              </a:rPr>
                              <m:t>OH</m:t>
                            </m:r>
                          </m:sub>
                        </m:sSub>
                      </m:oMath>
                    </m:oMathPara>
                  </a14:m>
                  <a:endParaRPr lang="zh-CN" altLang="en-US" sz="2400" dirty="0"/>
                </a:p>
              </p:txBody>
            </p:sp>
          </mc:Choice>
          <mc:Fallback xmlns="">
            <p:sp>
              <p:nvSpPr>
                <p:cNvPr id="117" name="文本框 116">
                  <a:extLst>
                    <a:ext uri="{FF2B5EF4-FFF2-40B4-BE49-F238E27FC236}">
                      <a16:creationId xmlns:a16="http://schemas.microsoft.com/office/drawing/2014/main" id="{B3F1278B-3AA1-45F5-47C6-131642484F38}"/>
                    </a:ext>
                  </a:extLst>
                </p:cNvPr>
                <p:cNvSpPr txBox="1">
                  <a:spLocks noRot="1" noChangeAspect="1" noMove="1" noResize="1" noEditPoints="1" noAdjustHandles="1" noChangeArrowheads="1" noChangeShapeType="1" noTextEdit="1"/>
                </p:cNvSpPr>
                <p:nvPr/>
              </p:nvSpPr>
              <p:spPr>
                <a:xfrm>
                  <a:off x="8280000" y="4824000"/>
                  <a:ext cx="612000" cy="360000"/>
                </a:xfrm>
                <a:prstGeom prst="rect">
                  <a:avLst/>
                </a:prstGeom>
                <a:blipFill>
                  <a:blip r:embed="rId27"/>
                  <a:stretch>
                    <a:fillRect l="-8000" r="-2000" b="-186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53DDC8B1-0F8B-A1AC-9497-03083BEBBB18}"/>
                    </a:ext>
                  </a:extLst>
                </p:cNvPr>
                <p:cNvSpPr txBox="1"/>
                <p:nvPr/>
              </p:nvSpPr>
              <p:spPr>
                <a:xfrm>
                  <a:off x="8460000" y="4320000"/>
                  <a:ext cx="42492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𝑣</m:t>
                            </m:r>
                          </m:e>
                          <m:sub>
                            <m:r>
                              <m:rPr>
                                <m:sty m:val="p"/>
                              </m:rPr>
                              <a:rPr lang="en-US" altLang="zh-CN" sz="2400" b="0" i="0" smtClean="0">
                                <a:latin typeface="Cambria Math" panose="02040503050406030204" pitchFamily="18" charset="0"/>
                              </a:rPr>
                              <m:t>O</m:t>
                            </m:r>
                          </m:sub>
                        </m:sSub>
                      </m:oMath>
                    </m:oMathPara>
                  </a14:m>
                  <a:endParaRPr lang="zh-CN" altLang="en-US" sz="2400" dirty="0"/>
                </a:p>
              </p:txBody>
            </p:sp>
          </mc:Choice>
          <mc:Fallback xmlns="">
            <p:sp>
              <p:nvSpPr>
                <p:cNvPr id="118" name="文本框 117">
                  <a:extLst>
                    <a:ext uri="{FF2B5EF4-FFF2-40B4-BE49-F238E27FC236}">
                      <a16:creationId xmlns:a16="http://schemas.microsoft.com/office/drawing/2014/main" id="{221C92C1-12BC-0518-3160-C73D98168878}"/>
                    </a:ext>
                  </a:extLst>
                </p:cNvPr>
                <p:cNvSpPr txBox="1">
                  <a:spLocks noRot="1" noChangeAspect="1" noMove="1" noResize="1" noEditPoints="1" noAdjustHandles="1" noChangeArrowheads="1" noChangeShapeType="1" noTextEdit="1"/>
                </p:cNvSpPr>
                <p:nvPr/>
              </p:nvSpPr>
              <p:spPr>
                <a:xfrm>
                  <a:off x="8460000" y="4320000"/>
                  <a:ext cx="424924" cy="369332"/>
                </a:xfrm>
                <a:prstGeom prst="rect">
                  <a:avLst/>
                </a:prstGeom>
                <a:blipFill>
                  <a:blip r:embed="rId28"/>
                  <a:stretch>
                    <a:fillRect l="-8571" r="-5714" b="-16667"/>
                  </a:stretch>
                </a:blipFill>
              </p:spPr>
              <p:txBody>
                <a:bodyPr/>
                <a:lstStyle/>
                <a:p>
                  <a:r>
                    <a:rPr lang="zh-CN" altLang="en-US">
                      <a:noFill/>
                    </a:rPr>
                    <a:t> </a:t>
                  </a:r>
                </a:p>
              </p:txBody>
            </p:sp>
          </mc:Fallback>
        </mc:AlternateContent>
        <p:cxnSp>
          <p:nvCxnSpPr>
            <p:cNvPr id="34" name="直接连接符 33">
              <a:extLst>
                <a:ext uri="{FF2B5EF4-FFF2-40B4-BE49-F238E27FC236}">
                  <a16:creationId xmlns:a16="http://schemas.microsoft.com/office/drawing/2014/main" id="{1982DA8B-A477-6E96-CEF4-E1532DDC536D}"/>
                </a:ext>
              </a:extLst>
            </p:cNvPr>
            <p:cNvCxnSpPr/>
            <p:nvPr/>
          </p:nvCxnSpPr>
          <p:spPr>
            <a:xfrm>
              <a:off x="8532000" y="5580000"/>
              <a:ext cx="2520000" cy="0"/>
            </a:xfrm>
            <a:prstGeom prst="line">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02B6F9E-A58A-3ECA-94EE-83EA07EF666B}"/>
                </a:ext>
              </a:extLst>
            </p:cNvPr>
            <p:cNvCxnSpPr>
              <a:cxnSpLocks/>
            </p:cNvCxnSpPr>
            <p:nvPr/>
          </p:nvCxnSpPr>
          <p:spPr>
            <a:xfrm>
              <a:off x="9576000" y="6120000"/>
              <a:ext cx="1332000" cy="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FBAE4F4-91F4-DF10-4B21-2875FBA52FB3}"/>
                </a:ext>
              </a:extLst>
            </p:cNvPr>
            <p:cNvCxnSpPr>
              <a:cxnSpLocks/>
            </p:cNvCxnSpPr>
            <p:nvPr/>
          </p:nvCxnSpPr>
          <p:spPr>
            <a:xfrm>
              <a:off x="8891999" y="6120000"/>
              <a:ext cx="648000" cy="0"/>
            </a:xfrm>
            <a:prstGeom prst="line">
              <a:avLst/>
            </a:prstGeom>
            <a:ln w="25400">
              <a:solidFill>
                <a:schemeClr val="tx1"/>
              </a:solidFill>
              <a:prstDash val="dash"/>
              <a:tailEnd type="non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C4062055-B485-D551-2F1D-F5FB4F907FAD}"/>
                    </a:ext>
                  </a:extLst>
                </p:cNvPr>
                <p:cNvSpPr txBox="1"/>
                <p:nvPr/>
              </p:nvSpPr>
              <p:spPr>
                <a:xfrm>
                  <a:off x="8280000" y="5940000"/>
                  <a:ext cx="612000" cy="360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𝑉</m:t>
                            </m:r>
                          </m:e>
                          <m:sub>
                            <m:r>
                              <m:rPr>
                                <m:sty m:val="p"/>
                              </m:rPr>
                              <a:rPr lang="en-US" altLang="zh-CN" sz="2400" b="0" i="0" smtClean="0">
                                <a:latin typeface="Cambria Math" panose="02040503050406030204" pitchFamily="18" charset="0"/>
                              </a:rPr>
                              <m:t>OL</m:t>
                            </m:r>
                          </m:sub>
                        </m:sSub>
                      </m:oMath>
                    </m:oMathPara>
                  </a14:m>
                  <a:endParaRPr lang="zh-CN" altLang="en-US" sz="2400" dirty="0"/>
                </a:p>
              </p:txBody>
            </p:sp>
          </mc:Choice>
          <mc:Fallback xmlns="">
            <p:sp>
              <p:nvSpPr>
                <p:cNvPr id="122" name="文本框 121">
                  <a:extLst>
                    <a:ext uri="{FF2B5EF4-FFF2-40B4-BE49-F238E27FC236}">
                      <a16:creationId xmlns:a16="http://schemas.microsoft.com/office/drawing/2014/main" id="{2DB013CF-64EC-E927-99CC-C486A8F63256}"/>
                    </a:ext>
                  </a:extLst>
                </p:cNvPr>
                <p:cNvSpPr txBox="1">
                  <a:spLocks noRot="1" noChangeAspect="1" noMove="1" noResize="1" noEditPoints="1" noAdjustHandles="1" noChangeArrowheads="1" noChangeShapeType="1" noTextEdit="1"/>
                </p:cNvSpPr>
                <p:nvPr/>
              </p:nvSpPr>
              <p:spPr>
                <a:xfrm>
                  <a:off x="8280000" y="5940000"/>
                  <a:ext cx="612000" cy="360000"/>
                </a:xfrm>
                <a:prstGeom prst="rect">
                  <a:avLst/>
                </a:prstGeom>
                <a:blipFill>
                  <a:blip r:embed="rId29"/>
                  <a:stretch>
                    <a:fillRect l="-5000"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448BA3F1-B3C1-28C7-4448-63398F9F6FA9}"/>
                    </a:ext>
                  </a:extLst>
                </p:cNvPr>
                <p:cNvSpPr txBox="1"/>
                <p:nvPr/>
              </p:nvSpPr>
              <p:spPr>
                <a:xfrm>
                  <a:off x="10332000" y="5579999"/>
                  <a:ext cx="55861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𝑉</m:t>
                            </m:r>
                          </m:e>
                          <m:sub>
                            <m:r>
                              <m:rPr>
                                <m:sty m:val="p"/>
                              </m:rPr>
                              <a:rPr lang="en-US" altLang="zh-CN" sz="2400" b="0" i="0" smtClean="0">
                                <a:latin typeface="Cambria Math" panose="02040503050406030204" pitchFamily="18" charset="0"/>
                              </a:rPr>
                              <m:t>T</m:t>
                            </m:r>
                            <m:r>
                              <a:rPr lang="en-US" altLang="zh-CN" sz="2400" b="0" i="0" smtClean="0">
                                <a:latin typeface="Cambria Math" panose="02040503050406030204" pitchFamily="18" charset="0"/>
                              </a:rPr>
                              <m:t>+</m:t>
                            </m:r>
                          </m:sub>
                        </m:sSub>
                      </m:oMath>
                    </m:oMathPara>
                  </a14:m>
                  <a:endParaRPr lang="zh-CN" altLang="en-US" sz="2400" dirty="0"/>
                </a:p>
              </p:txBody>
            </p:sp>
          </mc:Choice>
          <mc:Fallback xmlns="">
            <p:sp>
              <p:nvSpPr>
                <p:cNvPr id="123" name="文本框 122">
                  <a:extLst>
                    <a:ext uri="{FF2B5EF4-FFF2-40B4-BE49-F238E27FC236}">
                      <a16:creationId xmlns:a16="http://schemas.microsoft.com/office/drawing/2014/main" id="{626014EA-787C-B394-F615-6A07D54E3384}"/>
                    </a:ext>
                  </a:extLst>
                </p:cNvPr>
                <p:cNvSpPr txBox="1">
                  <a:spLocks noRot="1" noChangeAspect="1" noMove="1" noResize="1" noEditPoints="1" noAdjustHandles="1" noChangeArrowheads="1" noChangeShapeType="1" noTextEdit="1"/>
                </p:cNvSpPr>
                <p:nvPr/>
              </p:nvSpPr>
              <p:spPr>
                <a:xfrm>
                  <a:off x="10332000" y="5579999"/>
                  <a:ext cx="558614" cy="369332"/>
                </a:xfrm>
                <a:prstGeom prst="rect">
                  <a:avLst/>
                </a:prstGeom>
                <a:blipFill>
                  <a:blip r:embed="rId30"/>
                  <a:stretch>
                    <a:fillRect l="-10870" r="-3261"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2452EFCF-173C-9E6B-A92F-EC0503F5A677}"/>
                    </a:ext>
                  </a:extLst>
                </p:cNvPr>
                <p:cNvSpPr txBox="1"/>
                <p:nvPr/>
              </p:nvSpPr>
              <p:spPr>
                <a:xfrm>
                  <a:off x="11088000" y="5400000"/>
                  <a:ext cx="34317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𝑣</m:t>
                            </m:r>
                          </m:e>
                          <m:sub>
                            <m:r>
                              <m:rPr>
                                <m:sty m:val="p"/>
                              </m:rPr>
                              <a:rPr lang="en-US" altLang="zh-CN" sz="2400" b="0" i="0" smtClean="0">
                                <a:latin typeface="Cambria Math" panose="02040503050406030204" pitchFamily="18" charset="0"/>
                              </a:rPr>
                              <m:t>I</m:t>
                            </m:r>
                          </m:sub>
                        </m:sSub>
                      </m:oMath>
                    </m:oMathPara>
                  </a14:m>
                  <a:endParaRPr lang="zh-CN" altLang="en-US" sz="2400" dirty="0"/>
                </a:p>
              </p:txBody>
            </p:sp>
          </mc:Choice>
          <mc:Fallback xmlns="">
            <p:sp>
              <p:nvSpPr>
                <p:cNvPr id="124" name="文本框 123">
                  <a:extLst>
                    <a:ext uri="{FF2B5EF4-FFF2-40B4-BE49-F238E27FC236}">
                      <a16:creationId xmlns:a16="http://schemas.microsoft.com/office/drawing/2014/main" id="{D200C39F-6C02-A2E8-8833-888734F2304E}"/>
                    </a:ext>
                  </a:extLst>
                </p:cNvPr>
                <p:cNvSpPr txBox="1">
                  <a:spLocks noRot="1" noChangeAspect="1" noMove="1" noResize="1" noEditPoints="1" noAdjustHandles="1" noChangeArrowheads="1" noChangeShapeType="1" noTextEdit="1"/>
                </p:cNvSpPr>
                <p:nvPr/>
              </p:nvSpPr>
              <p:spPr>
                <a:xfrm>
                  <a:off x="11088000" y="5400000"/>
                  <a:ext cx="343171" cy="369332"/>
                </a:xfrm>
                <a:prstGeom prst="rect">
                  <a:avLst/>
                </a:prstGeom>
                <a:blipFill>
                  <a:blip r:embed="rId31"/>
                  <a:stretch>
                    <a:fillRect l="-10714" r="-7143"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B5CDCAD5-DB58-DAD6-586C-5CC62AA2201D}"/>
                    </a:ext>
                  </a:extLst>
                </p:cNvPr>
                <p:cNvSpPr txBox="1"/>
                <p:nvPr/>
              </p:nvSpPr>
              <p:spPr>
                <a:xfrm>
                  <a:off x="8568000" y="5580000"/>
                  <a:ext cx="30085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𝑂</m:t>
                        </m:r>
                      </m:oMath>
                    </m:oMathPara>
                  </a14:m>
                  <a:endParaRPr lang="zh-CN" altLang="en-US" sz="2400" dirty="0"/>
                </a:p>
              </p:txBody>
            </p:sp>
          </mc:Choice>
          <mc:Fallback xmlns="">
            <p:sp>
              <p:nvSpPr>
                <p:cNvPr id="125" name="文本框 124">
                  <a:extLst>
                    <a:ext uri="{FF2B5EF4-FFF2-40B4-BE49-F238E27FC236}">
                      <a16:creationId xmlns:a16="http://schemas.microsoft.com/office/drawing/2014/main" id="{899F2013-A94D-78AC-E74E-2647A2B9469B}"/>
                    </a:ext>
                  </a:extLst>
                </p:cNvPr>
                <p:cNvSpPr txBox="1">
                  <a:spLocks noRot="1" noChangeAspect="1" noMove="1" noResize="1" noEditPoints="1" noAdjustHandles="1" noChangeArrowheads="1" noChangeShapeType="1" noTextEdit="1"/>
                </p:cNvSpPr>
                <p:nvPr/>
              </p:nvSpPr>
              <p:spPr>
                <a:xfrm>
                  <a:off x="8568000" y="5580000"/>
                  <a:ext cx="300852" cy="369332"/>
                </a:xfrm>
                <a:prstGeom prst="rect">
                  <a:avLst/>
                </a:prstGeom>
                <a:blipFill>
                  <a:blip r:embed="rId32"/>
                  <a:stretch>
                    <a:fillRect l="-20408" r="-20408"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4104B437-84B2-B29A-ABA3-9D6162781C9B}"/>
                    </a:ext>
                  </a:extLst>
                </p:cNvPr>
                <p:cNvSpPr txBox="1"/>
                <p:nvPr/>
              </p:nvSpPr>
              <p:spPr>
                <a:xfrm>
                  <a:off x="9036000" y="5580000"/>
                  <a:ext cx="55861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𝑉</m:t>
                            </m:r>
                          </m:e>
                          <m:sub>
                            <m:r>
                              <m:rPr>
                                <m:sty m:val="p"/>
                              </m:rPr>
                              <a:rPr lang="en-US" altLang="zh-CN" sz="2400" b="0" i="0" smtClean="0">
                                <a:latin typeface="Cambria Math" panose="02040503050406030204" pitchFamily="18" charset="0"/>
                              </a:rPr>
                              <m:t>T</m:t>
                            </m:r>
                            <m:r>
                              <a:rPr lang="en-US" altLang="zh-CN" sz="2400" b="0" i="0" smtClean="0">
                                <a:latin typeface="Cambria Math" panose="02040503050406030204" pitchFamily="18" charset="0"/>
                              </a:rPr>
                              <m:t>−</m:t>
                            </m:r>
                          </m:sub>
                        </m:sSub>
                      </m:oMath>
                    </m:oMathPara>
                  </a14:m>
                  <a:endParaRPr lang="zh-CN" altLang="en-US" sz="2400" dirty="0"/>
                </a:p>
              </p:txBody>
            </p:sp>
          </mc:Choice>
          <mc:Fallback xmlns="">
            <p:sp>
              <p:nvSpPr>
                <p:cNvPr id="126" name="文本框 125">
                  <a:extLst>
                    <a:ext uri="{FF2B5EF4-FFF2-40B4-BE49-F238E27FC236}">
                      <a16:creationId xmlns:a16="http://schemas.microsoft.com/office/drawing/2014/main" id="{1EB21B6E-9E88-B2AE-903D-749D8CEC4C6B}"/>
                    </a:ext>
                  </a:extLst>
                </p:cNvPr>
                <p:cNvSpPr txBox="1">
                  <a:spLocks noRot="1" noChangeAspect="1" noMove="1" noResize="1" noEditPoints="1" noAdjustHandles="1" noChangeArrowheads="1" noChangeShapeType="1" noTextEdit="1"/>
                </p:cNvSpPr>
                <p:nvPr/>
              </p:nvSpPr>
              <p:spPr>
                <a:xfrm>
                  <a:off x="9036000" y="5580000"/>
                  <a:ext cx="558614" cy="369332"/>
                </a:xfrm>
                <a:prstGeom prst="rect">
                  <a:avLst/>
                </a:prstGeom>
                <a:blipFill>
                  <a:blip r:embed="rId33"/>
                  <a:stretch>
                    <a:fillRect l="-11957" b="-14754"/>
                  </a:stretch>
                </a:blipFill>
              </p:spPr>
              <p:txBody>
                <a:bodyPr/>
                <a:lstStyle/>
                <a:p>
                  <a:r>
                    <a:rPr lang="zh-CN" altLang="en-US">
                      <a:noFill/>
                    </a:rPr>
                    <a:t> </a:t>
                  </a:r>
                </a:p>
              </p:txBody>
            </p:sp>
          </mc:Fallback>
        </mc:AlternateContent>
        <p:cxnSp>
          <p:nvCxnSpPr>
            <p:cNvPr id="42" name="直接连接符 41">
              <a:extLst>
                <a:ext uri="{FF2B5EF4-FFF2-40B4-BE49-F238E27FC236}">
                  <a16:creationId xmlns:a16="http://schemas.microsoft.com/office/drawing/2014/main" id="{39CEFD81-98F7-C383-C511-6E4C6A692F86}"/>
                </a:ext>
              </a:extLst>
            </p:cNvPr>
            <p:cNvCxnSpPr>
              <a:cxnSpLocks/>
            </p:cNvCxnSpPr>
            <p:nvPr/>
          </p:nvCxnSpPr>
          <p:spPr>
            <a:xfrm>
              <a:off x="9576000" y="5148000"/>
              <a:ext cx="0" cy="360000"/>
            </a:xfrm>
            <a:prstGeom prst="line">
              <a:avLst/>
            </a:prstGeom>
            <a:ln w="38100">
              <a:solidFill>
                <a:schemeClr val="tx1"/>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434F2E03-E605-2AF9-6216-B9A068CC75AE}"/>
                </a:ext>
              </a:extLst>
            </p:cNvPr>
            <p:cNvCxnSpPr>
              <a:cxnSpLocks/>
            </p:cNvCxnSpPr>
            <p:nvPr/>
          </p:nvCxnSpPr>
          <p:spPr>
            <a:xfrm>
              <a:off x="9828000" y="6120000"/>
              <a:ext cx="360000" cy="0"/>
            </a:xfrm>
            <a:prstGeom prst="line">
              <a:avLst/>
            </a:prstGeom>
            <a:ln w="38100">
              <a:solidFill>
                <a:schemeClr val="tx1"/>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E049DCD8-6A12-30D1-6B8D-0FE8E57D74FD}"/>
                </a:ext>
              </a:extLst>
            </p:cNvPr>
            <p:cNvCxnSpPr>
              <a:cxnSpLocks/>
            </p:cNvCxnSpPr>
            <p:nvPr/>
          </p:nvCxnSpPr>
          <p:spPr>
            <a:xfrm>
              <a:off x="10332000" y="5040000"/>
              <a:ext cx="0" cy="108000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318F5C2A-C70A-11C5-97AB-AF490881AEF9}"/>
                </a:ext>
              </a:extLst>
            </p:cNvPr>
            <p:cNvCxnSpPr>
              <a:cxnSpLocks/>
            </p:cNvCxnSpPr>
            <p:nvPr/>
          </p:nvCxnSpPr>
          <p:spPr>
            <a:xfrm>
              <a:off x="10332000" y="5148000"/>
              <a:ext cx="0" cy="360000"/>
            </a:xfrm>
            <a:prstGeom prst="line">
              <a:avLst/>
            </a:prstGeom>
            <a:ln w="38100">
              <a:solidFill>
                <a:schemeClr val="tx1"/>
              </a:solidFill>
              <a:headEnd type="non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04EFEC1F-6DA5-4D54-2871-14E7B31159B7}"/>
                </a:ext>
              </a:extLst>
            </p:cNvPr>
            <p:cNvCxnSpPr>
              <a:cxnSpLocks/>
            </p:cNvCxnSpPr>
            <p:nvPr/>
          </p:nvCxnSpPr>
          <p:spPr>
            <a:xfrm flipH="1">
              <a:off x="9720000" y="5040000"/>
              <a:ext cx="360000" cy="0"/>
            </a:xfrm>
            <a:prstGeom prst="line">
              <a:avLst/>
            </a:prstGeom>
            <a:ln w="38100">
              <a:solidFill>
                <a:schemeClr val="tx1"/>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p:grpSp>
      <p:grpSp>
        <p:nvGrpSpPr>
          <p:cNvPr id="47" name="组合 46">
            <a:extLst>
              <a:ext uri="{FF2B5EF4-FFF2-40B4-BE49-F238E27FC236}">
                <a16:creationId xmlns:a16="http://schemas.microsoft.com/office/drawing/2014/main" id="{EEAA7BB1-E23A-33FE-75E6-FE6CD9C5F9D6}"/>
              </a:ext>
            </a:extLst>
          </p:cNvPr>
          <p:cNvGrpSpPr/>
          <p:nvPr/>
        </p:nvGrpSpPr>
        <p:grpSpPr>
          <a:xfrm>
            <a:off x="7560000" y="2160000"/>
            <a:ext cx="4536000" cy="1998000"/>
            <a:chOff x="720000" y="4680000"/>
            <a:chExt cx="4536000" cy="1998000"/>
          </a:xfrm>
        </p:grpSpPr>
        <p:cxnSp>
          <p:nvCxnSpPr>
            <p:cNvPr id="48" name="直接连接符 47">
              <a:extLst>
                <a:ext uri="{FF2B5EF4-FFF2-40B4-BE49-F238E27FC236}">
                  <a16:creationId xmlns:a16="http://schemas.microsoft.com/office/drawing/2014/main" id="{C05B8B04-5D13-F8AE-6620-754772CF6543}"/>
                </a:ext>
              </a:extLst>
            </p:cNvPr>
            <p:cNvCxnSpPr>
              <a:cxnSpLocks/>
            </p:cNvCxnSpPr>
            <p:nvPr/>
          </p:nvCxnSpPr>
          <p:spPr>
            <a:xfrm>
              <a:off x="1584000" y="5850000"/>
              <a:ext cx="1800000" cy="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4280F3E-0D60-C674-0B99-7CAFC4EF5D5D}"/>
                </a:ext>
              </a:extLst>
            </p:cNvPr>
            <p:cNvCxnSpPr>
              <a:cxnSpLocks/>
            </p:cNvCxnSpPr>
            <p:nvPr/>
          </p:nvCxnSpPr>
          <p:spPr>
            <a:xfrm>
              <a:off x="1584000" y="5166000"/>
              <a:ext cx="1800000" cy="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sp>
          <p:nvSpPr>
            <p:cNvPr id="50" name="等腰三角形 49">
              <a:extLst>
                <a:ext uri="{FF2B5EF4-FFF2-40B4-BE49-F238E27FC236}">
                  <a16:creationId xmlns:a16="http://schemas.microsoft.com/office/drawing/2014/main" id="{D29BF2F0-F19B-77CE-081E-248E35A07733}"/>
                </a:ext>
              </a:extLst>
            </p:cNvPr>
            <p:cNvSpPr/>
            <p:nvPr/>
          </p:nvSpPr>
          <p:spPr>
            <a:xfrm rot="5400000">
              <a:off x="3204000" y="4914000"/>
              <a:ext cx="1440000" cy="1188000"/>
            </a:xfrm>
            <a:prstGeom prst="triangl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266B691-DF0F-F42D-311A-1BEDB95842FD}"/>
                    </a:ext>
                  </a:extLst>
                </p:cNvPr>
                <p:cNvSpPr txBox="1"/>
                <p:nvPr/>
              </p:nvSpPr>
              <p:spPr>
                <a:xfrm>
                  <a:off x="3276000" y="5562000"/>
                  <a:ext cx="468000" cy="540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m:t>
                        </m:r>
                      </m:oMath>
                    </m:oMathPara>
                  </a14:m>
                  <a:endParaRPr lang="zh-CN" altLang="en-US" sz="2800" dirty="0">
                    <a:solidFill>
                      <a:schemeClr val="tx1"/>
                    </a:solidFill>
                  </a:endParaRPr>
                </a:p>
              </p:txBody>
            </p:sp>
          </mc:Choice>
          <mc:Fallback xmlns="">
            <p:sp>
              <p:nvSpPr>
                <p:cNvPr id="11" name="文本框 10">
                  <a:extLst>
                    <a:ext uri="{FF2B5EF4-FFF2-40B4-BE49-F238E27FC236}">
                      <a16:creationId xmlns:a16="http://schemas.microsoft.com/office/drawing/2014/main" id="{BCA82B7C-0834-DA72-4087-89DFF16DB68C}"/>
                    </a:ext>
                  </a:extLst>
                </p:cNvPr>
                <p:cNvSpPr txBox="1">
                  <a:spLocks noRot="1" noChangeAspect="1" noMove="1" noResize="1" noEditPoints="1" noAdjustHandles="1" noChangeArrowheads="1" noChangeShapeType="1" noTextEdit="1"/>
                </p:cNvSpPr>
                <p:nvPr/>
              </p:nvSpPr>
              <p:spPr>
                <a:xfrm>
                  <a:off x="3276000" y="5562000"/>
                  <a:ext cx="468000" cy="540000"/>
                </a:xfrm>
                <a:prstGeom prst="rect">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CA7E8B6A-F9B5-4502-79FB-B73699BC204B}"/>
                    </a:ext>
                  </a:extLst>
                </p:cNvPr>
                <p:cNvSpPr txBox="1"/>
                <p:nvPr/>
              </p:nvSpPr>
              <p:spPr>
                <a:xfrm>
                  <a:off x="3276000" y="4878000"/>
                  <a:ext cx="468000" cy="540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m:t>
                        </m:r>
                      </m:oMath>
                    </m:oMathPara>
                  </a14:m>
                  <a:endParaRPr lang="zh-CN" altLang="en-US" sz="2800" dirty="0">
                    <a:solidFill>
                      <a:schemeClr val="tx1"/>
                    </a:solidFill>
                  </a:endParaRPr>
                </a:p>
              </p:txBody>
            </p:sp>
          </mc:Choice>
          <mc:Fallback xmlns="">
            <p:sp>
              <p:nvSpPr>
                <p:cNvPr id="12" name="文本框 11">
                  <a:extLst>
                    <a:ext uri="{FF2B5EF4-FFF2-40B4-BE49-F238E27FC236}">
                      <a16:creationId xmlns:a16="http://schemas.microsoft.com/office/drawing/2014/main" id="{3F4FB864-23B4-3092-2932-D6F8DF21B92C}"/>
                    </a:ext>
                  </a:extLst>
                </p:cNvPr>
                <p:cNvSpPr txBox="1">
                  <a:spLocks noRot="1" noChangeAspect="1" noMove="1" noResize="1" noEditPoints="1" noAdjustHandles="1" noChangeArrowheads="1" noChangeShapeType="1" noTextEdit="1"/>
                </p:cNvSpPr>
                <p:nvPr/>
              </p:nvSpPr>
              <p:spPr>
                <a:xfrm>
                  <a:off x="3276000" y="4878000"/>
                  <a:ext cx="468000" cy="540000"/>
                </a:xfrm>
                <a:prstGeom prst="rect">
                  <a:avLst/>
                </a:prstGeom>
                <a:blipFill>
                  <a:blip r:embed="rId35"/>
                  <a:stretch>
                    <a:fillRect/>
                  </a:stretch>
                </a:blipFill>
              </p:spPr>
              <p:txBody>
                <a:bodyPr/>
                <a:lstStyle/>
                <a:p>
                  <a:r>
                    <a:rPr lang="zh-CN" altLang="en-US">
                      <a:noFill/>
                    </a:rPr>
                    <a:t> </a:t>
                  </a:r>
                </a:p>
              </p:txBody>
            </p:sp>
          </mc:Fallback>
        </mc:AlternateContent>
        <p:cxnSp>
          <p:nvCxnSpPr>
            <p:cNvPr id="53" name="直接连接符 52">
              <a:extLst>
                <a:ext uri="{FF2B5EF4-FFF2-40B4-BE49-F238E27FC236}">
                  <a16:creationId xmlns:a16="http://schemas.microsoft.com/office/drawing/2014/main" id="{5EEA5828-4BDE-ED3E-F586-8A02475D55A1}"/>
                </a:ext>
              </a:extLst>
            </p:cNvPr>
            <p:cNvCxnSpPr>
              <a:cxnSpLocks/>
            </p:cNvCxnSpPr>
            <p:nvPr/>
          </p:nvCxnSpPr>
          <p:spPr>
            <a:xfrm>
              <a:off x="4500000" y="5508000"/>
              <a:ext cx="504000" cy="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45D76EC6-FA60-BA9E-43C3-24A26063253A}"/>
                    </a:ext>
                  </a:extLst>
                </p:cNvPr>
                <p:cNvSpPr txBox="1"/>
                <p:nvPr/>
              </p:nvSpPr>
              <p:spPr>
                <a:xfrm>
                  <a:off x="4752000" y="5022000"/>
                  <a:ext cx="50400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𝑣</m:t>
                            </m:r>
                          </m:e>
                          <m:sub>
                            <m:r>
                              <m:rPr>
                                <m:sty m:val="p"/>
                              </m:rPr>
                              <a:rPr lang="en-US" altLang="zh-CN" sz="2800" b="0" i="0" smtClean="0">
                                <a:latin typeface="Cambria Math" panose="02040503050406030204" pitchFamily="18" charset="0"/>
                              </a:rPr>
                              <m:t>O</m:t>
                            </m:r>
                          </m:sub>
                        </m:sSub>
                      </m:oMath>
                    </m:oMathPara>
                  </a14:m>
                  <a:endParaRPr lang="zh-CN" altLang="en-US" sz="2800" dirty="0"/>
                </a:p>
              </p:txBody>
            </p:sp>
          </mc:Choice>
          <mc:Fallback xmlns="">
            <p:sp>
              <p:nvSpPr>
                <p:cNvPr id="17" name="文本框 16">
                  <a:extLst>
                    <a:ext uri="{FF2B5EF4-FFF2-40B4-BE49-F238E27FC236}">
                      <a16:creationId xmlns:a16="http://schemas.microsoft.com/office/drawing/2014/main" id="{6175D27F-1490-67BC-D9F3-6D14FCE062F7}"/>
                    </a:ext>
                  </a:extLst>
                </p:cNvPr>
                <p:cNvSpPr txBox="1">
                  <a:spLocks noRot="1" noChangeAspect="1" noMove="1" noResize="1" noEditPoints="1" noAdjustHandles="1" noChangeArrowheads="1" noChangeShapeType="1" noTextEdit="1"/>
                </p:cNvSpPr>
                <p:nvPr/>
              </p:nvSpPr>
              <p:spPr>
                <a:xfrm>
                  <a:off x="4752000" y="5022000"/>
                  <a:ext cx="504000" cy="430887"/>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957D4B3E-5AD0-A8CB-EFB6-F50F64E7A312}"/>
                    </a:ext>
                  </a:extLst>
                </p:cNvPr>
                <p:cNvSpPr txBox="1"/>
                <p:nvPr/>
              </p:nvSpPr>
              <p:spPr>
                <a:xfrm>
                  <a:off x="720000" y="5616000"/>
                  <a:ext cx="79200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𝑉</m:t>
                            </m:r>
                          </m:e>
                          <m:sub>
                            <m:r>
                              <m:rPr>
                                <m:sty m:val="p"/>
                              </m:rPr>
                              <a:rPr lang="en-US" altLang="zh-CN" sz="2800" b="0" i="0" smtClean="0">
                                <a:latin typeface="Cambria Math" panose="02040503050406030204" pitchFamily="18" charset="0"/>
                              </a:rPr>
                              <m:t>REF</m:t>
                            </m:r>
                          </m:sub>
                        </m:sSub>
                      </m:oMath>
                    </m:oMathPara>
                  </a14:m>
                  <a:endParaRPr lang="zh-CN" altLang="en-US" sz="2800" dirty="0"/>
                </a:p>
              </p:txBody>
            </p:sp>
          </mc:Choice>
          <mc:Fallback xmlns="">
            <p:sp>
              <p:nvSpPr>
                <p:cNvPr id="18" name="文本框 17">
                  <a:extLst>
                    <a:ext uri="{FF2B5EF4-FFF2-40B4-BE49-F238E27FC236}">
                      <a16:creationId xmlns:a16="http://schemas.microsoft.com/office/drawing/2014/main" id="{A7A0A037-7E37-2403-283D-71771B7A54DA}"/>
                    </a:ext>
                  </a:extLst>
                </p:cNvPr>
                <p:cNvSpPr txBox="1">
                  <a:spLocks noRot="1" noChangeAspect="1" noMove="1" noResize="1" noEditPoints="1" noAdjustHandles="1" noChangeArrowheads="1" noChangeShapeType="1" noTextEdit="1"/>
                </p:cNvSpPr>
                <p:nvPr/>
              </p:nvSpPr>
              <p:spPr>
                <a:xfrm>
                  <a:off x="720000" y="5616000"/>
                  <a:ext cx="792000" cy="430887"/>
                </a:xfrm>
                <a:prstGeom prst="rect">
                  <a:avLst/>
                </a:prstGeom>
                <a:blipFill>
                  <a:blip r:embed="rId37"/>
                  <a:stretch>
                    <a:fillRect/>
                  </a:stretch>
                </a:blipFill>
              </p:spPr>
              <p:txBody>
                <a:bodyPr/>
                <a:lstStyle/>
                <a:p>
                  <a:r>
                    <a:rPr lang="zh-CN" altLang="en-US">
                      <a:noFill/>
                    </a:rPr>
                    <a:t> </a:t>
                  </a:r>
                </a:p>
              </p:txBody>
            </p:sp>
          </mc:Fallback>
        </mc:AlternateContent>
        <p:sp>
          <p:nvSpPr>
            <p:cNvPr id="56" name="文本框 55">
              <a:extLst>
                <a:ext uri="{FF2B5EF4-FFF2-40B4-BE49-F238E27FC236}">
                  <a16:creationId xmlns:a16="http://schemas.microsoft.com/office/drawing/2014/main" id="{3525AA75-C2F2-7DC3-7012-1063AF79B75A}"/>
                </a:ext>
              </a:extLst>
            </p:cNvPr>
            <p:cNvSpPr txBox="1"/>
            <p:nvPr/>
          </p:nvSpPr>
          <p:spPr>
            <a:xfrm>
              <a:off x="3708000" y="5292000"/>
              <a:ext cx="432000" cy="430887"/>
            </a:xfrm>
            <a:prstGeom prst="rect">
              <a:avLst/>
            </a:prstGeom>
            <a:noFill/>
          </p:spPr>
          <p:txBody>
            <a:bodyPr wrap="none" lIns="0" tIns="0" rIns="0" bIns="0" rtlCol="0">
              <a:spAutoFit/>
            </a:bodyPr>
            <a:lstStyle/>
            <a:p>
              <a:pPr algn="ctr"/>
              <a:r>
                <a:rPr lang="en-US" altLang="zh-CN" sz="2800" dirty="0">
                  <a:latin typeface="微软雅黑" panose="020B0503020204020204" pitchFamily="34" charset="-122"/>
                  <a:ea typeface="微软雅黑" panose="020B0503020204020204" pitchFamily="34" charset="-122"/>
                </a:rPr>
                <a:t>C</a:t>
              </a:r>
              <a:endParaRPr lang="zh-CN" altLang="en-US" sz="2800" dirty="0">
                <a:latin typeface="微软雅黑" panose="020B0503020204020204" pitchFamily="34" charset="-122"/>
                <a:ea typeface="微软雅黑" panose="020B0503020204020204" pitchFamily="34" charset="-122"/>
              </a:endParaRPr>
            </a:p>
          </p:txBody>
        </p:sp>
        <p:sp>
          <p:nvSpPr>
            <p:cNvPr id="57" name="矩形 56">
              <a:extLst>
                <a:ext uri="{FF2B5EF4-FFF2-40B4-BE49-F238E27FC236}">
                  <a16:creationId xmlns:a16="http://schemas.microsoft.com/office/drawing/2014/main" id="{E3D68FC2-987E-1516-3D8A-C3D297AA80F8}"/>
                </a:ext>
              </a:extLst>
            </p:cNvPr>
            <p:cNvSpPr/>
            <p:nvPr/>
          </p:nvSpPr>
          <p:spPr>
            <a:xfrm>
              <a:off x="1872000" y="5778000"/>
              <a:ext cx="504000" cy="14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连接符 57">
              <a:extLst>
                <a:ext uri="{FF2B5EF4-FFF2-40B4-BE49-F238E27FC236}">
                  <a16:creationId xmlns:a16="http://schemas.microsoft.com/office/drawing/2014/main" id="{A7F9A64B-A1F7-5243-1705-BC21A04456E2}"/>
                </a:ext>
              </a:extLst>
            </p:cNvPr>
            <p:cNvCxnSpPr>
              <a:cxnSpLocks/>
            </p:cNvCxnSpPr>
            <p:nvPr/>
          </p:nvCxnSpPr>
          <p:spPr>
            <a:xfrm>
              <a:off x="2790000" y="5850000"/>
              <a:ext cx="0" cy="75600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sp>
          <p:nvSpPr>
            <p:cNvPr id="59" name="椭圆 58">
              <a:extLst>
                <a:ext uri="{FF2B5EF4-FFF2-40B4-BE49-F238E27FC236}">
                  <a16:creationId xmlns:a16="http://schemas.microsoft.com/office/drawing/2014/main" id="{916E1269-728F-8538-40C5-F5FD2DCB0093}"/>
                </a:ext>
              </a:extLst>
            </p:cNvPr>
            <p:cNvSpPr/>
            <p:nvPr/>
          </p:nvSpPr>
          <p:spPr>
            <a:xfrm>
              <a:off x="2736000" y="579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F9D80E4D-75C5-78FB-27DB-7D7D0F4B294E}"/>
                    </a:ext>
                  </a:extLst>
                </p:cNvPr>
                <p:cNvSpPr txBox="1"/>
                <p:nvPr/>
              </p:nvSpPr>
              <p:spPr>
                <a:xfrm>
                  <a:off x="1080000" y="4932000"/>
                  <a:ext cx="43200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𝑣</m:t>
                            </m:r>
                          </m:e>
                          <m:sub>
                            <m:r>
                              <m:rPr>
                                <m:sty m:val="p"/>
                              </m:rPr>
                              <a:rPr lang="en-US" altLang="zh-CN" sz="2800" b="0" i="0" smtClean="0">
                                <a:latin typeface="Cambria Math" panose="02040503050406030204" pitchFamily="18" charset="0"/>
                              </a:rPr>
                              <m:t>I</m:t>
                            </m:r>
                          </m:sub>
                        </m:sSub>
                      </m:oMath>
                    </m:oMathPara>
                  </a14:m>
                  <a:endParaRPr lang="zh-CN" altLang="en-US" sz="2800" dirty="0"/>
                </a:p>
              </p:txBody>
            </p:sp>
          </mc:Choice>
          <mc:Fallback xmlns="">
            <p:sp>
              <p:nvSpPr>
                <p:cNvPr id="28" name="文本框 27">
                  <a:extLst>
                    <a:ext uri="{FF2B5EF4-FFF2-40B4-BE49-F238E27FC236}">
                      <a16:creationId xmlns:a16="http://schemas.microsoft.com/office/drawing/2014/main" id="{B521933D-2455-C756-8F90-B753A10D6463}"/>
                    </a:ext>
                  </a:extLst>
                </p:cNvPr>
                <p:cNvSpPr txBox="1">
                  <a:spLocks noRot="1" noChangeAspect="1" noMove="1" noResize="1" noEditPoints="1" noAdjustHandles="1" noChangeArrowheads="1" noChangeShapeType="1" noTextEdit="1"/>
                </p:cNvSpPr>
                <p:nvPr/>
              </p:nvSpPr>
              <p:spPr>
                <a:xfrm>
                  <a:off x="1080000" y="4932000"/>
                  <a:ext cx="432000" cy="430887"/>
                </a:xfrm>
                <a:prstGeom prst="rect">
                  <a:avLst/>
                </a:prstGeom>
                <a:blipFill>
                  <a:blip r:embed="rId38"/>
                  <a:stretch>
                    <a:fillRect/>
                  </a:stretch>
                </a:blipFill>
              </p:spPr>
              <p:txBody>
                <a:bodyPr/>
                <a:lstStyle/>
                <a:p>
                  <a:r>
                    <a:rPr lang="zh-CN" altLang="en-US">
                      <a:noFill/>
                    </a:rPr>
                    <a:t> </a:t>
                  </a:r>
                </a:p>
              </p:txBody>
            </p:sp>
          </mc:Fallback>
        </mc:AlternateContent>
        <p:cxnSp>
          <p:nvCxnSpPr>
            <p:cNvPr id="61" name="直接连接符 60">
              <a:extLst>
                <a:ext uri="{FF2B5EF4-FFF2-40B4-BE49-F238E27FC236}">
                  <a16:creationId xmlns:a16="http://schemas.microsoft.com/office/drawing/2014/main" id="{DAE13E2E-9CD5-309A-B4EE-1AB1599006AE}"/>
                </a:ext>
              </a:extLst>
            </p:cNvPr>
            <p:cNvCxnSpPr>
              <a:cxnSpLocks/>
            </p:cNvCxnSpPr>
            <p:nvPr/>
          </p:nvCxnSpPr>
          <p:spPr>
            <a:xfrm>
              <a:off x="2790000" y="6606000"/>
              <a:ext cx="1926000" cy="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7694C4A3-F363-A0F9-F587-18F066C95DA4}"/>
                    </a:ext>
                  </a:extLst>
                </p:cNvPr>
                <p:cNvSpPr txBox="1"/>
                <p:nvPr/>
              </p:nvSpPr>
              <p:spPr>
                <a:xfrm>
                  <a:off x="1872000" y="5328000"/>
                  <a:ext cx="50400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i="1">
                                <a:latin typeface="Cambria Math" panose="02040503050406030204" pitchFamily="18" charset="0"/>
                              </a:rPr>
                              <m:t>𝑅</m:t>
                            </m:r>
                          </m:e>
                          <m:sub>
                            <m:r>
                              <a:rPr lang="en-US" altLang="zh-CN" sz="2800" b="0" i="0" smtClean="0">
                                <a:latin typeface="Cambria Math" panose="02040503050406030204" pitchFamily="18" charset="0"/>
                              </a:rPr>
                              <m:t>2</m:t>
                            </m:r>
                          </m:sub>
                        </m:sSub>
                      </m:oMath>
                    </m:oMathPara>
                  </a14:m>
                  <a:endParaRPr lang="zh-CN" altLang="en-US" sz="2800" dirty="0"/>
                </a:p>
              </p:txBody>
            </p:sp>
          </mc:Choice>
          <mc:Fallback xmlns="">
            <p:sp>
              <p:nvSpPr>
                <p:cNvPr id="31" name="文本框 30">
                  <a:extLst>
                    <a:ext uri="{FF2B5EF4-FFF2-40B4-BE49-F238E27FC236}">
                      <a16:creationId xmlns:a16="http://schemas.microsoft.com/office/drawing/2014/main" id="{499A7FA8-F7CC-435D-CFD8-F4438FC450BC}"/>
                    </a:ext>
                  </a:extLst>
                </p:cNvPr>
                <p:cNvSpPr txBox="1">
                  <a:spLocks noRot="1" noChangeAspect="1" noMove="1" noResize="1" noEditPoints="1" noAdjustHandles="1" noChangeArrowheads="1" noChangeShapeType="1" noTextEdit="1"/>
                </p:cNvSpPr>
                <p:nvPr/>
              </p:nvSpPr>
              <p:spPr>
                <a:xfrm>
                  <a:off x="1872000" y="5328000"/>
                  <a:ext cx="504000" cy="430887"/>
                </a:xfrm>
                <a:prstGeom prst="rect">
                  <a:avLst/>
                </a:prstGeom>
                <a:blipFill>
                  <a:blip r:embed="rId39"/>
                  <a:stretch>
                    <a:fillRect/>
                  </a:stretch>
                </a:blipFill>
              </p:spPr>
              <p:txBody>
                <a:bodyPr/>
                <a:lstStyle/>
                <a:p>
                  <a:r>
                    <a:rPr lang="zh-CN" altLang="en-US">
                      <a:noFill/>
                    </a:rPr>
                    <a:t> </a:t>
                  </a:r>
                </a:p>
              </p:txBody>
            </p:sp>
          </mc:Fallback>
        </mc:AlternateContent>
        <p:sp>
          <p:nvSpPr>
            <p:cNvPr id="63" name="矩形 62">
              <a:extLst>
                <a:ext uri="{FF2B5EF4-FFF2-40B4-BE49-F238E27FC236}">
                  <a16:creationId xmlns:a16="http://schemas.microsoft.com/office/drawing/2014/main" id="{A690D5DE-6C5A-F86C-2D2D-DC96DAD51987}"/>
                </a:ext>
              </a:extLst>
            </p:cNvPr>
            <p:cNvSpPr/>
            <p:nvPr/>
          </p:nvSpPr>
          <p:spPr>
            <a:xfrm>
              <a:off x="3456000" y="6534000"/>
              <a:ext cx="504000" cy="144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56" name="文本框 255">
                  <a:extLst>
                    <a:ext uri="{FF2B5EF4-FFF2-40B4-BE49-F238E27FC236}">
                      <a16:creationId xmlns:a16="http://schemas.microsoft.com/office/drawing/2014/main" id="{68346F01-3828-2472-0D02-E9D74EB6F7E3}"/>
                    </a:ext>
                  </a:extLst>
                </p:cNvPr>
                <p:cNvSpPr txBox="1"/>
                <p:nvPr/>
              </p:nvSpPr>
              <p:spPr>
                <a:xfrm>
                  <a:off x="3456000" y="6084000"/>
                  <a:ext cx="50400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i="1">
                                <a:latin typeface="Cambria Math" panose="02040503050406030204" pitchFamily="18" charset="0"/>
                              </a:rPr>
                              <m:t>𝑅</m:t>
                            </m:r>
                          </m:e>
                          <m:sub>
                            <m:r>
                              <a:rPr lang="en-US" altLang="zh-CN" sz="2800" b="0" i="0" smtClean="0">
                                <a:latin typeface="Cambria Math" panose="02040503050406030204" pitchFamily="18" charset="0"/>
                              </a:rPr>
                              <m:t>1</m:t>
                            </m:r>
                          </m:sub>
                        </m:sSub>
                      </m:oMath>
                    </m:oMathPara>
                  </a14:m>
                  <a:endParaRPr lang="zh-CN" altLang="en-US" sz="2800" dirty="0"/>
                </a:p>
              </p:txBody>
            </p:sp>
          </mc:Choice>
          <mc:Fallback xmlns="">
            <p:sp>
              <p:nvSpPr>
                <p:cNvPr id="32" name="文本框 31">
                  <a:extLst>
                    <a:ext uri="{FF2B5EF4-FFF2-40B4-BE49-F238E27FC236}">
                      <a16:creationId xmlns:a16="http://schemas.microsoft.com/office/drawing/2014/main" id="{C38F1575-A91C-FE36-B645-7F3A8C62C1D3}"/>
                    </a:ext>
                  </a:extLst>
                </p:cNvPr>
                <p:cNvSpPr txBox="1">
                  <a:spLocks noRot="1" noChangeAspect="1" noMove="1" noResize="1" noEditPoints="1" noAdjustHandles="1" noChangeArrowheads="1" noChangeShapeType="1" noTextEdit="1"/>
                </p:cNvSpPr>
                <p:nvPr/>
              </p:nvSpPr>
              <p:spPr>
                <a:xfrm>
                  <a:off x="3456000" y="6084000"/>
                  <a:ext cx="504000" cy="430887"/>
                </a:xfrm>
                <a:prstGeom prst="rect">
                  <a:avLst/>
                </a:prstGeom>
                <a:blipFill>
                  <a:blip r:embed="rId40"/>
                  <a:stretch>
                    <a:fillRect/>
                  </a:stretch>
                </a:blipFill>
              </p:spPr>
              <p:txBody>
                <a:bodyPr/>
                <a:lstStyle/>
                <a:p>
                  <a:r>
                    <a:rPr lang="zh-CN" altLang="en-US">
                      <a:noFill/>
                    </a:rPr>
                    <a:t> </a:t>
                  </a:r>
                </a:p>
              </p:txBody>
            </p:sp>
          </mc:Fallback>
        </mc:AlternateContent>
        <p:sp>
          <p:nvSpPr>
            <p:cNvPr id="257" name="椭圆 256">
              <a:extLst>
                <a:ext uri="{FF2B5EF4-FFF2-40B4-BE49-F238E27FC236}">
                  <a16:creationId xmlns:a16="http://schemas.microsoft.com/office/drawing/2014/main" id="{C1625A8B-71E8-A3DA-846F-ED40C29BA95A}"/>
                </a:ext>
              </a:extLst>
            </p:cNvPr>
            <p:cNvSpPr/>
            <p:nvPr/>
          </p:nvSpPr>
          <p:spPr>
            <a:xfrm>
              <a:off x="2736000" y="51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58" name="文本框 257">
                  <a:extLst>
                    <a:ext uri="{FF2B5EF4-FFF2-40B4-BE49-F238E27FC236}">
                      <a16:creationId xmlns:a16="http://schemas.microsoft.com/office/drawing/2014/main" id="{3CFEC26F-544C-C791-A62D-00F4DB55EE7B}"/>
                    </a:ext>
                  </a:extLst>
                </p:cNvPr>
                <p:cNvSpPr txBox="1"/>
                <p:nvPr/>
              </p:nvSpPr>
              <p:spPr>
                <a:xfrm>
                  <a:off x="2556000" y="5364000"/>
                  <a:ext cx="50400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schemeClr val="accent5">
                                    <a:lumMod val="75000"/>
                                  </a:schemeClr>
                                </a:solidFill>
                                <a:latin typeface="Cambria Math" panose="02040503050406030204" pitchFamily="18" charset="0"/>
                              </a:rPr>
                            </m:ctrlPr>
                          </m:sSubPr>
                          <m:e>
                            <m:r>
                              <a:rPr lang="en-US" altLang="zh-CN" sz="2800" b="0" i="1" smtClean="0">
                                <a:solidFill>
                                  <a:schemeClr val="accent5">
                                    <a:lumMod val="75000"/>
                                  </a:schemeClr>
                                </a:solidFill>
                                <a:latin typeface="Cambria Math" panose="02040503050406030204" pitchFamily="18" charset="0"/>
                              </a:rPr>
                              <m:t>𝑣</m:t>
                            </m:r>
                          </m:e>
                          <m:sub>
                            <m:r>
                              <m:rPr>
                                <m:sty m:val="p"/>
                              </m:rPr>
                              <a:rPr lang="en-US" altLang="zh-CN" sz="2800" b="0" i="0" smtClean="0">
                                <a:solidFill>
                                  <a:schemeClr val="accent5">
                                    <a:lumMod val="75000"/>
                                  </a:schemeClr>
                                </a:solidFill>
                                <a:latin typeface="Cambria Math" panose="02040503050406030204" pitchFamily="18" charset="0"/>
                              </a:rPr>
                              <m:t>P</m:t>
                            </m:r>
                          </m:sub>
                        </m:sSub>
                      </m:oMath>
                    </m:oMathPara>
                  </a14:m>
                  <a:endParaRPr lang="zh-CN" altLang="en-US" sz="2800" dirty="0">
                    <a:solidFill>
                      <a:schemeClr val="accent5">
                        <a:lumMod val="75000"/>
                      </a:schemeClr>
                    </a:solidFill>
                  </a:endParaRPr>
                </a:p>
              </p:txBody>
            </p:sp>
          </mc:Choice>
          <mc:Fallback xmlns="">
            <p:sp>
              <p:nvSpPr>
                <p:cNvPr id="34" name="文本框 33">
                  <a:extLst>
                    <a:ext uri="{FF2B5EF4-FFF2-40B4-BE49-F238E27FC236}">
                      <a16:creationId xmlns:a16="http://schemas.microsoft.com/office/drawing/2014/main" id="{DD166411-55B1-F7B6-85FE-BED2E3930916}"/>
                    </a:ext>
                  </a:extLst>
                </p:cNvPr>
                <p:cNvSpPr txBox="1">
                  <a:spLocks noRot="1" noChangeAspect="1" noMove="1" noResize="1" noEditPoints="1" noAdjustHandles="1" noChangeArrowheads="1" noChangeShapeType="1" noTextEdit="1"/>
                </p:cNvSpPr>
                <p:nvPr/>
              </p:nvSpPr>
              <p:spPr>
                <a:xfrm>
                  <a:off x="2556000" y="5364000"/>
                  <a:ext cx="504000" cy="430887"/>
                </a:xfrm>
                <a:prstGeom prst="rect">
                  <a:avLst/>
                </a:prstGeom>
                <a:blipFill>
                  <a:blip r:embed="rId4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9" name="文本框 258">
                  <a:extLst>
                    <a:ext uri="{FF2B5EF4-FFF2-40B4-BE49-F238E27FC236}">
                      <a16:creationId xmlns:a16="http://schemas.microsoft.com/office/drawing/2014/main" id="{E6F72A8D-44C7-F815-BF88-95EB69932B56}"/>
                    </a:ext>
                  </a:extLst>
                </p:cNvPr>
                <p:cNvSpPr txBox="1"/>
                <p:nvPr/>
              </p:nvSpPr>
              <p:spPr>
                <a:xfrm>
                  <a:off x="2592000" y="4680000"/>
                  <a:ext cx="50347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schemeClr val="accent5">
                                    <a:lumMod val="75000"/>
                                  </a:schemeClr>
                                </a:solidFill>
                                <a:latin typeface="Cambria Math" panose="02040503050406030204" pitchFamily="18" charset="0"/>
                              </a:rPr>
                            </m:ctrlPr>
                          </m:sSubPr>
                          <m:e>
                            <m:r>
                              <a:rPr lang="en-US" altLang="zh-CN" sz="2800" b="0" i="1" smtClean="0">
                                <a:solidFill>
                                  <a:schemeClr val="accent5">
                                    <a:lumMod val="75000"/>
                                  </a:schemeClr>
                                </a:solidFill>
                                <a:latin typeface="Cambria Math" panose="02040503050406030204" pitchFamily="18" charset="0"/>
                              </a:rPr>
                              <m:t>𝑣</m:t>
                            </m:r>
                          </m:e>
                          <m:sub>
                            <m:r>
                              <m:rPr>
                                <m:sty m:val="p"/>
                              </m:rPr>
                              <a:rPr lang="en-US" altLang="zh-CN" sz="2800" b="0" i="0" smtClean="0">
                                <a:solidFill>
                                  <a:schemeClr val="accent5">
                                    <a:lumMod val="75000"/>
                                  </a:schemeClr>
                                </a:solidFill>
                                <a:latin typeface="Cambria Math" panose="02040503050406030204" pitchFamily="18" charset="0"/>
                              </a:rPr>
                              <m:t>N</m:t>
                            </m:r>
                          </m:sub>
                        </m:sSub>
                      </m:oMath>
                    </m:oMathPara>
                  </a14:m>
                  <a:endParaRPr lang="zh-CN" altLang="en-US" sz="2800" dirty="0">
                    <a:solidFill>
                      <a:schemeClr val="accent5">
                        <a:lumMod val="75000"/>
                      </a:schemeClr>
                    </a:solidFill>
                  </a:endParaRPr>
                </a:p>
              </p:txBody>
            </p:sp>
          </mc:Choice>
          <mc:Fallback xmlns="">
            <p:sp>
              <p:nvSpPr>
                <p:cNvPr id="35" name="文本框 34">
                  <a:extLst>
                    <a:ext uri="{FF2B5EF4-FFF2-40B4-BE49-F238E27FC236}">
                      <a16:creationId xmlns:a16="http://schemas.microsoft.com/office/drawing/2014/main" id="{14C409A9-709B-9CFE-E949-85D00B58A3D0}"/>
                    </a:ext>
                  </a:extLst>
                </p:cNvPr>
                <p:cNvSpPr txBox="1">
                  <a:spLocks noRot="1" noChangeAspect="1" noMove="1" noResize="1" noEditPoints="1" noAdjustHandles="1" noChangeArrowheads="1" noChangeShapeType="1" noTextEdit="1"/>
                </p:cNvSpPr>
                <p:nvPr/>
              </p:nvSpPr>
              <p:spPr>
                <a:xfrm>
                  <a:off x="2592000" y="4680000"/>
                  <a:ext cx="503471" cy="430887"/>
                </a:xfrm>
                <a:prstGeom prst="rect">
                  <a:avLst/>
                </a:prstGeom>
                <a:blipFill>
                  <a:blip r:embed="rId42"/>
                  <a:stretch>
                    <a:fillRect/>
                  </a:stretch>
                </a:blipFill>
              </p:spPr>
              <p:txBody>
                <a:bodyPr/>
                <a:lstStyle/>
                <a:p>
                  <a:r>
                    <a:rPr lang="zh-CN" altLang="en-US">
                      <a:noFill/>
                    </a:rPr>
                    <a:t> </a:t>
                  </a:r>
                </a:p>
              </p:txBody>
            </p:sp>
          </mc:Fallback>
        </mc:AlternateContent>
        <p:cxnSp>
          <p:nvCxnSpPr>
            <p:cNvPr id="260" name="直接连接符 259">
              <a:extLst>
                <a:ext uri="{FF2B5EF4-FFF2-40B4-BE49-F238E27FC236}">
                  <a16:creationId xmlns:a16="http://schemas.microsoft.com/office/drawing/2014/main" id="{E4ACA015-2E8F-37B1-DEF6-84667AD191FC}"/>
                </a:ext>
              </a:extLst>
            </p:cNvPr>
            <p:cNvCxnSpPr>
              <a:cxnSpLocks/>
            </p:cNvCxnSpPr>
            <p:nvPr/>
          </p:nvCxnSpPr>
          <p:spPr>
            <a:xfrm>
              <a:off x="4716000" y="5508000"/>
              <a:ext cx="0" cy="1098000"/>
            </a:xfrm>
            <a:prstGeom prst="line">
              <a:avLst/>
            </a:prstGeom>
            <a:ln w="38100">
              <a:solidFill>
                <a:schemeClr val="tx1"/>
              </a:solidFill>
              <a:tailEnd type="none" w="med" len="lg"/>
            </a:ln>
          </p:spPr>
          <p:style>
            <a:lnRef idx="1">
              <a:schemeClr val="accent1"/>
            </a:lnRef>
            <a:fillRef idx="0">
              <a:schemeClr val="accent1"/>
            </a:fillRef>
            <a:effectRef idx="0">
              <a:schemeClr val="accent1"/>
            </a:effectRef>
            <a:fontRef idx="minor">
              <a:schemeClr val="tx1"/>
            </a:fontRef>
          </p:style>
        </p:cxnSp>
        <p:sp>
          <p:nvSpPr>
            <p:cNvPr id="261" name="椭圆 260">
              <a:extLst>
                <a:ext uri="{FF2B5EF4-FFF2-40B4-BE49-F238E27FC236}">
                  <a16:creationId xmlns:a16="http://schemas.microsoft.com/office/drawing/2014/main" id="{3BD3D0DE-DD54-22D0-9FA2-DB8C75D6B713}"/>
                </a:ext>
              </a:extLst>
            </p:cNvPr>
            <p:cNvSpPr/>
            <p:nvPr/>
          </p:nvSpPr>
          <p:spPr>
            <a:xfrm>
              <a:off x="4662000" y="545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532438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DB73C-68C8-7294-D6AE-5F5F896B7D58}"/>
            </a:ext>
          </a:extLst>
        </p:cNvPr>
        <p:cNvGrpSpPr/>
        <p:nvPr/>
      </p:nvGrpSpPr>
      <p:grpSpPr>
        <a:xfrm>
          <a:off x="0" y="0"/>
          <a:ext cx="0" cy="0"/>
          <a:chOff x="0" y="0"/>
          <a:chExt cx="0" cy="0"/>
        </a:xfrm>
      </p:grpSpPr>
      <p:sp>
        <p:nvSpPr>
          <p:cNvPr id="295" name="标题 1">
            <a:extLst>
              <a:ext uri="{FF2B5EF4-FFF2-40B4-BE49-F238E27FC236}">
                <a16:creationId xmlns:a16="http://schemas.microsoft.com/office/drawing/2014/main" id="{C8BD2986-ED3D-D1EA-AA6A-28E9EDF1CEBC}"/>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模拟部分（集成运算放大器）</a:t>
            </a:r>
          </a:p>
        </p:txBody>
      </p:sp>
      <p:sp>
        <p:nvSpPr>
          <p:cNvPr id="2" name="文本框 1">
            <a:extLst>
              <a:ext uri="{FF2B5EF4-FFF2-40B4-BE49-F238E27FC236}">
                <a16:creationId xmlns:a16="http://schemas.microsoft.com/office/drawing/2014/main" id="{16129C6B-8224-E8DD-EC1B-1BDC8E5D1E13}"/>
              </a:ext>
            </a:extLst>
          </p:cNvPr>
          <p:cNvSpPr txBox="1"/>
          <p:nvPr/>
        </p:nvSpPr>
        <p:spPr>
          <a:xfrm>
            <a:off x="359999" y="828000"/>
            <a:ext cx="9688009" cy="1612108"/>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迟滞比较器应用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抗干扰，去噪声</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方波和锯齿波产生电路（结构、工作原理、具体参数计算）</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81" name="组合 280">
            <a:extLst>
              <a:ext uri="{FF2B5EF4-FFF2-40B4-BE49-F238E27FC236}">
                <a16:creationId xmlns:a16="http://schemas.microsoft.com/office/drawing/2014/main" id="{AC17075D-561A-3386-B7A4-C6B0BDA6E08A}"/>
              </a:ext>
            </a:extLst>
          </p:cNvPr>
          <p:cNvGrpSpPr/>
          <p:nvPr/>
        </p:nvGrpSpPr>
        <p:grpSpPr>
          <a:xfrm>
            <a:off x="11449269" y="6198682"/>
            <a:ext cx="786273" cy="548639"/>
            <a:chOff x="11454918" y="5839511"/>
            <a:chExt cx="786273" cy="548639"/>
          </a:xfrm>
        </p:grpSpPr>
        <p:grpSp>
          <p:nvGrpSpPr>
            <p:cNvPr id="282" name="组合 281">
              <a:extLst>
                <a:ext uri="{FF2B5EF4-FFF2-40B4-BE49-F238E27FC236}">
                  <a16:creationId xmlns:a16="http://schemas.microsoft.com/office/drawing/2014/main" id="{DE2E047E-2F73-53AB-BFC6-E6A512115145}"/>
                </a:ext>
              </a:extLst>
            </p:cNvPr>
            <p:cNvGrpSpPr/>
            <p:nvPr/>
          </p:nvGrpSpPr>
          <p:grpSpPr>
            <a:xfrm>
              <a:off x="11454918" y="5867450"/>
              <a:ext cx="737081" cy="520700"/>
              <a:chOff x="11454918" y="5867450"/>
              <a:chExt cx="737081" cy="520700"/>
            </a:xfrm>
          </p:grpSpPr>
          <p:sp>
            <p:nvSpPr>
              <p:cNvPr id="284" name="箭头: 五边形 283">
                <a:extLst>
                  <a:ext uri="{FF2B5EF4-FFF2-40B4-BE49-F238E27FC236}">
                    <a16:creationId xmlns:a16="http://schemas.microsoft.com/office/drawing/2014/main" id="{5DFD6F9D-34AC-11DC-3329-DE988314A9F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5" name="箭头: V 形 284">
                <a:extLst>
                  <a:ext uri="{FF2B5EF4-FFF2-40B4-BE49-F238E27FC236}">
                    <a16:creationId xmlns:a16="http://schemas.microsoft.com/office/drawing/2014/main" id="{67F389E4-6BF8-009A-A7B9-5E40AAF976B1}"/>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83" name="灯片编号占位符 3">
              <a:extLst>
                <a:ext uri="{FF2B5EF4-FFF2-40B4-BE49-F238E27FC236}">
                  <a16:creationId xmlns:a16="http://schemas.microsoft.com/office/drawing/2014/main" id="{1458FDCF-23C0-A018-A7D4-0CD2DE70C0DF}"/>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69</a:t>
              </a:fld>
              <a:endParaRPr lang="zh-CN" altLang="en-US" sz="3200" dirty="0">
                <a:solidFill>
                  <a:schemeClr val="bg1"/>
                </a:solidFill>
                <a:latin typeface="Candara"/>
                <a:ea typeface="微软雅黑"/>
              </a:endParaRPr>
            </a:p>
          </p:txBody>
        </p:sp>
      </p:grpSp>
      <p:pic>
        <p:nvPicPr>
          <p:cNvPr id="3" name="图片 2">
            <a:extLst>
              <a:ext uri="{FF2B5EF4-FFF2-40B4-BE49-F238E27FC236}">
                <a16:creationId xmlns:a16="http://schemas.microsoft.com/office/drawing/2014/main" id="{F20847CB-6A5B-EBF9-A0EC-8602A64F30E9}"/>
              </a:ext>
            </a:extLst>
          </p:cNvPr>
          <p:cNvPicPr>
            <a:picLocks noChangeAspect="1"/>
          </p:cNvPicPr>
          <p:nvPr/>
        </p:nvPicPr>
        <p:blipFill>
          <a:blip r:embed="rId3"/>
          <a:stretch>
            <a:fillRect/>
          </a:stretch>
        </p:blipFill>
        <p:spPr>
          <a:xfrm>
            <a:off x="5688000" y="3600000"/>
            <a:ext cx="6372000" cy="2376000"/>
          </a:xfrm>
          <a:prstGeom prst="rect">
            <a:avLst/>
          </a:prstGeom>
        </p:spPr>
      </p:pic>
      <p:pic>
        <p:nvPicPr>
          <p:cNvPr id="11" name="图片 10" descr="图示, 示意图&#10;&#10;AI 生成的内容可能不正确。">
            <a:extLst>
              <a:ext uri="{FF2B5EF4-FFF2-40B4-BE49-F238E27FC236}">
                <a16:creationId xmlns:a16="http://schemas.microsoft.com/office/drawing/2014/main" id="{23D21011-ED1F-06EE-5B8A-ADA947126887}"/>
              </a:ext>
            </a:extLst>
          </p:cNvPr>
          <p:cNvPicPr>
            <a:picLocks noChangeAspect="1"/>
          </p:cNvPicPr>
          <p:nvPr/>
        </p:nvPicPr>
        <p:blipFill>
          <a:blip r:embed="rId4"/>
          <a:stretch>
            <a:fillRect/>
          </a:stretch>
        </p:blipFill>
        <p:spPr>
          <a:xfrm>
            <a:off x="360000" y="3420000"/>
            <a:ext cx="4320000" cy="2880000"/>
          </a:xfrm>
          <a:prstGeom prst="rect">
            <a:avLst/>
          </a:prstGeom>
        </p:spPr>
      </p:pic>
    </p:spTree>
    <p:extLst>
      <p:ext uri="{BB962C8B-B14F-4D97-AF65-F5344CB8AC3E}">
        <p14:creationId xmlns:p14="http://schemas.microsoft.com/office/powerpoint/2010/main" val="19857294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33638-71B6-B823-EC78-D1CA9CCB67E4}"/>
            </a:ext>
          </a:extLst>
        </p:cNvPr>
        <p:cNvGrpSpPr/>
        <p:nvPr/>
      </p:nvGrpSpPr>
      <p:grpSpPr>
        <a:xfrm>
          <a:off x="0" y="0"/>
          <a:ext cx="0" cy="0"/>
          <a:chOff x="0" y="0"/>
          <a:chExt cx="0" cy="0"/>
        </a:xfrm>
      </p:grpSpPr>
      <p:sp>
        <p:nvSpPr>
          <p:cNvPr id="295" name="标题 1">
            <a:extLst>
              <a:ext uri="{FF2B5EF4-FFF2-40B4-BE49-F238E27FC236}">
                <a16:creationId xmlns:a16="http://schemas.microsoft.com/office/drawing/2014/main" id="{DE92AAF4-690D-2A56-67B5-6DCF9D3033E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 </a:t>
            </a:r>
            <a:r>
              <a:rPr lang="en-US" altLang="zh-CN" sz="3000" dirty="0"/>
              <a:t>——</a:t>
            </a:r>
            <a:r>
              <a:rPr lang="zh-CN" altLang="en-US" sz="3000" dirty="0"/>
              <a:t> </a:t>
            </a:r>
            <a:r>
              <a:rPr lang="zh-CN" altLang="en-US" sz="3000" dirty="0">
                <a:solidFill>
                  <a:srgbClr val="FFFF00"/>
                </a:solidFill>
              </a:rPr>
              <a:t>数字部分（数模与模数转换器）</a:t>
            </a:r>
          </a:p>
        </p:txBody>
      </p:sp>
      <p:sp>
        <p:nvSpPr>
          <p:cNvPr id="2" name="文本框 1">
            <a:extLst>
              <a:ext uri="{FF2B5EF4-FFF2-40B4-BE49-F238E27FC236}">
                <a16:creationId xmlns:a16="http://schemas.microsoft.com/office/drawing/2014/main" id="{C1BB133E-B084-597A-BF08-8F33D896135B}"/>
              </a:ext>
            </a:extLst>
          </p:cNvPr>
          <p:cNvSpPr txBox="1"/>
          <p:nvPr/>
        </p:nvSpPr>
        <p:spPr>
          <a:xfrm>
            <a:off x="359999" y="828000"/>
            <a:ext cx="9688009" cy="428668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DAC</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权电阻型、倒 </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型（结构、原理、优缺点）</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应用：波形产生器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20000"/>
              </a:lnSpc>
              <a:spcAft>
                <a:spcPts val="600"/>
              </a:spcAft>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ADC</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工作过程：采样、保持、量化、编码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并行比较型、逐次比较型、双积分型（结构、原理、优缺点）</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81" name="组合 280">
            <a:extLst>
              <a:ext uri="{FF2B5EF4-FFF2-40B4-BE49-F238E27FC236}">
                <a16:creationId xmlns:a16="http://schemas.microsoft.com/office/drawing/2014/main" id="{3BD45374-B0C4-71EC-BF3A-96647346438E}"/>
              </a:ext>
            </a:extLst>
          </p:cNvPr>
          <p:cNvGrpSpPr/>
          <p:nvPr/>
        </p:nvGrpSpPr>
        <p:grpSpPr>
          <a:xfrm>
            <a:off x="11449269" y="6198682"/>
            <a:ext cx="786273" cy="548639"/>
            <a:chOff x="11454918" y="5839511"/>
            <a:chExt cx="786273" cy="548639"/>
          </a:xfrm>
        </p:grpSpPr>
        <p:grpSp>
          <p:nvGrpSpPr>
            <p:cNvPr id="282" name="组合 281">
              <a:extLst>
                <a:ext uri="{FF2B5EF4-FFF2-40B4-BE49-F238E27FC236}">
                  <a16:creationId xmlns:a16="http://schemas.microsoft.com/office/drawing/2014/main" id="{D62210BF-A97A-3EC9-23F8-089407BEFAC4}"/>
                </a:ext>
              </a:extLst>
            </p:cNvPr>
            <p:cNvGrpSpPr/>
            <p:nvPr/>
          </p:nvGrpSpPr>
          <p:grpSpPr>
            <a:xfrm>
              <a:off x="11454918" y="5867450"/>
              <a:ext cx="737081" cy="520700"/>
              <a:chOff x="11454918" y="5867450"/>
              <a:chExt cx="737081" cy="520700"/>
            </a:xfrm>
          </p:grpSpPr>
          <p:sp>
            <p:nvSpPr>
              <p:cNvPr id="284" name="箭头: 五边形 283">
                <a:extLst>
                  <a:ext uri="{FF2B5EF4-FFF2-40B4-BE49-F238E27FC236}">
                    <a16:creationId xmlns:a16="http://schemas.microsoft.com/office/drawing/2014/main" id="{D512C104-93A8-0478-453E-94FFB63F1378}"/>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5" name="箭头: V 形 284">
                <a:extLst>
                  <a:ext uri="{FF2B5EF4-FFF2-40B4-BE49-F238E27FC236}">
                    <a16:creationId xmlns:a16="http://schemas.microsoft.com/office/drawing/2014/main" id="{2482F8D9-490D-0CFC-DAE2-F7DCABAA29B8}"/>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83" name="灯片编号占位符 3">
              <a:extLst>
                <a:ext uri="{FF2B5EF4-FFF2-40B4-BE49-F238E27FC236}">
                  <a16:creationId xmlns:a16="http://schemas.microsoft.com/office/drawing/2014/main" id="{7138846F-9ED2-A5E4-7ABC-EE00A07F0231}"/>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70</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12310246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8A40B-5F44-F9ED-DA64-81364EB94262}"/>
            </a:ext>
          </a:extLst>
        </p:cNvPr>
        <p:cNvGrpSpPr/>
        <p:nvPr/>
      </p:nvGrpSpPr>
      <p:grpSpPr>
        <a:xfrm>
          <a:off x="0" y="0"/>
          <a:ext cx="0" cy="0"/>
          <a:chOff x="0" y="0"/>
          <a:chExt cx="0" cy="0"/>
        </a:xfrm>
      </p:grpSpPr>
      <p:sp>
        <p:nvSpPr>
          <p:cNvPr id="295" name="标题 1">
            <a:extLst>
              <a:ext uri="{FF2B5EF4-FFF2-40B4-BE49-F238E27FC236}">
                <a16:creationId xmlns:a16="http://schemas.microsoft.com/office/drawing/2014/main" id="{524AC85D-BBC1-5B02-0322-173321D9DC26}"/>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重点总结</a:t>
            </a:r>
            <a:endParaRPr lang="zh-CN" altLang="en-US" sz="3000" dirty="0">
              <a:solidFill>
                <a:srgbClr val="FFFF00"/>
              </a:solidFill>
            </a:endParaRPr>
          </a:p>
        </p:txBody>
      </p:sp>
      <p:sp>
        <p:nvSpPr>
          <p:cNvPr id="2" name="文本框 1">
            <a:extLst>
              <a:ext uri="{FF2B5EF4-FFF2-40B4-BE49-F238E27FC236}">
                <a16:creationId xmlns:a16="http://schemas.microsoft.com/office/drawing/2014/main" id="{E197B4D0-7A27-85F2-067A-78BCA14CAEAA}"/>
              </a:ext>
            </a:extLst>
          </p:cNvPr>
          <p:cNvSpPr txBox="1"/>
          <p:nvPr/>
        </p:nvSpPr>
        <p:spPr>
          <a:xfrm>
            <a:off x="359999" y="828000"/>
            <a:ext cx="10800000" cy="1656000"/>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注意：</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以上内容为框架，未写入的细节也可能考</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如有不清楚的地方，可发消息</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邮件给助教</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老师（</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qfliao@ustc.edu.cn</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281" name="组合 280">
            <a:extLst>
              <a:ext uri="{FF2B5EF4-FFF2-40B4-BE49-F238E27FC236}">
                <a16:creationId xmlns:a16="http://schemas.microsoft.com/office/drawing/2014/main" id="{FC233A8D-F41B-679E-5072-D9E684C78CC4}"/>
              </a:ext>
            </a:extLst>
          </p:cNvPr>
          <p:cNvGrpSpPr/>
          <p:nvPr/>
        </p:nvGrpSpPr>
        <p:grpSpPr>
          <a:xfrm>
            <a:off x="11449269" y="6198682"/>
            <a:ext cx="786273" cy="548639"/>
            <a:chOff x="11454918" y="5839511"/>
            <a:chExt cx="786273" cy="548639"/>
          </a:xfrm>
        </p:grpSpPr>
        <p:grpSp>
          <p:nvGrpSpPr>
            <p:cNvPr id="282" name="组合 281">
              <a:extLst>
                <a:ext uri="{FF2B5EF4-FFF2-40B4-BE49-F238E27FC236}">
                  <a16:creationId xmlns:a16="http://schemas.microsoft.com/office/drawing/2014/main" id="{8B6CB166-87CA-E5C0-A1D3-A094710690B4}"/>
                </a:ext>
              </a:extLst>
            </p:cNvPr>
            <p:cNvGrpSpPr/>
            <p:nvPr/>
          </p:nvGrpSpPr>
          <p:grpSpPr>
            <a:xfrm>
              <a:off x="11454918" y="5867450"/>
              <a:ext cx="737081" cy="520700"/>
              <a:chOff x="11454918" y="5867450"/>
              <a:chExt cx="737081" cy="520700"/>
            </a:xfrm>
          </p:grpSpPr>
          <p:sp>
            <p:nvSpPr>
              <p:cNvPr id="284" name="箭头: 五边形 283">
                <a:extLst>
                  <a:ext uri="{FF2B5EF4-FFF2-40B4-BE49-F238E27FC236}">
                    <a16:creationId xmlns:a16="http://schemas.microsoft.com/office/drawing/2014/main" id="{7BAF792E-025C-66CD-A1A9-7478596D5D20}"/>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5" name="箭头: V 形 284">
                <a:extLst>
                  <a:ext uri="{FF2B5EF4-FFF2-40B4-BE49-F238E27FC236}">
                    <a16:creationId xmlns:a16="http://schemas.microsoft.com/office/drawing/2014/main" id="{9F38E38E-B7B4-4566-9C8C-C2E78BB4822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83" name="灯片编号占位符 3">
              <a:extLst>
                <a:ext uri="{FF2B5EF4-FFF2-40B4-BE49-F238E27FC236}">
                  <a16:creationId xmlns:a16="http://schemas.microsoft.com/office/drawing/2014/main" id="{6D7331D9-F529-D49C-A5F8-E3F09F4AC99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71</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177023009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50884</TotalTime>
  <Words>6222</Words>
  <Application>Microsoft Office PowerPoint</Application>
  <PresentationFormat>宽屏</PresentationFormat>
  <Paragraphs>1659</Paragraphs>
  <Slides>71</Slides>
  <Notes>36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71</vt:i4>
      </vt:variant>
    </vt:vector>
  </HeadingPairs>
  <TitlesOfParts>
    <vt:vector size="81" baseType="lpstr">
      <vt:lpstr>等线</vt:lpstr>
      <vt:lpstr>楷体_GB2312</vt:lpstr>
      <vt:lpstr>微软雅黑</vt:lpstr>
      <vt:lpstr>微软雅黑</vt:lpstr>
      <vt:lpstr>Arial</vt:lpstr>
      <vt:lpstr>Cambria Math</vt:lpstr>
      <vt:lpstr>Candara</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 Liao</dc:creator>
  <cp:lastModifiedBy>QF</cp:lastModifiedBy>
  <cp:revision>2119</cp:revision>
  <dcterms:created xsi:type="dcterms:W3CDTF">2024-12-23T04:28:42Z</dcterms:created>
  <dcterms:modified xsi:type="dcterms:W3CDTF">2025-12-31T09:25:22Z</dcterms:modified>
</cp:coreProperties>
</file>