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1354" r:id="rId2"/>
    <p:sldId id="6935" r:id="rId3"/>
    <p:sldId id="7107" r:id="rId4"/>
    <p:sldId id="7138" r:id="rId5"/>
    <p:sldId id="7139" r:id="rId6"/>
    <p:sldId id="7140" r:id="rId7"/>
    <p:sldId id="7141" r:id="rId8"/>
    <p:sldId id="7142" r:id="rId9"/>
    <p:sldId id="7143" r:id="rId10"/>
    <p:sldId id="7144" r:id="rId11"/>
    <p:sldId id="7145" r:id="rId12"/>
    <p:sldId id="7147" r:id="rId13"/>
    <p:sldId id="7150" r:id="rId14"/>
    <p:sldId id="7151" r:id="rId15"/>
    <p:sldId id="7152" r:id="rId16"/>
    <p:sldId id="7153" r:id="rId17"/>
    <p:sldId id="7175" r:id="rId18"/>
    <p:sldId id="7160" r:id="rId19"/>
    <p:sldId id="7156" r:id="rId20"/>
    <p:sldId id="7174" r:id="rId21"/>
    <p:sldId id="7158" r:id="rId22"/>
    <p:sldId id="7162" r:id="rId23"/>
    <p:sldId id="7163" r:id="rId24"/>
    <p:sldId id="7164" r:id="rId25"/>
    <p:sldId id="7166" r:id="rId26"/>
    <p:sldId id="7167" r:id="rId27"/>
    <p:sldId id="7176" r:id="rId28"/>
    <p:sldId id="7165" r:id="rId29"/>
    <p:sldId id="7185" r:id="rId30"/>
    <p:sldId id="7177" r:id="rId31"/>
    <p:sldId id="7182" r:id="rId32"/>
    <p:sldId id="7180" r:id="rId33"/>
    <p:sldId id="7183" r:id="rId34"/>
    <p:sldId id="7178" r:id="rId35"/>
    <p:sldId id="7184" r:id="rId36"/>
    <p:sldId id="7007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FF"/>
    <a:srgbClr val="FF99FF"/>
    <a:srgbClr val="00FF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126" autoAdjust="0"/>
    <p:restoredTop sz="55540" autoAdjust="0"/>
  </p:normalViewPr>
  <p:slideViewPr>
    <p:cSldViewPr snapToGrid="0">
      <p:cViewPr varScale="1">
        <p:scale>
          <a:sx n="93" d="100"/>
          <a:sy n="93" d="100"/>
        </p:scale>
        <p:origin x="54" y="1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230" y="3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336B957-0C23-1CDE-A2B8-044701C667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07E1FBC-070D-8861-8D9C-258144CACE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2CA61-C7A7-44C1-8225-2F3B25FCEFE9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964B15-02A6-96D1-7025-FFA5019E5E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ABE5DA-4AAF-6256-556A-73DB14F76B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A6520-B727-41E0-BB1B-FA4B49A62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0418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499D7-817A-4BF8-98BA-7E2BFEC27B52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F8E926-3218-4A05-BE3C-00B734B06F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201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EC6D-DB1F-44A4-BAF7-4CD4248B20AA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306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83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上述步骤是一般步骤，实际设计中并不是每一步都必须执行，可根据具体情况进行调整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928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删去状态 </a:t>
            </a:r>
            <a:r>
              <a:rPr lang="en-US" altLang="zh-CN" dirty="0"/>
              <a:t>d</a:t>
            </a:r>
            <a:r>
              <a:rPr lang="zh-CN" altLang="en-US" dirty="0"/>
              <a:t>，用状态 </a:t>
            </a:r>
            <a:r>
              <a:rPr lang="en-US" altLang="zh-CN" dirty="0"/>
              <a:t>a </a:t>
            </a:r>
            <a:r>
              <a:rPr lang="zh-CN" altLang="en-US" dirty="0"/>
              <a:t>代替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483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注意状态表进行了补全，没有进入的状态用</a:t>
            </a:r>
            <a:r>
              <a:rPr kumimoji="1" lang="en-US" altLang="zh-CN" dirty="0"/>
              <a:t> xx </a:t>
            </a:r>
            <a:r>
              <a:rPr kumimoji="1" lang="zh-CN" altLang="en-US" dirty="0"/>
              <a:t>表示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90305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回到确定状态方程和输出方程这一步，修改输出方程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12020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7CD3B-823F-884A-7A0D-915BAD007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0478AAD-C81F-F93D-DD90-0F18256D8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8DBE18F-826D-C063-5701-9ED9CDE44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A600DA-5DF4-E379-5D97-E7328E7742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3556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16A49-5C08-5EA2-2315-E6CCAEDA2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302CC2C-01CF-44FA-00E6-DDA82BEBF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69BBFD-4C93-B720-A312-0C4C3C8E8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A78609-D560-F61C-4C6A-F8C2C31538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6165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772B5-1C44-95C7-2F15-6F3E12B8A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8F51BB-EB33-12EB-5D69-3AE84E220B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46613D-7859-B5F1-FE56-4770B69FFF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233BA2-0F64-13EB-5072-51E268BBFF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9448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68A79-5973-6996-23EA-504637909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31AA83-7AF0-9588-6FA5-67EE04204D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22A4A2E-97E6-D6B6-68D0-258EC228EA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1200" dirty="0"/>
              <a:t>由于该状态方程次态是 </a:t>
            </a:r>
            <a:r>
              <a:rPr lang="en-US" altLang="zh-CN" sz="1200" dirty="0"/>
              <a:t>Q_0</a:t>
            </a:r>
            <a:r>
              <a:rPr lang="zh-CN" altLang="en-US" sz="1200" dirty="0"/>
              <a:t>，所以所选的触发器是实现对 </a:t>
            </a:r>
            <a:r>
              <a:rPr lang="en-US" altLang="zh-CN" sz="1200" dirty="0"/>
              <a:t>Q_0 </a:t>
            </a:r>
            <a:r>
              <a:rPr lang="zh-CN" altLang="en-US" sz="1200" dirty="0"/>
              <a:t>状态的处理，</a:t>
            </a:r>
            <a:r>
              <a:rPr lang="en-US" altLang="zh-CN" sz="1200" dirty="0"/>
              <a:t>Q_1 </a:t>
            </a:r>
            <a:r>
              <a:rPr lang="zh-CN" altLang="en-US" sz="1200" dirty="0"/>
              <a:t>可以单纯看为一个变量</a:t>
            </a:r>
            <a:endParaRPr lang="en-US" altLang="zh-CN" sz="1200" dirty="0"/>
          </a:p>
          <a:p>
            <a:pPr eaLnBrk="1" hangingPunct="1"/>
            <a:r>
              <a:rPr lang="zh-CN" altLang="en-US" sz="1200" dirty="0"/>
              <a:t>我们需要将该状态方程表示为能直接对应触发器特性方程的形式</a:t>
            </a:r>
            <a:endParaRPr lang="en-US" altLang="zh-CN" sz="1200" dirty="0"/>
          </a:p>
          <a:p>
            <a:pPr eaLnBrk="1" hangingPunct="1"/>
            <a:endParaRPr lang="en-US" altLang="zh-CN" sz="1200" dirty="0"/>
          </a:p>
          <a:p>
            <a:pPr eaLnBrk="1" hangingPunct="1"/>
            <a:r>
              <a:rPr lang="zh-CN" altLang="en-US" sz="1200" dirty="0"/>
              <a:t>状态方程可以用不同功能的触发器来实现</a:t>
            </a:r>
            <a:endParaRPr lang="en-US" altLang="zh-CN" sz="1200" dirty="0"/>
          </a:p>
          <a:p>
            <a:pPr eaLnBrk="1" hangingPunct="1"/>
            <a:r>
              <a:rPr lang="en-US" altLang="zh-CN" sz="1200" dirty="0"/>
              <a:t>JK </a:t>
            </a:r>
            <a:r>
              <a:rPr lang="zh-CN" altLang="en-US" sz="1200" dirty="0"/>
              <a:t>触发器的思路：首先左边输出是 </a:t>
            </a:r>
            <a:r>
              <a:rPr lang="en-US" altLang="zh-CN" sz="1200" dirty="0"/>
              <a:t>Q_0</a:t>
            </a:r>
            <a:r>
              <a:rPr lang="zh-CN" altLang="en-US" sz="1200" dirty="0"/>
              <a:t>，因此需要保证右边表达式包含 </a:t>
            </a:r>
            <a:r>
              <a:rPr lang="en-US" altLang="zh-CN" sz="1200" dirty="0"/>
              <a:t>Q_0 </a:t>
            </a:r>
            <a:r>
              <a:rPr lang="zh-CN" altLang="en-US" sz="1200" dirty="0"/>
              <a:t>和 </a:t>
            </a:r>
            <a:r>
              <a:rPr lang="en-US" altLang="zh-CN" sz="1200" dirty="0"/>
              <a:t>/Q_0 </a:t>
            </a:r>
            <a:r>
              <a:rPr lang="zh-CN" altLang="en-US" sz="1200" dirty="0"/>
              <a:t>两项，因此这样展开</a:t>
            </a:r>
            <a:endParaRPr lang="en-US" altLang="zh-CN" sz="1200" dirty="0"/>
          </a:p>
          <a:p>
            <a:pPr eaLnBrk="1" hangingPunct="1"/>
            <a:endParaRPr lang="zh-CN" altLang="en-US" sz="1200" dirty="0"/>
          </a:p>
          <a:p>
            <a:pPr eaLnBrk="1" hangingPunct="1"/>
            <a:r>
              <a:rPr lang="zh-CN" altLang="en-US" sz="1200" dirty="0"/>
              <a:t>若选用 </a:t>
            </a:r>
            <a:r>
              <a:rPr lang="en-US" altLang="zh-CN" sz="1200" dirty="0"/>
              <a:t>T </a:t>
            </a:r>
            <a:r>
              <a:rPr lang="zh-CN" altLang="en-US" sz="1200" dirty="0"/>
              <a:t>触发器，</a:t>
            </a:r>
            <a:r>
              <a:rPr lang="en-US" altLang="zh-CN" sz="1200" dirty="0"/>
              <a:t>T=Q1* /Q0</a:t>
            </a:r>
          </a:p>
          <a:p>
            <a:pPr eaLnBrk="1" hangingPunct="1"/>
            <a:r>
              <a:rPr lang="zh-CN" altLang="en-US" sz="1200" dirty="0"/>
              <a:t>使用 </a:t>
            </a:r>
            <a:r>
              <a:rPr lang="en-US" altLang="zh-CN" sz="1200" dirty="0"/>
              <a:t>T </a:t>
            </a:r>
            <a:r>
              <a:rPr lang="zh-CN" altLang="en-US" sz="1200" dirty="0"/>
              <a:t>触发器比较不直观，可采用如下真值表来求解（填入 </a:t>
            </a:r>
            <a:r>
              <a:rPr lang="en-US" altLang="zh-CN" sz="1200" dirty="0"/>
              <a:t>T </a:t>
            </a:r>
            <a:r>
              <a:rPr lang="zh-CN" altLang="en-US" sz="1200" dirty="0"/>
              <a:t>的值只需要观察 </a:t>
            </a:r>
            <a:r>
              <a:rPr lang="en-US" altLang="zh-CN" sz="1200" dirty="0"/>
              <a:t>Q_0^n </a:t>
            </a:r>
            <a:r>
              <a:rPr lang="zh-CN" altLang="en-US" sz="1200" dirty="0"/>
              <a:t>和 </a:t>
            </a:r>
            <a:r>
              <a:rPr lang="en-US" altLang="zh-CN" sz="1200" dirty="0"/>
              <a:t>Q_0^(n+1) </a:t>
            </a:r>
            <a:r>
              <a:rPr lang="zh-CN" altLang="en-US" sz="1200" dirty="0"/>
              <a:t>的值）：</a:t>
            </a:r>
            <a:endParaRPr lang="en-US" altLang="zh-CN" sz="1200" dirty="0"/>
          </a:p>
          <a:p>
            <a:pPr eaLnBrk="1" hangingPunct="1"/>
            <a:endParaRPr lang="en-US" altLang="zh-CN" sz="1200" dirty="0"/>
          </a:p>
          <a:p>
            <a:pPr eaLnBrk="1" hangingPunct="1"/>
            <a:r>
              <a:rPr lang="en-US" altLang="zh-CN" sz="1200" dirty="0"/>
              <a:t>Q_1^n   Q_0^n   Q_0^(n+1)     T</a:t>
            </a:r>
          </a:p>
          <a:p>
            <a:pPr eaLnBrk="1" hangingPunct="1"/>
            <a:r>
              <a:rPr lang="en-US" altLang="zh-CN" sz="1200" dirty="0"/>
              <a:t>  0            0            0                  0 </a:t>
            </a:r>
            <a:r>
              <a:rPr lang="zh-CN" altLang="en-US" sz="1200" dirty="0"/>
              <a:t>（保持）</a:t>
            </a:r>
            <a:endParaRPr lang="en-US" altLang="zh-CN" sz="1200" dirty="0"/>
          </a:p>
          <a:p>
            <a:pPr eaLnBrk="1" hangingPunct="1"/>
            <a:r>
              <a:rPr lang="en-US" altLang="zh-CN" sz="1200" dirty="0"/>
              <a:t>  </a:t>
            </a:r>
            <a:r>
              <a:rPr lang="zh-CN" altLang="zh-CN" sz="1200" dirty="0"/>
              <a:t>0</a:t>
            </a:r>
            <a:r>
              <a:rPr lang="en-US" altLang="zh-CN" sz="1200" dirty="0"/>
              <a:t>            1            1                  0 </a:t>
            </a:r>
            <a:r>
              <a:rPr lang="zh-CN" altLang="en-US" sz="1200" dirty="0"/>
              <a:t>（保持）</a:t>
            </a:r>
            <a:endParaRPr lang="en-US" altLang="zh-CN" sz="1200" dirty="0"/>
          </a:p>
          <a:p>
            <a:pPr eaLnBrk="1" hangingPunct="1"/>
            <a:r>
              <a:rPr lang="en-US" altLang="zh-CN" sz="1200" dirty="0"/>
              <a:t>  1            0            1                  1 </a:t>
            </a:r>
            <a:r>
              <a:rPr lang="zh-CN" altLang="en-US" sz="1200" dirty="0"/>
              <a:t>（翻转）</a:t>
            </a:r>
            <a:endParaRPr lang="en-US" altLang="zh-CN" sz="1200" dirty="0"/>
          </a:p>
          <a:p>
            <a:pPr eaLnBrk="1" hangingPunct="1"/>
            <a:r>
              <a:rPr lang="en-US" altLang="zh-CN" sz="1200" dirty="0"/>
              <a:t>  1            1            1                  0 </a:t>
            </a:r>
            <a:r>
              <a:rPr lang="zh-CN" altLang="en-US" sz="1200" dirty="0"/>
              <a:t>（保持）</a:t>
            </a:r>
            <a:endParaRPr lang="en-US" altLang="zh-CN" sz="1200" dirty="0"/>
          </a:p>
          <a:p>
            <a:pPr eaLnBrk="1" hangingPunct="1"/>
            <a:endParaRPr lang="en-US" altLang="zh-CN" sz="1200" dirty="0"/>
          </a:p>
          <a:p>
            <a:pPr eaLnBrk="1" hangingPunct="1"/>
            <a:r>
              <a:rPr lang="zh-CN" altLang="en-US" sz="1200" dirty="0"/>
              <a:t>也就是只有当 </a:t>
            </a:r>
            <a:r>
              <a:rPr lang="en-US" altLang="zh-CN" sz="1200" dirty="0"/>
              <a:t>Q_1^n=1, Q_0^n=0 </a:t>
            </a:r>
            <a:r>
              <a:rPr lang="zh-CN" altLang="en-US" sz="1200" dirty="0"/>
              <a:t>时，</a:t>
            </a:r>
            <a:r>
              <a:rPr lang="en-US" altLang="zh-CN" sz="1200" dirty="0"/>
              <a:t>T=1</a:t>
            </a:r>
            <a:r>
              <a:rPr lang="zh-CN" altLang="en-US" sz="1200" dirty="0"/>
              <a:t>，所以</a:t>
            </a:r>
            <a:r>
              <a:rPr lang="en-US" altLang="zh-CN" sz="1200" dirty="0"/>
              <a:t>  T = Q_1^n * /Q_0^n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43BD36-DE80-7662-1345-2ED8513478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42551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修改状态表，打破无效循环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尽量减少修改的地方</a:t>
            </a:r>
            <a:endParaRPr lang="en-US" altLang="zh-CN"/>
          </a:p>
          <a:p>
            <a:r>
              <a:rPr lang="zh-CN" altLang="en-US"/>
              <a:t>比如 </a:t>
            </a:r>
            <a:r>
              <a:rPr lang="en-US" altLang="zh-CN" dirty="0"/>
              <a:t>011 </a:t>
            </a:r>
            <a:r>
              <a:rPr lang="zh-CN" altLang="en-US" dirty="0"/>
              <a:t>的原次态为 </a:t>
            </a:r>
            <a:r>
              <a:rPr lang="en-US" altLang="zh-CN" dirty="0"/>
              <a:t>100</a:t>
            </a:r>
            <a:r>
              <a:rPr lang="zh-CN" altLang="en-US" dirty="0"/>
              <a:t>，修改后的次态为 </a:t>
            </a:r>
            <a:r>
              <a:rPr lang="en-US" altLang="zh-CN" dirty="0"/>
              <a:t>000</a:t>
            </a:r>
          </a:p>
          <a:p>
            <a:r>
              <a:rPr lang="zh-CN" altLang="en-US" dirty="0"/>
              <a:t>与原次态相比，只有 </a:t>
            </a:r>
            <a:r>
              <a:rPr lang="en-US" altLang="zh-CN" dirty="0"/>
              <a:t>1 </a:t>
            </a:r>
            <a:r>
              <a:rPr lang="zh-CN" altLang="en-US" dirty="0"/>
              <a:t>位变化</a:t>
            </a:r>
            <a:endParaRPr lang="en-US" altLang="zh-CN" dirty="0"/>
          </a:p>
          <a:p>
            <a:r>
              <a:rPr lang="zh-CN" altLang="en-US" dirty="0"/>
              <a:t>这样可以减少对已得到的状态方程</a:t>
            </a:r>
            <a:r>
              <a:rPr lang="en-US" altLang="zh-CN" dirty="0"/>
              <a:t>/</a:t>
            </a:r>
            <a:r>
              <a:rPr lang="zh-CN" altLang="en-US" dirty="0"/>
              <a:t>输出方程做的修改量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2465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最多经过两个时钟周期，状态会进入正常的循环中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6452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4B3D8-41F6-FF97-1D52-8596E6508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0A4D0BD-6A9D-8B14-1DE0-401D6231DB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1E23ECC7-2073-7B7B-6992-1B08130A429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2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K</m:t>
                        </m:r>
                      </m:e>
                      <m:sub>
                        <m:r>
                          <a:rPr lang="en-US" altLang="zh-CN" sz="1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1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12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1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1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US" altLang="zh-CN" sz="1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  <m:r>
                          <a:rPr lang="en-US" altLang="zh-CN" sz="1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1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1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  <m:acc>
                          <m:accPr>
                            <m:chr m:val="̅"/>
                            <m:ctrlP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1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</m:t>
                            </m:r>
                          </m:e>
                        </m:acc>
                      </m:e>
                    </m:acc>
                    <m:r>
                      <a:rPr lang="en-US" altLang="zh-CN" sz="12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1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Sup>
                              <m:sSubSupPr>
                                <m:ctrlPr>
                                  <a:rPr lang="en-US" altLang="zh-CN" sz="12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20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120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12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</m:sup>
                            </m:sSubSup>
                          </m:e>
                        </m:acc>
                        <m:r>
                          <a:rPr lang="en-US" altLang="zh-CN" sz="1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1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</m:t>
                            </m:r>
                          </m:e>
                        </m:acc>
                      </m:e>
                    </m:d>
                    <m:d>
                      <m:dPr>
                        <m:ctrlPr>
                          <a:rPr lang="en-US" altLang="zh-CN" sz="1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Sup>
                              <m:sSubSupPr>
                                <m:ctrlPr>
                                  <a:rPr lang="en-US" altLang="zh-CN" sz="12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20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1200" b="0" i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12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</m:sup>
                            </m:sSubSup>
                          </m:e>
                        </m:acc>
                        <m:r>
                          <a:rPr lang="en-US" altLang="zh-CN" sz="1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12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d>
                    <m:r>
                      <a:rPr lang="en-US" altLang="zh-CN" sz="12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1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1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1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1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1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1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1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1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1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1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1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m:rPr>
                        <m:sty m:val="p"/>
                      </m:rPr>
                      <a:rPr lang="en-US" altLang="zh-CN" sz="12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1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1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1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1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1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1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a:rPr lang="en-US" altLang="zh-CN" sz="12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12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1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1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m:rPr>
                        <m:sty m:val="p"/>
                      </m:rPr>
                      <a:rPr lang="en-US" altLang="zh-CN" sz="12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1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1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1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1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1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1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zh-CN" altLang="en-US" dirty="0"/>
                  <a:t> 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2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K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1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12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1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1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US" altLang="zh-CN" sz="1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  <m:r>
                          <a:rPr lang="en-US" altLang="zh-CN" sz="1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Sup>
                              <m:sSubSupPr>
                                <m:ctrlPr>
                                  <a:rPr lang="en-US" altLang="zh-CN" sz="12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20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120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12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</m:sup>
                            </m:sSubSup>
                          </m:e>
                        </m:acc>
                        <m:r>
                          <a:rPr lang="en-US" altLang="zh-CN" sz="1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1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</m:t>
                            </m:r>
                          </m:e>
                        </m:acc>
                      </m:e>
                    </m:acc>
                    <m:r>
                      <a:rPr lang="en-US" altLang="zh-CN" sz="12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1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Sup>
                              <m:sSubSupPr>
                                <m:ctrlPr>
                                  <a:rPr lang="en-US" altLang="zh-CN" sz="12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20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12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12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</m:sup>
                            </m:sSubSup>
                          </m:e>
                        </m:acc>
                        <m:r>
                          <a:rPr lang="en-US" altLang="zh-CN" sz="1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1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</m:t>
                            </m:r>
                          </m:e>
                        </m:acc>
                      </m:e>
                    </m:d>
                    <m:d>
                      <m:dPr>
                        <m:ctrlPr>
                          <a:rPr lang="en-US" altLang="zh-CN" sz="1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1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1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  <m:r>
                          <a:rPr lang="en-US" altLang="zh-CN" sz="1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12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d>
                    <m:r>
                      <a:rPr lang="en-US" altLang="zh-CN" sz="1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1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1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sSubSup>
                      <m:sSubSupPr>
                        <m:ctrlPr>
                          <a:rPr lang="en-US" altLang="zh-CN" sz="1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1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1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1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12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1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1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m:rPr>
                        <m:sty m:val="p"/>
                      </m:rPr>
                      <a:rPr lang="en-US" altLang="zh-CN" sz="12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12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1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1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1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1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1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a:rPr lang="en-US" altLang="zh-CN" sz="12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12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1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m:rPr>
                        <m:sty m:val="p"/>
                      </m:rPr>
                      <a:rPr lang="en-US" altLang="zh-CN" sz="12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12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1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1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1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1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1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zh-CN" altLang="en-US" dirty="0"/>
                  <a:t> </a:t>
                </a:r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200" b="0" i="0">
                    <a:solidFill>
                      <a:srgbClr val="0000FF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K_</a:t>
                </a:r>
                <a:r>
                  <a:rPr lang="en-US" altLang="zh-CN" sz="1200" i="0">
                    <a:solidFill>
                      <a:srgbClr val="0000FF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2=(Q_1^𝑛 A+Q_0^𝑛 A ̅ ) ̅=</a:t>
                </a:r>
                <a:r>
                  <a:rPr lang="en-US" altLang="zh-CN" sz="1200" b="0" i="0">
                    <a:solidFill>
                      <a:srgbClr val="0000FF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((</a:t>
                </a:r>
                <a:r>
                  <a:rPr lang="en-US" altLang="zh-CN" sz="1200" i="0">
                    <a:solidFill>
                      <a:srgbClr val="0000FF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Q_1^𝑛 ) ̅+A ̅ )</a:t>
                </a:r>
                <a:r>
                  <a:rPr lang="en-US" altLang="zh-CN" sz="1200" b="0" i="0">
                    <a:solidFill>
                      <a:srgbClr val="0000FF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((</a:t>
                </a:r>
                <a:r>
                  <a:rPr lang="en-US" altLang="zh-CN" sz="1200" i="0">
                    <a:solidFill>
                      <a:srgbClr val="0000FF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Q_</a:t>
                </a:r>
                <a:r>
                  <a:rPr lang="en-US" altLang="zh-CN" sz="1200" b="0" i="0">
                    <a:solidFill>
                      <a:srgbClr val="0000FF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0^</a:t>
                </a:r>
                <a:r>
                  <a:rPr lang="en-US" altLang="zh-CN" sz="1200" i="0">
                    <a:solidFill>
                      <a:srgbClr val="0000FF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𝑛 ) ̅+</a:t>
                </a:r>
                <a:r>
                  <a:rPr lang="en-US" altLang="zh-CN" sz="1200" b="0" i="0">
                    <a:solidFill>
                      <a:srgbClr val="0000FF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A)=</a:t>
                </a:r>
                <a:r>
                  <a:rPr lang="en-US" altLang="zh-CN" sz="1200" i="0">
                    <a:solidFill>
                      <a:srgbClr val="0000FF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(Q_1^𝑛 ) ̅  (Q_0^𝑛 ) ̅+(Q_1^𝑛 ) ̅A+(Q_0^𝑛 ) ̅  A ̅</a:t>
                </a:r>
                <a:r>
                  <a:rPr lang="en-US" altLang="zh-CN" sz="1200" b="0" i="0">
                    <a:solidFill>
                      <a:srgbClr val="0000FF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=</a:t>
                </a:r>
                <a:r>
                  <a:rPr lang="en-US" altLang="zh-CN" sz="1200" i="0">
                    <a:solidFill>
                      <a:srgbClr val="0000FF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(Q_1^𝑛 ) ̅A+(Q_0^𝑛 ) ̅  A ̅</a:t>
                </a:r>
                <a:r>
                  <a:rPr lang="zh-CN" altLang="en-US" dirty="0"/>
                  <a:t> </a:t>
                </a:r>
                <a:endParaRPr lang="en-US" altLang="zh-CN" dirty="0"/>
              </a:p>
              <a:p>
                <a:r>
                  <a:rPr lang="en-US" altLang="zh-CN" sz="1200" b="0" i="0">
                    <a:solidFill>
                      <a:srgbClr val="0000FF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K_0</a:t>
                </a:r>
                <a:r>
                  <a:rPr lang="en-US" altLang="zh-CN" sz="1200" i="0">
                    <a:solidFill>
                      <a:srgbClr val="0000FF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=(Q_2^𝑛 A+(Q_1^𝑛 ) ̅  A ̅ ) ̅=</a:t>
                </a:r>
                <a:r>
                  <a:rPr lang="en-US" altLang="zh-CN" sz="1200" b="0" i="0">
                    <a:solidFill>
                      <a:srgbClr val="0000FF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((</a:t>
                </a:r>
                <a:r>
                  <a:rPr lang="en-US" altLang="zh-CN" sz="1200" i="0">
                    <a:solidFill>
                      <a:srgbClr val="0000FF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Q_2^𝑛 ) ̅+A ̅ )</a:t>
                </a:r>
                <a:r>
                  <a:rPr lang="en-US" altLang="zh-CN" sz="1200" b="0" i="0">
                    <a:solidFill>
                      <a:srgbClr val="0000FF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(</a:t>
                </a:r>
                <a:r>
                  <a:rPr lang="en-US" altLang="zh-CN" sz="1200" i="0">
                    <a:solidFill>
                      <a:srgbClr val="0000FF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Q_1^𝑛</a:t>
                </a:r>
                <a:r>
                  <a:rPr lang="en-US" altLang="zh-CN" sz="1200" b="0" i="0">
                    <a:solidFill>
                      <a:srgbClr val="0000FF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+A)</a:t>
                </a:r>
                <a:r>
                  <a:rPr lang="en-US" altLang="zh-CN" sz="1200" i="0">
                    <a:solidFill>
                      <a:srgbClr val="0000FF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=(Q_2^𝑛 ) ̅Q_1^𝑛</a:t>
                </a:r>
                <a:r>
                  <a:rPr lang="en-US" altLang="zh-CN" sz="1200" b="0" i="0">
                    <a:solidFill>
                      <a:srgbClr val="0000FF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+</a:t>
                </a:r>
                <a:r>
                  <a:rPr lang="en-US" altLang="zh-CN" sz="1200" i="0">
                    <a:solidFill>
                      <a:srgbClr val="0000FF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(Q_2^𝑛 ) ̅</a:t>
                </a:r>
                <a:r>
                  <a:rPr lang="en-US" altLang="zh-CN" sz="1200" b="0" i="0">
                    <a:solidFill>
                      <a:srgbClr val="0000FF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A+</a:t>
                </a:r>
                <a:r>
                  <a:rPr lang="en-US" altLang="zh-CN" sz="1200" i="0">
                    <a:solidFill>
                      <a:srgbClr val="0000FF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Q_1^𝑛 A ̅</a:t>
                </a:r>
                <a:r>
                  <a:rPr lang="en-US" altLang="zh-CN" sz="1200" b="0" i="0">
                    <a:solidFill>
                      <a:srgbClr val="0000FF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=</a:t>
                </a:r>
                <a:r>
                  <a:rPr lang="en-US" altLang="zh-CN" sz="1200" i="0">
                    <a:solidFill>
                      <a:srgbClr val="0000FF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(Q_2^𝑛 ) ̅</a:t>
                </a:r>
                <a:r>
                  <a:rPr lang="en-US" altLang="zh-CN" sz="1200" b="0" i="0">
                    <a:solidFill>
                      <a:srgbClr val="0000FF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A+</a:t>
                </a:r>
                <a:r>
                  <a:rPr lang="en-US" altLang="zh-CN" sz="1200" i="0">
                    <a:solidFill>
                      <a:srgbClr val="0000FF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Q_1^𝑛 A ̅</a:t>
                </a:r>
                <a:r>
                  <a:rPr lang="zh-CN" altLang="en-US" dirty="0"/>
                  <a:t> 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ECED0D-FDB9-0A9B-A259-44528FA73C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0543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646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6" descr="bg3">
            <a:extLst>
              <a:ext uri="{FF2B5EF4-FFF2-40B4-BE49-F238E27FC236}">
                <a16:creationId xmlns:a16="http://schemas.microsoft.com/office/drawing/2014/main" id="{3C12D28E-7FDA-416A-89CF-B41CFE8C1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80031" b="16504"/>
          <a:stretch>
            <a:fillRect/>
          </a:stretch>
        </p:blipFill>
        <p:spPr bwMode="auto">
          <a:xfrm flipV="1">
            <a:off x="0" y="1711615"/>
            <a:ext cx="12192000" cy="4378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</p:pic>
      <p:pic>
        <p:nvPicPr>
          <p:cNvPr id="9" name="Picture 17" descr="bg3">
            <a:extLst>
              <a:ext uri="{FF2B5EF4-FFF2-40B4-BE49-F238E27FC236}">
                <a16:creationId xmlns:a16="http://schemas.microsoft.com/office/drawing/2014/main" id="{6256C6DD-5C6C-4934-AE0F-6E767F3C2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48767" b="15891"/>
          <a:stretch>
            <a:fillRect/>
          </a:stretch>
        </p:blipFill>
        <p:spPr bwMode="auto">
          <a:xfrm>
            <a:off x="0" y="1930558"/>
            <a:ext cx="12192000" cy="2777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2">
            <a:extLst>
              <a:ext uri="{FF2B5EF4-FFF2-40B4-BE49-F238E27FC236}">
                <a16:creationId xmlns:a16="http://schemas.microsoft.com/office/drawing/2014/main" id="{12F893B6-5430-4116-B41C-027E149AB2E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clrChange>
              <a:clrFrom>
                <a:srgbClr val="E8E8EA"/>
              </a:clrFrom>
              <a:clrTo>
                <a:srgbClr val="E8E8EA">
                  <a:alpha val="0"/>
                </a:srgbClr>
              </a:clrTo>
            </a:clrChange>
          </a:blip>
          <a:srcRect l="3981" t="5824" r="52233" b="80846"/>
          <a:stretch/>
        </p:blipFill>
        <p:spPr bwMode="auto">
          <a:xfrm>
            <a:off x="0" y="278392"/>
            <a:ext cx="4244196" cy="914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585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4" descr="bg2">
            <a:extLst>
              <a:ext uri="{FF2B5EF4-FFF2-40B4-BE49-F238E27FC236}">
                <a16:creationId xmlns:a16="http://schemas.microsoft.com/office/drawing/2014/main" id="{B5E88CDA-D72A-4EE5-A041-54DDE04C08E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r="31108" b="84377"/>
          <a:stretch/>
        </p:blipFill>
        <p:spPr bwMode="auto">
          <a:xfrm>
            <a:off x="0" y="1"/>
            <a:ext cx="12192000" cy="575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3758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057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8.pn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8.png"/><Relationship Id="rId18" Type="http://schemas.openxmlformats.org/officeDocument/2006/relationships/image" Target="../media/image103.png"/><Relationship Id="rId26" Type="http://schemas.openxmlformats.org/officeDocument/2006/relationships/image" Target="../media/image19.png"/><Relationship Id="rId39" Type="http://schemas.openxmlformats.org/officeDocument/2006/relationships/image" Target="../media/image124.png"/><Relationship Id="rId21" Type="http://schemas.openxmlformats.org/officeDocument/2006/relationships/image" Target="../media/image106.png"/><Relationship Id="rId34" Type="http://schemas.openxmlformats.org/officeDocument/2006/relationships/image" Target="../media/image119.png"/><Relationship Id="rId42" Type="http://schemas.openxmlformats.org/officeDocument/2006/relationships/image" Target="../media/image127.png"/><Relationship Id="rId47" Type="http://schemas.openxmlformats.org/officeDocument/2006/relationships/image" Target="../media/image132.png"/><Relationship Id="rId50" Type="http://schemas.openxmlformats.org/officeDocument/2006/relationships/image" Target="../media/image26.png"/><Relationship Id="rId7" Type="http://schemas.openxmlformats.org/officeDocument/2006/relationships/image" Target="../media/image92.png"/><Relationship Id="rId2" Type="http://schemas.openxmlformats.org/officeDocument/2006/relationships/image" Target="../media/image16.png"/><Relationship Id="rId16" Type="http://schemas.openxmlformats.org/officeDocument/2006/relationships/image" Target="../media/image18.png"/><Relationship Id="rId29" Type="http://schemas.openxmlformats.org/officeDocument/2006/relationships/image" Target="../media/image114.png"/><Relationship Id="rId11" Type="http://schemas.openxmlformats.org/officeDocument/2006/relationships/image" Target="../media/image96.png"/><Relationship Id="rId24" Type="http://schemas.openxmlformats.org/officeDocument/2006/relationships/image" Target="../media/image109.png"/><Relationship Id="rId32" Type="http://schemas.openxmlformats.org/officeDocument/2006/relationships/image" Target="../media/image117.png"/><Relationship Id="rId37" Type="http://schemas.openxmlformats.org/officeDocument/2006/relationships/image" Target="../media/image122.png"/><Relationship Id="rId40" Type="http://schemas.openxmlformats.org/officeDocument/2006/relationships/image" Target="../media/image125.png"/><Relationship Id="rId45" Type="http://schemas.openxmlformats.org/officeDocument/2006/relationships/image" Target="../media/image22.png"/><Relationship Id="rId5" Type="http://schemas.openxmlformats.org/officeDocument/2006/relationships/image" Target="../media/image90.png"/><Relationship Id="rId15" Type="http://schemas.openxmlformats.org/officeDocument/2006/relationships/image" Target="../media/image17.png"/><Relationship Id="rId23" Type="http://schemas.openxmlformats.org/officeDocument/2006/relationships/image" Target="../media/image108.png"/><Relationship Id="rId28" Type="http://schemas.openxmlformats.org/officeDocument/2006/relationships/image" Target="../media/image113.png"/><Relationship Id="rId36" Type="http://schemas.openxmlformats.org/officeDocument/2006/relationships/image" Target="../media/image121.png"/><Relationship Id="rId49" Type="http://schemas.openxmlformats.org/officeDocument/2006/relationships/image" Target="../media/image25.png"/><Relationship Id="rId10" Type="http://schemas.openxmlformats.org/officeDocument/2006/relationships/image" Target="../media/image95.png"/><Relationship Id="rId19" Type="http://schemas.openxmlformats.org/officeDocument/2006/relationships/image" Target="../media/image104.png"/><Relationship Id="rId31" Type="http://schemas.openxmlformats.org/officeDocument/2006/relationships/image" Target="../media/image21.png"/><Relationship Id="rId44" Type="http://schemas.openxmlformats.org/officeDocument/2006/relationships/image" Target="../media/image129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14" Type="http://schemas.openxmlformats.org/officeDocument/2006/relationships/image" Target="../media/image99.png"/><Relationship Id="rId22" Type="http://schemas.openxmlformats.org/officeDocument/2006/relationships/image" Target="../media/image107.png"/><Relationship Id="rId27" Type="http://schemas.openxmlformats.org/officeDocument/2006/relationships/image" Target="../media/image112.png"/><Relationship Id="rId30" Type="http://schemas.openxmlformats.org/officeDocument/2006/relationships/image" Target="../media/image20.png"/><Relationship Id="rId35" Type="http://schemas.openxmlformats.org/officeDocument/2006/relationships/image" Target="../media/image120.png"/><Relationship Id="rId43" Type="http://schemas.openxmlformats.org/officeDocument/2006/relationships/image" Target="../media/image128.png"/><Relationship Id="rId48" Type="http://schemas.openxmlformats.org/officeDocument/2006/relationships/image" Target="../media/image24.png"/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12" Type="http://schemas.openxmlformats.org/officeDocument/2006/relationships/image" Target="../media/image97.png"/><Relationship Id="rId17" Type="http://schemas.openxmlformats.org/officeDocument/2006/relationships/image" Target="../media/image102.png"/><Relationship Id="rId25" Type="http://schemas.openxmlformats.org/officeDocument/2006/relationships/image" Target="../media/image110.png"/><Relationship Id="rId33" Type="http://schemas.openxmlformats.org/officeDocument/2006/relationships/image" Target="../media/image118.png"/><Relationship Id="rId38" Type="http://schemas.openxmlformats.org/officeDocument/2006/relationships/image" Target="../media/image123.png"/><Relationship Id="rId46" Type="http://schemas.openxmlformats.org/officeDocument/2006/relationships/image" Target="../media/image23.png"/><Relationship Id="rId20" Type="http://schemas.openxmlformats.org/officeDocument/2006/relationships/image" Target="../media/image105.png"/><Relationship Id="rId41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8.png"/><Relationship Id="rId18" Type="http://schemas.openxmlformats.org/officeDocument/2006/relationships/image" Target="../media/image103.png"/><Relationship Id="rId26" Type="http://schemas.openxmlformats.org/officeDocument/2006/relationships/image" Target="../media/image19.png"/><Relationship Id="rId39" Type="http://schemas.openxmlformats.org/officeDocument/2006/relationships/image" Target="../media/image124.png"/><Relationship Id="rId21" Type="http://schemas.openxmlformats.org/officeDocument/2006/relationships/image" Target="../media/image106.png"/><Relationship Id="rId34" Type="http://schemas.openxmlformats.org/officeDocument/2006/relationships/image" Target="../media/image119.png"/><Relationship Id="rId42" Type="http://schemas.openxmlformats.org/officeDocument/2006/relationships/image" Target="../media/image127.png"/><Relationship Id="rId47" Type="http://schemas.openxmlformats.org/officeDocument/2006/relationships/image" Target="../media/image132.png"/><Relationship Id="rId50" Type="http://schemas.openxmlformats.org/officeDocument/2006/relationships/image" Target="../media/image26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8.png"/><Relationship Id="rId29" Type="http://schemas.openxmlformats.org/officeDocument/2006/relationships/image" Target="../media/image114.png"/><Relationship Id="rId11" Type="http://schemas.openxmlformats.org/officeDocument/2006/relationships/image" Target="../media/image96.png"/><Relationship Id="rId24" Type="http://schemas.openxmlformats.org/officeDocument/2006/relationships/image" Target="../media/image109.png"/><Relationship Id="rId32" Type="http://schemas.openxmlformats.org/officeDocument/2006/relationships/image" Target="../media/image117.png"/><Relationship Id="rId37" Type="http://schemas.openxmlformats.org/officeDocument/2006/relationships/image" Target="../media/image122.png"/><Relationship Id="rId40" Type="http://schemas.openxmlformats.org/officeDocument/2006/relationships/image" Target="../media/image125.png"/><Relationship Id="rId45" Type="http://schemas.openxmlformats.org/officeDocument/2006/relationships/image" Target="../media/image22.png"/><Relationship Id="rId5" Type="http://schemas.openxmlformats.org/officeDocument/2006/relationships/image" Target="../media/image90.png"/><Relationship Id="rId15" Type="http://schemas.openxmlformats.org/officeDocument/2006/relationships/image" Target="../media/image17.png"/><Relationship Id="rId23" Type="http://schemas.openxmlformats.org/officeDocument/2006/relationships/image" Target="../media/image108.png"/><Relationship Id="rId28" Type="http://schemas.openxmlformats.org/officeDocument/2006/relationships/image" Target="../media/image113.png"/><Relationship Id="rId36" Type="http://schemas.openxmlformats.org/officeDocument/2006/relationships/image" Target="../media/image121.png"/><Relationship Id="rId49" Type="http://schemas.openxmlformats.org/officeDocument/2006/relationships/image" Target="../media/image25.png"/><Relationship Id="rId10" Type="http://schemas.openxmlformats.org/officeDocument/2006/relationships/image" Target="../media/image95.png"/><Relationship Id="rId19" Type="http://schemas.openxmlformats.org/officeDocument/2006/relationships/image" Target="../media/image104.png"/><Relationship Id="rId31" Type="http://schemas.openxmlformats.org/officeDocument/2006/relationships/image" Target="../media/image21.png"/><Relationship Id="rId44" Type="http://schemas.openxmlformats.org/officeDocument/2006/relationships/image" Target="../media/image129.png"/><Relationship Id="rId52" Type="http://schemas.openxmlformats.org/officeDocument/2006/relationships/image" Target="../media/image16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14" Type="http://schemas.openxmlformats.org/officeDocument/2006/relationships/image" Target="../media/image99.png"/><Relationship Id="rId22" Type="http://schemas.openxmlformats.org/officeDocument/2006/relationships/image" Target="../media/image107.png"/><Relationship Id="rId27" Type="http://schemas.openxmlformats.org/officeDocument/2006/relationships/image" Target="../media/image112.png"/><Relationship Id="rId30" Type="http://schemas.openxmlformats.org/officeDocument/2006/relationships/image" Target="../media/image20.png"/><Relationship Id="rId35" Type="http://schemas.openxmlformats.org/officeDocument/2006/relationships/image" Target="../media/image120.png"/><Relationship Id="rId43" Type="http://schemas.openxmlformats.org/officeDocument/2006/relationships/image" Target="../media/image128.png"/><Relationship Id="rId48" Type="http://schemas.openxmlformats.org/officeDocument/2006/relationships/image" Target="../media/image24.png"/><Relationship Id="rId8" Type="http://schemas.openxmlformats.org/officeDocument/2006/relationships/image" Target="../media/image93.png"/><Relationship Id="rId51" Type="http://schemas.openxmlformats.org/officeDocument/2006/relationships/image" Target="../media/image31.png"/><Relationship Id="rId3" Type="http://schemas.openxmlformats.org/officeDocument/2006/relationships/image" Target="../media/image88.png"/><Relationship Id="rId12" Type="http://schemas.openxmlformats.org/officeDocument/2006/relationships/image" Target="../media/image97.png"/><Relationship Id="rId17" Type="http://schemas.openxmlformats.org/officeDocument/2006/relationships/image" Target="../media/image102.png"/><Relationship Id="rId25" Type="http://schemas.openxmlformats.org/officeDocument/2006/relationships/image" Target="../media/image110.png"/><Relationship Id="rId33" Type="http://schemas.openxmlformats.org/officeDocument/2006/relationships/image" Target="../media/image118.png"/><Relationship Id="rId38" Type="http://schemas.openxmlformats.org/officeDocument/2006/relationships/image" Target="../media/image123.png"/><Relationship Id="rId46" Type="http://schemas.openxmlformats.org/officeDocument/2006/relationships/image" Target="../media/image23.png"/><Relationship Id="rId20" Type="http://schemas.openxmlformats.org/officeDocument/2006/relationships/image" Target="../media/image105.png"/><Relationship Id="rId41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2.png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12" Type="http://schemas.openxmlformats.org/officeDocument/2006/relationships/image" Target="../media/image41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0.png"/><Relationship Id="rId15" Type="http://schemas.openxmlformats.org/officeDocument/2006/relationships/image" Target="../media/image44.png"/><Relationship Id="rId10" Type="http://schemas.openxmlformats.org/officeDocument/2006/relationships/image" Target="../media/image40.png"/><Relationship Id="rId4" Type="http://schemas.openxmlformats.org/officeDocument/2006/relationships/image" Target="../media/image35.png"/><Relationship Id="rId9" Type="http://schemas.openxmlformats.org/officeDocument/2006/relationships/image" Target="../media/image39.png"/><Relationship Id="rId1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18" Type="http://schemas.openxmlformats.org/officeDocument/2006/relationships/image" Target="../media/image63.png"/><Relationship Id="rId3" Type="http://schemas.openxmlformats.org/officeDocument/2006/relationships/image" Target="../media/image48.png"/><Relationship Id="rId21" Type="http://schemas.openxmlformats.org/officeDocument/2006/relationships/image" Target="../media/image66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" Type="http://schemas.openxmlformats.org/officeDocument/2006/relationships/image" Target="../media/image47.png"/><Relationship Id="rId16" Type="http://schemas.openxmlformats.org/officeDocument/2006/relationships/image" Target="../media/image61.png"/><Relationship Id="rId20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23" Type="http://schemas.openxmlformats.org/officeDocument/2006/relationships/image" Target="../media/image68.png"/><Relationship Id="rId10" Type="http://schemas.openxmlformats.org/officeDocument/2006/relationships/image" Target="../media/image55.png"/><Relationship Id="rId19" Type="http://schemas.openxmlformats.org/officeDocument/2006/relationships/image" Target="../media/image64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Relationship Id="rId22" Type="http://schemas.openxmlformats.org/officeDocument/2006/relationships/image" Target="../media/image67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4.png"/><Relationship Id="rId3" Type="http://schemas.openxmlformats.org/officeDocument/2006/relationships/image" Target="../media/image70.png"/><Relationship Id="rId12" Type="http://schemas.openxmlformats.org/officeDocument/2006/relationships/image" Target="../media/image73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72.png"/><Relationship Id="rId10" Type="http://schemas.openxmlformats.org/officeDocument/2006/relationships/image" Target="../media/image71.png"/><Relationship Id="rId9" Type="http://schemas.openxmlformats.org/officeDocument/2006/relationships/image" Target="../media/image48.png"/><Relationship Id="rId14" Type="http://schemas.openxmlformats.org/officeDocument/2006/relationships/image" Target="../media/image7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76.png"/><Relationship Id="rId7" Type="http://schemas.openxmlformats.org/officeDocument/2006/relationships/image" Target="../media/image73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11" Type="http://schemas.openxmlformats.org/officeDocument/2006/relationships/image" Target="../media/image84.png"/><Relationship Id="rId10" Type="http://schemas.openxmlformats.org/officeDocument/2006/relationships/image" Target="../media/image76.png"/><Relationship Id="rId4" Type="http://schemas.openxmlformats.org/officeDocument/2006/relationships/image" Target="../media/image79.png"/><Relationship Id="rId9" Type="http://schemas.openxmlformats.org/officeDocument/2006/relationships/image" Target="../media/image8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77.png"/><Relationship Id="rId7" Type="http://schemas.openxmlformats.org/officeDocument/2006/relationships/image" Target="../media/image87.png"/><Relationship Id="rId12" Type="http://schemas.openxmlformats.org/officeDocument/2006/relationships/image" Target="../media/image11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11" Type="http://schemas.openxmlformats.org/officeDocument/2006/relationships/image" Target="../media/image101.png"/><Relationship Id="rId5" Type="http://schemas.openxmlformats.org/officeDocument/2006/relationships/image" Target="../media/image85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0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5.png"/><Relationship Id="rId18" Type="http://schemas.openxmlformats.org/officeDocument/2006/relationships/image" Target="../media/image140.png"/><Relationship Id="rId26" Type="http://schemas.openxmlformats.org/officeDocument/2006/relationships/image" Target="../media/image148.png"/><Relationship Id="rId3" Type="http://schemas.openxmlformats.org/officeDocument/2006/relationships/image" Target="../media/image1110.png"/><Relationship Id="rId21" Type="http://schemas.openxmlformats.org/officeDocument/2006/relationships/image" Target="../media/image143.png"/><Relationship Id="rId34" Type="http://schemas.openxmlformats.org/officeDocument/2006/relationships/image" Target="../media/image131.png"/><Relationship Id="rId7" Type="http://schemas.openxmlformats.org/officeDocument/2006/relationships/image" Target="../media/image116.png"/><Relationship Id="rId17" Type="http://schemas.openxmlformats.org/officeDocument/2006/relationships/image" Target="../media/image139.png"/><Relationship Id="rId25" Type="http://schemas.openxmlformats.org/officeDocument/2006/relationships/image" Target="../media/image147.png"/><Relationship Id="rId33" Type="http://schemas.openxmlformats.org/officeDocument/2006/relationships/image" Target="../media/image130.png"/><Relationship Id="rId2" Type="http://schemas.openxmlformats.org/officeDocument/2006/relationships/image" Target="../media/image1010.png"/><Relationship Id="rId16" Type="http://schemas.openxmlformats.org/officeDocument/2006/relationships/image" Target="../media/image138.png"/><Relationship Id="rId20" Type="http://schemas.openxmlformats.org/officeDocument/2006/relationships/image" Target="../media/image142.png"/><Relationship Id="rId29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24" Type="http://schemas.openxmlformats.org/officeDocument/2006/relationships/image" Target="../media/image146.png"/><Relationship Id="rId32" Type="http://schemas.openxmlformats.org/officeDocument/2006/relationships/image" Target="../media/image1160.png"/><Relationship Id="rId5" Type="http://schemas.openxmlformats.org/officeDocument/2006/relationships/image" Target="../media/image80.png"/><Relationship Id="rId15" Type="http://schemas.openxmlformats.org/officeDocument/2006/relationships/image" Target="../media/image137.png"/><Relationship Id="rId23" Type="http://schemas.openxmlformats.org/officeDocument/2006/relationships/image" Target="../media/image145.png"/><Relationship Id="rId28" Type="http://schemas.openxmlformats.org/officeDocument/2006/relationships/image" Target="../media/image150.png"/><Relationship Id="rId19" Type="http://schemas.openxmlformats.org/officeDocument/2006/relationships/image" Target="../media/image141.png"/><Relationship Id="rId31" Type="http://schemas.openxmlformats.org/officeDocument/2006/relationships/image" Target="../media/image1150.png"/><Relationship Id="rId4" Type="http://schemas.openxmlformats.org/officeDocument/2006/relationships/image" Target="../media/image115.png"/><Relationship Id="rId14" Type="http://schemas.openxmlformats.org/officeDocument/2006/relationships/image" Target="../media/image136.png"/><Relationship Id="rId22" Type="http://schemas.openxmlformats.org/officeDocument/2006/relationships/image" Target="../media/image144.png"/><Relationship Id="rId27" Type="http://schemas.openxmlformats.org/officeDocument/2006/relationships/image" Target="../media/image149.png"/><Relationship Id="rId30" Type="http://schemas.openxmlformats.org/officeDocument/2006/relationships/image" Target="../media/image15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3" Type="http://schemas.openxmlformats.org/officeDocument/2006/relationships/image" Target="../media/image133.png"/><Relationship Id="rId7" Type="http://schemas.openxmlformats.org/officeDocument/2006/relationships/image" Target="../media/image1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6.png"/><Relationship Id="rId11" Type="http://schemas.openxmlformats.org/officeDocument/2006/relationships/image" Target="../media/image80.png"/><Relationship Id="rId5" Type="http://schemas.openxmlformats.org/officeDocument/2006/relationships/image" Target="../media/image155.png"/><Relationship Id="rId10" Type="http://schemas.openxmlformats.org/officeDocument/2006/relationships/image" Target="../media/image157.png"/><Relationship Id="rId4" Type="http://schemas.openxmlformats.org/officeDocument/2006/relationships/image" Target="../media/image154.png"/><Relationship Id="rId9" Type="http://schemas.openxmlformats.org/officeDocument/2006/relationships/image" Target="../media/image7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8.png"/><Relationship Id="rId7" Type="http://schemas.openxmlformats.org/officeDocument/2006/relationships/image" Target="../media/image16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5.png"/><Relationship Id="rId5" Type="http://schemas.openxmlformats.org/officeDocument/2006/relationships/image" Target="../media/image154.png"/><Relationship Id="rId10" Type="http://schemas.openxmlformats.org/officeDocument/2006/relationships/image" Target="../media/image160.png"/><Relationship Id="rId4" Type="http://schemas.openxmlformats.org/officeDocument/2006/relationships/image" Target="../media/image158.png"/><Relationship Id="rId9" Type="http://schemas.openxmlformats.org/officeDocument/2006/relationships/image" Target="../media/image15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13" Type="http://schemas.openxmlformats.org/officeDocument/2006/relationships/image" Target="../media/image101.png"/><Relationship Id="rId7" Type="http://schemas.openxmlformats.org/officeDocument/2006/relationships/image" Target="../media/image168.png"/><Relationship Id="rId1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7.png"/><Relationship Id="rId11" Type="http://schemas.openxmlformats.org/officeDocument/2006/relationships/image" Target="../media/image78.png"/><Relationship Id="rId15" Type="http://schemas.openxmlformats.org/officeDocument/2006/relationships/image" Target="../media/image159.png"/><Relationship Id="rId10" Type="http://schemas.openxmlformats.org/officeDocument/2006/relationships/image" Target="../media/image153.png"/><Relationship Id="rId9" Type="http://schemas.openxmlformats.org/officeDocument/2006/relationships/image" Target="../media/image158.png"/><Relationship Id="rId14" Type="http://schemas.openxmlformats.org/officeDocument/2006/relationships/image" Target="../media/image8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3" Type="http://schemas.openxmlformats.org/officeDocument/2006/relationships/image" Target="../media/image154.png"/><Relationship Id="rId7" Type="http://schemas.openxmlformats.org/officeDocument/2006/relationships/image" Target="../media/image163.png"/><Relationship Id="rId12" Type="http://schemas.openxmlformats.org/officeDocument/2006/relationships/image" Target="../media/image116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2.png"/><Relationship Id="rId11" Type="http://schemas.openxmlformats.org/officeDocument/2006/relationships/image" Target="../media/image101.png"/><Relationship Id="rId5" Type="http://schemas.openxmlformats.org/officeDocument/2006/relationships/image" Target="../media/image170.png"/><Relationship Id="rId10" Type="http://schemas.openxmlformats.org/officeDocument/2006/relationships/image" Target="../media/image166.png"/><Relationship Id="rId4" Type="http://schemas.openxmlformats.org/officeDocument/2006/relationships/image" Target="../media/image155.png"/><Relationship Id="rId9" Type="http://schemas.openxmlformats.org/officeDocument/2006/relationships/image" Target="../media/image8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0.png"/><Relationship Id="rId13" Type="http://schemas.openxmlformats.org/officeDocument/2006/relationships/image" Target="../media/image136.png"/><Relationship Id="rId18" Type="http://schemas.openxmlformats.org/officeDocument/2006/relationships/image" Target="../media/image141.png"/><Relationship Id="rId26" Type="http://schemas.openxmlformats.org/officeDocument/2006/relationships/image" Target="../media/image149.png"/><Relationship Id="rId3" Type="http://schemas.openxmlformats.org/officeDocument/2006/relationships/image" Target="../media/image158.png"/><Relationship Id="rId21" Type="http://schemas.openxmlformats.org/officeDocument/2006/relationships/image" Target="../media/image144.png"/><Relationship Id="rId7" Type="http://schemas.openxmlformats.org/officeDocument/2006/relationships/image" Target="../media/image116.png"/><Relationship Id="rId12" Type="http://schemas.openxmlformats.org/officeDocument/2006/relationships/image" Target="../media/image135.png"/><Relationship Id="rId17" Type="http://schemas.openxmlformats.org/officeDocument/2006/relationships/image" Target="../media/image140.png"/><Relationship Id="rId25" Type="http://schemas.openxmlformats.org/officeDocument/2006/relationships/image" Target="../media/image148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39.png"/><Relationship Id="rId20" Type="http://schemas.openxmlformats.org/officeDocument/2006/relationships/image" Target="../media/image143.png"/><Relationship Id="rId29" Type="http://schemas.openxmlformats.org/officeDocument/2006/relationships/image" Target="../media/image1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176.png"/><Relationship Id="rId24" Type="http://schemas.openxmlformats.org/officeDocument/2006/relationships/image" Target="../media/image147.png"/><Relationship Id="rId5" Type="http://schemas.openxmlformats.org/officeDocument/2006/relationships/image" Target="../media/image166.png"/><Relationship Id="rId15" Type="http://schemas.openxmlformats.org/officeDocument/2006/relationships/image" Target="../media/image138.png"/><Relationship Id="rId23" Type="http://schemas.openxmlformats.org/officeDocument/2006/relationships/image" Target="../media/image146.png"/><Relationship Id="rId28" Type="http://schemas.openxmlformats.org/officeDocument/2006/relationships/image" Target="../media/image151.png"/><Relationship Id="rId10" Type="http://schemas.openxmlformats.org/officeDocument/2006/relationships/image" Target="../media/image175.png"/><Relationship Id="rId19" Type="http://schemas.openxmlformats.org/officeDocument/2006/relationships/image" Target="../media/image142.png"/><Relationship Id="rId31" Type="http://schemas.openxmlformats.org/officeDocument/2006/relationships/image" Target="../media/image178.png"/><Relationship Id="rId4" Type="http://schemas.openxmlformats.org/officeDocument/2006/relationships/image" Target="../media/image84.png"/><Relationship Id="rId9" Type="http://schemas.openxmlformats.org/officeDocument/2006/relationships/image" Target="../media/image1160.png"/><Relationship Id="rId14" Type="http://schemas.openxmlformats.org/officeDocument/2006/relationships/image" Target="../media/image137.png"/><Relationship Id="rId22" Type="http://schemas.openxmlformats.org/officeDocument/2006/relationships/image" Target="../media/image145.png"/><Relationship Id="rId27" Type="http://schemas.openxmlformats.org/officeDocument/2006/relationships/image" Target="../media/image150.png"/><Relationship Id="rId30" Type="http://schemas.openxmlformats.org/officeDocument/2006/relationships/image" Target="../media/image177.png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4.png"/><Relationship Id="rId18" Type="http://schemas.openxmlformats.org/officeDocument/2006/relationships/image" Target="../media/image189.png"/><Relationship Id="rId3" Type="http://schemas.openxmlformats.org/officeDocument/2006/relationships/image" Target="../media/image171.png"/><Relationship Id="rId7" Type="http://schemas.openxmlformats.org/officeDocument/2006/relationships/image" Target="../media/image179.png"/><Relationship Id="rId12" Type="http://schemas.openxmlformats.org/officeDocument/2006/relationships/image" Target="../media/image183.png"/><Relationship Id="rId17" Type="http://schemas.openxmlformats.org/officeDocument/2006/relationships/image" Target="../media/image188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4.png"/><Relationship Id="rId11" Type="http://schemas.openxmlformats.org/officeDocument/2006/relationships/image" Target="../media/image182.png"/><Relationship Id="rId5" Type="http://schemas.openxmlformats.org/officeDocument/2006/relationships/image" Target="../media/image173.png"/><Relationship Id="rId15" Type="http://schemas.openxmlformats.org/officeDocument/2006/relationships/image" Target="../media/image186.png"/><Relationship Id="rId10" Type="http://schemas.openxmlformats.org/officeDocument/2006/relationships/image" Target="../media/image180.png"/><Relationship Id="rId4" Type="http://schemas.openxmlformats.org/officeDocument/2006/relationships/image" Target="../media/image172.png"/><Relationship Id="rId9" Type="http://schemas.openxmlformats.org/officeDocument/2006/relationships/image" Target="../media/image181.png"/><Relationship Id="rId14" Type="http://schemas.openxmlformats.org/officeDocument/2006/relationships/image" Target="../media/image18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0.png"/><Relationship Id="rId3" Type="http://schemas.openxmlformats.org/officeDocument/2006/relationships/image" Target="../media/image1850.png"/><Relationship Id="rId7" Type="http://schemas.openxmlformats.org/officeDocument/2006/relationships/image" Target="../media/image191.png"/><Relationship Id="rId2" Type="http://schemas.openxmlformats.org/officeDocument/2006/relationships/image" Target="../media/image18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5" Type="http://schemas.openxmlformats.org/officeDocument/2006/relationships/image" Target="../media/image1870.png"/><Relationship Id="rId10" Type="http://schemas.openxmlformats.org/officeDocument/2006/relationships/image" Target="../media/image1910.png"/><Relationship Id="rId4" Type="http://schemas.openxmlformats.org/officeDocument/2006/relationships/image" Target="../media/image1860.png"/><Relationship Id="rId9" Type="http://schemas.openxmlformats.org/officeDocument/2006/relationships/image" Target="../media/image19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3.png"/><Relationship Id="rId5" Type="http://schemas.openxmlformats.org/officeDocument/2006/relationships/image" Target="../media/image192.png"/><Relationship Id="rId4" Type="http://schemas.openxmlformats.org/officeDocument/2006/relationships/image" Target="../media/image19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0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3.png"/><Relationship Id="rId4" Type="http://schemas.openxmlformats.org/officeDocument/2006/relationships/image" Target="../media/image19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7" Type="http://schemas.openxmlformats.org/officeDocument/2006/relationships/image" Target="../media/image196.png"/><Relationship Id="rId12" Type="http://schemas.openxmlformats.org/officeDocument/2006/relationships/image" Target="../media/image204.png"/><Relationship Id="rId2" Type="http://schemas.openxmlformats.org/officeDocument/2006/relationships/image" Target="../media/image19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4.png"/><Relationship Id="rId11" Type="http://schemas.openxmlformats.org/officeDocument/2006/relationships/image" Target="../media/image203.png"/><Relationship Id="rId5" Type="http://schemas.openxmlformats.org/officeDocument/2006/relationships/image" Target="../media/image1930.png"/><Relationship Id="rId10" Type="http://schemas.openxmlformats.org/officeDocument/2006/relationships/image" Target="../media/image202.png"/><Relationship Id="rId4" Type="http://schemas.openxmlformats.org/officeDocument/2006/relationships/image" Target="../media/image199.png"/><Relationship Id="rId9" Type="http://schemas.openxmlformats.org/officeDocument/2006/relationships/image" Target="../media/image20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3.png"/><Relationship Id="rId5" Type="http://schemas.openxmlformats.org/officeDocument/2006/relationships/image" Target="../media/image192.png"/><Relationship Id="rId4" Type="http://schemas.openxmlformats.org/officeDocument/2006/relationships/image" Target="../media/image199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7" Type="http://schemas.openxmlformats.org/officeDocument/2006/relationships/image" Target="../media/image206.png"/><Relationship Id="rId12" Type="http://schemas.openxmlformats.org/officeDocument/2006/relationships/image" Target="../media/image209.png"/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4.png"/><Relationship Id="rId11" Type="http://schemas.openxmlformats.org/officeDocument/2006/relationships/image" Target="../media/image208.png"/><Relationship Id="rId5" Type="http://schemas.openxmlformats.org/officeDocument/2006/relationships/image" Target="../media/image1930.png"/><Relationship Id="rId10" Type="http://schemas.openxmlformats.org/officeDocument/2006/relationships/image" Target="../media/image207.png"/><Relationship Id="rId4" Type="http://schemas.openxmlformats.org/officeDocument/2006/relationships/image" Target="../media/image199.png"/><Relationship Id="rId9" Type="http://schemas.openxmlformats.org/officeDocument/2006/relationships/image" Target="../media/image20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3.png"/><Relationship Id="rId5" Type="http://schemas.openxmlformats.org/officeDocument/2006/relationships/image" Target="../media/image192.png"/><Relationship Id="rId4" Type="http://schemas.openxmlformats.org/officeDocument/2006/relationships/image" Target="../media/image19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7" Type="http://schemas.openxmlformats.org/officeDocument/2006/relationships/image" Target="../media/image211.png"/><Relationship Id="rId12" Type="http://schemas.openxmlformats.org/officeDocument/2006/relationships/image" Target="../media/image214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4.png"/><Relationship Id="rId11" Type="http://schemas.openxmlformats.org/officeDocument/2006/relationships/image" Target="../media/image213.png"/><Relationship Id="rId5" Type="http://schemas.openxmlformats.org/officeDocument/2006/relationships/image" Target="../media/image1930.png"/><Relationship Id="rId10" Type="http://schemas.openxmlformats.org/officeDocument/2006/relationships/image" Target="../media/image212.png"/><Relationship Id="rId4" Type="http://schemas.openxmlformats.org/officeDocument/2006/relationships/image" Target="../media/image199.png"/><Relationship Id="rId9" Type="http://schemas.openxmlformats.org/officeDocument/2006/relationships/image" Target="../media/image20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89073248-787E-5D40-AE5E-610E41D0A30C}"/>
              </a:ext>
            </a:extLst>
          </p:cNvPr>
          <p:cNvSpPr txBox="1">
            <a:spLocks/>
          </p:cNvSpPr>
          <p:nvPr/>
        </p:nvSpPr>
        <p:spPr>
          <a:xfrm>
            <a:off x="0" y="2817091"/>
            <a:ext cx="12191999" cy="1226516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时序逻辑电路 </a:t>
            </a:r>
            <a:r>
              <a:rPr lang="en-US" altLang="zh-CN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(2)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42438B-9455-BCBC-7490-250107AE8BAC}"/>
              </a:ext>
            </a:extLst>
          </p:cNvPr>
          <p:cNvSpPr/>
          <p:nvPr/>
        </p:nvSpPr>
        <p:spPr>
          <a:xfrm>
            <a:off x="0" y="252787"/>
            <a:ext cx="4271375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03BB9C-92C3-DE18-5792-0E22FDDAA0A4}"/>
              </a:ext>
            </a:extLst>
          </p:cNvPr>
          <p:cNvSpPr/>
          <p:nvPr/>
        </p:nvSpPr>
        <p:spPr>
          <a:xfrm>
            <a:off x="4115280" y="5040000"/>
            <a:ext cx="3961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数电 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P272 – 284</a:t>
            </a:r>
          </a:p>
        </p:txBody>
      </p:sp>
      <p:pic>
        <p:nvPicPr>
          <p:cNvPr id="12" name="图片 11" descr="图片包含 图形用户界面&#10;&#10;描述已自动生成">
            <a:extLst>
              <a:ext uri="{FF2B5EF4-FFF2-40B4-BE49-F238E27FC236}">
                <a16:creationId xmlns:a16="http://schemas.microsoft.com/office/drawing/2014/main" id="{36B95622-439B-2F01-3763-4744D210F1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38" t="27915" r="8682" b="26692"/>
          <a:stretch/>
        </p:blipFill>
        <p:spPr>
          <a:xfrm>
            <a:off x="0" y="0"/>
            <a:ext cx="4405745" cy="99842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3570352-420A-0C13-044B-FD4A338CD6AA}"/>
              </a:ext>
            </a:extLst>
          </p:cNvPr>
          <p:cNvSpPr txBox="1"/>
          <p:nvPr/>
        </p:nvSpPr>
        <p:spPr>
          <a:xfrm>
            <a:off x="0" y="1931813"/>
            <a:ext cx="95319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模拟与数字电路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(Analog and Digital Circuits)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EF3C51-ACC3-CEB4-0CD3-FB5FA64AEC1C}"/>
              </a:ext>
            </a:extLst>
          </p:cNvPr>
          <p:cNvSpPr/>
          <p:nvPr/>
        </p:nvSpPr>
        <p:spPr>
          <a:xfrm>
            <a:off x="0" y="6352426"/>
            <a:ext cx="12192000" cy="505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计算机科学与技术学院本科课程</a:t>
            </a:r>
          </a:p>
        </p:txBody>
      </p:sp>
    </p:spTree>
    <p:extLst>
      <p:ext uri="{BB962C8B-B14F-4D97-AF65-F5344CB8AC3E}">
        <p14:creationId xmlns:p14="http://schemas.microsoft.com/office/powerpoint/2010/main" val="2533195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4A8A429-A57A-A971-5B68-36C274978AD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内容提纲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45B4BAD-F1AF-DA8F-D325-2AEA1322389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4CADB5B-DD68-FB6B-CE4A-4D568A53302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D9CA2CB5-31A5-2271-2D0D-B793AF350D1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015BBDD1-4572-5612-26B6-27B8BA88897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98A25324-8856-1585-AC55-264ACE01D50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00BA605D-8EED-060E-E029-AC62B853CDEC}"/>
              </a:ext>
            </a:extLst>
          </p:cNvPr>
          <p:cNvSpPr txBox="1"/>
          <p:nvPr/>
        </p:nvSpPr>
        <p:spPr>
          <a:xfrm>
            <a:off x="1296000" y="1296000"/>
            <a:ext cx="7260819" cy="700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同步时序逻辑电路的设计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743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42445-443A-9BB7-9BAF-4D14F83F5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183FFD9-26F0-4127-746A-17AAD3AC8CA0}"/>
              </a:ext>
            </a:extLst>
          </p:cNvPr>
          <p:cNvSpPr txBox="1"/>
          <p:nvPr/>
        </p:nvSpPr>
        <p:spPr>
          <a:xfrm>
            <a:off x="360000" y="828000"/>
            <a:ext cx="11207743" cy="4806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同步时序逻辑电路设计：</a:t>
            </a: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给定逻辑功能的要求，设计出相应的逻辑电路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设计的一般步骤：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建立原始状态图和原始状态表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状态化简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状态分配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状态编码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确定状态方程和输出方程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检查自校正能力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选择触发器，写出激励方程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画出逻辑图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7AFFB45-62D5-0F66-D0BE-285F76FD5FDB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7DBB25D3-1A1C-DC56-C26F-D4D9164D6D3B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91416E57-C6A9-3BAB-5CC3-9F3347DFF10D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D8ECA7CC-D752-1D47-C2B7-2051B2855BF0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7152C724-64A3-C13B-8FE2-779039514011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9" name="标题 1">
            <a:extLst>
              <a:ext uri="{FF2B5EF4-FFF2-40B4-BE49-F238E27FC236}">
                <a16:creationId xmlns:a16="http://schemas.microsoft.com/office/drawing/2014/main" id="{91370D67-F96E-5485-CE18-F46D335DB8B0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3903079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7436A-F578-4377-6201-5DF34B3F1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99AA144F-A0A1-E38C-3B3B-E60A22521A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240662"/>
                  </p:ext>
                </p:extLst>
              </p:nvPr>
            </p:nvGraphicFramePr>
            <p:xfrm>
              <a:off x="7248832" y="3606394"/>
              <a:ext cx="4136922" cy="2743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77935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519941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539046">
                      <a:extLst>
                        <a:ext uri="{9D8B030D-6E8A-4147-A177-3AD203B41FA5}">
                          <a16:colId xmlns:a16="http://schemas.microsoft.com/office/drawing/2014/main" val="3532139505"/>
                        </a:ext>
                      </a:extLst>
                    </a:gridCol>
                  </a:tblGrid>
                  <a:tr h="332365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S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S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p>
                                <m: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326336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77038963"/>
                      </a:ext>
                    </a:extLst>
                  </a:tr>
                  <a:tr h="32633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zh-CN" altLang="en-US" sz="2400" i="1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/0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/0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32633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zh-CN" altLang="en-US" sz="2400" i="1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/0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/0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32633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zh-CN" altLang="en-US" sz="2400" i="1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𝑑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/1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𝑐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/0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32633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zh-CN" altLang="en-US" sz="2400" i="1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/0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𝑏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/0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99AA144F-A0A1-E38C-3B3B-E60A22521A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240662"/>
                  </p:ext>
                </p:extLst>
              </p:nvPr>
            </p:nvGraphicFramePr>
            <p:xfrm>
              <a:off x="7248832" y="3606394"/>
              <a:ext cx="4136922" cy="2743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77935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519941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539046">
                      <a:extLst>
                        <a:ext uri="{9D8B030D-6E8A-4147-A177-3AD203B41FA5}">
                          <a16:colId xmlns:a16="http://schemas.microsoft.com/office/drawing/2014/main" val="3532139505"/>
                        </a:ext>
                      </a:extLst>
                    </a:gridCol>
                  </a:tblGrid>
                  <a:tr h="457200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65" t="-667" r="-284746" b="-210667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458" t="-1333" r="-398" b="-521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1486" t="-101333" r="-102410" b="-42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8775" t="-101333" r="-791" b="-42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03896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65" t="-198684" r="-284746" b="-3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1486" t="-198684" r="-102410" b="-3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8775" t="-198684" r="-791" b="-3157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65" t="-302667" r="-284746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1486" t="-302667" r="-102410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8775" t="-302667" r="-791" b="-2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65" t="-402667" r="-284746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1486" t="-402667" r="-102410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8775" t="-402667" r="-791" b="-1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65" t="-502667" r="-284746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1486" t="-502667" r="-102410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8775" t="-502667" r="-791" b="-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E2C1540C-CACA-E725-27B6-F6A00490DA45}"/>
              </a:ext>
            </a:extLst>
          </p:cNvPr>
          <p:cNvSpPr txBox="1"/>
          <p:nvPr/>
        </p:nvSpPr>
        <p:spPr>
          <a:xfrm>
            <a:off x="360000" y="828000"/>
            <a:ext cx="11207743" cy="109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序列检测器（检测“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”序列）的设计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建立原始状态图和原始状态表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3" name="组合 312">
            <a:extLst>
              <a:ext uri="{FF2B5EF4-FFF2-40B4-BE49-F238E27FC236}">
                <a16:creationId xmlns:a16="http://schemas.microsoft.com/office/drawing/2014/main" id="{4B3F82CB-0DBE-FAAB-9EBB-7C24354CB0F2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14" name="组合 313">
              <a:extLst>
                <a:ext uri="{FF2B5EF4-FFF2-40B4-BE49-F238E27FC236}">
                  <a16:creationId xmlns:a16="http://schemas.microsoft.com/office/drawing/2014/main" id="{4540F8A0-85A5-B258-8C65-3EE8C2947A5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316" name="箭头: 五边形 315">
                <a:extLst>
                  <a:ext uri="{FF2B5EF4-FFF2-40B4-BE49-F238E27FC236}">
                    <a16:creationId xmlns:a16="http://schemas.microsoft.com/office/drawing/2014/main" id="{19FB42DA-9BB1-A7C6-EF66-472F49B1258D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7" name="箭头: V 形 316">
                <a:extLst>
                  <a:ext uri="{FF2B5EF4-FFF2-40B4-BE49-F238E27FC236}">
                    <a16:creationId xmlns:a16="http://schemas.microsoft.com/office/drawing/2014/main" id="{4BD7FB30-E15E-250B-8CA2-6238F9542D03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15" name="灯片编号占位符 3">
              <a:extLst>
                <a:ext uri="{FF2B5EF4-FFF2-40B4-BE49-F238E27FC236}">
                  <a16:creationId xmlns:a16="http://schemas.microsoft.com/office/drawing/2014/main" id="{65C68C74-1FC9-183F-FDF4-893E7C46716B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1BD92E6-A6EE-1FC7-9AB6-22E1706FC9F2}"/>
                  </a:ext>
                </a:extLst>
              </p:cNvPr>
              <p:cNvSpPr txBox="1"/>
              <p:nvPr/>
            </p:nvSpPr>
            <p:spPr>
              <a:xfrm>
                <a:off x="360000" y="1872000"/>
                <a:ext cx="11327459" cy="9411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20000"/>
                  </a:lnSpc>
                </a:pP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当输入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连续为“</a:t>
                </a:r>
                <a:r>
                  <a:rPr kumimoji="1"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110</a:t>
                </a: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”时，输出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，否则</a:t>
                </a:r>
                <a:r>
                  <a:rPr kumimoji="1"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kumimoji="1"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：输入“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”；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：输入“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”；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：输入“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”；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：输入“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110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1BD92E6-A6EE-1FC7-9AB6-22E1706FC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872000"/>
                <a:ext cx="11327459" cy="941155"/>
              </a:xfrm>
              <a:prstGeom prst="rect">
                <a:avLst/>
              </a:prstGeom>
              <a:blipFill>
                <a:blip r:embed="rId3"/>
                <a:stretch>
                  <a:fillRect t="-1299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ACD4C8CC-88C9-7F39-6C72-B9A56A2650EA}"/>
              </a:ext>
            </a:extLst>
          </p:cNvPr>
          <p:cNvGrpSpPr/>
          <p:nvPr/>
        </p:nvGrpSpPr>
        <p:grpSpPr>
          <a:xfrm>
            <a:off x="360000" y="3960000"/>
            <a:ext cx="1440243" cy="756716"/>
            <a:chOff x="338989" y="3983140"/>
            <a:chExt cx="1440243" cy="7567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 Box 9">
                  <a:extLst>
                    <a:ext uri="{FF2B5EF4-FFF2-40B4-BE49-F238E27FC236}">
                      <a16:creationId xmlns:a16="http://schemas.microsoft.com/office/drawing/2014/main" id="{CA9D635E-67BD-E5FE-C468-E12CE5CE161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81065" y="3983140"/>
                  <a:ext cx="79541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kumimoji="1" lang="en-US" altLang="zh-CN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" name="Text Box 9">
                  <a:extLst>
                    <a:ext uri="{FF2B5EF4-FFF2-40B4-BE49-F238E27FC236}">
                      <a16:creationId xmlns:a16="http://schemas.microsoft.com/office/drawing/2014/main" id="{CA9D635E-67BD-E5FE-C468-E12CE5CE16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81065" y="3983140"/>
                  <a:ext cx="795411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200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45">
                  <a:extLst>
                    <a:ext uri="{FF2B5EF4-FFF2-40B4-BE49-F238E27FC236}">
                      <a16:creationId xmlns:a16="http://schemas.microsoft.com/office/drawing/2014/main" id="{921DB671-3A63-6B52-D349-C043596BF5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8989" y="4140809"/>
                  <a:ext cx="599047" cy="59904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400" b="0"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en-US" altLang="zh-CN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" name="Oval 45">
                  <a:extLst>
                    <a:ext uri="{FF2B5EF4-FFF2-40B4-BE49-F238E27FC236}">
                      <a16:creationId xmlns:a16="http://schemas.microsoft.com/office/drawing/2014/main" id="{921DB671-3A63-6B52-D349-C043596BF5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8989" y="4140809"/>
                  <a:ext cx="599047" cy="599047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05E94994-C5A0-5A6A-8009-0DCA1C10B5CF}"/>
                </a:ext>
              </a:extLst>
            </p:cNvPr>
            <p:cNvCxnSpPr>
              <a:cxnSpLocks/>
              <a:stCxn id="6" idx="6"/>
            </p:cNvCxnSpPr>
            <p:nvPr/>
          </p:nvCxnSpPr>
          <p:spPr>
            <a:xfrm>
              <a:off x="938036" y="4440333"/>
              <a:ext cx="84119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 Box 28">
            <a:extLst>
              <a:ext uri="{FF2B5EF4-FFF2-40B4-BE49-F238E27FC236}">
                <a16:creationId xmlns:a16="http://schemas.microsoft.com/office/drawing/2014/main" id="{401FCC32-C060-EBB8-593A-55EA9AC61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7827" y="3385102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0/0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Oval 58">
                <a:extLst>
                  <a:ext uri="{FF2B5EF4-FFF2-40B4-BE49-F238E27FC236}">
                    <a16:creationId xmlns:a16="http://schemas.microsoft.com/office/drawing/2014/main" id="{D06824A7-7F74-2157-816E-F87929C931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4281" y="4874375"/>
                <a:ext cx="684213" cy="68421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sz="2400" b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6" name="Oval 58">
                <a:extLst>
                  <a:ext uri="{FF2B5EF4-FFF2-40B4-BE49-F238E27FC236}">
                    <a16:creationId xmlns:a16="http://schemas.microsoft.com/office/drawing/2014/main" id="{D06824A7-7F74-2157-816E-F87929C931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4281" y="4874375"/>
                <a:ext cx="684213" cy="684213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val 61">
                <a:extLst>
                  <a:ext uri="{FF2B5EF4-FFF2-40B4-BE49-F238E27FC236}">
                    <a16:creationId xmlns:a16="http://schemas.microsoft.com/office/drawing/2014/main" id="{FA0A48D0-A4F5-C99E-0BF7-2E7914861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5883" y="3385320"/>
                <a:ext cx="684213" cy="68421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𝑏</m:t>
                      </m:r>
                    </m:oMath>
                  </m:oMathPara>
                </a14:m>
                <a:endParaRPr lang="zh-CN" altLang="en-US" sz="2400" b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9" name="Oval 61">
                <a:extLst>
                  <a:ext uri="{FF2B5EF4-FFF2-40B4-BE49-F238E27FC236}">
                    <a16:creationId xmlns:a16="http://schemas.microsoft.com/office/drawing/2014/main" id="{FA0A48D0-A4F5-C99E-0BF7-2E79148615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85883" y="3385320"/>
                <a:ext cx="684213" cy="684213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Oval 64">
                <a:extLst>
                  <a:ext uri="{FF2B5EF4-FFF2-40B4-BE49-F238E27FC236}">
                    <a16:creationId xmlns:a16="http://schemas.microsoft.com/office/drawing/2014/main" id="{F80C1CC2-6F73-3AD8-8CA9-C8BB00B5F2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4049" y="3366713"/>
                <a:ext cx="684213" cy="68421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sz="2400" b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0" name="Oval 64">
                <a:extLst>
                  <a:ext uri="{FF2B5EF4-FFF2-40B4-BE49-F238E27FC236}">
                    <a16:creationId xmlns:a16="http://schemas.microsoft.com/office/drawing/2014/main" id="{F80C1CC2-6F73-3AD8-8CA9-C8BB00B5F2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4049" y="3366713"/>
                <a:ext cx="684213" cy="684213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Oval 67">
                <a:extLst>
                  <a:ext uri="{FF2B5EF4-FFF2-40B4-BE49-F238E27FC236}">
                    <a16:creationId xmlns:a16="http://schemas.microsoft.com/office/drawing/2014/main" id="{087AB560-8AEC-79C0-416A-5E46EE6313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5883" y="4874375"/>
                <a:ext cx="684213" cy="68421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zh-CN" altLang="en-US" sz="2400" b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1" name="Oval 67">
                <a:extLst>
                  <a:ext uri="{FF2B5EF4-FFF2-40B4-BE49-F238E27FC236}">
                    <a16:creationId xmlns:a16="http://schemas.microsoft.com/office/drawing/2014/main" id="{087AB560-8AEC-79C0-416A-5E46EE6313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85883" y="4874375"/>
                <a:ext cx="684213" cy="684213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弧形 64">
            <a:extLst>
              <a:ext uri="{FF2B5EF4-FFF2-40B4-BE49-F238E27FC236}">
                <a16:creationId xmlns:a16="http://schemas.microsoft.com/office/drawing/2014/main" id="{F65835EF-E8EA-26DD-8EE2-27D986E1324D}"/>
              </a:ext>
            </a:extLst>
          </p:cNvPr>
          <p:cNvSpPr/>
          <p:nvPr/>
        </p:nvSpPr>
        <p:spPr>
          <a:xfrm>
            <a:off x="2330787" y="3067189"/>
            <a:ext cx="613176" cy="599047"/>
          </a:xfrm>
          <a:prstGeom prst="arc">
            <a:avLst>
              <a:gd name="adj1" fmla="val 5688059"/>
              <a:gd name="adj2" fmla="val 21430074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4DA1848D-F607-A0B8-E617-F7A83A82AEAE}"/>
              </a:ext>
            </a:extLst>
          </p:cNvPr>
          <p:cNvCxnSpPr>
            <a:cxnSpLocks/>
            <a:stCxn id="59" idx="4"/>
            <a:endCxn id="61" idx="0"/>
          </p:cNvCxnSpPr>
          <p:nvPr/>
        </p:nvCxnSpPr>
        <p:spPr>
          <a:xfrm>
            <a:off x="5027990" y="4069533"/>
            <a:ext cx="0" cy="804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91D903B1-7526-FB3C-B321-D5A850712238}"/>
              </a:ext>
            </a:extLst>
          </p:cNvPr>
          <p:cNvCxnSpPr>
            <a:cxnSpLocks/>
            <a:stCxn id="61" idx="2"/>
            <a:endCxn id="56" idx="6"/>
          </p:cNvCxnSpPr>
          <p:nvPr/>
        </p:nvCxnSpPr>
        <p:spPr>
          <a:xfrm flipH="1">
            <a:off x="3308494" y="5216482"/>
            <a:ext cx="137738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7B231271-D2B1-FDDC-319A-F8BBF462DF07}"/>
              </a:ext>
            </a:extLst>
          </p:cNvPr>
          <p:cNvCxnSpPr>
            <a:cxnSpLocks/>
            <a:stCxn id="56" idx="0"/>
            <a:endCxn id="60" idx="4"/>
          </p:cNvCxnSpPr>
          <p:nvPr/>
        </p:nvCxnSpPr>
        <p:spPr>
          <a:xfrm flipH="1" flipV="1">
            <a:off x="2966156" y="4050926"/>
            <a:ext cx="232" cy="823449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弧形 68">
            <a:extLst>
              <a:ext uri="{FF2B5EF4-FFF2-40B4-BE49-F238E27FC236}">
                <a16:creationId xmlns:a16="http://schemas.microsoft.com/office/drawing/2014/main" id="{E20056FE-777D-F88D-238E-5EE842FD6088}"/>
              </a:ext>
            </a:extLst>
          </p:cNvPr>
          <p:cNvSpPr/>
          <p:nvPr/>
        </p:nvSpPr>
        <p:spPr>
          <a:xfrm>
            <a:off x="5027989" y="5259064"/>
            <a:ext cx="613176" cy="599047"/>
          </a:xfrm>
          <a:prstGeom prst="arc">
            <a:avLst>
              <a:gd name="adj1" fmla="val 16683499"/>
              <a:gd name="adj2" fmla="val 10579083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70" name="Rectangle 48">
            <a:extLst>
              <a:ext uri="{FF2B5EF4-FFF2-40B4-BE49-F238E27FC236}">
                <a16:creationId xmlns:a16="http://schemas.microsoft.com/office/drawing/2014/main" id="{F341CBA8-B48E-8F27-0BFB-0B35C8CF7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4547" y="3797039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0/0</a:t>
            </a:r>
          </a:p>
        </p:txBody>
      </p:sp>
      <p:sp>
        <p:nvSpPr>
          <p:cNvPr id="73" name="Rectangle 48">
            <a:extLst>
              <a:ext uri="{FF2B5EF4-FFF2-40B4-BE49-F238E27FC236}">
                <a16:creationId xmlns:a16="http://schemas.microsoft.com/office/drawing/2014/main" id="{0AF238BB-403C-A143-4276-BF9157496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1161" y="4412710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1/0</a:t>
            </a:r>
          </a:p>
        </p:txBody>
      </p: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7B8AFA99-F263-8DCC-B7EA-2F3339819CB7}"/>
              </a:ext>
            </a:extLst>
          </p:cNvPr>
          <p:cNvCxnSpPr>
            <a:cxnSpLocks/>
          </p:cNvCxnSpPr>
          <p:nvPr/>
        </p:nvCxnSpPr>
        <p:spPr>
          <a:xfrm>
            <a:off x="3308262" y="3615935"/>
            <a:ext cx="14020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AD3AF3B1-14CE-7759-3AF2-F8AAFB8EA2C6}"/>
              </a:ext>
            </a:extLst>
          </p:cNvPr>
          <p:cNvCxnSpPr>
            <a:cxnSpLocks/>
          </p:cNvCxnSpPr>
          <p:nvPr/>
        </p:nvCxnSpPr>
        <p:spPr>
          <a:xfrm flipH="1">
            <a:off x="3283848" y="3837075"/>
            <a:ext cx="14020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 Box 28">
            <a:extLst>
              <a:ext uri="{FF2B5EF4-FFF2-40B4-BE49-F238E27FC236}">
                <a16:creationId xmlns:a16="http://schemas.microsoft.com/office/drawing/2014/main" id="{2F0BDA16-F754-451A-76D2-6E2FD8992C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4547" y="3174279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1/0</a:t>
            </a:r>
          </a:p>
        </p:txBody>
      </p:sp>
      <p:sp>
        <p:nvSpPr>
          <p:cNvPr id="77" name="Text Box 28">
            <a:extLst>
              <a:ext uri="{FF2B5EF4-FFF2-40B4-BE49-F238E27FC236}">
                <a16:creationId xmlns:a16="http://schemas.microsoft.com/office/drawing/2014/main" id="{A5BB94D2-1FA1-8B34-C6D9-E5A3CF334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3693" y="4258704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0/0</a:t>
            </a:r>
          </a:p>
        </p:txBody>
      </p:sp>
      <p:sp>
        <p:nvSpPr>
          <p:cNvPr id="78" name="Text Box 28">
            <a:extLst>
              <a:ext uri="{FF2B5EF4-FFF2-40B4-BE49-F238E27FC236}">
                <a16:creationId xmlns:a16="http://schemas.microsoft.com/office/drawing/2014/main" id="{3D449D2D-C101-8AC4-9627-BCEB7AB7C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2061" y="4264434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1/0</a:t>
            </a:r>
          </a:p>
        </p:txBody>
      </p: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729AF24C-C7AF-AB3F-7201-E807485AD531}"/>
              </a:ext>
            </a:extLst>
          </p:cNvPr>
          <p:cNvCxnSpPr>
            <a:cxnSpLocks/>
            <a:stCxn id="56" idx="7"/>
            <a:endCxn id="59" idx="3"/>
          </p:cNvCxnSpPr>
          <p:nvPr/>
        </p:nvCxnSpPr>
        <p:spPr>
          <a:xfrm flipV="1">
            <a:off x="3208293" y="3969332"/>
            <a:ext cx="1577791" cy="1005244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48">
            <a:extLst>
              <a:ext uri="{FF2B5EF4-FFF2-40B4-BE49-F238E27FC236}">
                <a16:creationId xmlns:a16="http://schemas.microsoft.com/office/drawing/2014/main" id="{F8A081AD-91A4-6B4A-1BCD-7E05EF590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4280" y="5327754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1/0</a:t>
            </a:r>
          </a:p>
        </p:txBody>
      </p:sp>
      <p:sp>
        <p:nvSpPr>
          <p:cNvPr id="81" name="Text Box 28">
            <a:extLst>
              <a:ext uri="{FF2B5EF4-FFF2-40B4-BE49-F238E27FC236}">
                <a16:creationId xmlns:a16="http://schemas.microsoft.com/office/drawing/2014/main" id="{7E8029EA-A9E1-AF27-50D5-D8DCAE47A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4620" y="5193153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AF42EAE0-CD07-141C-92FA-5A167645BD38}"/>
              </a:ext>
            </a:extLst>
          </p:cNvPr>
          <p:cNvSpPr txBox="1"/>
          <p:nvPr/>
        </p:nvSpPr>
        <p:spPr>
          <a:xfrm>
            <a:off x="7248832" y="3144729"/>
            <a:ext cx="41369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状态表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sp>
        <p:nvSpPr>
          <p:cNvPr id="113" name="Rectangle 44">
            <a:extLst>
              <a:ext uri="{FF2B5EF4-FFF2-40B4-BE49-F238E27FC236}">
                <a16:creationId xmlns:a16="http://schemas.microsoft.com/office/drawing/2014/main" id="{B71C4A9C-13DB-1C04-683C-21626D0E4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524" y="5925360"/>
            <a:ext cx="3715668" cy="386914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7" name="Rectangle 44">
            <a:extLst>
              <a:ext uri="{FF2B5EF4-FFF2-40B4-BE49-F238E27FC236}">
                <a16:creationId xmlns:a16="http://schemas.microsoft.com/office/drawing/2014/main" id="{1B05D243-99B0-3271-15AE-E6AFA3241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523" y="4553760"/>
            <a:ext cx="3715669" cy="386914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123BC4F2-9F35-8419-36B4-C99AB7D99E61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82A6D3F-4A83-9C8B-9D7A-2036F7C293C9}"/>
              </a:ext>
            </a:extLst>
          </p:cNvPr>
          <p:cNvSpPr txBox="1"/>
          <p:nvPr/>
        </p:nvSpPr>
        <p:spPr>
          <a:xfrm>
            <a:off x="2160000" y="5962680"/>
            <a:ext cx="20845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状态图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333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7BC33-7C94-5823-9A0A-DCCAD44A7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13136D-7598-B9AC-CE20-EB72F962ED27}"/>
              </a:ext>
            </a:extLst>
          </p:cNvPr>
          <p:cNvSpPr txBox="1"/>
          <p:nvPr/>
        </p:nvSpPr>
        <p:spPr>
          <a:xfrm>
            <a:off x="360000" y="828000"/>
            <a:ext cx="7278553" cy="109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序列检测器（检测“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”序列）的设计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状态化简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3" name="组合 312">
            <a:extLst>
              <a:ext uri="{FF2B5EF4-FFF2-40B4-BE49-F238E27FC236}">
                <a16:creationId xmlns:a16="http://schemas.microsoft.com/office/drawing/2014/main" id="{CC43D65F-6675-5509-DADC-B6597E3F020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14" name="组合 313">
              <a:extLst>
                <a:ext uri="{FF2B5EF4-FFF2-40B4-BE49-F238E27FC236}">
                  <a16:creationId xmlns:a16="http://schemas.microsoft.com/office/drawing/2014/main" id="{5907439E-9DE1-2DAD-93B1-28F731257DDF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316" name="箭头: 五边形 315">
                <a:extLst>
                  <a:ext uri="{FF2B5EF4-FFF2-40B4-BE49-F238E27FC236}">
                    <a16:creationId xmlns:a16="http://schemas.microsoft.com/office/drawing/2014/main" id="{68DD81CA-0BA4-DADB-8B59-25D1F1BF517E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7" name="箭头: V 形 316">
                <a:extLst>
                  <a:ext uri="{FF2B5EF4-FFF2-40B4-BE49-F238E27FC236}">
                    <a16:creationId xmlns:a16="http://schemas.microsoft.com/office/drawing/2014/main" id="{7B83F710-B2E3-29BE-53DE-AC8AE5284F31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15" name="灯片编号占位符 3">
              <a:extLst>
                <a:ext uri="{FF2B5EF4-FFF2-40B4-BE49-F238E27FC236}">
                  <a16:creationId xmlns:a16="http://schemas.microsoft.com/office/drawing/2014/main" id="{88B62D3C-0248-AFAD-8F6A-E798AA3FAC65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FCE5F6C-00DE-8FDA-9EA4-5E5316641181}"/>
                  </a:ext>
                </a:extLst>
              </p:cNvPr>
              <p:cNvSpPr txBox="1"/>
              <p:nvPr/>
            </p:nvSpPr>
            <p:spPr>
              <a:xfrm>
                <a:off x="360000" y="1872000"/>
                <a:ext cx="11327459" cy="9411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20000"/>
                  </a:lnSpc>
                </a:pP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当输入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连续为“</a:t>
                </a:r>
                <a:r>
                  <a:rPr kumimoji="1"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110</a:t>
                </a: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”时，输出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，否则</a:t>
                </a:r>
                <a:r>
                  <a:rPr kumimoji="1"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kumimoji="1"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：输入“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”；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：输入“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”；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：输入“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”；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：输入 “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110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FCE5F6C-00DE-8FDA-9EA4-5E5316641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872000"/>
                <a:ext cx="11327459" cy="941155"/>
              </a:xfrm>
              <a:prstGeom prst="rect">
                <a:avLst/>
              </a:prstGeom>
              <a:blipFill>
                <a:blip r:embed="rId3"/>
                <a:stretch>
                  <a:fillRect t="-1299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 Box 28">
            <a:extLst>
              <a:ext uri="{FF2B5EF4-FFF2-40B4-BE49-F238E27FC236}">
                <a16:creationId xmlns:a16="http://schemas.microsoft.com/office/drawing/2014/main" id="{E4A05D0A-B92D-F4B1-9D53-56E4CE8A9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7827" y="3385102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0/0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val 61">
                <a:extLst>
                  <a:ext uri="{FF2B5EF4-FFF2-40B4-BE49-F238E27FC236}">
                    <a16:creationId xmlns:a16="http://schemas.microsoft.com/office/drawing/2014/main" id="{71D2BD9A-8EEE-D154-2DEB-8AD419738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5883" y="3385320"/>
                <a:ext cx="684213" cy="68421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𝑏</m:t>
                      </m:r>
                    </m:oMath>
                  </m:oMathPara>
                </a14:m>
                <a:endParaRPr lang="zh-CN" altLang="en-US" sz="2400" b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9" name="Oval 61">
                <a:extLst>
                  <a:ext uri="{FF2B5EF4-FFF2-40B4-BE49-F238E27FC236}">
                    <a16:creationId xmlns:a16="http://schemas.microsoft.com/office/drawing/2014/main" id="{71D2BD9A-8EEE-D154-2DEB-8AD419738D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85883" y="3385320"/>
                <a:ext cx="684213" cy="684213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Oval 64">
                <a:extLst>
                  <a:ext uri="{FF2B5EF4-FFF2-40B4-BE49-F238E27FC236}">
                    <a16:creationId xmlns:a16="http://schemas.microsoft.com/office/drawing/2014/main" id="{F8635B78-2537-4CBC-B5BC-6E000A570E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4049" y="3366713"/>
                <a:ext cx="684213" cy="68421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sz="2400" b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0" name="Oval 64">
                <a:extLst>
                  <a:ext uri="{FF2B5EF4-FFF2-40B4-BE49-F238E27FC236}">
                    <a16:creationId xmlns:a16="http://schemas.microsoft.com/office/drawing/2014/main" id="{F8635B78-2537-4CBC-B5BC-6E000A570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4049" y="3366713"/>
                <a:ext cx="684213" cy="684213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Oval 67">
                <a:extLst>
                  <a:ext uri="{FF2B5EF4-FFF2-40B4-BE49-F238E27FC236}">
                    <a16:creationId xmlns:a16="http://schemas.microsoft.com/office/drawing/2014/main" id="{2ECE93DB-2DAB-AA35-AFF4-3B05BE3432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5883" y="4874375"/>
                <a:ext cx="684213" cy="68421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zh-CN" altLang="en-US" sz="2400" b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1" name="Oval 67">
                <a:extLst>
                  <a:ext uri="{FF2B5EF4-FFF2-40B4-BE49-F238E27FC236}">
                    <a16:creationId xmlns:a16="http://schemas.microsoft.com/office/drawing/2014/main" id="{2ECE93DB-2DAB-AA35-AFF4-3B05BE3432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85883" y="4874375"/>
                <a:ext cx="684213" cy="684213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弧形 64">
            <a:extLst>
              <a:ext uri="{FF2B5EF4-FFF2-40B4-BE49-F238E27FC236}">
                <a16:creationId xmlns:a16="http://schemas.microsoft.com/office/drawing/2014/main" id="{C5ADB78C-4015-EEE3-2FE0-D276F2CEB263}"/>
              </a:ext>
            </a:extLst>
          </p:cNvPr>
          <p:cNvSpPr/>
          <p:nvPr/>
        </p:nvSpPr>
        <p:spPr>
          <a:xfrm>
            <a:off x="2330787" y="3067189"/>
            <a:ext cx="613176" cy="599047"/>
          </a:xfrm>
          <a:prstGeom prst="arc">
            <a:avLst>
              <a:gd name="adj1" fmla="val 5688059"/>
              <a:gd name="adj2" fmla="val 21430074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60279A93-AB1A-EE17-4193-FA4EE206DCC6}"/>
              </a:ext>
            </a:extLst>
          </p:cNvPr>
          <p:cNvCxnSpPr>
            <a:cxnSpLocks/>
            <a:stCxn id="59" idx="4"/>
            <a:endCxn id="61" idx="0"/>
          </p:cNvCxnSpPr>
          <p:nvPr/>
        </p:nvCxnSpPr>
        <p:spPr>
          <a:xfrm>
            <a:off x="5027990" y="4069533"/>
            <a:ext cx="0" cy="804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弧形 68">
            <a:extLst>
              <a:ext uri="{FF2B5EF4-FFF2-40B4-BE49-F238E27FC236}">
                <a16:creationId xmlns:a16="http://schemas.microsoft.com/office/drawing/2014/main" id="{5BAB5965-1374-2D9F-2131-618505C0600F}"/>
              </a:ext>
            </a:extLst>
          </p:cNvPr>
          <p:cNvSpPr/>
          <p:nvPr/>
        </p:nvSpPr>
        <p:spPr>
          <a:xfrm>
            <a:off x="5027989" y="5259064"/>
            <a:ext cx="613176" cy="599047"/>
          </a:xfrm>
          <a:prstGeom prst="arc">
            <a:avLst>
              <a:gd name="adj1" fmla="val 16683499"/>
              <a:gd name="adj2" fmla="val 10579083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70" name="Rectangle 48">
            <a:extLst>
              <a:ext uri="{FF2B5EF4-FFF2-40B4-BE49-F238E27FC236}">
                <a16:creationId xmlns:a16="http://schemas.microsoft.com/office/drawing/2014/main" id="{B091760B-93F8-DADD-4B6C-55FF4DC16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4547" y="3797039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0/0</a:t>
            </a:r>
          </a:p>
        </p:txBody>
      </p:sp>
      <p:sp>
        <p:nvSpPr>
          <p:cNvPr id="73" name="Rectangle 48">
            <a:extLst>
              <a:ext uri="{FF2B5EF4-FFF2-40B4-BE49-F238E27FC236}">
                <a16:creationId xmlns:a16="http://schemas.microsoft.com/office/drawing/2014/main" id="{D2C7B819-FF95-9D6B-8AA9-2D96B1399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373" y="4471954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0/1</a:t>
            </a:r>
          </a:p>
        </p:txBody>
      </p: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E9045DE4-49F5-91C0-FA7F-DB97F2969559}"/>
              </a:ext>
            </a:extLst>
          </p:cNvPr>
          <p:cNvCxnSpPr>
            <a:cxnSpLocks/>
          </p:cNvCxnSpPr>
          <p:nvPr/>
        </p:nvCxnSpPr>
        <p:spPr>
          <a:xfrm>
            <a:off x="3308262" y="3615935"/>
            <a:ext cx="14020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D8BF0700-E0A6-A1F5-698D-897C19F1DB9D}"/>
              </a:ext>
            </a:extLst>
          </p:cNvPr>
          <p:cNvCxnSpPr>
            <a:cxnSpLocks/>
          </p:cNvCxnSpPr>
          <p:nvPr/>
        </p:nvCxnSpPr>
        <p:spPr>
          <a:xfrm flipH="1">
            <a:off x="3283848" y="3837075"/>
            <a:ext cx="14020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 Box 28">
            <a:extLst>
              <a:ext uri="{FF2B5EF4-FFF2-40B4-BE49-F238E27FC236}">
                <a16:creationId xmlns:a16="http://schemas.microsoft.com/office/drawing/2014/main" id="{B6300F79-D0F8-ED3B-D2F0-75B8632F0F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4547" y="3174279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1/0</a:t>
            </a:r>
          </a:p>
        </p:txBody>
      </p:sp>
      <p:sp>
        <p:nvSpPr>
          <p:cNvPr id="78" name="Text Box 28">
            <a:extLst>
              <a:ext uri="{FF2B5EF4-FFF2-40B4-BE49-F238E27FC236}">
                <a16:creationId xmlns:a16="http://schemas.microsoft.com/office/drawing/2014/main" id="{B81968A3-172A-1885-CA2C-F0FD1A8DD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2061" y="4264434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1/0</a:t>
            </a:r>
          </a:p>
        </p:txBody>
      </p: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7976C57F-9196-320B-DAC0-3AF012612B8F}"/>
              </a:ext>
            </a:extLst>
          </p:cNvPr>
          <p:cNvCxnSpPr>
            <a:cxnSpLocks/>
            <a:stCxn id="61" idx="1"/>
            <a:endCxn id="60" idx="5"/>
          </p:cNvCxnSpPr>
          <p:nvPr/>
        </p:nvCxnSpPr>
        <p:spPr>
          <a:xfrm flipH="1" flipV="1">
            <a:off x="3208061" y="3950725"/>
            <a:ext cx="1578023" cy="1023851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48">
            <a:extLst>
              <a:ext uri="{FF2B5EF4-FFF2-40B4-BE49-F238E27FC236}">
                <a16:creationId xmlns:a16="http://schemas.microsoft.com/office/drawing/2014/main" id="{6A8C5714-3696-E2D3-7E40-1A82EDBBB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4280" y="5327754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1/0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表格 15">
                <a:extLst>
                  <a:ext uri="{FF2B5EF4-FFF2-40B4-BE49-F238E27FC236}">
                    <a16:creationId xmlns:a16="http://schemas.microsoft.com/office/drawing/2014/main" id="{E7489FE8-3D59-A602-180F-8F7480E193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7540315"/>
                  </p:ext>
                </p:extLst>
              </p:nvPr>
            </p:nvGraphicFramePr>
            <p:xfrm>
              <a:off x="7248832" y="3606394"/>
              <a:ext cx="4136922" cy="228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77935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519941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539046">
                      <a:extLst>
                        <a:ext uri="{9D8B030D-6E8A-4147-A177-3AD203B41FA5}">
                          <a16:colId xmlns:a16="http://schemas.microsoft.com/office/drawing/2014/main" val="3532139505"/>
                        </a:ext>
                      </a:extLst>
                    </a:gridCol>
                  </a:tblGrid>
                  <a:tr h="332365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S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S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p>
                                <m: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326336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77038963"/>
                      </a:ext>
                    </a:extLst>
                  </a:tr>
                  <a:tr h="32633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zh-CN" altLang="en-US" sz="2400" i="1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/0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/0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32633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zh-CN" altLang="en-US" sz="2400" i="1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/0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/0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32633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zh-CN" altLang="en-US" sz="2400" i="1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𝑎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/1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𝑐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/0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表格 15">
                <a:extLst>
                  <a:ext uri="{FF2B5EF4-FFF2-40B4-BE49-F238E27FC236}">
                    <a16:creationId xmlns:a16="http://schemas.microsoft.com/office/drawing/2014/main" id="{E7489FE8-3D59-A602-180F-8F7480E193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7540315"/>
                  </p:ext>
                </p:extLst>
              </p:nvPr>
            </p:nvGraphicFramePr>
            <p:xfrm>
              <a:off x="7248832" y="3606394"/>
              <a:ext cx="4136922" cy="228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77935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519941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539046">
                      <a:extLst>
                        <a:ext uri="{9D8B030D-6E8A-4147-A177-3AD203B41FA5}">
                          <a16:colId xmlns:a16="http://schemas.microsoft.com/office/drawing/2014/main" val="3532139505"/>
                        </a:ext>
                      </a:extLst>
                    </a:gridCol>
                  </a:tblGrid>
                  <a:tr h="457200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565" t="-667" r="-284746" b="-160667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5458" t="-1333" r="-398" b="-421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71486" t="-101333" r="-102410" b="-32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68775" t="-101333" r="-791" b="-32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03896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565" t="-198684" r="-284746" b="-217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71486" t="-198684" r="-102410" b="-217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68775" t="-198684" r="-791" b="-2171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565" t="-302667" r="-284746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71486" t="-302667" r="-102410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68775" t="-302667" r="-791" b="-1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565" t="-402667" r="-284746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71486" t="-402667" r="-102410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68775" t="-402667" r="-791" b="-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E50BE263-E82F-FD1A-25BE-C302A63D9CCC}"/>
              </a:ext>
            </a:extLst>
          </p:cNvPr>
          <p:cNvSpPr txBox="1"/>
          <p:nvPr/>
        </p:nvSpPr>
        <p:spPr>
          <a:xfrm>
            <a:off x="7248832" y="3144729"/>
            <a:ext cx="41369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状态表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7C40BCF2-C383-111A-C2AB-E59651757721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7422EBD-DCEA-2571-45BA-77BF14824C63}"/>
              </a:ext>
            </a:extLst>
          </p:cNvPr>
          <p:cNvGrpSpPr/>
          <p:nvPr/>
        </p:nvGrpSpPr>
        <p:grpSpPr>
          <a:xfrm>
            <a:off x="360000" y="3960000"/>
            <a:ext cx="1440243" cy="756716"/>
            <a:chOff x="338989" y="3983140"/>
            <a:chExt cx="1440243" cy="7567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 Box 9">
                  <a:extLst>
                    <a:ext uri="{FF2B5EF4-FFF2-40B4-BE49-F238E27FC236}">
                      <a16:creationId xmlns:a16="http://schemas.microsoft.com/office/drawing/2014/main" id="{92093BD0-19F8-85C8-81E0-84623709B86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81065" y="3983140"/>
                  <a:ext cx="79541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kumimoji="1" lang="en-US" altLang="zh-CN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" name="Text Box 9">
                  <a:extLst>
                    <a:ext uri="{FF2B5EF4-FFF2-40B4-BE49-F238E27FC236}">
                      <a16:creationId xmlns:a16="http://schemas.microsoft.com/office/drawing/2014/main" id="{92093BD0-19F8-85C8-81E0-84623709B8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81065" y="3983140"/>
                  <a:ext cx="795411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200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45">
                  <a:extLst>
                    <a:ext uri="{FF2B5EF4-FFF2-40B4-BE49-F238E27FC236}">
                      <a16:creationId xmlns:a16="http://schemas.microsoft.com/office/drawing/2014/main" id="{29CD6682-12AE-4367-D83B-35F02FA712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8989" y="4140809"/>
                  <a:ext cx="599047" cy="59904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400" b="0"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en-US" altLang="zh-CN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" name="Oval 45">
                  <a:extLst>
                    <a:ext uri="{FF2B5EF4-FFF2-40B4-BE49-F238E27FC236}">
                      <a16:creationId xmlns:a16="http://schemas.microsoft.com/office/drawing/2014/main" id="{29CD6682-12AE-4367-D83B-35F02FA712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8989" y="4140809"/>
                  <a:ext cx="599047" cy="599047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9E0575C9-A3CD-2305-2FAC-EE650D1F220D}"/>
                </a:ext>
              </a:extLst>
            </p:cNvPr>
            <p:cNvCxnSpPr>
              <a:cxnSpLocks/>
              <a:stCxn id="8" idx="6"/>
            </p:cNvCxnSpPr>
            <p:nvPr/>
          </p:nvCxnSpPr>
          <p:spPr>
            <a:xfrm>
              <a:off x="938036" y="4440333"/>
              <a:ext cx="84119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21DDB22D-C4BA-EC2B-AE4E-7981992A5350}"/>
              </a:ext>
            </a:extLst>
          </p:cNvPr>
          <p:cNvSpPr txBox="1"/>
          <p:nvPr/>
        </p:nvSpPr>
        <p:spPr>
          <a:xfrm>
            <a:off x="2160000" y="5962680"/>
            <a:ext cx="20845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状态图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067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C5C11-BD03-2079-65F9-21D82C99F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402773E-DEC0-8A3F-86B4-1019F62AE319}"/>
              </a:ext>
            </a:extLst>
          </p:cNvPr>
          <p:cNvSpPr txBox="1"/>
          <p:nvPr/>
        </p:nvSpPr>
        <p:spPr>
          <a:xfrm>
            <a:off x="360000" y="828000"/>
            <a:ext cx="11110280" cy="109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序列检测器（检测“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”序列）的设计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状态分配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状态编码：为每个状态指定一个特定的二进制代码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83C42EA-E3E7-B620-EE22-A847CE6B2074}"/>
                  </a:ext>
                </a:extLst>
              </p:cNvPr>
              <p:cNvSpPr txBox="1"/>
              <p:nvPr/>
            </p:nvSpPr>
            <p:spPr>
              <a:xfrm>
                <a:off x="360000" y="1872000"/>
                <a:ext cx="9719412" cy="9411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kumimoji="1"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个触发器有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kumimoji="1"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个状态；若电路状态数为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endParaRPr kumimoji="1"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，因此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p>
                    <m:r>
                      <a:rPr lang="en-US" altLang="zh-CN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sSubSup>
                      <m:sSubSup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，令</a:t>
                </a:r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=01</m:t>
                    </m:r>
                  </m:oMath>
                </a14:m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=11</m:t>
                    </m:r>
                  </m:oMath>
                </a14:m>
                <a:endParaRPr kumimoji="1"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83C42EA-E3E7-B620-EE22-A847CE6B2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872000"/>
                <a:ext cx="9719412" cy="941155"/>
              </a:xfrm>
              <a:prstGeom prst="rect">
                <a:avLst/>
              </a:prstGeom>
              <a:blipFill>
                <a:blip r:embed="rId3"/>
                <a:stretch>
                  <a:fillRect t="-1299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04653082-57A7-0370-627F-5ADA58B80663}"/>
              </a:ext>
            </a:extLst>
          </p:cNvPr>
          <p:cNvSpPr txBox="1"/>
          <p:nvPr/>
        </p:nvSpPr>
        <p:spPr>
          <a:xfrm>
            <a:off x="2160000" y="5962680"/>
            <a:ext cx="20845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状态图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sp>
        <p:nvSpPr>
          <p:cNvPr id="22" name="Text Box 28">
            <a:extLst>
              <a:ext uri="{FF2B5EF4-FFF2-40B4-BE49-F238E27FC236}">
                <a16:creationId xmlns:a16="http://schemas.microsoft.com/office/drawing/2014/main" id="{8F1FA259-94FC-7DF5-B57B-D792BF836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7827" y="3385102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0/0</a:t>
            </a:r>
          </a:p>
        </p:txBody>
      </p:sp>
      <p:sp>
        <p:nvSpPr>
          <p:cNvPr id="23" name="Oval 61">
            <a:extLst>
              <a:ext uri="{FF2B5EF4-FFF2-40B4-BE49-F238E27FC236}">
                <a16:creationId xmlns:a16="http://schemas.microsoft.com/office/drawing/2014/main" id="{44F0D314-B8EB-2C60-8BE3-DB38C1C27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5883" y="3385320"/>
            <a:ext cx="684213" cy="68421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Aft>
                <a:spcPct val="0"/>
              </a:spcAft>
              <a:buNone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Oval 64">
            <a:extLst>
              <a:ext uri="{FF2B5EF4-FFF2-40B4-BE49-F238E27FC236}">
                <a16:creationId xmlns:a16="http://schemas.microsoft.com/office/drawing/2014/main" id="{B3717424-5808-1D0C-3B79-ACD62A9EC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4049" y="3366713"/>
            <a:ext cx="684213" cy="68421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Aft>
                <a:spcPct val="0"/>
              </a:spcAft>
              <a:buNone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zh-CN" altLang="en-US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Oval 67">
            <a:extLst>
              <a:ext uri="{FF2B5EF4-FFF2-40B4-BE49-F238E27FC236}">
                <a16:creationId xmlns:a16="http://schemas.microsoft.com/office/drawing/2014/main" id="{93865596-43C0-1B9A-F038-C0E8CDF1A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5883" y="4874375"/>
            <a:ext cx="684213" cy="68421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Aft>
                <a:spcPct val="0"/>
              </a:spcAft>
              <a:buNone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弧形 25">
            <a:extLst>
              <a:ext uri="{FF2B5EF4-FFF2-40B4-BE49-F238E27FC236}">
                <a16:creationId xmlns:a16="http://schemas.microsoft.com/office/drawing/2014/main" id="{9613E6E9-DFF5-74AB-9627-10FFBF4BF575}"/>
              </a:ext>
            </a:extLst>
          </p:cNvPr>
          <p:cNvSpPr/>
          <p:nvPr/>
        </p:nvSpPr>
        <p:spPr>
          <a:xfrm>
            <a:off x="2330787" y="3067189"/>
            <a:ext cx="613176" cy="599047"/>
          </a:xfrm>
          <a:prstGeom prst="arc">
            <a:avLst>
              <a:gd name="adj1" fmla="val 5688059"/>
              <a:gd name="adj2" fmla="val 21430074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F27F8735-35F1-9B86-DD5C-B35E8FC8FA4E}"/>
              </a:ext>
            </a:extLst>
          </p:cNvPr>
          <p:cNvCxnSpPr>
            <a:cxnSpLocks/>
            <a:stCxn id="23" idx="4"/>
            <a:endCxn id="25" idx="0"/>
          </p:cNvCxnSpPr>
          <p:nvPr/>
        </p:nvCxnSpPr>
        <p:spPr>
          <a:xfrm>
            <a:off x="5027990" y="4069533"/>
            <a:ext cx="0" cy="804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弧形 27">
            <a:extLst>
              <a:ext uri="{FF2B5EF4-FFF2-40B4-BE49-F238E27FC236}">
                <a16:creationId xmlns:a16="http://schemas.microsoft.com/office/drawing/2014/main" id="{81084CEA-17FF-CE26-BF1C-D8BC62A39BA2}"/>
              </a:ext>
            </a:extLst>
          </p:cNvPr>
          <p:cNvSpPr/>
          <p:nvPr/>
        </p:nvSpPr>
        <p:spPr>
          <a:xfrm>
            <a:off x="5027989" y="5259064"/>
            <a:ext cx="613176" cy="599047"/>
          </a:xfrm>
          <a:prstGeom prst="arc">
            <a:avLst>
              <a:gd name="adj1" fmla="val 16683499"/>
              <a:gd name="adj2" fmla="val 10579083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29" name="Rectangle 48">
            <a:extLst>
              <a:ext uri="{FF2B5EF4-FFF2-40B4-BE49-F238E27FC236}">
                <a16:creationId xmlns:a16="http://schemas.microsoft.com/office/drawing/2014/main" id="{3DE26EC2-BE52-730B-5950-C6364F7B9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4547" y="3797039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0/0</a:t>
            </a:r>
          </a:p>
        </p:txBody>
      </p:sp>
      <p:sp>
        <p:nvSpPr>
          <p:cNvPr id="30" name="Rectangle 48">
            <a:extLst>
              <a:ext uri="{FF2B5EF4-FFF2-40B4-BE49-F238E27FC236}">
                <a16:creationId xmlns:a16="http://schemas.microsoft.com/office/drawing/2014/main" id="{A4E62F02-F945-C10E-7278-43309AD03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373" y="4471954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0/1</a:t>
            </a: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80AFBA59-5252-DB85-38A2-BC92EAC6E704}"/>
              </a:ext>
            </a:extLst>
          </p:cNvPr>
          <p:cNvCxnSpPr>
            <a:cxnSpLocks/>
          </p:cNvCxnSpPr>
          <p:nvPr/>
        </p:nvCxnSpPr>
        <p:spPr>
          <a:xfrm>
            <a:off x="3308262" y="3615935"/>
            <a:ext cx="14020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6BC7F7BD-6DCF-7816-955E-889F43DA1B80}"/>
              </a:ext>
            </a:extLst>
          </p:cNvPr>
          <p:cNvCxnSpPr>
            <a:cxnSpLocks/>
          </p:cNvCxnSpPr>
          <p:nvPr/>
        </p:nvCxnSpPr>
        <p:spPr>
          <a:xfrm flipH="1">
            <a:off x="3283848" y="3837075"/>
            <a:ext cx="14020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Box 28">
            <a:extLst>
              <a:ext uri="{FF2B5EF4-FFF2-40B4-BE49-F238E27FC236}">
                <a16:creationId xmlns:a16="http://schemas.microsoft.com/office/drawing/2014/main" id="{B454ED25-7369-8853-4045-D0B012E82C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4547" y="3174279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1/0</a:t>
            </a:r>
          </a:p>
        </p:txBody>
      </p:sp>
      <p:sp>
        <p:nvSpPr>
          <p:cNvPr id="34" name="Text Box 28">
            <a:extLst>
              <a:ext uri="{FF2B5EF4-FFF2-40B4-BE49-F238E27FC236}">
                <a16:creationId xmlns:a16="http://schemas.microsoft.com/office/drawing/2014/main" id="{EE0D7217-338F-C348-2875-55F08DD42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2061" y="4264434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1/0</a:t>
            </a: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F12A5902-C635-06CB-2483-EAA764AFB6D4}"/>
              </a:ext>
            </a:extLst>
          </p:cNvPr>
          <p:cNvCxnSpPr>
            <a:cxnSpLocks/>
            <a:stCxn id="25" idx="1"/>
            <a:endCxn id="24" idx="5"/>
          </p:cNvCxnSpPr>
          <p:nvPr/>
        </p:nvCxnSpPr>
        <p:spPr>
          <a:xfrm flipH="1" flipV="1">
            <a:off x="3208061" y="3950725"/>
            <a:ext cx="1578023" cy="1023851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48">
            <a:extLst>
              <a:ext uri="{FF2B5EF4-FFF2-40B4-BE49-F238E27FC236}">
                <a16:creationId xmlns:a16="http://schemas.microsoft.com/office/drawing/2014/main" id="{22061C3C-4EEE-E680-8A5E-BCDD183B5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4280" y="5327754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1/0</a:t>
            </a: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E19F3C3F-EF58-751F-C4DC-4272728C8362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4E733FF8-FC8A-2033-6692-4488A9D23322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" name="箭头: 五边形 46">
                <a:extLst>
                  <a:ext uri="{FF2B5EF4-FFF2-40B4-BE49-F238E27FC236}">
                    <a16:creationId xmlns:a16="http://schemas.microsoft.com/office/drawing/2014/main" id="{4F17AD13-BCF3-B432-5969-AF0DD0AB10D1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箭头: V 形 47">
                <a:extLst>
                  <a:ext uri="{FF2B5EF4-FFF2-40B4-BE49-F238E27FC236}">
                    <a16:creationId xmlns:a16="http://schemas.microsoft.com/office/drawing/2014/main" id="{BB01E275-19B8-0B53-F110-B310C984A6C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6" name="灯片编号占位符 3">
              <a:extLst>
                <a:ext uri="{FF2B5EF4-FFF2-40B4-BE49-F238E27FC236}">
                  <a16:creationId xmlns:a16="http://schemas.microsoft.com/office/drawing/2014/main" id="{416BC45D-5BE3-517E-F56F-76AB78F1A8AE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2" name="表格 51">
                <a:extLst>
                  <a:ext uri="{FF2B5EF4-FFF2-40B4-BE49-F238E27FC236}">
                    <a16:creationId xmlns:a16="http://schemas.microsoft.com/office/drawing/2014/main" id="{35B49DA8-CD5E-4E09-AEBB-3A0F8FA182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1021174"/>
                  </p:ext>
                </p:extLst>
              </p:nvPr>
            </p:nvGraphicFramePr>
            <p:xfrm>
              <a:off x="7248832" y="3606394"/>
              <a:ext cx="4136922" cy="275164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77935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519941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539046">
                      <a:extLst>
                        <a:ext uri="{9D8B030D-6E8A-4147-A177-3AD203B41FA5}">
                          <a16:colId xmlns:a16="http://schemas.microsoft.com/office/drawing/2014/main" val="3532139505"/>
                        </a:ext>
                      </a:extLst>
                    </a:gridCol>
                  </a:tblGrid>
                  <a:tr h="332365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bSup>
                                <m: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326336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77038963"/>
                      </a:ext>
                    </a:extLst>
                  </a:tr>
                  <a:tr h="3263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</a:t>
                          </a:r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0/0</a:t>
                          </a:r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1/0</a:t>
                          </a:r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32633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0  1</a:t>
                          </a:r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0/0</a:t>
                          </a:r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1/0</a:t>
                          </a:r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32633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1  1</a:t>
                          </a:r>
                          <a:endParaRPr kumimoji="0" lang="zh-CN" altLang="en-US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 0/1</a:t>
                          </a:r>
                          <a:endParaRPr kumimoji="0" lang="zh-CN" altLang="en-US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1/0</a:t>
                          </a:r>
                          <a:endParaRPr kumimoji="0" lang="zh-CN" altLang="en-US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32633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1  0</a:t>
                          </a:r>
                          <a:endParaRPr kumimoji="0" lang="zh-CN" altLang="en-US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  x/x</a:t>
                          </a:r>
                          <a:endParaRPr kumimoji="0" lang="zh-CN" altLang="en-US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  x/x</a:t>
                          </a:r>
                          <a:endParaRPr kumimoji="0" lang="zh-CN" altLang="en-US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2" name="表格 51">
                <a:extLst>
                  <a:ext uri="{FF2B5EF4-FFF2-40B4-BE49-F238E27FC236}">
                    <a16:creationId xmlns:a16="http://schemas.microsoft.com/office/drawing/2014/main" id="{35B49DA8-CD5E-4E09-AEBB-3A0F8FA182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1021174"/>
                  </p:ext>
                </p:extLst>
              </p:nvPr>
            </p:nvGraphicFramePr>
            <p:xfrm>
              <a:off x="7248832" y="3606394"/>
              <a:ext cx="4136922" cy="275164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77935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519941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539046">
                      <a:extLst>
                        <a:ext uri="{9D8B030D-6E8A-4147-A177-3AD203B41FA5}">
                          <a16:colId xmlns:a16="http://schemas.microsoft.com/office/drawing/2014/main" val="3532139505"/>
                        </a:ext>
                      </a:extLst>
                    </a:gridCol>
                  </a:tblGrid>
                  <a:tr h="465646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65" t="-658" r="-284746" b="-212500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5458" t="-1316" r="-398" b="-525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1486" t="-101316" r="-102410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68775" t="-101316" r="-791" b="-4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03896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</a:t>
                          </a:r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0/0</a:t>
                          </a:r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1/0</a:t>
                          </a:r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0  1</a:t>
                          </a:r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0/0</a:t>
                          </a:r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1/0</a:t>
                          </a:r>
                          <a:endParaRPr lang="zh-CN" altLang="en-US" sz="24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1  1</a:t>
                          </a:r>
                          <a:endParaRPr kumimoji="0" lang="zh-CN" altLang="en-US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 0/1</a:t>
                          </a:r>
                          <a:endParaRPr kumimoji="0" lang="zh-CN" altLang="en-US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1/0</a:t>
                          </a:r>
                          <a:endParaRPr kumimoji="0" lang="zh-CN" altLang="en-US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1  0</a:t>
                          </a:r>
                          <a:endParaRPr kumimoji="0" lang="zh-CN" altLang="en-US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  x/x</a:t>
                          </a:r>
                          <a:endParaRPr kumimoji="0" lang="zh-CN" altLang="en-US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  x/x</a:t>
                          </a:r>
                          <a:endParaRPr kumimoji="0" lang="zh-CN" altLang="en-US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3" name="文本框 52">
            <a:extLst>
              <a:ext uri="{FF2B5EF4-FFF2-40B4-BE49-F238E27FC236}">
                <a16:creationId xmlns:a16="http://schemas.microsoft.com/office/drawing/2014/main" id="{1B23475E-7FB0-040A-DD40-52DA123ADB96}"/>
              </a:ext>
            </a:extLst>
          </p:cNvPr>
          <p:cNvSpPr txBox="1"/>
          <p:nvPr/>
        </p:nvSpPr>
        <p:spPr>
          <a:xfrm>
            <a:off x="7248832" y="3144729"/>
            <a:ext cx="41369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状态表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3D77194-0783-AE5F-F6C2-32874BA56799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0C9C62B-7D5A-F815-06E1-B0FF8420408A}"/>
              </a:ext>
            </a:extLst>
          </p:cNvPr>
          <p:cNvGrpSpPr/>
          <p:nvPr/>
        </p:nvGrpSpPr>
        <p:grpSpPr>
          <a:xfrm>
            <a:off x="360000" y="3960000"/>
            <a:ext cx="1440243" cy="756716"/>
            <a:chOff x="338989" y="3983140"/>
            <a:chExt cx="1440243" cy="7567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 Box 9">
                  <a:extLst>
                    <a:ext uri="{FF2B5EF4-FFF2-40B4-BE49-F238E27FC236}">
                      <a16:creationId xmlns:a16="http://schemas.microsoft.com/office/drawing/2014/main" id="{7E87D2E8-BA6E-3A51-2EB7-3CA221316AF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81065" y="3983140"/>
                  <a:ext cx="79541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kumimoji="1" lang="en-US" altLang="zh-CN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" name="Text Box 9">
                  <a:extLst>
                    <a:ext uri="{FF2B5EF4-FFF2-40B4-BE49-F238E27FC236}">
                      <a16:creationId xmlns:a16="http://schemas.microsoft.com/office/drawing/2014/main" id="{7E87D2E8-BA6E-3A51-2EB7-3CA221316A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81065" y="3983140"/>
                  <a:ext cx="795411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200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45">
                  <a:extLst>
                    <a:ext uri="{FF2B5EF4-FFF2-40B4-BE49-F238E27FC236}">
                      <a16:creationId xmlns:a16="http://schemas.microsoft.com/office/drawing/2014/main" id="{55F19C9A-B2A7-9686-36E5-4008B7D304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8989" y="4140809"/>
                  <a:ext cx="599047" cy="59904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400" b="0"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en-US" altLang="zh-CN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" name="Oval 45">
                  <a:extLst>
                    <a:ext uri="{FF2B5EF4-FFF2-40B4-BE49-F238E27FC236}">
                      <a16:creationId xmlns:a16="http://schemas.microsoft.com/office/drawing/2014/main" id="{55F19C9A-B2A7-9686-36E5-4008B7D304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8989" y="4140809"/>
                  <a:ext cx="599047" cy="599047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6A40685C-6536-FC18-2DE4-279B4A0D2069}"/>
                </a:ext>
              </a:extLst>
            </p:cNvPr>
            <p:cNvCxnSpPr>
              <a:cxnSpLocks/>
              <a:stCxn id="8" idx="6"/>
            </p:cNvCxnSpPr>
            <p:nvPr/>
          </p:nvCxnSpPr>
          <p:spPr>
            <a:xfrm>
              <a:off x="938036" y="4440333"/>
              <a:ext cx="84119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5274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D3C5F-87CD-6CEA-477C-0A456F574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CB94376-807E-643D-B9B6-330C6961AF51}"/>
              </a:ext>
            </a:extLst>
          </p:cNvPr>
          <p:cNvSpPr txBox="1"/>
          <p:nvPr/>
        </p:nvSpPr>
        <p:spPr>
          <a:xfrm>
            <a:off x="360000" y="828000"/>
            <a:ext cx="7302930" cy="109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序列检测器（检测“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”序列）的设计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确定状态方程和输出方程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5B4BDC0F-16BA-0A15-84C6-1ACEAE641B8B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1803A8BD-4F92-5B7A-354E-28D7ECAC6B28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" name="箭头: 五边形 46">
                <a:extLst>
                  <a:ext uri="{FF2B5EF4-FFF2-40B4-BE49-F238E27FC236}">
                    <a16:creationId xmlns:a16="http://schemas.microsoft.com/office/drawing/2014/main" id="{C427E436-D01D-1924-F742-41FB2EE34FF4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箭头: V 形 47">
                <a:extLst>
                  <a:ext uri="{FF2B5EF4-FFF2-40B4-BE49-F238E27FC236}">
                    <a16:creationId xmlns:a16="http://schemas.microsoft.com/office/drawing/2014/main" id="{0F8B7101-E775-7945-EC26-4CCF59B6BE9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6" name="灯片编号占位符 3">
              <a:extLst>
                <a:ext uri="{FF2B5EF4-FFF2-40B4-BE49-F238E27FC236}">
                  <a16:creationId xmlns:a16="http://schemas.microsoft.com/office/drawing/2014/main" id="{A8BAE109-1570-18A4-2538-2D36159CBA1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2" name="表格 51">
                <a:extLst>
                  <a:ext uri="{FF2B5EF4-FFF2-40B4-BE49-F238E27FC236}">
                    <a16:creationId xmlns:a16="http://schemas.microsoft.com/office/drawing/2014/main" id="{509915DA-A772-9412-C02B-D191C54890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6610512"/>
                  </p:ext>
                </p:extLst>
              </p:nvPr>
            </p:nvGraphicFramePr>
            <p:xfrm>
              <a:off x="8640000" y="792000"/>
              <a:ext cx="3359354" cy="238436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75328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234256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249770">
                      <a:extLst>
                        <a:ext uri="{9D8B030D-6E8A-4147-A177-3AD203B41FA5}">
                          <a16:colId xmlns:a16="http://schemas.microsoft.com/office/drawing/2014/main" val="3532139505"/>
                        </a:ext>
                      </a:extLst>
                    </a:gridCol>
                  </a:tblGrid>
                  <a:tr h="225892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bSup>
                                <m: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222013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77038963"/>
                      </a:ext>
                    </a:extLst>
                  </a:tr>
                  <a:tr h="2220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1/0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22201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0  1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1/0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22201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1  1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 0/1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1/0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22201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  x/x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  x/x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2" name="表格 51">
                <a:extLst>
                  <a:ext uri="{FF2B5EF4-FFF2-40B4-BE49-F238E27FC236}">
                    <a16:creationId xmlns:a16="http://schemas.microsoft.com/office/drawing/2014/main" id="{509915DA-A772-9412-C02B-D191C54890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6610512"/>
                  </p:ext>
                </p:extLst>
              </p:nvPr>
            </p:nvGraphicFramePr>
            <p:xfrm>
              <a:off x="8640000" y="792000"/>
              <a:ext cx="3359354" cy="238436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75328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234256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249770">
                      <a:extLst>
                        <a:ext uri="{9D8B030D-6E8A-4147-A177-3AD203B41FA5}">
                          <a16:colId xmlns:a16="http://schemas.microsoft.com/office/drawing/2014/main" val="3532139505"/>
                        </a:ext>
                      </a:extLst>
                    </a:gridCol>
                  </a:tblGrid>
                  <a:tr h="403162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4" t="-758" r="-284722" b="-210606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539" t="-1515" r="-490" b="-52121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1429" t="-101515" r="-101970" b="-42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9756" t="-101515" r="-976" b="-4212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03896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1/0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0  1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1/0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1  1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 0/1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1/0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  x/x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  x/x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06" name="组合 205">
            <a:extLst>
              <a:ext uri="{FF2B5EF4-FFF2-40B4-BE49-F238E27FC236}">
                <a16:creationId xmlns:a16="http://schemas.microsoft.com/office/drawing/2014/main" id="{85A5B4F3-F227-6141-7E02-F8866BEDEF21}"/>
              </a:ext>
            </a:extLst>
          </p:cNvPr>
          <p:cNvGrpSpPr/>
          <p:nvPr/>
        </p:nvGrpSpPr>
        <p:grpSpPr>
          <a:xfrm>
            <a:off x="511265" y="2323916"/>
            <a:ext cx="2498711" cy="2660573"/>
            <a:chOff x="411820" y="4013280"/>
            <a:chExt cx="2498711" cy="26605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文本框 206">
                  <a:extLst>
                    <a:ext uri="{FF2B5EF4-FFF2-40B4-BE49-F238E27FC236}">
                      <a16:creationId xmlns:a16="http://schemas.microsoft.com/office/drawing/2014/main" id="{E8DC4E05-0A6D-997D-6361-D884DA1A401F}"/>
                    </a:ext>
                  </a:extLst>
                </p:cNvPr>
                <p:cNvSpPr txBox="1"/>
                <p:nvPr/>
              </p:nvSpPr>
              <p:spPr>
                <a:xfrm>
                  <a:off x="1516174" y="4822553"/>
                  <a:ext cx="692637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5DCAD541-EABF-77D0-DDFC-447C33E49D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6174" y="4822553"/>
                  <a:ext cx="692637" cy="46243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D41F6520-F77E-2245-DA81-16D1FD3BA8B0}"/>
                    </a:ext>
                  </a:extLst>
                </p:cNvPr>
                <p:cNvSpPr txBox="1"/>
                <p:nvPr/>
              </p:nvSpPr>
              <p:spPr>
                <a:xfrm>
                  <a:off x="2211296" y="4822553"/>
                  <a:ext cx="692637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7735447A-2138-24FE-A3C6-E919B2D733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296" y="4822553"/>
                  <a:ext cx="692637" cy="46243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9" name="矩形 208">
              <a:extLst>
                <a:ext uri="{FF2B5EF4-FFF2-40B4-BE49-F238E27FC236}">
                  <a16:creationId xmlns:a16="http://schemas.microsoft.com/office/drawing/2014/main" id="{76DF58B8-34AA-317E-754C-5FE67E5C5892}"/>
                </a:ext>
              </a:extLst>
            </p:cNvPr>
            <p:cNvSpPr/>
            <p:nvPr/>
          </p:nvSpPr>
          <p:spPr>
            <a:xfrm>
              <a:off x="1516174" y="4822552"/>
              <a:ext cx="1393328" cy="1848931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10" name="直接连接符 209">
              <a:extLst>
                <a:ext uri="{FF2B5EF4-FFF2-40B4-BE49-F238E27FC236}">
                  <a16:creationId xmlns:a16="http://schemas.microsoft.com/office/drawing/2014/main" id="{30CE8823-6BF4-0BF2-BEE2-85DCA57E2A75}"/>
                </a:ext>
              </a:extLst>
            </p:cNvPr>
            <p:cNvCxnSpPr>
              <a:cxnSpLocks/>
            </p:cNvCxnSpPr>
            <p:nvPr/>
          </p:nvCxnSpPr>
          <p:spPr>
            <a:xfrm>
              <a:off x="1184006" y="4428306"/>
              <a:ext cx="332168" cy="39424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E9DE68C0-977E-22BF-5272-74B8BEF21902}"/>
                    </a:ext>
                  </a:extLst>
                </p:cNvPr>
                <p:cNvSpPr txBox="1"/>
                <p:nvPr/>
              </p:nvSpPr>
              <p:spPr>
                <a:xfrm>
                  <a:off x="1659976" y="4406784"/>
                  <a:ext cx="40049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9C544A06-E72F-BC58-77E9-0F99AF7975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9976" y="4406784"/>
                  <a:ext cx="400492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文本框 211">
                  <a:extLst>
                    <a:ext uri="{FF2B5EF4-FFF2-40B4-BE49-F238E27FC236}">
                      <a16:creationId xmlns:a16="http://schemas.microsoft.com/office/drawing/2014/main" id="{65D70F9F-1A4D-977D-AF42-F76B2BAEFCA9}"/>
                    </a:ext>
                  </a:extLst>
                </p:cNvPr>
                <p:cNvSpPr txBox="1"/>
                <p:nvPr/>
              </p:nvSpPr>
              <p:spPr>
                <a:xfrm>
                  <a:off x="2354884" y="4406784"/>
                  <a:ext cx="40049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A2F0D763-F82A-5699-DF1E-E705D1EC49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4884" y="4406784"/>
                  <a:ext cx="400492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文本框 212">
                  <a:extLst>
                    <a:ext uri="{FF2B5EF4-FFF2-40B4-BE49-F238E27FC236}">
                      <a16:creationId xmlns:a16="http://schemas.microsoft.com/office/drawing/2014/main" id="{794236E6-9ED3-2583-88E5-DF0D7A0FC070}"/>
                    </a:ext>
                  </a:extLst>
                </p:cNvPr>
                <p:cNvSpPr txBox="1"/>
                <p:nvPr/>
              </p:nvSpPr>
              <p:spPr>
                <a:xfrm>
                  <a:off x="1213004" y="4139048"/>
                  <a:ext cx="51489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19972241-72B8-0560-29DC-CC5F73E6FF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3004" y="4139048"/>
                  <a:ext cx="514894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23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文本框 214">
                  <a:extLst>
                    <a:ext uri="{FF2B5EF4-FFF2-40B4-BE49-F238E27FC236}">
                      <a16:creationId xmlns:a16="http://schemas.microsoft.com/office/drawing/2014/main" id="{A26A24CB-3FFC-C46E-0DED-D8DE5C8D0C8C}"/>
                    </a:ext>
                  </a:extLst>
                </p:cNvPr>
                <p:cNvSpPr txBox="1"/>
                <p:nvPr/>
              </p:nvSpPr>
              <p:spPr>
                <a:xfrm>
                  <a:off x="421758" y="4439121"/>
                  <a:ext cx="88582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3967FF03-1846-C003-6119-CC8E275806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758" y="4439121"/>
                  <a:ext cx="885827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4110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6" name="文本框 215">
                  <a:extLst>
                    <a:ext uri="{FF2B5EF4-FFF2-40B4-BE49-F238E27FC236}">
                      <a16:creationId xmlns:a16="http://schemas.microsoft.com/office/drawing/2014/main" id="{A609B712-2E0C-5F41-47BE-C1650BBF93C2}"/>
                    </a:ext>
                  </a:extLst>
                </p:cNvPr>
                <p:cNvSpPr txBox="1"/>
                <p:nvPr/>
              </p:nvSpPr>
              <p:spPr>
                <a:xfrm>
                  <a:off x="1048811" y="4821784"/>
                  <a:ext cx="43473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00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5802091A-DFB1-805C-DDA8-96736CEA04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811" y="4821784"/>
                  <a:ext cx="434733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2778" r="-236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7" name="文本框 216">
                  <a:extLst>
                    <a:ext uri="{FF2B5EF4-FFF2-40B4-BE49-F238E27FC236}">
                      <a16:creationId xmlns:a16="http://schemas.microsoft.com/office/drawing/2014/main" id="{1B3CA974-326A-365D-B81F-47AE6C46417D}"/>
                    </a:ext>
                  </a:extLst>
                </p:cNvPr>
                <p:cNvSpPr txBox="1"/>
                <p:nvPr/>
              </p:nvSpPr>
              <p:spPr>
                <a:xfrm>
                  <a:off x="1516174" y="5285354"/>
                  <a:ext cx="692637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F78FEFF5-A5A7-FA18-7420-5C5383C7EE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6174" y="5285354"/>
                  <a:ext cx="692637" cy="46243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8" name="文本框 217">
                  <a:extLst>
                    <a:ext uri="{FF2B5EF4-FFF2-40B4-BE49-F238E27FC236}">
                      <a16:creationId xmlns:a16="http://schemas.microsoft.com/office/drawing/2014/main" id="{763C4579-E0C2-6958-EC56-597EDF84D191}"/>
                    </a:ext>
                  </a:extLst>
                </p:cNvPr>
                <p:cNvSpPr txBox="1"/>
                <p:nvPr/>
              </p:nvSpPr>
              <p:spPr>
                <a:xfrm>
                  <a:off x="2211296" y="5285354"/>
                  <a:ext cx="69263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5C3A0E25-D11A-1E36-19AD-F0CCD27A45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296" y="5285354"/>
                  <a:ext cx="692637" cy="46166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0" name="直接连接符 219">
              <a:extLst>
                <a:ext uri="{FF2B5EF4-FFF2-40B4-BE49-F238E27FC236}">
                  <a16:creationId xmlns:a16="http://schemas.microsoft.com/office/drawing/2014/main" id="{8E34D30F-2E3E-2C53-BE87-BD8DD37FFE47}"/>
                </a:ext>
              </a:extLst>
            </p:cNvPr>
            <p:cNvCxnSpPr>
              <a:cxnSpLocks/>
              <a:stCxn id="209" idx="1"/>
              <a:endCxn id="209" idx="3"/>
            </p:cNvCxnSpPr>
            <p:nvPr/>
          </p:nvCxnSpPr>
          <p:spPr>
            <a:xfrm>
              <a:off x="1516174" y="5747018"/>
              <a:ext cx="139332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文本框 220">
                  <a:extLst>
                    <a:ext uri="{FF2B5EF4-FFF2-40B4-BE49-F238E27FC236}">
                      <a16:creationId xmlns:a16="http://schemas.microsoft.com/office/drawing/2014/main" id="{4F62E787-70D4-E21A-F7AC-B219C7342A9D}"/>
                    </a:ext>
                  </a:extLst>
                </p:cNvPr>
                <p:cNvSpPr txBox="1"/>
                <p:nvPr/>
              </p:nvSpPr>
              <p:spPr>
                <a:xfrm>
                  <a:off x="1048810" y="5285353"/>
                  <a:ext cx="43422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01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2A87A240-8CA7-BF9F-A0A2-A6752C483F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810" y="5285353"/>
                  <a:ext cx="434220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2778" r="-236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2" name="直接连接符 221">
              <a:extLst>
                <a:ext uri="{FF2B5EF4-FFF2-40B4-BE49-F238E27FC236}">
                  <a16:creationId xmlns:a16="http://schemas.microsoft.com/office/drawing/2014/main" id="{54D1CC12-BF6F-9863-7A0E-8B5D729A8DCF}"/>
                </a:ext>
              </a:extLst>
            </p:cNvPr>
            <p:cNvCxnSpPr>
              <a:cxnSpLocks/>
            </p:cNvCxnSpPr>
            <p:nvPr/>
          </p:nvCxnSpPr>
          <p:spPr>
            <a:xfrm>
              <a:off x="1516174" y="5284786"/>
              <a:ext cx="139332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连接符 222">
              <a:extLst>
                <a:ext uri="{FF2B5EF4-FFF2-40B4-BE49-F238E27FC236}">
                  <a16:creationId xmlns:a16="http://schemas.microsoft.com/office/drawing/2014/main" id="{49CA27FD-7AB8-EB4E-8768-4216B2681BA4}"/>
                </a:ext>
              </a:extLst>
            </p:cNvPr>
            <p:cNvCxnSpPr>
              <a:cxnSpLocks/>
            </p:cNvCxnSpPr>
            <p:nvPr/>
          </p:nvCxnSpPr>
          <p:spPr>
            <a:xfrm>
              <a:off x="1515851" y="6209252"/>
              <a:ext cx="139332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4" name="文本框 223">
                  <a:extLst>
                    <a:ext uri="{FF2B5EF4-FFF2-40B4-BE49-F238E27FC236}">
                      <a16:creationId xmlns:a16="http://schemas.microsoft.com/office/drawing/2014/main" id="{556FD2B7-0C8D-BBD7-55F8-3AABF0AA7433}"/>
                    </a:ext>
                  </a:extLst>
                </p:cNvPr>
                <p:cNvSpPr txBox="1"/>
                <p:nvPr/>
              </p:nvSpPr>
              <p:spPr>
                <a:xfrm>
                  <a:off x="1048615" y="5745865"/>
                  <a:ext cx="43473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29EE9EB1-152C-AC5A-70B1-8E3538D446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615" y="5745865"/>
                  <a:ext cx="434733" cy="461665"/>
                </a:xfrm>
                <a:prstGeom prst="rect">
                  <a:avLst/>
                </a:prstGeom>
                <a:blipFill>
                  <a:blip r:embed="rId13"/>
                  <a:stretch>
                    <a:fillRect l="-2778" r="-236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5" name="文本框 224">
                  <a:extLst>
                    <a:ext uri="{FF2B5EF4-FFF2-40B4-BE49-F238E27FC236}">
                      <a16:creationId xmlns:a16="http://schemas.microsoft.com/office/drawing/2014/main" id="{54264A22-1128-C4CE-2364-A4090E380255}"/>
                    </a:ext>
                  </a:extLst>
                </p:cNvPr>
                <p:cNvSpPr txBox="1"/>
                <p:nvPr/>
              </p:nvSpPr>
              <p:spPr>
                <a:xfrm>
                  <a:off x="1048100" y="6209434"/>
                  <a:ext cx="43473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559200DF-63C6-35F8-775B-1D07BA1255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100" y="6209434"/>
                  <a:ext cx="434733" cy="461665"/>
                </a:xfrm>
                <a:prstGeom prst="rect">
                  <a:avLst/>
                </a:prstGeom>
                <a:blipFill>
                  <a:blip r:embed="rId14"/>
                  <a:stretch>
                    <a:fillRect l="-2778" r="-236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6" name="文本框 225">
                  <a:extLst>
                    <a:ext uri="{FF2B5EF4-FFF2-40B4-BE49-F238E27FC236}">
                      <a16:creationId xmlns:a16="http://schemas.microsoft.com/office/drawing/2014/main" id="{8B74F59E-3E38-23B8-E21F-3F776849A730}"/>
                    </a:ext>
                  </a:extLst>
                </p:cNvPr>
                <p:cNvSpPr txBox="1"/>
                <p:nvPr/>
              </p:nvSpPr>
              <p:spPr>
                <a:xfrm>
                  <a:off x="1517203" y="5748168"/>
                  <a:ext cx="69263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26" name="文本框 225">
                  <a:extLst>
                    <a:ext uri="{FF2B5EF4-FFF2-40B4-BE49-F238E27FC236}">
                      <a16:creationId xmlns:a16="http://schemas.microsoft.com/office/drawing/2014/main" id="{8B74F59E-3E38-23B8-E21F-3F776849A7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7203" y="5748168"/>
                  <a:ext cx="692637" cy="46166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7" name="文本框 226">
                  <a:extLst>
                    <a:ext uri="{FF2B5EF4-FFF2-40B4-BE49-F238E27FC236}">
                      <a16:creationId xmlns:a16="http://schemas.microsoft.com/office/drawing/2014/main" id="{E7B6A9D3-99B6-358C-0DFB-8AC3E089C38E}"/>
                    </a:ext>
                  </a:extLst>
                </p:cNvPr>
                <p:cNvSpPr txBox="1"/>
                <p:nvPr/>
              </p:nvSpPr>
              <p:spPr>
                <a:xfrm>
                  <a:off x="2212325" y="5748168"/>
                  <a:ext cx="69263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27" name="文本框 226">
                  <a:extLst>
                    <a:ext uri="{FF2B5EF4-FFF2-40B4-BE49-F238E27FC236}">
                      <a16:creationId xmlns:a16="http://schemas.microsoft.com/office/drawing/2014/main" id="{E7B6A9D3-99B6-358C-0DFB-8AC3E089C3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2325" y="5748168"/>
                  <a:ext cx="692637" cy="46166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9" name="文本框 228">
              <a:extLst>
                <a:ext uri="{FF2B5EF4-FFF2-40B4-BE49-F238E27FC236}">
                  <a16:creationId xmlns:a16="http://schemas.microsoft.com/office/drawing/2014/main" id="{DFB13AE5-70B3-93ED-CE5A-097E5E584E17}"/>
                </a:ext>
              </a:extLst>
            </p:cNvPr>
            <p:cNvSpPr txBox="1"/>
            <p:nvPr/>
          </p:nvSpPr>
          <p:spPr>
            <a:xfrm>
              <a:off x="1517203" y="6210969"/>
              <a:ext cx="69263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0" name="文本框 229">
              <a:extLst>
                <a:ext uri="{FF2B5EF4-FFF2-40B4-BE49-F238E27FC236}">
                  <a16:creationId xmlns:a16="http://schemas.microsoft.com/office/drawing/2014/main" id="{FC31E7F2-12BB-B2E9-6E71-7C7BC9DDE2AB}"/>
                </a:ext>
              </a:extLst>
            </p:cNvPr>
            <p:cNvSpPr txBox="1"/>
            <p:nvPr/>
          </p:nvSpPr>
          <p:spPr>
            <a:xfrm>
              <a:off x="2212325" y="6210969"/>
              <a:ext cx="692637" cy="4628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31" name="直接连接符 230">
              <a:extLst>
                <a:ext uri="{FF2B5EF4-FFF2-40B4-BE49-F238E27FC236}">
                  <a16:creationId xmlns:a16="http://schemas.microsoft.com/office/drawing/2014/main" id="{0C414BA4-BAC6-8848-73A3-75D6506449B7}"/>
                </a:ext>
              </a:extLst>
            </p:cNvPr>
            <p:cNvCxnSpPr>
              <a:cxnSpLocks/>
            </p:cNvCxnSpPr>
            <p:nvPr/>
          </p:nvCxnSpPr>
          <p:spPr>
            <a:xfrm>
              <a:off x="1517203" y="6210401"/>
              <a:ext cx="139332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2" name="文本框 231">
                  <a:extLst>
                    <a:ext uri="{FF2B5EF4-FFF2-40B4-BE49-F238E27FC236}">
                      <a16:creationId xmlns:a16="http://schemas.microsoft.com/office/drawing/2014/main" id="{286966ED-6100-63F6-F12E-6FEE3550811E}"/>
                    </a:ext>
                  </a:extLst>
                </p:cNvPr>
                <p:cNvSpPr txBox="1"/>
                <p:nvPr/>
              </p:nvSpPr>
              <p:spPr>
                <a:xfrm>
                  <a:off x="411820" y="4013280"/>
                  <a:ext cx="1071013" cy="4671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+1</m:t>
                            </m:r>
                          </m:sup>
                        </m:sSubSup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9" name="文本框 168">
                  <a:extLst>
                    <a:ext uri="{FF2B5EF4-FFF2-40B4-BE49-F238E27FC236}">
                      <a16:creationId xmlns:a16="http://schemas.microsoft.com/office/drawing/2014/main" id="{01B11F0F-5BDB-80A1-B7A6-F5B45EC614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820" y="4013280"/>
                  <a:ext cx="1071013" cy="467116"/>
                </a:xfrm>
                <a:prstGeom prst="rect">
                  <a:avLst/>
                </a:prstGeom>
                <a:blipFill>
                  <a:blip r:embed="rId17"/>
                  <a:stretch>
                    <a:fillRect b="-1298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3" name="组合 232">
            <a:extLst>
              <a:ext uri="{FF2B5EF4-FFF2-40B4-BE49-F238E27FC236}">
                <a16:creationId xmlns:a16="http://schemas.microsoft.com/office/drawing/2014/main" id="{BBBECBAF-65BE-6B6C-D215-94B41FD29E89}"/>
              </a:ext>
            </a:extLst>
          </p:cNvPr>
          <p:cNvGrpSpPr/>
          <p:nvPr/>
        </p:nvGrpSpPr>
        <p:grpSpPr>
          <a:xfrm>
            <a:off x="3119932" y="2321612"/>
            <a:ext cx="2498711" cy="2659354"/>
            <a:chOff x="411820" y="4013280"/>
            <a:chExt cx="2498711" cy="26593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" name="文本框 233">
                  <a:extLst>
                    <a:ext uri="{FF2B5EF4-FFF2-40B4-BE49-F238E27FC236}">
                      <a16:creationId xmlns:a16="http://schemas.microsoft.com/office/drawing/2014/main" id="{6C5C4D66-6CF4-139F-8143-FD54529D236D}"/>
                    </a:ext>
                  </a:extLst>
                </p:cNvPr>
                <p:cNvSpPr txBox="1"/>
                <p:nvPr/>
              </p:nvSpPr>
              <p:spPr>
                <a:xfrm>
                  <a:off x="1516174" y="4822553"/>
                  <a:ext cx="692637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73" name="文本框 172">
                  <a:extLst>
                    <a:ext uri="{FF2B5EF4-FFF2-40B4-BE49-F238E27FC236}">
                      <a16:creationId xmlns:a16="http://schemas.microsoft.com/office/drawing/2014/main" id="{80E7ACBF-288B-E90A-E69B-A559EC59A1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6174" y="4822553"/>
                  <a:ext cx="692637" cy="462434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5" name="文本框 234">
                  <a:extLst>
                    <a:ext uri="{FF2B5EF4-FFF2-40B4-BE49-F238E27FC236}">
                      <a16:creationId xmlns:a16="http://schemas.microsoft.com/office/drawing/2014/main" id="{706E5B46-1DA6-4C61-35FA-18B58C97A09C}"/>
                    </a:ext>
                  </a:extLst>
                </p:cNvPr>
                <p:cNvSpPr txBox="1"/>
                <p:nvPr/>
              </p:nvSpPr>
              <p:spPr>
                <a:xfrm>
                  <a:off x="2211296" y="4822553"/>
                  <a:ext cx="692637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6E3C1A5C-8876-8CEC-4E66-C8A485A225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296" y="4822553"/>
                  <a:ext cx="692637" cy="462434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6" name="矩形 235">
              <a:extLst>
                <a:ext uri="{FF2B5EF4-FFF2-40B4-BE49-F238E27FC236}">
                  <a16:creationId xmlns:a16="http://schemas.microsoft.com/office/drawing/2014/main" id="{5B68E9A5-C285-EC65-2D3D-3EB120C2130C}"/>
                </a:ext>
              </a:extLst>
            </p:cNvPr>
            <p:cNvSpPr/>
            <p:nvPr/>
          </p:nvSpPr>
          <p:spPr>
            <a:xfrm>
              <a:off x="1516174" y="4822552"/>
              <a:ext cx="1393328" cy="1848931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37" name="直接连接符 236">
              <a:extLst>
                <a:ext uri="{FF2B5EF4-FFF2-40B4-BE49-F238E27FC236}">
                  <a16:creationId xmlns:a16="http://schemas.microsoft.com/office/drawing/2014/main" id="{87FEA7E4-7F29-0D14-B37A-BDD8253CE297}"/>
                </a:ext>
              </a:extLst>
            </p:cNvPr>
            <p:cNvCxnSpPr>
              <a:cxnSpLocks/>
            </p:cNvCxnSpPr>
            <p:nvPr/>
          </p:nvCxnSpPr>
          <p:spPr>
            <a:xfrm>
              <a:off x="1184006" y="4428306"/>
              <a:ext cx="332168" cy="39424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8" name="文本框 237">
                  <a:extLst>
                    <a:ext uri="{FF2B5EF4-FFF2-40B4-BE49-F238E27FC236}">
                      <a16:creationId xmlns:a16="http://schemas.microsoft.com/office/drawing/2014/main" id="{896484B5-D372-7623-480B-3E9138FF91A5}"/>
                    </a:ext>
                  </a:extLst>
                </p:cNvPr>
                <p:cNvSpPr txBox="1"/>
                <p:nvPr/>
              </p:nvSpPr>
              <p:spPr>
                <a:xfrm>
                  <a:off x="1659976" y="4406784"/>
                  <a:ext cx="40049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2717989D-E8DD-4C76-6639-A6DB5DD251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9976" y="4406784"/>
                  <a:ext cx="400492" cy="46166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" name="文本框 238">
                  <a:extLst>
                    <a:ext uri="{FF2B5EF4-FFF2-40B4-BE49-F238E27FC236}">
                      <a16:creationId xmlns:a16="http://schemas.microsoft.com/office/drawing/2014/main" id="{244077CE-3758-024D-84F7-99B074DA58D6}"/>
                    </a:ext>
                  </a:extLst>
                </p:cNvPr>
                <p:cNvSpPr txBox="1"/>
                <p:nvPr/>
              </p:nvSpPr>
              <p:spPr>
                <a:xfrm>
                  <a:off x="2354884" y="4406784"/>
                  <a:ext cx="40049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78" name="文本框 177">
                  <a:extLst>
                    <a:ext uri="{FF2B5EF4-FFF2-40B4-BE49-F238E27FC236}">
                      <a16:creationId xmlns:a16="http://schemas.microsoft.com/office/drawing/2014/main" id="{B6A350FD-7ADB-8787-35FF-FB92C33132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4884" y="4406784"/>
                  <a:ext cx="400492" cy="461665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0" name="文本框 239">
                  <a:extLst>
                    <a:ext uri="{FF2B5EF4-FFF2-40B4-BE49-F238E27FC236}">
                      <a16:creationId xmlns:a16="http://schemas.microsoft.com/office/drawing/2014/main" id="{F99D13EE-8DB6-CE8A-72EE-7882D2082822}"/>
                    </a:ext>
                  </a:extLst>
                </p:cNvPr>
                <p:cNvSpPr txBox="1"/>
                <p:nvPr/>
              </p:nvSpPr>
              <p:spPr>
                <a:xfrm>
                  <a:off x="1213004" y="4139048"/>
                  <a:ext cx="51489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79" name="文本框 178">
                  <a:extLst>
                    <a:ext uri="{FF2B5EF4-FFF2-40B4-BE49-F238E27FC236}">
                      <a16:creationId xmlns:a16="http://schemas.microsoft.com/office/drawing/2014/main" id="{8FB95990-0056-A9E0-D2A8-8BC78843C8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3004" y="4139048"/>
                  <a:ext cx="514894" cy="461665"/>
                </a:xfrm>
                <a:prstGeom prst="rect">
                  <a:avLst/>
                </a:prstGeom>
                <a:blipFill>
                  <a:blip r:embed="rId22"/>
                  <a:stretch>
                    <a:fillRect l="-23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2" name="文本框 241">
                  <a:extLst>
                    <a:ext uri="{FF2B5EF4-FFF2-40B4-BE49-F238E27FC236}">
                      <a16:creationId xmlns:a16="http://schemas.microsoft.com/office/drawing/2014/main" id="{14500AA9-9060-2A67-2AA9-086E8C910FD0}"/>
                    </a:ext>
                  </a:extLst>
                </p:cNvPr>
                <p:cNvSpPr txBox="1"/>
                <p:nvPr/>
              </p:nvSpPr>
              <p:spPr>
                <a:xfrm>
                  <a:off x="421758" y="4439121"/>
                  <a:ext cx="88582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81" name="文本框 180">
                  <a:extLst>
                    <a:ext uri="{FF2B5EF4-FFF2-40B4-BE49-F238E27FC236}">
                      <a16:creationId xmlns:a16="http://schemas.microsoft.com/office/drawing/2014/main" id="{FD07B06C-2434-2823-1231-75779AAD73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758" y="4439121"/>
                  <a:ext cx="885827" cy="461665"/>
                </a:xfrm>
                <a:prstGeom prst="rect">
                  <a:avLst/>
                </a:prstGeom>
                <a:blipFill>
                  <a:blip r:embed="rId23"/>
                  <a:stretch>
                    <a:fillRect l="-4795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3" name="文本框 242">
                  <a:extLst>
                    <a:ext uri="{FF2B5EF4-FFF2-40B4-BE49-F238E27FC236}">
                      <a16:creationId xmlns:a16="http://schemas.microsoft.com/office/drawing/2014/main" id="{135F177C-E876-C741-F40B-4192E2855996}"/>
                    </a:ext>
                  </a:extLst>
                </p:cNvPr>
                <p:cNvSpPr txBox="1"/>
                <p:nvPr/>
              </p:nvSpPr>
              <p:spPr>
                <a:xfrm>
                  <a:off x="1048811" y="4821784"/>
                  <a:ext cx="43473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00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82" name="文本框 181">
                  <a:extLst>
                    <a:ext uri="{FF2B5EF4-FFF2-40B4-BE49-F238E27FC236}">
                      <a16:creationId xmlns:a16="http://schemas.microsoft.com/office/drawing/2014/main" id="{8816DDB0-35C5-5FA1-EBE0-2CFC125089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811" y="4821784"/>
                  <a:ext cx="434733" cy="461665"/>
                </a:xfrm>
                <a:prstGeom prst="rect">
                  <a:avLst/>
                </a:prstGeom>
                <a:blipFill>
                  <a:blip r:embed="rId24"/>
                  <a:stretch>
                    <a:fillRect l="-2778" r="-236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4" name="文本框 243">
                  <a:extLst>
                    <a:ext uri="{FF2B5EF4-FFF2-40B4-BE49-F238E27FC236}">
                      <a16:creationId xmlns:a16="http://schemas.microsoft.com/office/drawing/2014/main" id="{390A2F85-937F-7703-74D8-BEA1EE388715}"/>
                    </a:ext>
                  </a:extLst>
                </p:cNvPr>
                <p:cNvSpPr txBox="1"/>
                <p:nvPr/>
              </p:nvSpPr>
              <p:spPr>
                <a:xfrm>
                  <a:off x="1516174" y="5285354"/>
                  <a:ext cx="692637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BC8421C7-22F4-4C24-F3D1-71F4FF0A9D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6174" y="5285354"/>
                  <a:ext cx="692637" cy="462434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5" name="文本框 244">
                  <a:extLst>
                    <a:ext uri="{FF2B5EF4-FFF2-40B4-BE49-F238E27FC236}">
                      <a16:creationId xmlns:a16="http://schemas.microsoft.com/office/drawing/2014/main" id="{35A22C33-5475-2693-B581-7E18E89CC8F6}"/>
                    </a:ext>
                  </a:extLst>
                </p:cNvPr>
                <p:cNvSpPr txBox="1"/>
                <p:nvPr/>
              </p:nvSpPr>
              <p:spPr>
                <a:xfrm>
                  <a:off x="2211296" y="5285354"/>
                  <a:ext cx="69263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45" name="文本框 244">
                  <a:extLst>
                    <a:ext uri="{FF2B5EF4-FFF2-40B4-BE49-F238E27FC236}">
                      <a16:creationId xmlns:a16="http://schemas.microsoft.com/office/drawing/2014/main" id="{35A22C33-5475-2693-B581-7E18E89CC8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296" y="5285354"/>
                  <a:ext cx="692637" cy="461665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7" name="直接连接符 246">
              <a:extLst>
                <a:ext uri="{FF2B5EF4-FFF2-40B4-BE49-F238E27FC236}">
                  <a16:creationId xmlns:a16="http://schemas.microsoft.com/office/drawing/2014/main" id="{966D7859-6B2C-FF4D-21E2-E5E966AB4E93}"/>
                </a:ext>
              </a:extLst>
            </p:cNvPr>
            <p:cNvCxnSpPr>
              <a:cxnSpLocks/>
              <a:stCxn id="236" idx="1"/>
              <a:endCxn id="236" idx="3"/>
            </p:cNvCxnSpPr>
            <p:nvPr/>
          </p:nvCxnSpPr>
          <p:spPr>
            <a:xfrm>
              <a:off x="1516174" y="5747018"/>
              <a:ext cx="139332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8" name="文本框 247">
                  <a:extLst>
                    <a:ext uri="{FF2B5EF4-FFF2-40B4-BE49-F238E27FC236}">
                      <a16:creationId xmlns:a16="http://schemas.microsoft.com/office/drawing/2014/main" id="{F21553BB-ABB2-B496-4498-9E170B942129}"/>
                    </a:ext>
                  </a:extLst>
                </p:cNvPr>
                <p:cNvSpPr txBox="1"/>
                <p:nvPr/>
              </p:nvSpPr>
              <p:spPr>
                <a:xfrm>
                  <a:off x="1048810" y="5285353"/>
                  <a:ext cx="43422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01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87" name="文本框 186">
                  <a:extLst>
                    <a:ext uri="{FF2B5EF4-FFF2-40B4-BE49-F238E27FC236}">
                      <a16:creationId xmlns:a16="http://schemas.microsoft.com/office/drawing/2014/main" id="{02BE3C26-B66D-52A0-588A-D8317B2315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810" y="5285353"/>
                  <a:ext cx="434220" cy="461665"/>
                </a:xfrm>
                <a:prstGeom prst="rect">
                  <a:avLst/>
                </a:prstGeom>
                <a:blipFill>
                  <a:blip r:embed="rId27"/>
                  <a:stretch>
                    <a:fillRect l="-2778" r="-236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9" name="直接连接符 248">
              <a:extLst>
                <a:ext uri="{FF2B5EF4-FFF2-40B4-BE49-F238E27FC236}">
                  <a16:creationId xmlns:a16="http://schemas.microsoft.com/office/drawing/2014/main" id="{1D64969B-BBA5-4A75-7E6F-DF5B9D1DDF99}"/>
                </a:ext>
              </a:extLst>
            </p:cNvPr>
            <p:cNvCxnSpPr>
              <a:cxnSpLocks/>
            </p:cNvCxnSpPr>
            <p:nvPr/>
          </p:nvCxnSpPr>
          <p:spPr>
            <a:xfrm>
              <a:off x="1516174" y="5284786"/>
              <a:ext cx="139332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249">
              <a:extLst>
                <a:ext uri="{FF2B5EF4-FFF2-40B4-BE49-F238E27FC236}">
                  <a16:creationId xmlns:a16="http://schemas.microsoft.com/office/drawing/2014/main" id="{14088016-664D-4D15-12B7-C578C9F4A0EC}"/>
                </a:ext>
              </a:extLst>
            </p:cNvPr>
            <p:cNvCxnSpPr>
              <a:cxnSpLocks/>
            </p:cNvCxnSpPr>
            <p:nvPr/>
          </p:nvCxnSpPr>
          <p:spPr>
            <a:xfrm>
              <a:off x="1515851" y="6209252"/>
              <a:ext cx="139332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1" name="文本框 250">
                  <a:extLst>
                    <a:ext uri="{FF2B5EF4-FFF2-40B4-BE49-F238E27FC236}">
                      <a16:creationId xmlns:a16="http://schemas.microsoft.com/office/drawing/2014/main" id="{4B02CF56-C1F1-E063-DBA4-09848BFE3F39}"/>
                    </a:ext>
                  </a:extLst>
                </p:cNvPr>
                <p:cNvSpPr txBox="1"/>
                <p:nvPr/>
              </p:nvSpPr>
              <p:spPr>
                <a:xfrm>
                  <a:off x="1048615" y="5745865"/>
                  <a:ext cx="43473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90" name="文本框 189">
                  <a:extLst>
                    <a:ext uri="{FF2B5EF4-FFF2-40B4-BE49-F238E27FC236}">
                      <a16:creationId xmlns:a16="http://schemas.microsoft.com/office/drawing/2014/main" id="{132177A6-54BF-26BB-C7A6-0BD4538C29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615" y="5745865"/>
                  <a:ext cx="434733" cy="461665"/>
                </a:xfrm>
                <a:prstGeom prst="rect">
                  <a:avLst/>
                </a:prstGeom>
                <a:blipFill>
                  <a:blip r:embed="rId28"/>
                  <a:stretch>
                    <a:fillRect l="-2778" r="-236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2" name="文本框 251">
                  <a:extLst>
                    <a:ext uri="{FF2B5EF4-FFF2-40B4-BE49-F238E27FC236}">
                      <a16:creationId xmlns:a16="http://schemas.microsoft.com/office/drawing/2014/main" id="{796D1B5F-23FB-A04C-3408-FB6C0A6E50FC}"/>
                    </a:ext>
                  </a:extLst>
                </p:cNvPr>
                <p:cNvSpPr txBox="1"/>
                <p:nvPr/>
              </p:nvSpPr>
              <p:spPr>
                <a:xfrm>
                  <a:off x="1048100" y="6209434"/>
                  <a:ext cx="43473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91" name="文本框 190">
                  <a:extLst>
                    <a:ext uri="{FF2B5EF4-FFF2-40B4-BE49-F238E27FC236}">
                      <a16:creationId xmlns:a16="http://schemas.microsoft.com/office/drawing/2014/main" id="{BF1096BA-EAF0-1988-6092-607A187DBD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100" y="6209434"/>
                  <a:ext cx="434733" cy="461665"/>
                </a:xfrm>
                <a:prstGeom prst="rect">
                  <a:avLst/>
                </a:prstGeom>
                <a:blipFill>
                  <a:blip r:embed="rId29"/>
                  <a:stretch>
                    <a:fillRect l="-2817" r="-253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3" name="文本框 252">
                  <a:extLst>
                    <a:ext uri="{FF2B5EF4-FFF2-40B4-BE49-F238E27FC236}">
                      <a16:creationId xmlns:a16="http://schemas.microsoft.com/office/drawing/2014/main" id="{B0604724-DBAD-6153-0DE6-C695F31AED6F}"/>
                    </a:ext>
                  </a:extLst>
                </p:cNvPr>
                <p:cNvSpPr txBox="1"/>
                <p:nvPr/>
              </p:nvSpPr>
              <p:spPr>
                <a:xfrm>
                  <a:off x="1517203" y="5748168"/>
                  <a:ext cx="69263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53" name="文本框 252">
                  <a:extLst>
                    <a:ext uri="{FF2B5EF4-FFF2-40B4-BE49-F238E27FC236}">
                      <a16:creationId xmlns:a16="http://schemas.microsoft.com/office/drawing/2014/main" id="{B0604724-DBAD-6153-0DE6-C695F31AED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7203" y="5748168"/>
                  <a:ext cx="692637" cy="461665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文本框 253">
                  <a:extLst>
                    <a:ext uri="{FF2B5EF4-FFF2-40B4-BE49-F238E27FC236}">
                      <a16:creationId xmlns:a16="http://schemas.microsoft.com/office/drawing/2014/main" id="{1FCF97B5-C674-B680-D42C-705A55BA389B}"/>
                    </a:ext>
                  </a:extLst>
                </p:cNvPr>
                <p:cNvSpPr txBox="1"/>
                <p:nvPr/>
              </p:nvSpPr>
              <p:spPr>
                <a:xfrm>
                  <a:off x="2212325" y="5748168"/>
                  <a:ext cx="69263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54" name="文本框 253">
                  <a:extLst>
                    <a:ext uri="{FF2B5EF4-FFF2-40B4-BE49-F238E27FC236}">
                      <a16:creationId xmlns:a16="http://schemas.microsoft.com/office/drawing/2014/main" id="{1FCF97B5-C674-B680-D42C-705A55BA38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2325" y="5748168"/>
                  <a:ext cx="692637" cy="461665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6" name="文本框 255">
              <a:extLst>
                <a:ext uri="{FF2B5EF4-FFF2-40B4-BE49-F238E27FC236}">
                  <a16:creationId xmlns:a16="http://schemas.microsoft.com/office/drawing/2014/main" id="{0437B218-8F34-B07C-A20B-8990743017BA}"/>
                </a:ext>
              </a:extLst>
            </p:cNvPr>
            <p:cNvSpPr txBox="1"/>
            <p:nvPr/>
          </p:nvSpPr>
          <p:spPr>
            <a:xfrm>
              <a:off x="1517203" y="6210969"/>
              <a:ext cx="69263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7" name="文本框 256">
              <a:extLst>
                <a:ext uri="{FF2B5EF4-FFF2-40B4-BE49-F238E27FC236}">
                  <a16:creationId xmlns:a16="http://schemas.microsoft.com/office/drawing/2014/main" id="{0ACD7CD4-C9BA-51A6-DFC8-245022236B1B}"/>
                </a:ext>
              </a:extLst>
            </p:cNvPr>
            <p:cNvSpPr txBox="1"/>
            <p:nvPr/>
          </p:nvSpPr>
          <p:spPr>
            <a:xfrm>
              <a:off x="2212325" y="6210969"/>
              <a:ext cx="69263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58" name="直接连接符 257">
              <a:extLst>
                <a:ext uri="{FF2B5EF4-FFF2-40B4-BE49-F238E27FC236}">
                  <a16:creationId xmlns:a16="http://schemas.microsoft.com/office/drawing/2014/main" id="{304F2D9C-BE13-59D2-70E9-2B06F5BCFB08}"/>
                </a:ext>
              </a:extLst>
            </p:cNvPr>
            <p:cNvCxnSpPr>
              <a:cxnSpLocks/>
            </p:cNvCxnSpPr>
            <p:nvPr/>
          </p:nvCxnSpPr>
          <p:spPr>
            <a:xfrm>
              <a:off x="1517203" y="6210401"/>
              <a:ext cx="139332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9" name="文本框 258">
                  <a:extLst>
                    <a:ext uri="{FF2B5EF4-FFF2-40B4-BE49-F238E27FC236}">
                      <a16:creationId xmlns:a16="http://schemas.microsoft.com/office/drawing/2014/main" id="{58A791AD-6D90-67A0-FF76-88E41526B18B}"/>
                    </a:ext>
                  </a:extLst>
                </p:cNvPr>
                <p:cNvSpPr txBox="1"/>
                <p:nvPr/>
              </p:nvSpPr>
              <p:spPr>
                <a:xfrm>
                  <a:off x="411820" y="4013280"/>
                  <a:ext cx="1071013" cy="47019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+1</m:t>
                            </m:r>
                          </m:sup>
                        </m:sSubSup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51792CFB-F44C-E50D-194F-1AC857A4A0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820" y="4013280"/>
                  <a:ext cx="1071013" cy="470193"/>
                </a:xfrm>
                <a:prstGeom prst="rect">
                  <a:avLst/>
                </a:prstGeom>
                <a:blipFill>
                  <a:blip r:embed="rId32"/>
                  <a:stretch>
                    <a:fillRect b="-1168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0" name="组合 259">
            <a:extLst>
              <a:ext uri="{FF2B5EF4-FFF2-40B4-BE49-F238E27FC236}">
                <a16:creationId xmlns:a16="http://schemas.microsoft.com/office/drawing/2014/main" id="{0A25FD82-001D-B493-5A14-0494FB83A9BF}"/>
              </a:ext>
            </a:extLst>
          </p:cNvPr>
          <p:cNvGrpSpPr/>
          <p:nvPr/>
        </p:nvGrpSpPr>
        <p:grpSpPr>
          <a:xfrm>
            <a:off x="5730206" y="2321612"/>
            <a:ext cx="2498711" cy="2659354"/>
            <a:chOff x="411820" y="4013280"/>
            <a:chExt cx="2498711" cy="26593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1" name="文本框 260">
                  <a:extLst>
                    <a:ext uri="{FF2B5EF4-FFF2-40B4-BE49-F238E27FC236}">
                      <a16:creationId xmlns:a16="http://schemas.microsoft.com/office/drawing/2014/main" id="{9ACA5FDE-B4DF-C615-CDC0-BC5281E074C7}"/>
                    </a:ext>
                  </a:extLst>
                </p:cNvPr>
                <p:cNvSpPr txBox="1"/>
                <p:nvPr/>
              </p:nvSpPr>
              <p:spPr>
                <a:xfrm>
                  <a:off x="1516174" y="4822553"/>
                  <a:ext cx="692637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0" name="文本框 199">
                  <a:extLst>
                    <a:ext uri="{FF2B5EF4-FFF2-40B4-BE49-F238E27FC236}">
                      <a16:creationId xmlns:a16="http://schemas.microsoft.com/office/drawing/2014/main" id="{7FF2D7B4-232D-B30A-6230-2D1E57FCE4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6174" y="4822553"/>
                  <a:ext cx="692637" cy="462434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2" name="文本框 261">
                  <a:extLst>
                    <a:ext uri="{FF2B5EF4-FFF2-40B4-BE49-F238E27FC236}">
                      <a16:creationId xmlns:a16="http://schemas.microsoft.com/office/drawing/2014/main" id="{4452C73B-2A76-FC50-0C64-ABF65874A1E2}"/>
                    </a:ext>
                  </a:extLst>
                </p:cNvPr>
                <p:cNvSpPr txBox="1"/>
                <p:nvPr/>
              </p:nvSpPr>
              <p:spPr>
                <a:xfrm>
                  <a:off x="2211296" y="4822553"/>
                  <a:ext cx="692637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1" name="文本框 200">
                  <a:extLst>
                    <a:ext uri="{FF2B5EF4-FFF2-40B4-BE49-F238E27FC236}">
                      <a16:creationId xmlns:a16="http://schemas.microsoft.com/office/drawing/2014/main" id="{ADC7FF71-40CD-6CAD-3BA1-D694992C88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296" y="4822553"/>
                  <a:ext cx="692637" cy="462434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3" name="矩形 262">
              <a:extLst>
                <a:ext uri="{FF2B5EF4-FFF2-40B4-BE49-F238E27FC236}">
                  <a16:creationId xmlns:a16="http://schemas.microsoft.com/office/drawing/2014/main" id="{ED49AA0B-8DB7-CAA2-9FC2-93A37023B240}"/>
                </a:ext>
              </a:extLst>
            </p:cNvPr>
            <p:cNvSpPr/>
            <p:nvPr/>
          </p:nvSpPr>
          <p:spPr>
            <a:xfrm>
              <a:off x="1516174" y="4822552"/>
              <a:ext cx="1393328" cy="1848931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64" name="直接连接符 263">
              <a:extLst>
                <a:ext uri="{FF2B5EF4-FFF2-40B4-BE49-F238E27FC236}">
                  <a16:creationId xmlns:a16="http://schemas.microsoft.com/office/drawing/2014/main" id="{444D3DDA-79CF-F3A2-A241-9BAE5FEDCFBC}"/>
                </a:ext>
              </a:extLst>
            </p:cNvPr>
            <p:cNvCxnSpPr>
              <a:cxnSpLocks/>
            </p:cNvCxnSpPr>
            <p:nvPr/>
          </p:nvCxnSpPr>
          <p:spPr>
            <a:xfrm>
              <a:off x="1184006" y="4428306"/>
              <a:ext cx="332168" cy="39424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5" name="文本框 264">
                  <a:extLst>
                    <a:ext uri="{FF2B5EF4-FFF2-40B4-BE49-F238E27FC236}">
                      <a16:creationId xmlns:a16="http://schemas.microsoft.com/office/drawing/2014/main" id="{96E6F173-9607-6981-EE92-723D7DA64074}"/>
                    </a:ext>
                  </a:extLst>
                </p:cNvPr>
                <p:cNvSpPr txBox="1"/>
                <p:nvPr/>
              </p:nvSpPr>
              <p:spPr>
                <a:xfrm>
                  <a:off x="1659976" y="4406784"/>
                  <a:ext cx="40049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4" name="文本框 203">
                  <a:extLst>
                    <a:ext uri="{FF2B5EF4-FFF2-40B4-BE49-F238E27FC236}">
                      <a16:creationId xmlns:a16="http://schemas.microsoft.com/office/drawing/2014/main" id="{19B30662-B63A-3254-98EE-3E821FA0D4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9976" y="4406784"/>
                  <a:ext cx="400492" cy="461665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6" name="文本框 265">
                  <a:extLst>
                    <a:ext uri="{FF2B5EF4-FFF2-40B4-BE49-F238E27FC236}">
                      <a16:creationId xmlns:a16="http://schemas.microsoft.com/office/drawing/2014/main" id="{59C83669-FFBE-F04E-CDF9-AEEBB0C8D7E9}"/>
                    </a:ext>
                  </a:extLst>
                </p:cNvPr>
                <p:cNvSpPr txBox="1"/>
                <p:nvPr/>
              </p:nvSpPr>
              <p:spPr>
                <a:xfrm>
                  <a:off x="2354884" y="4406784"/>
                  <a:ext cx="40049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5" name="文本框 204">
                  <a:extLst>
                    <a:ext uri="{FF2B5EF4-FFF2-40B4-BE49-F238E27FC236}">
                      <a16:creationId xmlns:a16="http://schemas.microsoft.com/office/drawing/2014/main" id="{F1F82876-A7F2-BA87-67DF-8D6278B3B5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4884" y="4406784"/>
                  <a:ext cx="400492" cy="461665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7" name="文本框 266">
                  <a:extLst>
                    <a:ext uri="{FF2B5EF4-FFF2-40B4-BE49-F238E27FC236}">
                      <a16:creationId xmlns:a16="http://schemas.microsoft.com/office/drawing/2014/main" id="{D2DD4522-8E0F-8F5B-9FC9-CC6A51BFA619}"/>
                    </a:ext>
                  </a:extLst>
                </p:cNvPr>
                <p:cNvSpPr txBox="1"/>
                <p:nvPr/>
              </p:nvSpPr>
              <p:spPr>
                <a:xfrm>
                  <a:off x="1213004" y="4139048"/>
                  <a:ext cx="51489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54F49409-9603-2E0C-1306-307D4D0BF5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3004" y="4139048"/>
                  <a:ext cx="514894" cy="461665"/>
                </a:xfrm>
                <a:prstGeom prst="rect">
                  <a:avLst/>
                </a:prstGeom>
                <a:blipFill>
                  <a:blip r:embed="rId37"/>
                  <a:stretch>
                    <a:fillRect l="-23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文本框 268">
                  <a:extLst>
                    <a:ext uri="{FF2B5EF4-FFF2-40B4-BE49-F238E27FC236}">
                      <a16:creationId xmlns:a16="http://schemas.microsoft.com/office/drawing/2014/main" id="{27D26ED3-B42A-50AB-1D0C-5D1A7365AFF2}"/>
                    </a:ext>
                  </a:extLst>
                </p:cNvPr>
                <p:cNvSpPr txBox="1"/>
                <p:nvPr/>
              </p:nvSpPr>
              <p:spPr>
                <a:xfrm>
                  <a:off x="421758" y="4439121"/>
                  <a:ext cx="88582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99410DB0-BEDB-318C-BAF6-A68AEFC9E7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758" y="4439121"/>
                  <a:ext cx="885827" cy="461665"/>
                </a:xfrm>
                <a:prstGeom prst="rect">
                  <a:avLst/>
                </a:prstGeom>
                <a:blipFill>
                  <a:blip r:embed="rId38"/>
                  <a:stretch>
                    <a:fillRect l="-4828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0" name="文本框 269">
                  <a:extLst>
                    <a:ext uri="{FF2B5EF4-FFF2-40B4-BE49-F238E27FC236}">
                      <a16:creationId xmlns:a16="http://schemas.microsoft.com/office/drawing/2014/main" id="{E2F13942-0FED-30AB-C4E3-358CEFC29E70}"/>
                    </a:ext>
                  </a:extLst>
                </p:cNvPr>
                <p:cNvSpPr txBox="1"/>
                <p:nvPr/>
              </p:nvSpPr>
              <p:spPr>
                <a:xfrm>
                  <a:off x="1048811" y="4821784"/>
                  <a:ext cx="43473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00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9" name="文本框 208">
                  <a:extLst>
                    <a:ext uri="{FF2B5EF4-FFF2-40B4-BE49-F238E27FC236}">
                      <a16:creationId xmlns:a16="http://schemas.microsoft.com/office/drawing/2014/main" id="{41C74F9C-88E4-63CA-555F-B14B938F88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811" y="4821784"/>
                  <a:ext cx="434733" cy="461665"/>
                </a:xfrm>
                <a:prstGeom prst="rect">
                  <a:avLst/>
                </a:prstGeom>
                <a:blipFill>
                  <a:blip r:embed="rId39"/>
                  <a:stretch>
                    <a:fillRect l="-2778" r="-236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1" name="文本框 270">
                  <a:extLst>
                    <a:ext uri="{FF2B5EF4-FFF2-40B4-BE49-F238E27FC236}">
                      <a16:creationId xmlns:a16="http://schemas.microsoft.com/office/drawing/2014/main" id="{3DBBBE56-5A20-E93C-102C-5CB5C30A3D36}"/>
                    </a:ext>
                  </a:extLst>
                </p:cNvPr>
                <p:cNvSpPr txBox="1"/>
                <p:nvPr/>
              </p:nvSpPr>
              <p:spPr>
                <a:xfrm>
                  <a:off x="1516174" y="5285354"/>
                  <a:ext cx="692637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0" name="文本框 209">
                  <a:extLst>
                    <a:ext uri="{FF2B5EF4-FFF2-40B4-BE49-F238E27FC236}">
                      <a16:creationId xmlns:a16="http://schemas.microsoft.com/office/drawing/2014/main" id="{7C2CBE67-E630-8903-BDE4-8CA1D8DDD9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6174" y="5285354"/>
                  <a:ext cx="692637" cy="462434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2" name="文本框 271">
                  <a:extLst>
                    <a:ext uri="{FF2B5EF4-FFF2-40B4-BE49-F238E27FC236}">
                      <a16:creationId xmlns:a16="http://schemas.microsoft.com/office/drawing/2014/main" id="{294D0E41-D7AF-00CE-5D27-66C238E27CA2}"/>
                    </a:ext>
                  </a:extLst>
                </p:cNvPr>
                <p:cNvSpPr txBox="1"/>
                <p:nvPr/>
              </p:nvSpPr>
              <p:spPr>
                <a:xfrm>
                  <a:off x="2211296" y="5285354"/>
                  <a:ext cx="69263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5F382EBE-95A9-F3B2-158D-7950046158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296" y="5285354"/>
                  <a:ext cx="692637" cy="461665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4" name="直接连接符 273">
              <a:extLst>
                <a:ext uri="{FF2B5EF4-FFF2-40B4-BE49-F238E27FC236}">
                  <a16:creationId xmlns:a16="http://schemas.microsoft.com/office/drawing/2014/main" id="{71091ED3-0513-E644-0FF6-8150B6BDB19B}"/>
                </a:ext>
              </a:extLst>
            </p:cNvPr>
            <p:cNvCxnSpPr>
              <a:cxnSpLocks/>
              <a:stCxn id="263" idx="1"/>
              <a:endCxn id="263" idx="3"/>
            </p:cNvCxnSpPr>
            <p:nvPr/>
          </p:nvCxnSpPr>
          <p:spPr>
            <a:xfrm>
              <a:off x="1516174" y="5747018"/>
              <a:ext cx="139332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5" name="文本框 274">
                  <a:extLst>
                    <a:ext uri="{FF2B5EF4-FFF2-40B4-BE49-F238E27FC236}">
                      <a16:creationId xmlns:a16="http://schemas.microsoft.com/office/drawing/2014/main" id="{9A7C90B8-75BC-FA25-EFF2-861A0CEC8A30}"/>
                    </a:ext>
                  </a:extLst>
                </p:cNvPr>
                <p:cNvSpPr txBox="1"/>
                <p:nvPr/>
              </p:nvSpPr>
              <p:spPr>
                <a:xfrm>
                  <a:off x="1048810" y="5285353"/>
                  <a:ext cx="43422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01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EBBF10AC-97CA-2D06-0B4A-48CD933780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810" y="5285353"/>
                  <a:ext cx="434220" cy="461665"/>
                </a:xfrm>
                <a:prstGeom prst="rect">
                  <a:avLst/>
                </a:prstGeom>
                <a:blipFill>
                  <a:blip r:embed="rId42"/>
                  <a:stretch>
                    <a:fillRect l="-2778" r="-236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6" name="直接连接符 275">
              <a:extLst>
                <a:ext uri="{FF2B5EF4-FFF2-40B4-BE49-F238E27FC236}">
                  <a16:creationId xmlns:a16="http://schemas.microsoft.com/office/drawing/2014/main" id="{18EDF1E9-B5CA-16A7-1D9D-BABA774833A9}"/>
                </a:ext>
              </a:extLst>
            </p:cNvPr>
            <p:cNvCxnSpPr>
              <a:cxnSpLocks/>
            </p:cNvCxnSpPr>
            <p:nvPr/>
          </p:nvCxnSpPr>
          <p:spPr>
            <a:xfrm>
              <a:off x="1516174" y="5284786"/>
              <a:ext cx="139332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连接符 276">
              <a:extLst>
                <a:ext uri="{FF2B5EF4-FFF2-40B4-BE49-F238E27FC236}">
                  <a16:creationId xmlns:a16="http://schemas.microsoft.com/office/drawing/2014/main" id="{2671B39E-4901-BC86-DD99-AD816F8D7C0C}"/>
                </a:ext>
              </a:extLst>
            </p:cNvPr>
            <p:cNvCxnSpPr>
              <a:cxnSpLocks/>
            </p:cNvCxnSpPr>
            <p:nvPr/>
          </p:nvCxnSpPr>
          <p:spPr>
            <a:xfrm>
              <a:off x="1515851" y="6209252"/>
              <a:ext cx="139332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8" name="文本框 277">
                  <a:extLst>
                    <a:ext uri="{FF2B5EF4-FFF2-40B4-BE49-F238E27FC236}">
                      <a16:creationId xmlns:a16="http://schemas.microsoft.com/office/drawing/2014/main" id="{6BB38163-42B7-F17C-9424-778E13A75D53}"/>
                    </a:ext>
                  </a:extLst>
                </p:cNvPr>
                <p:cNvSpPr txBox="1"/>
                <p:nvPr/>
              </p:nvSpPr>
              <p:spPr>
                <a:xfrm>
                  <a:off x="1048615" y="5745865"/>
                  <a:ext cx="43473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7" name="文本框 216">
                  <a:extLst>
                    <a:ext uri="{FF2B5EF4-FFF2-40B4-BE49-F238E27FC236}">
                      <a16:creationId xmlns:a16="http://schemas.microsoft.com/office/drawing/2014/main" id="{0AAF986B-F5A1-6D4B-000D-F2D0340747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615" y="5745865"/>
                  <a:ext cx="434733" cy="461665"/>
                </a:xfrm>
                <a:prstGeom prst="rect">
                  <a:avLst/>
                </a:prstGeom>
                <a:blipFill>
                  <a:blip r:embed="rId43"/>
                  <a:stretch>
                    <a:fillRect l="-2778" r="-236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9" name="文本框 278">
                  <a:extLst>
                    <a:ext uri="{FF2B5EF4-FFF2-40B4-BE49-F238E27FC236}">
                      <a16:creationId xmlns:a16="http://schemas.microsoft.com/office/drawing/2014/main" id="{B98D1FB4-49FC-3817-C086-AEDC45622A4C}"/>
                    </a:ext>
                  </a:extLst>
                </p:cNvPr>
                <p:cNvSpPr txBox="1"/>
                <p:nvPr/>
              </p:nvSpPr>
              <p:spPr>
                <a:xfrm>
                  <a:off x="1048100" y="6209434"/>
                  <a:ext cx="43473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8" name="文本框 217">
                  <a:extLst>
                    <a:ext uri="{FF2B5EF4-FFF2-40B4-BE49-F238E27FC236}">
                      <a16:creationId xmlns:a16="http://schemas.microsoft.com/office/drawing/2014/main" id="{7180952F-53B0-10CF-0785-F0CB8EAE85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100" y="6209434"/>
                  <a:ext cx="434733" cy="461665"/>
                </a:xfrm>
                <a:prstGeom prst="rect">
                  <a:avLst/>
                </a:prstGeom>
                <a:blipFill>
                  <a:blip r:embed="rId44"/>
                  <a:stretch>
                    <a:fillRect l="-2778" r="-236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0" name="文本框 279">
                  <a:extLst>
                    <a:ext uri="{FF2B5EF4-FFF2-40B4-BE49-F238E27FC236}">
                      <a16:creationId xmlns:a16="http://schemas.microsoft.com/office/drawing/2014/main" id="{2DA9A675-1F75-1CFD-07D4-55C0834B96BE}"/>
                    </a:ext>
                  </a:extLst>
                </p:cNvPr>
                <p:cNvSpPr txBox="1"/>
                <p:nvPr/>
              </p:nvSpPr>
              <p:spPr>
                <a:xfrm>
                  <a:off x="1517203" y="5748168"/>
                  <a:ext cx="69263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80" name="文本框 279">
                  <a:extLst>
                    <a:ext uri="{FF2B5EF4-FFF2-40B4-BE49-F238E27FC236}">
                      <a16:creationId xmlns:a16="http://schemas.microsoft.com/office/drawing/2014/main" id="{2DA9A675-1F75-1CFD-07D4-55C0834B96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7203" y="5748168"/>
                  <a:ext cx="692637" cy="461665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1" name="文本框 280">
                  <a:extLst>
                    <a:ext uri="{FF2B5EF4-FFF2-40B4-BE49-F238E27FC236}">
                      <a16:creationId xmlns:a16="http://schemas.microsoft.com/office/drawing/2014/main" id="{9889019A-5FDF-35AE-1CA7-D9BFDA262C99}"/>
                    </a:ext>
                  </a:extLst>
                </p:cNvPr>
                <p:cNvSpPr txBox="1"/>
                <p:nvPr/>
              </p:nvSpPr>
              <p:spPr>
                <a:xfrm>
                  <a:off x="2212325" y="5748168"/>
                  <a:ext cx="69263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81" name="文本框 280">
                  <a:extLst>
                    <a:ext uri="{FF2B5EF4-FFF2-40B4-BE49-F238E27FC236}">
                      <a16:creationId xmlns:a16="http://schemas.microsoft.com/office/drawing/2014/main" id="{9889019A-5FDF-35AE-1CA7-D9BFDA262C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2325" y="5748168"/>
                  <a:ext cx="692637" cy="461665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3" name="文本框 282">
              <a:extLst>
                <a:ext uri="{FF2B5EF4-FFF2-40B4-BE49-F238E27FC236}">
                  <a16:creationId xmlns:a16="http://schemas.microsoft.com/office/drawing/2014/main" id="{F7F7D51A-67C2-D307-4ED0-63A50643FB04}"/>
                </a:ext>
              </a:extLst>
            </p:cNvPr>
            <p:cNvSpPr txBox="1"/>
            <p:nvPr/>
          </p:nvSpPr>
          <p:spPr>
            <a:xfrm>
              <a:off x="1517203" y="6210969"/>
              <a:ext cx="69263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4" name="文本框 283">
              <a:extLst>
                <a:ext uri="{FF2B5EF4-FFF2-40B4-BE49-F238E27FC236}">
                  <a16:creationId xmlns:a16="http://schemas.microsoft.com/office/drawing/2014/main" id="{78694792-61D0-700E-021D-7E38BD1D1EFA}"/>
                </a:ext>
              </a:extLst>
            </p:cNvPr>
            <p:cNvSpPr txBox="1"/>
            <p:nvPr/>
          </p:nvSpPr>
          <p:spPr>
            <a:xfrm>
              <a:off x="2212325" y="6210969"/>
              <a:ext cx="69263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85" name="直接连接符 284">
              <a:extLst>
                <a:ext uri="{FF2B5EF4-FFF2-40B4-BE49-F238E27FC236}">
                  <a16:creationId xmlns:a16="http://schemas.microsoft.com/office/drawing/2014/main" id="{3B0CD735-09F6-22FF-5E88-599FEAD4A1E4}"/>
                </a:ext>
              </a:extLst>
            </p:cNvPr>
            <p:cNvCxnSpPr>
              <a:cxnSpLocks/>
            </p:cNvCxnSpPr>
            <p:nvPr/>
          </p:nvCxnSpPr>
          <p:spPr>
            <a:xfrm>
              <a:off x="1517203" y="6210401"/>
              <a:ext cx="139332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6" name="文本框 285">
                  <a:extLst>
                    <a:ext uri="{FF2B5EF4-FFF2-40B4-BE49-F238E27FC236}">
                      <a16:creationId xmlns:a16="http://schemas.microsoft.com/office/drawing/2014/main" id="{EBE8455C-B92B-74BA-2E94-36753BA0BD76}"/>
                    </a:ext>
                  </a:extLst>
                </p:cNvPr>
                <p:cNvSpPr txBox="1"/>
                <p:nvPr/>
              </p:nvSpPr>
              <p:spPr>
                <a:xfrm>
                  <a:off x="411820" y="4013280"/>
                  <a:ext cx="107101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25" name="文本框 224">
                  <a:extLst>
                    <a:ext uri="{FF2B5EF4-FFF2-40B4-BE49-F238E27FC236}">
                      <a16:creationId xmlns:a16="http://schemas.microsoft.com/office/drawing/2014/main" id="{5D1AB939-2860-3F03-92D9-14A8F1E24B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820" y="4013280"/>
                  <a:ext cx="1071013" cy="461665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7" name="文本框 286">
                <a:extLst>
                  <a:ext uri="{FF2B5EF4-FFF2-40B4-BE49-F238E27FC236}">
                    <a16:creationId xmlns:a16="http://schemas.microsoft.com/office/drawing/2014/main" id="{AB260B5C-67AD-A5D4-5873-BD1D60E5926A}"/>
                  </a:ext>
                </a:extLst>
              </p:cNvPr>
              <p:cNvSpPr txBox="1"/>
              <p:nvPr/>
            </p:nvSpPr>
            <p:spPr>
              <a:xfrm>
                <a:off x="816941" y="5241362"/>
                <a:ext cx="2498754" cy="5314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sup>
                      </m:sSubSup>
                      <m:r>
                        <a:rPr lang="en-US" altLang="zh-CN" sz="28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  <m:sSubSup>
                        <m:sSubSup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87" name="文本框 286">
                <a:extLst>
                  <a:ext uri="{FF2B5EF4-FFF2-40B4-BE49-F238E27FC236}">
                    <a16:creationId xmlns:a16="http://schemas.microsoft.com/office/drawing/2014/main" id="{AB260B5C-67AD-A5D4-5873-BD1D60E59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941" y="5241362"/>
                <a:ext cx="2498754" cy="531492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8" name="Rectangle 44">
            <a:extLst>
              <a:ext uri="{FF2B5EF4-FFF2-40B4-BE49-F238E27FC236}">
                <a16:creationId xmlns:a16="http://schemas.microsoft.com/office/drawing/2014/main" id="{7EB91B71-562B-C038-890E-B2669627B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8885" y="4126281"/>
            <a:ext cx="410079" cy="778819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0" name="文本框 289">
                <a:extLst>
                  <a:ext uri="{FF2B5EF4-FFF2-40B4-BE49-F238E27FC236}">
                    <a16:creationId xmlns:a16="http://schemas.microsoft.com/office/drawing/2014/main" id="{B1023A61-5076-9116-78BE-7DAE6392734A}"/>
                  </a:ext>
                </a:extLst>
              </p:cNvPr>
              <p:cNvSpPr txBox="1"/>
              <p:nvPr/>
            </p:nvSpPr>
            <p:spPr>
              <a:xfrm>
                <a:off x="3597247" y="5241362"/>
                <a:ext cx="2498753" cy="5330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sup>
                      </m:sSubSup>
                      <m:r>
                        <a:rPr lang="en-US" altLang="zh-CN" sz="28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</m:oMath>
                  </m:oMathPara>
                </a14:m>
                <a:endParaRPr lang="zh-CN" altLang="en-US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90" name="文本框 289">
                <a:extLst>
                  <a:ext uri="{FF2B5EF4-FFF2-40B4-BE49-F238E27FC236}">
                    <a16:creationId xmlns:a16="http://schemas.microsoft.com/office/drawing/2014/main" id="{B1023A61-5076-9116-78BE-7DAE63927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247" y="5241362"/>
                <a:ext cx="2498753" cy="533095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2" name="文本框 291">
                <a:extLst>
                  <a:ext uri="{FF2B5EF4-FFF2-40B4-BE49-F238E27FC236}">
                    <a16:creationId xmlns:a16="http://schemas.microsoft.com/office/drawing/2014/main" id="{E432002D-D44C-1A65-A43E-9EE75A408BF3}"/>
                  </a:ext>
                </a:extLst>
              </p:cNvPr>
              <p:cNvSpPr txBox="1"/>
              <p:nvPr/>
            </p:nvSpPr>
            <p:spPr>
              <a:xfrm>
                <a:off x="6377552" y="5241362"/>
                <a:ext cx="2498754" cy="5251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Y</m:t>
                      </m:r>
                      <m:r>
                        <a:rPr lang="en-US" altLang="zh-CN" sz="28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</m:e>
                      </m:acc>
                      <m:sSubSup>
                        <m:sSubSup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r>
                        <m:rPr>
                          <m:nor/>
                        </m:rPr>
                        <a:rPr lang="zh-CN" altLang="en-US" sz="28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m:t> </m:t>
                      </m:r>
                    </m:oMath>
                  </m:oMathPara>
                </a14:m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92" name="文本框 291">
                <a:extLst>
                  <a:ext uri="{FF2B5EF4-FFF2-40B4-BE49-F238E27FC236}">
                    <a16:creationId xmlns:a16="http://schemas.microsoft.com/office/drawing/2014/main" id="{E432002D-D44C-1A65-A43E-9EE75A408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7552" y="5241362"/>
                <a:ext cx="2498754" cy="525144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3" name="Rectangle 44">
            <a:extLst>
              <a:ext uri="{FF2B5EF4-FFF2-40B4-BE49-F238E27FC236}">
                <a16:creationId xmlns:a16="http://schemas.microsoft.com/office/drawing/2014/main" id="{4F5C543B-6934-0547-4C6C-688BF7706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366" y="3671759"/>
            <a:ext cx="382865" cy="778819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94" name="Rectangle 44">
            <a:extLst>
              <a:ext uri="{FF2B5EF4-FFF2-40B4-BE49-F238E27FC236}">
                <a16:creationId xmlns:a16="http://schemas.microsoft.com/office/drawing/2014/main" id="{360A70F7-F4A1-EB30-3A3D-34BFC2D3A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7042" y="3214511"/>
            <a:ext cx="410079" cy="1690589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2F421485-557F-F030-AA9E-958F0F977222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/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16B20CAF-86DE-9FC6-EB19-99C4CE75AD1B}"/>
              </a:ext>
            </a:extLst>
          </p:cNvPr>
          <p:cNvCxnSpPr>
            <a:cxnSpLocks/>
            <a:stCxn id="209" idx="0"/>
            <a:endCxn id="209" idx="2"/>
          </p:cNvCxnSpPr>
          <p:nvPr/>
        </p:nvCxnSpPr>
        <p:spPr>
          <a:xfrm>
            <a:off x="2312283" y="3133188"/>
            <a:ext cx="0" cy="184893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57E6287-3DF6-4103-AF69-1F7953D60D61}"/>
              </a:ext>
            </a:extLst>
          </p:cNvPr>
          <p:cNvCxnSpPr>
            <a:cxnSpLocks/>
            <a:stCxn id="236" idx="0"/>
            <a:endCxn id="236" idx="2"/>
          </p:cNvCxnSpPr>
          <p:nvPr/>
        </p:nvCxnSpPr>
        <p:spPr>
          <a:xfrm>
            <a:off x="4920950" y="3130884"/>
            <a:ext cx="0" cy="184893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0BA81C4-7B7F-1D19-230E-37BCDFEB879C}"/>
              </a:ext>
            </a:extLst>
          </p:cNvPr>
          <p:cNvCxnSpPr>
            <a:cxnSpLocks/>
            <a:stCxn id="263" idx="0"/>
            <a:endCxn id="263" idx="2"/>
          </p:cNvCxnSpPr>
          <p:nvPr/>
        </p:nvCxnSpPr>
        <p:spPr>
          <a:xfrm>
            <a:off x="7531224" y="3130884"/>
            <a:ext cx="0" cy="184893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600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B270C-9BC0-5B71-365C-50B676E69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0706E18-A2DA-DC93-511F-3D342BBD35B3}"/>
              </a:ext>
            </a:extLst>
          </p:cNvPr>
          <p:cNvSpPr txBox="1"/>
          <p:nvPr/>
        </p:nvSpPr>
        <p:spPr>
          <a:xfrm>
            <a:off x="360000" y="828000"/>
            <a:ext cx="7135504" cy="109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序列检测器（检测“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”序列）的设计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检查自校正能力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AC8622D6-A66E-8FDC-EAF0-75F3DF90E0EE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8C76E30B-259E-7BDA-8FAA-754EC2DC49F6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" name="箭头: 五边形 46">
                <a:extLst>
                  <a:ext uri="{FF2B5EF4-FFF2-40B4-BE49-F238E27FC236}">
                    <a16:creationId xmlns:a16="http://schemas.microsoft.com/office/drawing/2014/main" id="{98B42F06-57B9-B1CC-54B0-1811872640C3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箭头: V 形 47">
                <a:extLst>
                  <a:ext uri="{FF2B5EF4-FFF2-40B4-BE49-F238E27FC236}">
                    <a16:creationId xmlns:a16="http://schemas.microsoft.com/office/drawing/2014/main" id="{0033C284-1FB4-9F7C-3A6D-EC40147076BB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6" name="灯片编号占位符 3">
              <a:extLst>
                <a:ext uri="{FF2B5EF4-FFF2-40B4-BE49-F238E27FC236}">
                  <a16:creationId xmlns:a16="http://schemas.microsoft.com/office/drawing/2014/main" id="{23392864-8D7F-B5DE-7524-AAEC1B54B425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2" name="表格 51">
                <a:extLst>
                  <a:ext uri="{FF2B5EF4-FFF2-40B4-BE49-F238E27FC236}">
                    <a16:creationId xmlns:a16="http://schemas.microsoft.com/office/drawing/2014/main" id="{8579ED47-E5B9-0BF0-3A4E-1E8ED927FF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7179828"/>
                  </p:ext>
                </p:extLst>
              </p:nvPr>
            </p:nvGraphicFramePr>
            <p:xfrm>
              <a:off x="8640000" y="792000"/>
              <a:ext cx="3359354" cy="238436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75328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234256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249770">
                      <a:extLst>
                        <a:ext uri="{9D8B030D-6E8A-4147-A177-3AD203B41FA5}">
                          <a16:colId xmlns:a16="http://schemas.microsoft.com/office/drawing/2014/main" val="3532139505"/>
                        </a:ext>
                      </a:extLst>
                    </a:gridCol>
                  </a:tblGrid>
                  <a:tr h="225892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bSup>
                                <m: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222013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77038963"/>
                      </a:ext>
                    </a:extLst>
                  </a:tr>
                  <a:tr h="2220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1/0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22201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0  1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1/0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22201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1  1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 0/1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1/0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22201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 0/1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 1/0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2" name="表格 51">
                <a:extLst>
                  <a:ext uri="{FF2B5EF4-FFF2-40B4-BE49-F238E27FC236}">
                    <a16:creationId xmlns:a16="http://schemas.microsoft.com/office/drawing/2014/main" id="{8579ED47-E5B9-0BF0-3A4E-1E8ED927FF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7179828"/>
                  </p:ext>
                </p:extLst>
              </p:nvPr>
            </p:nvGraphicFramePr>
            <p:xfrm>
              <a:off x="8640000" y="792000"/>
              <a:ext cx="3359354" cy="238436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75328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234256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249770">
                      <a:extLst>
                        <a:ext uri="{9D8B030D-6E8A-4147-A177-3AD203B41FA5}">
                          <a16:colId xmlns:a16="http://schemas.microsoft.com/office/drawing/2014/main" val="3532139505"/>
                        </a:ext>
                      </a:extLst>
                    </a:gridCol>
                  </a:tblGrid>
                  <a:tr h="403162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4" t="-758" r="-284722" b="-210606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539" t="-1515" r="-490" b="-52121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1429" t="-101515" r="-101970" b="-42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9756" t="-101515" r="-976" b="-4212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03896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1/0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0  1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1/0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1  1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 0/1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1/0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 0/1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 1/0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7" name="文本框 286">
                <a:extLst>
                  <a:ext uri="{FF2B5EF4-FFF2-40B4-BE49-F238E27FC236}">
                    <a16:creationId xmlns:a16="http://schemas.microsoft.com/office/drawing/2014/main" id="{FD951FEC-6B5D-EF28-1F00-AB47DB6082C5}"/>
                  </a:ext>
                </a:extLst>
              </p:cNvPr>
              <p:cNvSpPr txBox="1"/>
              <p:nvPr/>
            </p:nvSpPr>
            <p:spPr>
              <a:xfrm>
                <a:off x="360000" y="2016000"/>
                <a:ext cx="2929169" cy="1560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sSubSup>
                      <m:sSubSup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</a:p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rPr>
                  <a:t>  </a:t>
                </a:r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sSubSup>
                      <m:sSubSup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87" name="文本框 286">
                <a:extLst>
                  <a:ext uri="{FF2B5EF4-FFF2-40B4-BE49-F238E27FC236}">
                    <a16:creationId xmlns:a16="http://schemas.microsoft.com/office/drawing/2014/main" id="{FD951FEC-6B5D-EF28-1F00-AB47DB608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016000"/>
                <a:ext cx="2929169" cy="1560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9">
                <a:extLst>
                  <a:ext uri="{FF2B5EF4-FFF2-40B4-BE49-F238E27FC236}">
                    <a16:creationId xmlns:a16="http://schemas.microsoft.com/office/drawing/2014/main" id="{565140DD-A3AF-593A-6B05-D7747F7039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97045" y="3983140"/>
                <a:ext cx="795411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Text Box 9">
                <a:extLst>
                  <a:ext uri="{FF2B5EF4-FFF2-40B4-BE49-F238E27FC236}">
                    <a16:creationId xmlns:a16="http://schemas.microsoft.com/office/drawing/2014/main" id="{565140DD-A3AF-593A-6B05-D7747F703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97045" y="3983140"/>
                <a:ext cx="795411" cy="461665"/>
              </a:xfrm>
              <a:prstGeom prst="rect">
                <a:avLst/>
              </a:prstGeom>
              <a:blipFill>
                <a:blip r:embed="rId4"/>
                <a:stretch>
                  <a:fillRect b="-184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5">
                <a:extLst>
                  <a:ext uri="{FF2B5EF4-FFF2-40B4-BE49-F238E27FC236}">
                    <a16:creationId xmlns:a16="http://schemas.microsoft.com/office/drawing/2014/main" id="{1E767138-4DEF-88F4-2C60-44CE65A2F7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4969" y="4140809"/>
                <a:ext cx="599047" cy="59904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400" b="0"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Oval 45">
                <a:extLst>
                  <a:ext uri="{FF2B5EF4-FFF2-40B4-BE49-F238E27FC236}">
                    <a16:creationId xmlns:a16="http://schemas.microsoft.com/office/drawing/2014/main" id="{1E767138-4DEF-88F4-2C60-44CE65A2F7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54969" y="4140809"/>
                <a:ext cx="599047" cy="599047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96855A3-8AD9-5C3B-AEED-5ECB1D55400A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3554016" y="4440333"/>
            <a:ext cx="8411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28">
            <a:extLst>
              <a:ext uri="{FF2B5EF4-FFF2-40B4-BE49-F238E27FC236}">
                <a16:creationId xmlns:a16="http://schemas.microsoft.com/office/drawing/2014/main" id="{F39FD98C-6166-821A-F86D-EB74CFE63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3807" y="3385102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0/0</a:t>
            </a:r>
          </a:p>
        </p:txBody>
      </p:sp>
      <p:sp>
        <p:nvSpPr>
          <p:cNvPr id="8" name="Oval 58">
            <a:extLst>
              <a:ext uri="{FF2B5EF4-FFF2-40B4-BE49-F238E27FC236}">
                <a16:creationId xmlns:a16="http://schemas.microsoft.com/office/drawing/2014/main" id="{C212CCF1-ADDE-E34C-116F-280DDB2BF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0261" y="4874375"/>
            <a:ext cx="684213" cy="684213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Aft>
                <a:spcPct val="0"/>
              </a:spcAft>
              <a:buNone/>
            </a:pPr>
            <a:r>
              <a:rPr lang="en-US" altLang="zh-CN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2400" b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Oval 61">
            <a:extLst>
              <a:ext uri="{FF2B5EF4-FFF2-40B4-BE49-F238E27FC236}">
                <a16:creationId xmlns:a16="http://schemas.microsoft.com/office/drawing/2014/main" id="{D2A02D62-789D-398D-0FC7-8DA5286A1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1863" y="3385320"/>
            <a:ext cx="684213" cy="68421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Aft>
                <a:spcPct val="0"/>
              </a:spcAft>
              <a:buNone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Oval 64">
            <a:extLst>
              <a:ext uri="{FF2B5EF4-FFF2-40B4-BE49-F238E27FC236}">
                <a16:creationId xmlns:a16="http://schemas.microsoft.com/office/drawing/2014/main" id="{6E3C272A-1D58-488F-3A2F-83F516AD5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0029" y="3366713"/>
            <a:ext cx="684213" cy="68421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Aft>
                <a:spcPct val="0"/>
              </a:spcAft>
              <a:buNone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zh-CN" altLang="en-US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Oval 67">
            <a:extLst>
              <a:ext uri="{FF2B5EF4-FFF2-40B4-BE49-F238E27FC236}">
                <a16:creationId xmlns:a16="http://schemas.microsoft.com/office/drawing/2014/main" id="{CA61DC4E-BFE0-4E94-92C4-CCFBD2C9D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1863" y="4874375"/>
            <a:ext cx="684213" cy="68421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Aft>
                <a:spcPct val="0"/>
              </a:spcAft>
              <a:buNone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弧形 11">
            <a:extLst>
              <a:ext uri="{FF2B5EF4-FFF2-40B4-BE49-F238E27FC236}">
                <a16:creationId xmlns:a16="http://schemas.microsoft.com/office/drawing/2014/main" id="{B081BAA1-6F95-082E-29C3-5FC84EE09996}"/>
              </a:ext>
            </a:extLst>
          </p:cNvPr>
          <p:cNvSpPr/>
          <p:nvPr/>
        </p:nvSpPr>
        <p:spPr>
          <a:xfrm>
            <a:off x="4946767" y="3067189"/>
            <a:ext cx="613176" cy="599047"/>
          </a:xfrm>
          <a:prstGeom prst="arc">
            <a:avLst>
              <a:gd name="adj1" fmla="val 5688059"/>
              <a:gd name="adj2" fmla="val 21430074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3B8BEDE-3C82-39DF-1EB7-AD81E0D09E86}"/>
              </a:ext>
            </a:extLst>
          </p:cNvPr>
          <p:cNvCxnSpPr>
            <a:cxnSpLocks/>
            <a:stCxn id="9" idx="4"/>
            <a:endCxn id="11" idx="0"/>
          </p:cNvCxnSpPr>
          <p:nvPr/>
        </p:nvCxnSpPr>
        <p:spPr>
          <a:xfrm>
            <a:off x="7643970" y="4069533"/>
            <a:ext cx="0" cy="804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33936B6-FEA0-0525-DBA2-8B4D4B864BB6}"/>
              </a:ext>
            </a:extLst>
          </p:cNvPr>
          <p:cNvCxnSpPr>
            <a:cxnSpLocks/>
            <a:stCxn id="8" idx="7"/>
            <a:endCxn id="9" idx="3"/>
          </p:cNvCxnSpPr>
          <p:nvPr/>
        </p:nvCxnSpPr>
        <p:spPr>
          <a:xfrm flipV="1">
            <a:off x="5824273" y="3969332"/>
            <a:ext cx="1577791" cy="1005244"/>
          </a:xfrm>
          <a:prstGeom prst="straightConnector1">
            <a:avLst/>
          </a:prstGeom>
          <a:ln w="38100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ABE4D6C-BCA5-8BDC-3E38-A5E9B643B455}"/>
              </a:ext>
            </a:extLst>
          </p:cNvPr>
          <p:cNvCxnSpPr>
            <a:cxnSpLocks/>
            <a:stCxn id="8" idx="0"/>
            <a:endCxn id="10" idx="4"/>
          </p:cNvCxnSpPr>
          <p:nvPr/>
        </p:nvCxnSpPr>
        <p:spPr>
          <a:xfrm flipH="1" flipV="1">
            <a:off x="5582136" y="4050926"/>
            <a:ext cx="232" cy="823449"/>
          </a:xfrm>
          <a:prstGeom prst="straightConnector1">
            <a:avLst/>
          </a:prstGeom>
          <a:ln w="38100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弧形 15">
            <a:extLst>
              <a:ext uri="{FF2B5EF4-FFF2-40B4-BE49-F238E27FC236}">
                <a16:creationId xmlns:a16="http://schemas.microsoft.com/office/drawing/2014/main" id="{BC99DFEB-5159-BCD0-C25E-F80E530895BF}"/>
              </a:ext>
            </a:extLst>
          </p:cNvPr>
          <p:cNvSpPr/>
          <p:nvPr/>
        </p:nvSpPr>
        <p:spPr>
          <a:xfrm>
            <a:off x="7643969" y="5259064"/>
            <a:ext cx="613176" cy="599047"/>
          </a:xfrm>
          <a:prstGeom prst="arc">
            <a:avLst>
              <a:gd name="adj1" fmla="val 16683499"/>
              <a:gd name="adj2" fmla="val 10579083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7" name="Rectangle 48">
            <a:extLst>
              <a:ext uri="{FF2B5EF4-FFF2-40B4-BE49-F238E27FC236}">
                <a16:creationId xmlns:a16="http://schemas.microsoft.com/office/drawing/2014/main" id="{253B6D51-5311-C533-665D-021B9BAE6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0527" y="3797039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0/0</a:t>
            </a:r>
          </a:p>
        </p:txBody>
      </p:sp>
      <p:sp>
        <p:nvSpPr>
          <p:cNvPr id="18" name="Rectangle 48">
            <a:extLst>
              <a:ext uri="{FF2B5EF4-FFF2-40B4-BE49-F238E27FC236}">
                <a16:creationId xmlns:a16="http://schemas.microsoft.com/office/drawing/2014/main" id="{25F65FC1-000F-2FF4-3A94-1EC7F6DAC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4941" y="4171865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0/1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39583F26-E7CF-7AC4-8BAE-13BCDECD0EFB}"/>
              </a:ext>
            </a:extLst>
          </p:cNvPr>
          <p:cNvCxnSpPr>
            <a:cxnSpLocks/>
          </p:cNvCxnSpPr>
          <p:nvPr/>
        </p:nvCxnSpPr>
        <p:spPr>
          <a:xfrm>
            <a:off x="5924242" y="3615935"/>
            <a:ext cx="14020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D9596E82-9C78-0B2F-896F-0478E2AE18FC}"/>
              </a:ext>
            </a:extLst>
          </p:cNvPr>
          <p:cNvCxnSpPr>
            <a:cxnSpLocks/>
          </p:cNvCxnSpPr>
          <p:nvPr/>
        </p:nvCxnSpPr>
        <p:spPr>
          <a:xfrm flipH="1">
            <a:off x="5899828" y="3837075"/>
            <a:ext cx="14020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Box 28">
            <a:extLst>
              <a:ext uri="{FF2B5EF4-FFF2-40B4-BE49-F238E27FC236}">
                <a16:creationId xmlns:a16="http://schemas.microsoft.com/office/drawing/2014/main" id="{EAD66816-1130-EB8F-133D-0E858F764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0527" y="3174279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1/0</a:t>
            </a:r>
          </a:p>
        </p:txBody>
      </p:sp>
      <p:sp>
        <p:nvSpPr>
          <p:cNvPr id="22" name="Text Box 28">
            <a:extLst>
              <a:ext uri="{FF2B5EF4-FFF2-40B4-BE49-F238E27FC236}">
                <a16:creationId xmlns:a16="http://schemas.microsoft.com/office/drawing/2014/main" id="{F8E4EBE0-B897-EE6C-6E6E-FD3649FD07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9673" y="4258704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</a:p>
        </p:txBody>
      </p:sp>
      <p:sp>
        <p:nvSpPr>
          <p:cNvPr id="23" name="Text Box 28">
            <a:extLst>
              <a:ext uri="{FF2B5EF4-FFF2-40B4-BE49-F238E27FC236}">
                <a16:creationId xmlns:a16="http://schemas.microsoft.com/office/drawing/2014/main" id="{39341C59-A8A7-1118-2148-EE408A52EA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8041" y="4264434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1/0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B243A8C-2CE2-81B1-A56F-73D093F7ECD0}"/>
              </a:ext>
            </a:extLst>
          </p:cNvPr>
          <p:cNvCxnSpPr>
            <a:cxnSpLocks/>
            <a:stCxn id="11" idx="1"/>
            <a:endCxn id="10" idx="5"/>
          </p:cNvCxnSpPr>
          <p:nvPr/>
        </p:nvCxnSpPr>
        <p:spPr>
          <a:xfrm flipH="1" flipV="1">
            <a:off x="5824041" y="3950725"/>
            <a:ext cx="1578023" cy="1023851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48">
            <a:extLst>
              <a:ext uri="{FF2B5EF4-FFF2-40B4-BE49-F238E27FC236}">
                <a16:creationId xmlns:a16="http://schemas.microsoft.com/office/drawing/2014/main" id="{40A6F475-9AB0-C8D0-47CC-DB1F549EF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0260" y="5327754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1/0</a:t>
            </a:r>
          </a:p>
        </p:txBody>
      </p:sp>
      <p:sp>
        <p:nvSpPr>
          <p:cNvPr id="26" name="Text Box 28">
            <a:extLst>
              <a:ext uri="{FF2B5EF4-FFF2-40B4-BE49-F238E27FC236}">
                <a16:creationId xmlns:a16="http://schemas.microsoft.com/office/drawing/2014/main" id="{7C1CEC40-92D4-2A4C-C6FC-8F1F4ED80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4042" y="4683434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1/0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0763A9A-0A06-B3A8-E223-43C0FA78240D}"/>
              </a:ext>
            </a:extLst>
          </p:cNvPr>
          <p:cNvSpPr txBox="1"/>
          <p:nvPr/>
        </p:nvSpPr>
        <p:spPr>
          <a:xfrm>
            <a:off x="776877" y="5995788"/>
            <a:ext cx="94139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可自动进入有效序列，但状态为 </a:t>
            </a:r>
            <a:r>
              <a:rPr kumimoji="1"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kumimoji="1"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，输入为</a:t>
            </a:r>
            <a:r>
              <a:rPr kumimoji="1"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 </a:t>
            </a:r>
            <a:r>
              <a:rPr kumimoji="1"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时，输出为 </a:t>
            </a:r>
            <a:r>
              <a:rPr kumimoji="1"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sp>
        <p:nvSpPr>
          <p:cNvPr id="27" name="标题 1">
            <a:extLst>
              <a:ext uri="{FF2B5EF4-FFF2-40B4-BE49-F238E27FC236}">
                <a16:creationId xmlns:a16="http://schemas.microsoft.com/office/drawing/2014/main" id="{A905A951-5AF2-BD05-749A-CD21E127E9F8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3216167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9171E-3E66-CBAC-57EB-5A182F24C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D9446FD-D998-8C95-FFA3-2A2E05E942A6}"/>
              </a:ext>
            </a:extLst>
          </p:cNvPr>
          <p:cNvSpPr txBox="1"/>
          <p:nvPr/>
        </p:nvSpPr>
        <p:spPr>
          <a:xfrm>
            <a:off x="360000" y="828000"/>
            <a:ext cx="7148383" cy="109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序列检测器（检测“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”序列）的设计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确定状态方程和输出方程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ABD7C21F-B975-3410-9CA8-9FFF367997CB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DAB88149-65FB-6988-4307-92591BEAD2ED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" name="箭头: 五边形 46">
                <a:extLst>
                  <a:ext uri="{FF2B5EF4-FFF2-40B4-BE49-F238E27FC236}">
                    <a16:creationId xmlns:a16="http://schemas.microsoft.com/office/drawing/2014/main" id="{ACDA01E7-8442-8EE8-6E33-F9653414649B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箭头: V 形 47">
                <a:extLst>
                  <a:ext uri="{FF2B5EF4-FFF2-40B4-BE49-F238E27FC236}">
                    <a16:creationId xmlns:a16="http://schemas.microsoft.com/office/drawing/2014/main" id="{BE86FB28-8B99-E8EF-4E4A-6BF030C7A1C0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6" name="灯片编号占位符 3">
              <a:extLst>
                <a:ext uri="{FF2B5EF4-FFF2-40B4-BE49-F238E27FC236}">
                  <a16:creationId xmlns:a16="http://schemas.microsoft.com/office/drawing/2014/main" id="{F57F83E4-65B6-B751-1D76-0DE9DC5F024B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206" name="组合 205">
            <a:extLst>
              <a:ext uri="{FF2B5EF4-FFF2-40B4-BE49-F238E27FC236}">
                <a16:creationId xmlns:a16="http://schemas.microsoft.com/office/drawing/2014/main" id="{714DAC36-C01B-DD62-575E-68AC1BA7718A}"/>
              </a:ext>
            </a:extLst>
          </p:cNvPr>
          <p:cNvGrpSpPr/>
          <p:nvPr/>
        </p:nvGrpSpPr>
        <p:grpSpPr>
          <a:xfrm>
            <a:off x="511265" y="2323916"/>
            <a:ext cx="2498711" cy="2660573"/>
            <a:chOff x="411820" y="4013280"/>
            <a:chExt cx="2498711" cy="26605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文本框 206">
                  <a:extLst>
                    <a:ext uri="{FF2B5EF4-FFF2-40B4-BE49-F238E27FC236}">
                      <a16:creationId xmlns:a16="http://schemas.microsoft.com/office/drawing/2014/main" id="{B28D3611-F56B-BD12-A053-772D2FA49C44}"/>
                    </a:ext>
                  </a:extLst>
                </p:cNvPr>
                <p:cNvSpPr txBox="1"/>
                <p:nvPr/>
              </p:nvSpPr>
              <p:spPr>
                <a:xfrm>
                  <a:off x="1516174" y="4822553"/>
                  <a:ext cx="692637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5DCAD541-EABF-77D0-DDFC-447C33E49D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6174" y="4822553"/>
                  <a:ext cx="692637" cy="46243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074466C9-48F1-B506-FC5E-753BF9248E20}"/>
                    </a:ext>
                  </a:extLst>
                </p:cNvPr>
                <p:cNvSpPr txBox="1"/>
                <p:nvPr/>
              </p:nvSpPr>
              <p:spPr>
                <a:xfrm>
                  <a:off x="2211296" y="4822553"/>
                  <a:ext cx="692637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7735447A-2138-24FE-A3C6-E919B2D733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296" y="4822553"/>
                  <a:ext cx="692637" cy="46243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9" name="矩形 208">
              <a:extLst>
                <a:ext uri="{FF2B5EF4-FFF2-40B4-BE49-F238E27FC236}">
                  <a16:creationId xmlns:a16="http://schemas.microsoft.com/office/drawing/2014/main" id="{6CEEF761-5E97-0201-ADE7-07A96EF99916}"/>
                </a:ext>
              </a:extLst>
            </p:cNvPr>
            <p:cNvSpPr/>
            <p:nvPr/>
          </p:nvSpPr>
          <p:spPr>
            <a:xfrm>
              <a:off x="1516174" y="4822552"/>
              <a:ext cx="1393328" cy="1848931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10" name="直接连接符 209">
              <a:extLst>
                <a:ext uri="{FF2B5EF4-FFF2-40B4-BE49-F238E27FC236}">
                  <a16:creationId xmlns:a16="http://schemas.microsoft.com/office/drawing/2014/main" id="{6C67A13E-C609-CBEF-E011-FA312A975393}"/>
                </a:ext>
              </a:extLst>
            </p:cNvPr>
            <p:cNvCxnSpPr>
              <a:cxnSpLocks/>
            </p:cNvCxnSpPr>
            <p:nvPr/>
          </p:nvCxnSpPr>
          <p:spPr>
            <a:xfrm>
              <a:off x="1184006" y="4428306"/>
              <a:ext cx="332168" cy="39424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0CDF17B1-E202-322E-8B3D-8D52A9BD3CD3}"/>
                    </a:ext>
                  </a:extLst>
                </p:cNvPr>
                <p:cNvSpPr txBox="1"/>
                <p:nvPr/>
              </p:nvSpPr>
              <p:spPr>
                <a:xfrm>
                  <a:off x="1659976" y="4406784"/>
                  <a:ext cx="40049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9C544A06-E72F-BC58-77E9-0F99AF7975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9976" y="4406784"/>
                  <a:ext cx="400492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文本框 211">
                  <a:extLst>
                    <a:ext uri="{FF2B5EF4-FFF2-40B4-BE49-F238E27FC236}">
                      <a16:creationId xmlns:a16="http://schemas.microsoft.com/office/drawing/2014/main" id="{94F2B859-7792-E7C9-5C3B-142F7DF51025}"/>
                    </a:ext>
                  </a:extLst>
                </p:cNvPr>
                <p:cNvSpPr txBox="1"/>
                <p:nvPr/>
              </p:nvSpPr>
              <p:spPr>
                <a:xfrm>
                  <a:off x="2354884" y="4406784"/>
                  <a:ext cx="40049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A2F0D763-F82A-5699-DF1E-E705D1EC49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4884" y="4406784"/>
                  <a:ext cx="400492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文本框 212">
                  <a:extLst>
                    <a:ext uri="{FF2B5EF4-FFF2-40B4-BE49-F238E27FC236}">
                      <a16:creationId xmlns:a16="http://schemas.microsoft.com/office/drawing/2014/main" id="{4A71DA45-F388-9A92-26E8-ACF1B8CBE211}"/>
                    </a:ext>
                  </a:extLst>
                </p:cNvPr>
                <p:cNvSpPr txBox="1"/>
                <p:nvPr/>
              </p:nvSpPr>
              <p:spPr>
                <a:xfrm>
                  <a:off x="1213004" y="4139048"/>
                  <a:ext cx="51489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19972241-72B8-0560-29DC-CC5F73E6FF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3004" y="4139048"/>
                  <a:ext cx="514894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23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4" name="直接连接符 213">
              <a:extLst>
                <a:ext uri="{FF2B5EF4-FFF2-40B4-BE49-F238E27FC236}">
                  <a16:creationId xmlns:a16="http://schemas.microsoft.com/office/drawing/2014/main" id="{A3CDEC53-0995-8D49-6516-3274B9933230}"/>
                </a:ext>
              </a:extLst>
            </p:cNvPr>
            <p:cNvCxnSpPr>
              <a:cxnSpLocks/>
            </p:cNvCxnSpPr>
            <p:nvPr/>
          </p:nvCxnSpPr>
          <p:spPr>
            <a:xfrm>
              <a:off x="2212325" y="4822553"/>
              <a:ext cx="0" cy="92446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文本框 214">
                  <a:extLst>
                    <a:ext uri="{FF2B5EF4-FFF2-40B4-BE49-F238E27FC236}">
                      <a16:creationId xmlns:a16="http://schemas.microsoft.com/office/drawing/2014/main" id="{96DDAFC8-D9C7-C243-E5E3-9867C5D73B03}"/>
                    </a:ext>
                  </a:extLst>
                </p:cNvPr>
                <p:cNvSpPr txBox="1"/>
                <p:nvPr/>
              </p:nvSpPr>
              <p:spPr>
                <a:xfrm>
                  <a:off x="421758" y="4439121"/>
                  <a:ext cx="88582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3967FF03-1846-C003-6119-CC8E275806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758" y="4439121"/>
                  <a:ext cx="885827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4110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6" name="文本框 215">
                  <a:extLst>
                    <a:ext uri="{FF2B5EF4-FFF2-40B4-BE49-F238E27FC236}">
                      <a16:creationId xmlns:a16="http://schemas.microsoft.com/office/drawing/2014/main" id="{4C135A7C-98A2-66E3-3E2A-5B869159E77F}"/>
                    </a:ext>
                  </a:extLst>
                </p:cNvPr>
                <p:cNvSpPr txBox="1"/>
                <p:nvPr/>
              </p:nvSpPr>
              <p:spPr>
                <a:xfrm>
                  <a:off x="1048811" y="4821784"/>
                  <a:ext cx="43473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00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5802091A-DFB1-805C-DDA8-96736CEA04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811" y="4821784"/>
                  <a:ext cx="434733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2778" r="-236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7" name="文本框 216">
                  <a:extLst>
                    <a:ext uri="{FF2B5EF4-FFF2-40B4-BE49-F238E27FC236}">
                      <a16:creationId xmlns:a16="http://schemas.microsoft.com/office/drawing/2014/main" id="{BB675F74-FE67-1413-65C6-3D5690A1B786}"/>
                    </a:ext>
                  </a:extLst>
                </p:cNvPr>
                <p:cNvSpPr txBox="1"/>
                <p:nvPr/>
              </p:nvSpPr>
              <p:spPr>
                <a:xfrm>
                  <a:off x="1516174" y="5285354"/>
                  <a:ext cx="692637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F78FEFF5-A5A7-FA18-7420-5C5383C7EE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6174" y="5285354"/>
                  <a:ext cx="692637" cy="46243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8" name="文本框 217">
                  <a:extLst>
                    <a:ext uri="{FF2B5EF4-FFF2-40B4-BE49-F238E27FC236}">
                      <a16:creationId xmlns:a16="http://schemas.microsoft.com/office/drawing/2014/main" id="{11021F9C-DBE4-6EEB-FFF3-40CBC6D5B4FE}"/>
                    </a:ext>
                  </a:extLst>
                </p:cNvPr>
                <p:cNvSpPr txBox="1"/>
                <p:nvPr/>
              </p:nvSpPr>
              <p:spPr>
                <a:xfrm>
                  <a:off x="2211296" y="5285354"/>
                  <a:ext cx="69263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5C3A0E25-D11A-1E36-19AD-F0CCD27A45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296" y="5285354"/>
                  <a:ext cx="692637" cy="46166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9" name="直接连接符 218">
              <a:extLst>
                <a:ext uri="{FF2B5EF4-FFF2-40B4-BE49-F238E27FC236}">
                  <a16:creationId xmlns:a16="http://schemas.microsoft.com/office/drawing/2014/main" id="{5529CDD3-2E88-C08E-AC62-123C900255C1}"/>
                </a:ext>
              </a:extLst>
            </p:cNvPr>
            <p:cNvCxnSpPr>
              <a:cxnSpLocks/>
              <a:stCxn id="209" idx="0"/>
              <a:endCxn id="209" idx="2"/>
            </p:cNvCxnSpPr>
            <p:nvPr/>
          </p:nvCxnSpPr>
          <p:spPr>
            <a:xfrm>
              <a:off x="2212839" y="4822552"/>
              <a:ext cx="0" cy="184893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>
              <a:extLst>
                <a:ext uri="{FF2B5EF4-FFF2-40B4-BE49-F238E27FC236}">
                  <a16:creationId xmlns:a16="http://schemas.microsoft.com/office/drawing/2014/main" id="{2370B160-A9A3-931F-1EF5-F1C5F3821F5B}"/>
                </a:ext>
              </a:extLst>
            </p:cNvPr>
            <p:cNvCxnSpPr>
              <a:cxnSpLocks/>
              <a:stCxn id="209" idx="1"/>
              <a:endCxn id="209" idx="3"/>
            </p:cNvCxnSpPr>
            <p:nvPr/>
          </p:nvCxnSpPr>
          <p:spPr>
            <a:xfrm>
              <a:off x="1516174" y="5747018"/>
              <a:ext cx="139332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文本框 220">
                  <a:extLst>
                    <a:ext uri="{FF2B5EF4-FFF2-40B4-BE49-F238E27FC236}">
                      <a16:creationId xmlns:a16="http://schemas.microsoft.com/office/drawing/2014/main" id="{F7E87A3C-DB6A-BC2E-610D-60066D9CB260}"/>
                    </a:ext>
                  </a:extLst>
                </p:cNvPr>
                <p:cNvSpPr txBox="1"/>
                <p:nvPr/>
              </p:nvSpPr>
              <p:spPr>
                <a:xfrm>
                  <a:off x="1048810" y="5285353"/>
                  <a:ext cx="43422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01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2A87A240-8CA7-BF9F-A0A2-A6752C483F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810" y="5285353"/>
                  <a:ext cx="434220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2778" r="-236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2" name="直接连接符 221">
              <a:extLst>
                <a:ext uri="{FF2B5EF4-FFF2-40B4-BE49-F238E27FC236}">
                  <a16:creationId xmlns:a16="http://schemas.microsoft.com/office/drawing/2014/main" id="{EA2FB0C3-0E2F-60D9-CCF1-80791652FD58}"/>
                </a:ext>
              </a:extLst>
            </p:cNvPr>
            <p:cNvCxnSpPr>
              <a:cxnSpLocks/>
            </p:cNvCxnSpPr>
            <p:nvPr/>
          </p:nvCxnSpPr>
          <p:spPr>
            <a:xfrm>
              <a:off x="1516174" y="5284786"/>
              <a:ext cx="139332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连接符 222">
              <a:extLst>
                <a:ext uri="{FF2B5EF4-FFF2-40B4-BE49-F238E27FC236}">
                  <a16:creationId xmlns:a16="http://schemas.microsoft.com/office/drawing/2014/main" id="{093112E1-2425-5C4F-D295-C2685B4A30AE}"/>
                </a:ext>
              </a:extLst>
            </p:cNvPr>
            <p:cNvCxnSpPr>
              <a:cxnSpLocks/>
            </p:cNvCxnSpPr>
            <p:nvPr/>
          </p:nvCxnSpPr>
          <p:spPr>
            <a:xfrm>
              <a:off x="1515851" y="6209252"/>
              <a:ext cx="139332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4" name="文本框 223">
                  <a:extLst>
                    <a:ext uri="{FF2B5EF4-FFF2-40B4-BE49-F238E27FC236}">
                      <a16:creationId xmlns:a16="http://schemas.microsoft.com/office/drawing/2014/main" id="{1955FC05-F999-CC59-2D65-6011280E1100}"/>
                    </a:ext>
                  </a:extLst>
                </p:cNvPr>
                <p:cNvSpPr txBox="1"/>
                <p:nvPr/>
              </p:nvSpPr>
              <p:spPr>
                <a:xfrm>
                  <a:off x="1048615" y="5745865"/>
                  <a:ext cx="43473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29EE9EB1-152C-AC5A-70B1-8E3538D446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615" y="5745865"/>
                  <a:ext cx="434733" cy="461665"/>
                </a:xfrm>
                <a:prstGeom prst="rect">
                  <a:avLst/>
                </a:prstGeom>
                <a:blipFill>
                  <a:blip r:embed="rId13"/>
                  <a:stretch>
                    <a:fillRect l="-2778" r="-236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5" name="文本框 224">
                  <a:extLst>
                    <a:ext uri="{FF2B5EF4-FFF2-40B4-BE49-F238E27FC236}">
                      <a16:creationId xmlns:a16="http://schemas.microsoft.com/office/drawing/2014/main" id="{465EAD9B-05F9-9089-9D0A-FDDB5A886C94}"/>
                    </a:ext>
                  </a:extLst>
                </p:cNvPr>
                <p:cNvSpPr txBox="1"/>
                <p:nvPr/>
              </p:nvSpPr>
              <p:spPr>
                <a:xfrm>
                  <a:off x="1048100" y="6209434"/>
                  <a:ext cx="43473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559200DF-63C6-35F8-775B-1D07BA1255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100" y="6209434"/>
                  <a:ext cx="434733" cy="461665"/>
                </a:xfrm>
                <a:prstGeom prst="rect">
                  <a:avLst/>
                </a:prstGeom>
                <a:blipFill>
                  <a:blip r:embed="rId14"/>
                  <a:stretch>
                    <a:fillRect l="-2778" r="-236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6" name="文本框 225">
                  <a:extLst>
                    <a:ext uri="{FF2B5EF4-FFF2-40B4-BE49-F238E27FC236}">
                      <a16:creationId xmlns:a16="http://schemas.microsoft.com/office/drawing/2014/main" id="{48DF3209-AC7F-8937-B55E-32E90AADD2C8}"/>
                    </a:ext>
                  </a:extLst>
                </p:cNvPr>
                <p:cNvSpPr txBox="1"/>
                <p:nvPr/>
              </p:nvSpPr>
              <p:spPr>
                <a:xfrm>
                  <a:off x="1517203" y="5748168"/>
                  <a:ext cx="69263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26" name="文本框 225">
                  <a:extLst>
                    <a:ext uri="{FF2B5EF4-FFF2-40B4-BE49-F238E27FC236}">
                      <a16:creationId xmlns:a16="http://schemas.microsoft.com/office/drawing/2014/main" id="{48DF3209-AC7F-8937-B55E-32E90AADD2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7203" y="5748168"/>
                  <a:ext cx="692637" cy="46166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7" name="文本框 226">
                  <a:extLst>
                    <a:ext uri="{FF2B5EF4-FFF2-40B4-BE49-F238E27FC236}">
                      <a16:creationId xmlns:a16="http://schemas.microsoft.com/office/drawing/2014/main" id="{1D017BDC-9EE1-AC10-5AE4-D10D6CFB6340}"/>
                    </a:ext>
                  </a:extLst>
                </p:cNvPr>
                <p:cNvSpPr txBox="1"/>
                <p:nvPr/>
              </p:nvSpPr>
              <p:spPr>
                <a:xfrm>
                  <a:off x="2212325" y="5748168"/>
                  <a:ext cx="69263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27" name="文本框 226">
                  <a:extLst>
                    <a:ext uri="{FF2B5EF4-FFF2-40B4-BE49-F238E27FC236}">
                      <a16:creationId xmlns:a16="http://schemas.microsoft.com/office/drawing/2014/main" id="{1D017BDC-9EE1-AC10-5AE4-D10D6CFB63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2325" y="5748168"/>
                  <a:ext cx="692637" cy="46166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8" name="直接连接符 227">
              <a:extLst>
                <a:ext uri="{FF2B5EF4-FFF2-40B4-BE49-F238E27FC236}">
                  <a16:creationId xmlns:a16="http://schemas.microsoft.com/office/drawing/2014/main" id="{82B2797A-DEFC-52DA-F6D7-1F72F5D05BA2}"/>
                </a:ext>
              </a:extLst>
            </p:cNvPr>
            <p:cNvCxnSpPr>
              <a:cxnSpLocks/>
            </p:cNvCxnSpPr>
            <p:nvPr/>
          </p:nvCxnSpPr>
          <p:spPr>
            <a:xfrm>
              <a:off x="2213354" y="5748168"/>
              <a:ext cx="0" cy="92446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9" name="文本框 228">
              <a:extLst>
                <a:ext uri="{FF2B5EF4-FFF2-40B4-BE49-F238E27FC236}">
                  <a16:creationId xmlns:a16="http://schemas.microsoft.com/office/drawing/2014/main" id="{5F9E1BCE-31B5-8A88-9151-29175FE8DFFE}"/>
                </a:ext>
              </a:extLst>
            </p:cNvPr>
            <p:cNvSpPr txBox="1"/>
            <p:nvPr/>
          </p:nvSpPr>
          <p:spPr>
            <a:xfrm>
              <a:off x="1517203" y="6210969"/>
              <a:ext cx="69263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0" name="文本框 229">
              <a:extLst>
                <a:ext uri="{FF2B5EF4-FFF2-40B4-BE49-F238E27FC236}">
                  <a16:creationId xmlns:a16="http://schemas.microsoft.com/office/drawing/2014/main" id="{E88B60FC-7CAF-608A-4EB2-268ABE2FF40C}"/>
                </a:ext>
              </a:extLst>
            </p:cNvPr>
            <p:cNvSpPr txBox="1"/>
            <p:nvPr/>
          </p:nvSpPr>
          <p:spPr>
            <a:xfrm>
              <a:off x="2212325" y="6210969"/>
              <a:ext cx="692637" cy="4628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31" name="直接连接符 230">
              <a:extLst>
                <a:ext uri="{FF2B5EF4-FFF2-40B4-BE49-F238E27FC236}">
                  <a16:creationId xmlns:a16="http://schemas.microsoft.com/office/drawing/2014/main" id="{BA6AFEDB-A9F1-49AE-8F34-26874594A5E7}"/>
                </a:ext>
              </a:extLst>
            </p:cNvPr>
            <p:cNvCxnSpPr>
              <a:cxnSpLocks/>
            </p:cNvCxnSpPr>
            <p:nvPr/>
          </p:nvCxnSpPr>
          <p:spPr>
            <a:xfrm>
              <a:off x="1517203" y="6210401"/>
              <a:ext cx="139332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2" name="文本框 231">
                  <a:extLst>
                    <a:ext uri="{FF2B5EF4-FFF2-40B4-BE49-F238E27FC236}">
                      <a16:creationId xmlns:a16="http://schemas.microsoft.com/office/drawing/2014/main" id="{2E2D47D7-46D2-011F-1C64-00BFB517AFCA}"/>
                    </a:ext>
                  </a:extLst>
                </p:cNvPr>
                <p:cNvSpPr txBox="1"/>
                <p:nvPr/>
              </p:nvSpPr>
              <p:spPr>
                <a:xfrm>
                  <a:off x="411820" y="4013280"/>
                  <a:ext cx="1071013" cy="4671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+1</m:t>
                            </m:r>
                          </m:sup>
                        </m:sSubSup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9" name="文本框 168">
                  <a:extLst>
                    <a:ext uri="{FF2B5EF4-FFF2-40B4-BE49-F238E27FC236}">
                      <a16:creationId xmlns:a16="http://schemas.microsoft.com/office/drawing/2014/main" id="{01B11F0F-5BDB-80A1-B7A6-F5B45EC614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820" y="4013280"/>
                  <a:ext cx="1071013" cy="467116"/>
                </a:xfrm>
                <a:prstGeom prst="rect">
                  <a:avLst/>
                </a:prstGeom>
                <a:blipFill>
                  <a:blip r:embed="rId17"/>
                  <a:stretch>
                    <a:fillRect b="-1298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3" name="组合 232">
            <a:extLst>
              <a:ext uri="{FF2B5EF4-FFF2-40B4-BE49-F238E27FC236}">
                <a16:creationId xmlns:a16="http://schemas.microsoft.com/office/drawing/2014/main" id="{A307D922-F8C7-4A25-12B6-215F3D7C3E6C}"/>
              </a:ext>
            </a:extLst>
          </p:cNvPr>
          <p:cNvGrpSpPr/>
          <p:nvPr/>
        </p:nvGrpSpPr>
        <p:grpSpPr>
          <a:xfrm>
            <a:off x="3119932" y="2321612"/>
            <a:ext cx="2498711" cy="2659354"/>
            <a:chOff x="411820" y="4013280"/>
            <a:chExt cx="2498711" cy="26593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" name="文本框 233">
                  <a:extLst>
                    <a:ext uri="{FF2B5EF4-FFF2-40B4-BE49-F238E27FC236}">
                      <a16:creationId xmlns:a16="http://schemas.microsoft.com/office/drawing/2014/main" id="{5BC471F0-7C30-68CB-6264-EF1EFA2B96A9}"/>
                    </a:ext>
                  </a:extLst>
                </p:cNvPr>
                <p:cNvSpPr txBox="1"/>
                <p:nvPr/>
              </p:nvSpPr>
              <p:spPr>
                <a:xfrm>
                  <a:off x="1516174" y="4822553"/>
                  <a:ext cx="692637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73" name="文本框 172">
                  <a:extLst>
                    <a:ext uri="{FF2B5EF4-FFF2-40B4-BE49-F238E27FC236}">
                      <a16:creationId xmlns:a16="http://schemas.microsoft.com/office/drawing/2014/main" id="{80E7ACBF-288B-E90A-E69B-A559EC59A1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6174" y="4822553"/>
                  <a:ext cx="692637" cy="462434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5" name="文本框 234">
                  <a:extLst>
                    <a:ext uri="{FF2B5EF4-FFF2-40B4-BE49-F238E27FC236}">
                      <a16:creationId xmlns:a16="http://schemas.microsoft.com/office/drawing/2014/main" id="{0EAC607D-A18E-91CB-16CC-97BC1863AC94}"/>
                    </a:ext>
                  </a:extLst>
                </p:cNvPr>
                <p:cNvSpPr txBox="1"/>
                <p:nvPr/>
              </p:nvSpPr>
              <p:spPr>
                <a:xfrm>
                  <a:off x="2211296" y="4822553"/>
                  <a:ext cx="692637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6E3C1A5C-8876-8CEC-4E66-C8A485A225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296" y="4822553"/>
                  <a:ext cx="692637" cy="462434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6" name="矩形 235">
              <a:extLst>
                <a:ext uri="{FF2B5EF4-FFF2-40B4-BE49-F238E27FC236}">
                  <a16:creationId xmlns:a16="http://schemas.microsoft.com/office/drawing/2014/main" id="{52E18215-4EB4-1561-8B9F-D041AF2450D0}"/>
                </a:ext>
              </a:extLst>
            </p:cNvPr>
            <p:cNvSpPr/>
            <p:nvPr/>
          </p:nvSpPr>
          <p:spPr>
            <a:xfrm>
              <a:off x="1516174" y="4822552"/>
              <a:ext cx="1393328" cy="1848931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37" name="直接连接符 236">
              <a:extLst>
                <a:ext uri="{FF2B5EF4-FFF2-40B4-BE49-F238E27FC236}">
                  <a16:creationId xmlns:a16="http://schemas.microsoft.com/office/drawing/2014/main" id="{116AC451-8551-21D3-605B-176847EE6326}"/>
                </a:ext>
              </a:extLst>
            </p:cNvPr>
            <p:cNvCxnSpPr>
              <a:cxnSpLocks/>
            </p:cNvCxnSpPr>
            <p:nvPr/>
          </p:nvCxnSpPr>
          <p:spPr>
            <a:xfrm>
              <a:off x="1184006" y="4428306"/>
              <a:ext cx="332168" cy="39424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8" name="文本框 237">
                  <a:extLst>
                    <a:ext uri="{FF2B5EF4-FFF2-40B4-BE49-F238E27FC236}">
                      <a16:creationId xmlns:a16="http://schemas.microsoft.com/office/drawing/2014/main" id="{170F5C2E-3ED1-BE1B-3C2D-0B73D1ECFD0B}"/>
                    </a:ext>
                  </a:extLst>
                </p:cNvPr>
                <p:cNvSpPr txBox="1"/>
                <p:nvPr/>
              </p:nvSpPr>
              <p:spPr>
                <a:xfrm>
                  <a:off x="1659976" y="4406784"/>
                  <a:ext cx="40049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2717989D-E8DD-4C76-6639-A6DB5DD251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9976" y="4406784"/>
                  <a:ext cx="400492" cy="46166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" name="文本框 238">
                  <a:extLst>
                    <a:ext uri="{FF2B5EF4-FFF2-40B4-BE49-F238E27FC236}">
                      <a16:creationId xmlns:a16="http://schemas.microsoft.com/office/drawing/2014/main" id="{BB0DF2CC-FC88-6394-3F08-D01D15B5C165}"/>
                    </a:ext>
                  </a:extLst>
                </p:cNvPr>
                <p:cNvSpPr txBox="1"/>
                <p:nvPr/>
              </p:nvSpPr>
              <p:spPr>
                <a:xfrm>
                  <a:off x="2354884" y="4406784"/>
                  <a:ext cx="40049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78" name="文本框 177">
                  <a:extLst>
                    <a:ext uri="{FF2B5EF4-FFF2-40B4-BE49-F238E27FC236}">
                      <a16:creationId xmlns:a16="http://schemas.microsoft.com/office/drawing/2014/main" id="{B6A350FD-7ADB-8787-35FF-FB92C33132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4884" y="4406784"/>
                  <a:ext cx="400492" cy="461665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0" name="文本框 239">
                  <a:extLst>
                    <a:ext uri="{FF2B5EF4-FFF2-40B4-BE49-F238E27FC236}">
                      <a16:creationId xmlns:a16="http://schemas.microsoft.com/office/drawing/2014/main" id="{8530CEF3-D057-F4A1-25E9-F859ED329CF7}"/>
                    </a:ext>
                  </a:extLst>
                </p:cNvPr>
                <p:cNvSpPr txBox="1"/>
                <p:nvPr/>
              </p:nvSpPr>
              <p:spPr>
                <a:xfrm>
                  <a:off x="1213004" y="4139048"/>
                  <a:ext cx="51489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79" name="文本框 178">
                  <a:extLst>
                    <a:ext uri="{FF2B5EF4-FFF2-40B4-BE49-F238E27FC236}">
                      <a16:creationId xmlns:a16="http://schemas.microsoft.com/office/drawing/2014/main" id="{8FB95990-0056-A9E0-D2A8-8BC78843C8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3004" y="4139048"/>
                  <a:ext cx="514894" cy="461665"/>
                </a:xfrm>
                <a:prstGeom prst="rect">
                  <a:avLst/>
                </a:prstGeom>
                <a:blipFill>
                  <a:blip r:embed="rId22"/>
                  <a:stretch>
                    <a:fillRect l="-23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1" name="直接连接符 240">
              <a:extLst>
                <a:ext uri="{FF2B5EF4-FFF2-40B4-BE49-F238E27FC236}">
                  <a16:creationId xmlns:a16="http://schemas.microsoft.com/office/drawing/2014/main" id="{7F0C36C6-1C1E-B9BF-918A-463B4E42F488}"/>
                </a:ext>
              </a:extLst>
            </p:cNvPr>
            <p:cNvCxnSpPr>
              <a:cxnSpLocks/>
            </p:cNvCxnSpPr>
            <p:nvPr/>
          </p:nvCxnSpPr>
          <p:spPr>
            <a:xfrm>
              <a:off x="2212325" y="4822553"/>
              <a:ext cx="0" cy="92446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2" name="文本框 241">
                  <a:extLst>
                    <a:ext uri="{FF2B5EF4-FFF2-40B4-BE49-F238E27FC236}">
                      <a16:creationId xmlns:a16="http://schemas.microsoft.com/office/drawing/2014/main" id="{C740BBB4-82D8-004D-7547-3D89D4E3A981}"/>
                    </a:ext>
                  </a:extLst>
                </p:cNvPr>
                <p:cNvSpPr txBox="1"/>
                <p:nvPr/>
              </p:nvSpPr>
              <p:spPr>
                <a:xfrm>
                  <a:off x="421758" y="4439121"/>
                  <a:ext cx="88582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81" name="文本框 180">
                  <a:extLst>
                    <a:ext uri="{FF2B5EF4-FFF2-40B4-BE49-F238E27FC236}">
                      <a16:creationId xmlns:a16="http://schemas.microsoft.com/office/drawing/2014/main" id="{FD07B06C-2434-2823-1231-75779AAD73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758" y="4439121"/>
                  <a:ext cx="885827" cy="461665"/>
                </a:xfrm>
                <a:prstGeom prst="rect">
                  <a:avLst/>
                </a:prstGeom>
                <a:blipFill>
                  <a:blip r:embed="rId23"/>
                  <a:stretch>
                    <a:fillRect l="-4795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3" name="文本框 242">
                  <a:extLst>
                    <a:ext uri="{FF2B5EF4-FFF2-40B4-BE49-F238E27FC236}">
                      <a16:creationId xmlns:a16="http://schemas.microsoft.com/office/drawing/2014/main" id="{505FAE3E-3B88-6F75-B4AB-93EDB02B6573}"/>
                    </a:ext>
                  </a:extLst>
                </p:cNvPr>
                <p:cNvSpPr txBox="1"/>
                <p:nvPr/>
              </p:nvSpPr>
              <p:spPr>
                <a:xfrm>
                  <a:off x="1048811" y="4821784"/>
                  <a:ext cx="43473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00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82" name="文本框 181">
                  <a:extLst>
                    <a:ext uri="{FF2B5EF4-FFF2-40B4-BE49-F238E27FC236}">
                      <a16:creationId xmlns:a16="http://schemas.microsoft.com/office/drawing/2014/main" id="{8816DDB0-35C5-5FA1-EBE0-2CFC125089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811" y="4821784"/>
                  <a:ext cx="434733" cy="461665"/>
                </a:xfrm>
                <a:prstGeom prst="rect">
                  <a:avLst/>
                </a:prstGeom>
                <a:blipFill>
                  <a:blip r:embed="rId24"/>
                  <a:stretch>
                    <a:fillRect l="-2778" r="-236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4" name="文本框 243">
                  <a:extLst>
                    <a:ext uri="{FF2B5EF4-FFF2-40B4-BE49-F238E27FC236}">
                      <a16:creationId xmlns:a16="http://schemas.microsoft.com/office/drawing/2014/main" id="{5674E590-FFCA-09E5-EB62-F2F33F7A7F0A}"/>
                    </a:ext>
                  </a:extLst>
                </p:cNvPr>
                <p:cNvSpPr txBox="1"/>
                <p:nvPr/>
              </p:nvSpPr>
              <p:spPr>
                <a:xfrm>
                  <a:off x="1516174" y="5285354"/>
                  <a:ext cx="692637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BC8421C7-22F4-4C24-F3D1-71F4FF0A9D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6174" y="5285354"/>
                  <a:ext cx="692637" cy="462434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5" name="文本框 244">
                  <a:extLst>
                    <a:ext uri="{FF2B5EF4-FFF2-40B4-BE49-F238E27FC236}">
                      <a16:creationId xmlns:a16="http://schemas.microsoft.com/office/drawing/2014/main" id="{28D8C0E6-8581-970A-78A5-6FD22B74D243}"/>
                    </a:ext>
                  </a:extLst>
                </p:cNvPr>
                <p:cNvSpPr txBox="1"/>
                <p:nvPr/>
              </p:nvSpPr>
              <p:spPr>
                <a:xfrm>
                  <a:off x="2211296" y="5285354"/>
                  <a:ext cx="69263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45" name="文本框 244">
                  <a:extLst>
                    <a:ext uri="{FF2B5EF4-FFF2-40B4-BE49-F238E27FC236}">
                      <a16:creationId xmlns:a16="http://schemas.microsoft.com/office/drawing/2014/main" id="{28D8C0E6-8581-970A-78A5-6FD22B74D2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296" y="5285354"/>
                  <a:ext cx="692637" cy="461665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6" name="直接连接符 245">
              <a:extLst>
                <a:ext uri="{FF2B5EF4-FFF2-40B4-BE49-F238E27FC236}">
                  <a16:creationId xmlns:a16="http://schemas.microsoft.com/office/drawing/2014/main" id="{031036C4-6D73-8B99-21CF-59FB29D88D90}"/>
                </a:ext>
              </a:extLst>
            </p:cNvPr>
            <p:cNvCxnSpPr>
              <a:cxnSpLocks/>
              <a:stCxn id="236" idx="0"/>
              <a:endCxn id="236" idx="2"/>
            </p:cNvCxnSpPr>
            <p:nvPr/>
          </p:nvCxnSpPr>
          <p:spPr>
            <a:xfrm>
              <a:off x="2212839" y="4822552"/>
              <a:ext cx="0" cy="184893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直接连接符 246">
              <a:extLst>
                <a:ext uri="{FF2B5EF4-FFF2-40B4-BE49-F238E27FC236}">
                  <a16:creationId xmlns:a16="http://schemas.microsoft.com/office/drawing/2014/main" id="{C79FF80F-0F5A-C380-EDA0-956A0738DC06}"/>
                </a:ext>
              </a:extLst>
            </p:cNvPr>
            <p:cNvCxnSpPr>
              <a:cxnSpLocks/>
              <a:stCxn id="236" idx="1"/>
              <a:endCxn id="236" idx="3"/>
            </p:cNvCxnSpPr>
            <p:nvPr/>
          </p:nvCxnSpPr>
          <p:spPr>
            <a:xfrm>
              <a:off x="1516174" y="5747018"/>
              <a:ext cx="139332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8" name="文本框 247">
                  <a:extLst>
                    <a:ext uri="{FF2B5EF4-FFF2-40B4-BE49-F238E27FC236}">
                      <a16:creationId xmlns:a16="http://schemas.microsoft.com/office/drawing/2014/main" id="{82DA3264-44B4-77CC-262C-B7F74BFD8C0C}"/>
                    </a:ext>
                  </a:extLst>
                </p:cNvPr>
                <p:cNvSpPr txBox="1"/>
                <p:nvPr/>
              </p:nvSpPr>
              <p:spPr>
                <a:xfrm>
                  <a:off x="1048810" y="5285353"/>
                  <a:ext cx="43422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01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87" name="文本框 186">
                  <a:extLst>
                    <a:ext uri="{FF2B5EF4-FFF2-40B4-BE49-F238E27FC236}">
                      <a16:creationId xmlns:a16="http://schemas.microsoft.com/office/drawing/2014/main" id="{02BE3C26-B66D-52A0-588A-D8317B2315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810" y="5285353"/>
                  <a:ext cx="434220" cy="461665"/>
                </a:xfrm>
                <a:prstGeom prst="rect">
                  <a:avLst/>
                </a:prstGeom>
                <a:blipFill>
                  <a:blip r:embed="rId27"/>
                  <a:stretch>
                    <a:fillRect l="-2778" r="-236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9" name="直接连接符 248">
              <a:extLst>
                <a:ext uri="{FF2B5EF4-FFF2-40B4-BE49-F238E27FC236}">
                  <a16:creationId xmlns:a16="http://schemas.microsoft.com/office/drawing/2014/main" id="{389B3855-5D49-4325-02CD-4953049A6900}"/>
                </a:ext>
              </a:extLst>
            </p:cNvPr>
            <p:cNvCxnSpPr>
              <a:cxnSpLocks/>
            </p:cNvCxnSpPr>
            <p:nvPr/>
          </p:nvCxnSpPr>
          <p:spPr>
            <a:xfrm>
              <a:off x="1516174" y="5284786"/>
              <a:ext cx="139332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249">
              <a:extLst>
                <a:ext uri="{FF2B5EF4-FFF2-40B4-BE49-F238E27FC236}">
                  <a16:creationId xmlns:a16="http://schemas.microsoft.com/office/drawing/2014/main" id="{CB39B355-B24C-584F-2A99-52476817EDDD}"/>
                </a:ext>
              </a:extLst>
            </p:cNvPr>
            <p:cNvCxnSpPr>
              <a:cxnSpLocks/>
            </p:cNvCxnSpPr>
            <p:nvPr/>
          </p:nvCxnSpPr>
          <p:spPr>
            <a:xfrm>
              <a:off x="1515851" y="6209252"/>
              <a:ext cx="139332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1" name="文本框 250">
                  <a:extLst>
                    <a:ext uri="{FF2B5EF4-FFF2-40B4-BE49-F238E27FC236}">
                      <a16:creationId xmlns:a16="http://schemas.microsoft.com/office/drawing/2014/main" id="{0DEFE9FD-73CB-F0E6-58FC-36DED8FB9B3C}"/>
                    </a:ext>
                  </a:extLst>
                </p:cNvPr>
                <p:cNvSpPr txBox="1"/>
                <p:nvPr/>
              </p:nvSpPr>
              <p:spPr>
                <a:xfrm>
                  <a:off x="1048615" y="5745865"/>
                  <a:ext cx="43473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90" name="文本框 189">
                  <a:extLst>
                    <a:ext uri="{FF2B5EF4-FFF2-40B4-BE49-F238E27FC236}">
                      <a16:creationId xmlns:a16="http://schemas.microsoft.com/office/drawing/2014/main" id="{132177A6-54BF-26BB-C7A6-0BD4538C29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615" y="5745865"/>
                  <a:ext cx="434733" cy="461665"/>
                </a:xfrm>
                <a:prstGeom prst="rect">
                  <a:avLst/>
                </a:prstGeom>
                <a:blipFill>
                  <a:blip r:embed="rId28"/>
                  <a:stretch>
                    <a:fillRect l="-2778" r="-236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2" name="文本框 251">
                  <a:extLst>
                    <a:ext uri="{FF2B5EF4-FFF2-40B4-BE49-F238E27FC236}">
                      <a16:creationId xmlns:a16="http://schemas.microsoft.com/office/drawing/2014/main" id="{C6DF96F8-0D84-E43B-4B13-A978769090AA}"/>
                    </a:ext>
                  </a:extLst>
                </p:cNvPr>
                <p:cNvSpPr txBox="1"/>
                <p:nvPr/>
              </p:nvSpPr>
              <p:spPr>
                <a:xfrm>
                  <a:off x="1048100" y="6209434"/>
                  <a:ext cx="43473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91" name="文本框 190">
                  <a:extLst>
                    <a:ext uri="{FF2B5EF4-FFF2-40B4-BE49-F238E27FC236}">
                      <a16:creationId xmlns:a16="http://schemas.microsoft.com/office/drawing/2014/main" id="{BF1096BA-EAF0-1988-6092-607A187DBD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100" y="6209434"/>
                  <a:ext cx="434733" cy="461665"/>
                </a:xfrm>
                <a:prstGeom prst="rect">
                  <a:avLst/>
                </a:prstGeom>
                <a:blipFill>
                  <a:blip r:embed="rId29"/>
                  <a:stretch>
                    <a:fillRect l="-2817" r="-253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3" name="文本框 252">
                  <a:extLst>
                    <a:ext uri="{FF2B5EF4-FFF2-40B4-BE49-F238E27FC236}">
                      <a16:creationId xmlns:a16="http://schemas.microsoft.com/office/drawing/2014/main" id="{593F88FF-4214-1A2E-4C38-98EEBB0BAEA1}"/>
                    </a:ext>
                  </a:extLst>
                </p:cNvPr>
                <p:cNvSpPr txBox="1"/>
                <p:nvPr/>
              </p:nvSpPr>
              <p:spPr>
                <a:xfrm>
                  <a:off x="1517203" y="5748168"/>
                  <a:ext cx="69263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53" name="文本框 252">
                  <a:extLst>
                    <a:ext uri="{FF2B5EF4-FFF2-40B4-BE49-F238E27FC236}">
                      <a16:creationId xmlns:a16="http://schemas.microsoft.com/office/drawing/2014/main" id="{593F88FF-4214-1A2E-4C38-98EEBB0BAE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7203" y="5748168"/>
                  <a:ext cx="692637" cy="461665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文本框 253">
                  <a:extLst>
                    <a:ext uri="{FF2B5EF4-FFF2-40B4-BE49-F238E27FC236}">
                      <a16:creationId xmlns:a16="http://schemas.microsoft.com/office/drawing/2014/main" id="{4A008F6F-4D41-2914-9751-1185CD01AF33}"/>
                    </a:ext>
                  </a:extLst>
                </p:cNvPr>
                <p:cNvSpPr txBox="1"/>
                <p:nvPr/>
              </p:nvSpPr>
              <p:spPr>
                <a:xfrm>
                  <a:off x="2212325" y="5748168"/>
                  <a:ext cx="69263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54" name="文本框 253">
                  <a:extLst>
                    <a:ext uri="{FF2B5EF4-FFF2-40B4-BE49-F238E27FC236}">
                      <a16:creationId xmlns:a16="http://schemas.microsoft.com/office/drawing/2014/main" id="{4A008F6F-4D41-2914-9751-1185CD01AF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2325" y="5748168"/>
                  <a:ext cx="692637" cy="461665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5" name="直接连接符 254">
              <a:extLst>
                <a:ext uri="{FF2B5EF4-FFF2-40B4-BE49-F238E27FC236}">
                  <a16:creationId xmlns:a16="http://schemas.microsoft.com/office/drawing/2014/main" id="{F328BC74-025B-908F-7ADA-3EF1E01BBF5C}"/>
                </a:ext>
              </a:extLst>
            </p:cNvPr>
            <p:cNvCxnSpPr>
              <a:cxnSpLocks/>
            </p:cNvCxnSpPr>
            <p:nvPr/>
          </p:nvCxnSpPr>
          <p:spPr>
            <a:xfrm>
              <a:off x="2213354" y="5748168"/>
              <a:ext cx="0" cy="92446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文本框 255">
              <a:extLst>
                <a:ext uri="{FF2B5EF4-FFF2-40B4-BE49-F238E27FC236}">
                  <a16:creationId xmlns:a16="http://schemas.microsoft.com/office/drawing/2014/main" id="{F0277BA5-6E96-F14B-9E8D-B56ACD00AA68}"/>
                </a:ext>
              </a:extLst>
            </p:cNvPr>
            <p:cNvSpPr txBox="1"/>
            <p:nvPr/>
          </p:nvSpPr>
          <p:spPr>
            <a:xfrm>
              <a:off x="1517203" y="6210969"/>
              <a:ext cx="69263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7" name="文本框 256">
              <a:extLst>
                <a:ext uri="{FF2B5EF4-FFF2-40B4-BE49-F238E27FC236}">
                  <a16:creationId xmlns:a16="http://schemas.microsoft.com/office/drawing/2014/main" id="{D9DED7F9-F016-15FD-078C-AC528F149C5C}"/>
                </a:ext>
              </a:extLst>
            </p:cNvPr>
            <p:cNvSpPr txBox="1"/>
            <p:nvPr/>
          </p:nvSpPr>
          <p:spPr>
            <a:xfrm>
              <a:off x="2212325" y="6210969"/>
              <a:ext cx="69263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58" name="直接连接符 257">
              <a:extLst>
                <a:ext uri="{FF2B5EF4-FFF2-40B4-BE49-F238E27FC236}">
                  <a16:creationId xmlns:a16="http://schemas.microsoft.com/office/drawing/2014/main" id="{B1357FB8-742E-AFB2-0384-71402341BAE0}"/>
                </a:ext>
              </a:extLst>
            </p:cNvPr>
            <p:cNvCxnSpPr>
              <a:cxnSpLocks/>
            </p:cNvCxnSpPr>
            <p:nvPr/>
          </p:nvCxnSpPr>
          <p:spPr>
            <a:xfrm>
              <a:off x="1517203" y="6210401"/>
              <a:ext cx="139332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9" name="文本框 258">
                  <a:extLst>
                    <a:ext uri="{FF2B5EF4-FFF2-40B4-BE49-F238E27FC236}">
                      <a16:creationId xmlns:a16="http://schemas.microsoft.com/office/drawing/2014/main" id="{85A03301-DC61-B652-DA58-282C6C4DBC3A}"/>
                    </a:ext>
                  </a:extLst>
                </p:cNvPr>
                <p:cNvSpPr txBox="1"/>
                <p:nvPr/>
              </p:nvSpPr>
              <p:spPr>
                <a:xfrm>
                  <a:off x="411820" y="4013280"/>
                  <a:ext cx="1071013" cy="47019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+1</m:t>
                            </m:r>
                          </m:sup>
                        </m:sSubSup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51792CFB-F44C-E50D-194F-1AC857A4A0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820" y="4013280"/>
                  <a:ext cx="1071013" cy="470193"/>
                </a:xfrm>
                <a:prstGeom prst="rect">
                  <a:avLst/>
                </a:prstGeom>
                <a:blipFill>
                  <a:blip r:embed="rId32"/>
                  <a:stretch>
                    <a:fillRect b="-1168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0" name="组合 259">
            <a:extLst>
              <a:ext uri="{FF2B5EF4-FFF2-40B4-BE49-F238E27FC236}">
                <a16:creationId xmlns:a16="http://schemas.microsoft.com/office/drawing/2014/main" id="{53408960-9469-F7BF-52B0-FFB8A4FA5D6A}"/>
              </a:ext>
            </a:extLst>
          </p:cNvPr>
          <p:cNvGrpSpPr/>
          <p:nvPr/>
        </p:nvGrpSpPr>
        <p:grpSpPr>
          <a:xfrm>
            <a:off x="5730206" y="2321612"/>
            <a:ext cx="2498711" cy="2659354"/>
            <a:chOff x="411820" y="4013280"/>
            <a:chExt cx="2498711" cy="26593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1" name="文本框 260">
                  <a:extLst>
                    <a:ext uri="{FF2B5EF4-FFF2-40B4-BE49-F238E27FC236}">
                      <a16:creationId xmlns:a16="http://schemas.microsoft.com/office/drawing/2014/main" id="{D5797C61-FD9B-B73A-D19A-D740939A603A}"/>
                    </a:ext>
                  </a:extLst>
                </p:cNvPr>
                <p:cNvSpPr txBox="1"/>
                <p:nvPr/>
              </p:nvSpPr>
              <p:spPr>
                <a:xfrm>
                  <a:off x="1516174" y="4822553"/>
                  <a:ext cx="692637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0" name="文本框 199">
                  <a:extLst>
                    <a:ext uri="{FF2B5EF4-FFF2-40B4-BE49-F238E27FC236}">
                      <a16:creationId xmlns:a16="http://schemas.microsoft.com/office/drawing/2014/main" id="{7FF2D7B4-232D-B30A-6230-2D1E57FCE4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6174" y="4822553"/>
                  <a:ext cx="692637" cy="462434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2" name="文本框 261">
                  <a:extLst>
                    <a:ext uri="{FF2B5EF4-FFF2-40B4-BE49-F238E27FC236}">
                      <a16:creationId xmlns:a16="http://schemas.microsoft.com/office/drawing/2014/main" id="{9BC5526C-4FF8-2494-148E-B8D6680A0698}"/>
                    </a:ext>
                  </a:extLst>
                </p:cNvPr>
                <p:cNvSpPr txBox="1"/>
                <p:nvPr/>
              </p:nvSpPr>
              <p:spPr>
                <a:xfrm>
                  <a:off x="2211296" y="4822553"/>
                  <a:ext cx="692637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1" name="文本框 200">
                  <a:extLst>
                    <a:ext uri="{FF2B5EF4-FFF2-40B4-BE49-F238E27FC236}">
                      <a16:creationId xmlns:a16="http://schemas.microsoft.com/office/drawing/2014/main" id="{ADC7FF71-40CD-6CAD-3BA1-D694992C88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296" y="4822553"/>
                  <a:ext cx="692637" cy="462434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3" name="矩形 262">
              <a:extLst>
                <a:ext uri="{FF2B5EF4-FFF2-40B4-BE49-F238E27FC236}">
                  <a16:creationId xmlns:a16="http://schemas.microsoft.com/office/drawing/2014/main" id="{010AC6B5-F771-F21B-1DB0-4EFC8868E4E0}"/>
                </a:ext>
              </a:extLst>
            </p:cNvPr>
            <p:cNvSpPr/>
            <p:nvPr/>
          </p:nvSpPr>
          <p:spPr>
            <a:xfrm>
              <a:off x="1516174" y="4822552"/>
              <a:ext cx="1393328" cy="1848931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64" name="直接连接符 263">
              <a:extLst>
                <a:ext uri="{FF2B5EF4-FFF2-40B4-BE49-F238E27FC236}">
                  <a16:creationId xmlns:a16="http://schemas.microsoft.com/office/drawing/2014/main" id="{EC8C85D1-E0E1-031A-AC4F-B6683E42354A}"/>
                </a:ext>
              </a:extLst>
            </p:cNvPr>
            <p:cNvCxnSpPr>
              <a:cxnSpLocks/>
            </p:cNvCxnSpPr>
            <p:nvPr/>
          </p:nvCxnSpPr>
          <p:spPr>
            <a:xfrm>
              <a:off x="1184006" y="4428306"/>
              <a:ext cx="332168" cy="39424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5" name="文本框 264">
                  <a:extLst>
                    <a:ext uri="{FF2B5EF4-FFF2-40B4-BE49-F238E27FC236}">
                      <a16:creationId xmlns:a16="http://schemas.microsoft.com/office/drawing/2014/main" id="{F84701CE-6DC8-63A9-376F-4A43D0E290CC}"/>
                    </a:ext>
                  </a:extLst>
                </p:cNvPr>
                <p:cNvSpPr txBox="1"/>
                <p:nvPr/>
              </p:nvSpPr>
              <p:spPr>
                <a:xfrm>
                  <a:off x="1659976" y="4406784"/>
                  <a:ext cx="40049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4" name="文本框 203">
                  <a:extLst>
                    <a:ext uri="{FF2B5EF4-FFF2-40B4-BE49-F238E27FC236}">
                      <a16:creationId xmlns:a16="http://schemas.microsoft.com/office/drawing/2014/main" id="{19B30662-B63A-3254-98EE-3E821FA0D4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9976" y="4406784"/>
                  <a:ext cx="400492" cy="461665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6" name="文本框 265">
                  <a:extLst>
                    <a:ext uri="{FF2B5EF4-FFF2-40B4-BE49-F238E27FC236}">
                      <a16:creationId xmlns:a16="http://schemas.microsoft.com/office/drawing/2014/main" id="{4228252D-87A3-5D1C-37F2-54F2F41E7CFD}"/>
                    </a:ext>
                  </a:extLst>
                </p:cNvPr>
                <p:cNvSpPr txBox="1"/>
                <p:nvPr/>
              </p:nvSpPr>
              <p:spPr>
                <a:xfrm>
                  <a:off x="2354884" y="4406784"/>
                  <a:ext cx="40049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5" name="文本框 204">
                  <a:extLst>
                    <a:ext uri="{FF2B5EF4-FFF2-40B4-BE49-F238E27FC236}">
                      <a16:creationId xmlns:a16="http://schemas.microsoft.com/office/drawing/2014/main" id="{F1F82876-A7F2-BA87-67DF-8D6278B3B5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4884" y="4406784"/>
                  <a:ext cx="400492" cy="461665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7" name="文本框 266">
                  <a:extLst>
                    <a:ext uri="{FF2B5EF4-FFF2-40B4-BE49-F238E27FC236}">
                      <a16:creationId xmlns:a16="http://schemas.microsoft.com/office/drawing/2014/main" id="{3D8D6D92-4053-FD04-A6FD-CE0B6C63BD2E}"/>
                    </a:ext>
                  </a:extLst>
                </p:cNvPr>
                <p:cNvSpPr txBox="1"/>
                <p:nvPr/>
              </p:nvSpPr>
              <p:spPr>
                <a:xfrm>
                  <a:off x="1213004" y="4139048"/>
                  <a:ext cx="51489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54F49409-9603-2E0C-1306-307D4D0BF5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3004" y="4139048"/>
                  <a:ext cx="514894" cy="461665"/>
                </a:xfrm>
                <a:prstGeom prst="rect">
                  <a:avLst/>
                </a:prstGeom>
                <a:blipFill>
                  <a:blip r:embed="rId37"/>
                  <a:stretch>
                    <a:fillRect l="-23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8" name="直接连接符 267">
              <a:extLst>
                <a:ext uri="{FF2B5EF4-FFF2-40B4-BE49-F238E27FC236}">
                  <a16:creationId xmlns:a16="http://schemas.microsoft.com/office/drawing/2014/main" id="{0BA74930-CE69-D0F6-FDB1-21499FD71C5C}"/>
                </a:ext>
              </a:extLst>
            </p:cNvPr>
            <p:cNvCxnSpPr>
              <a:cxnSpLocks/>
            </p:cNvCxnSpPr>
            <p:nvPr/>
          </p:nvCxnSpPr>
          <p:spPr>
            <a:xfrm>
              <a:off x="2212325" y="4822553"/>
              <a:ext cx="0" cy="92446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文本框 268">
                  <a:extLst>
                    <a:ext uri="{FF2B5EF4-FFF2-40B4-BE49-F238E27FC236}">
                      <a16:creationId xmlns:a16="http://schemas.microsoft.com/office/drawing/2014/main" id="{70BE7771-5362-9F79-3D3B-67C2DA29220B}"/>
                    </a:ext>
                  </a:extLst>
                </p:cNvPr>
                <p:cNvSpPr txBox="1"/>
                <p:nvPr/>
              </p:nvSpPr>
              <p:spPr>
                <a:xfrm>
                  <a:off x="421758" y="4439121"/>
                  <a:ext cx="88582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99410DB0-BEDB-318C-BAF6-A68AEFC9E7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758" y="4439121"/>
                  <a:ext cx="885827" cy="461665"/>
                </a:xfrm>
                <a:prstGeom prst="rect">
                  <a:avLst/>
                </a:prstGeom>
                <a:blipFill>
                  <a:blip r:embed="rId38"/>
                  <a:stretch>
                    <a:fillRect l="-4828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0" name="文本框 269">
                  <a:extLst>
                    <a:ext uri="{FF2B5EF4-FFF2-40B4-BE49-F238E27FC236}">
                      <a16:creationId xmlns:a16="http://schemas.microsoft.com/office/drawing/2014/main" id="{2B5366DF-835B-D6E7-E174-0C6CF9B3B3A8}"/>
                    </a:ext>
                  </a:extLst>
                </p:cNvPr>
                <p:cNvSpPr txBox="1"/>
                <p:nvPr/>
              </p:nvSpPr>
              <p:spPr>
                <a:xfrm>
                  <a:off x="1048811" y="4821784"/>
                  <a:ext cx="43473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00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9" name="文本框 208">
                  <a:extLst>
                    <a:ext uri="{FF2B5EF4-FFF2-40B4-BE49-F238E27FC236}">
                      <a16:creationId xmlns:a16="http://schemas.microsoft.com/office/drawing/2014/main" id="{41C74F9C-88E4-63CA-555F-B14B938F88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811" y="4821784"/>
                  <a:ext cx="434733" cy="461665"/>
                </a:xfrm>
                <a:prstGeom prst="rect">
                  <a:avLst/>
                </a:prstGeom>
                <a:blipFill>
                  <a:blip r:embed="rId39"/>
                  <a:stretch>
                    <a:fillRect l="-2778" r="-236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1" name="文本框 270">
                  <a:extLst>
                    <a:ext uri="{FF2B5EF4-FFF2-40B4-BE49-F238E27FC236}">
                      <a16:creationId xmlns:a16="http://schemas.microsoft.com/office/drawing/2014/main" id="{3FBB80BA-E716-BFE3-27BB-A327E7056D9A}"/>
                    </a:ext>
                  </a:extLst>
                </p:cNvPr>
                <p:cNvSpPr txBox="1"/>
                <p:nvPr/>
              </p:nvSpPr>
              <p:spPr>
                <a:xfrm>
                  <a:off x="1516174" y="5285354"/>
                  <a:ext cx="692637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0" name="文本框 209">
                  <a:extLst>
                    <a:ext uri="{FF2B5EF4-FFF2-40B4-BE49-F238E27FC236}">
                      <a16:creationId xmlns:a16="http://schemas.microsoft.com/office/drawing/2014/main" id="{7C2CBE67-E630-8903-BDE4-8CA1D8DDD9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6174" y="5285354"/>
                  <a:ext cx="692637" cy="462434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2" name="文本框 271">
                  <a:extLst>
                    <a:ext uri="{FF2B5EF4-FFF2-40B4-BE49-F238E27FC236}">
                      <a16:creationId xmlns:a16="http://schemas.microsoft.com/office/drawing/2014/main" id="{F83F5EC6-2A43-49D4-A8B8-617BD8C3E393}"/>
                    </a:ext>
                  </a:extLst>
                </p:cNvPr>
                <p:cNvSpPr txBox="1"/>
                <p:nvPr/>
              </p:nvSpPr>
              <p:spPr>
                <a:xfrm>
                  <a:off x="2211296" y="5285354"/>
                  <a:ext cx="69263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5F382EBE-95A9-F3B2-158D-7950046158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296" y="5285354"/>
                  <a:ext cx="692637" cy="461665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3" name="直接连接符 272">
              <a:extLst>
                <a:ext uri="{FF2B5EF4-FFF2-40B4-BE49-F238E27FC236}">
                  <a16:creationId xmlns:a16="http://schemas.microsoft.com/office/drawing/2014/main" id="{975F705C-68CB-167D-10BD-5B7E26C0197F}"/>
                </a:ext>
              </a:extLst>
            </p:cNvPr>
            <p:cNvCxnSpPr>
              <a:cxnSpLocks/>
              <a:stCxn id="263" idx="0"/>
              <a:endCxn id="263" idx="2"/>
            </p:cNvCxnSpPr>
            <p:nvPr/>
          </p:nvCxnSpPr>
          <p:spPr>
            <a:xfrm>
              <a:off x="2212839" y="4822552"/>
              <a:ext cx="0" cy="184893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连接符 273">
              <a:extLst>
                <a:ext uri="{FF2B5EF4-FFF2-40B4-BE49-F238E27FC236}">
                  <a16:creationId xmlns:a16="http://schemas.microsoft.com/office/drawing/2014/main" id="{63A3C664-3AA2-1D63-9394-58EE82E35BF6}"/>
                </a:ext>
              </a:extLst>
            </p:cNvPr>
            <p:cNvCxnSpPr>
              <a:cxnSpLocks/>
              <a:stCxn id="263" idx="1"/>
              <a:endCxn id="263" idx="3"/>
            </p:cNvCxnSpPr>
            <p:nvPr/>
          </p:nvCxnSpPr>
          <p:spPr>
            <a:xfrm>
              <a:off x="1516174" y="5747018"/>
              <a:ext cx="139332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5" name="文本框 274">
                  <a:extLst>
                    <a:ext uri="{FF2B5EF4-FFF2-40B4-BE49-F238E27FC236}">
                      <a16:creationId xmlns:a16="http://schemas.microsoft.com/office/drawing/2014/main" id="{4C550674-23C3-B38D-4172-C90EBE3E5378}"/>
                    </a:ext>
                  </a:extLst>
                </p:cNvPr>
                <p:cNvSpPr txBox="1"/>
                <p:nvPr/>
              </p:nvSpPr>
              <p:spPr>
                <a:xfrm>
                  <a:off x="1048810" y="5285353"/>
                  <a:ext cx="43422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01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EBBF10AC-97CA-2D06-0B4A-48CD933780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810" y="5285353"/>
                  <a:ext cx="434220" cy="461665"/>
                </a:xfrm>
                <a:prstGeom prst="rect">
                  <a:avLst/>
                </a:prstGeom>
                <a:blipFill>
                  <a:blip r:embed="rId42"/>
                  <a:stretch>
                    <a:fillRect l="-2778" r="-236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6" name="直接连接符 275">
              <a:extLst>
                <a:ext uri="{FF2B5EF4-FFF2-40B4-BE49-F238E27FC236}">
                  <a16:creationId xmlns:a16="http://schemas.microsoft.com/office/drawing/2014/main" id="{CB0E0A05-B497-2AC7-54C8-821958009A42}"/>
                </a:ext>
              </a:extLst>
            </p:cNvPr>
            <p:cNvCxnSpPr>
              <a:cxnSpLocks/>
            </p:cNvCxnSpPr>
            <p:nvPr/>
          </p:nvCxnSpPr>
          <p:spPr>
            <a:xfrm>
              <a:off x="1516174" y="5284786"/>
              <a:ext cx="139332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连接符 276">
              <a:extLst>
                <a:ext uri="{FF2B5EF4-FFF2-40B4-BE49-F238E27FC236}">
                  <a16:creationId xmlns:a16="http://schemas.microsoft.com/office/drawing/2014/main" id="{8DCF0878-6F96-C575-6E43-C1DDFF14E534}"/>
                </a:ext>
              </a:extLst>
            </p:cNvPr>
            <p:cNvCxnSpPr>
              <a:cxnSpLocks/>
            </p:cNvCxnSpPr>
            <p:nvPr/>
          </p:nvCxnSpPr>
          <p:spPr>
            <a:xfrm>
              <a:off x="1515851" y="6209252"/>
              <a:ext cx="139332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8" name="文本框 277">
                  <a:extLst>
                    <a:ext uri="{FF2B5EF4-FFF2-40B4-BE49-F238E27FC236}">
                      <a16:creationId xmlns:a16="http://schemas.microsoft.com/office/drawing/2014/main" id="{10EE5A24-21E7-68A6-0631-D64C14DCBB4A}"/>
                    </a:ext>
                  </a:extLst>
                </p:cNvPr>
                <p:cNvSpPr txBox="1"/>
                <p:nvPr/>
              </p:nvSpPr>
              <p:spPr>
                <a:xfrm>
                  <a:off x="1048615" y="5745865"/>
                  <a:ext cx="43473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7" name="文本框 216">
                  <a:extLst>
                    <a:ext uri="{FF2B5EF4-FFF2-40B4-BE49-F238E27FC236}">
                      <a16:creationId xmlns:a16="http://schemas.microsoft.com/office/drawing/2014/main" id="{0AAF986B-F5A1-6D4B-000D-F2D0340747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615" y="5745865"/>
                  <a:ext cx="434733" cy="461665"/>
                </a:xfrm>
                <a:prstGeom prst="rect">
                  <a:avLst/>
                </a:prstGeom>
                <a:blipFill>
                  <a:blip r:embed="rId43"/>
                  <a:stretch>
                    <a:fillRect l="-2778" r="-236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9" name="文本框 278">
                  <a:extLst>
                    <a:ext uri="{FF2B5EF4-FFF2-40B4-BE49-F238E27FC236}">
                      <a16:creationId xmlns:a16="http://schemas.microsoft.com/office/drawing/2014/main" id="{065D2E17-EB56-28E6-39C8-D66F0E6EFD47}"/>
                    </a:ext>
                  </a:extLst>
                </p:cNvPr>
                <p:cNvSpPr txBox="1"/>
                <p:nvPr/>
              </p:nvSpPr>
              <p:spPr>
                <a:xfrm>
                  <a:off x="1048100" y="6209434"/>
                  <a:ext cx="43473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8" name="文本框 217">
                  <a:extLst>
                    <a:ext uri="{FF2B5EF4-FFF2-40B4-BE49-F238E27FC236}">
                      <a16:creationId xmlns:a16="http://schemas.microsoft.com/office/drawing/2014/main" id="{7180952F-53B0-10CF-0785-F0CB8EAE85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100" y="6209434"/>
                  <a:ext cx="434733" cy="461665"/>
                </a:xfrm>
                <a:prstGeom prst="rect">
                  <a:avLst/>
                </a:prstGeom>
                <a:blipFill>
                  <a:blip r:embed="rId44"/>
                  <a:stretch>
                    <a:fillRect l="-2778" r="-236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0" name="文本框 279">
                  <a:extLst>
                    <a:ext uri="{FF2B5EF4-FFF2-40B4-BE49-F238E27FC236}">
                      <a16:creationId xmlns:a16="http://schemas.microsoft.com/office/drawing/2014/main" id="{D4847F4D-9292-A8D4-45E0-33AF85E68B63}"/>
                    </a:ext>
                  </a:extLst>
                </p:cNvPr>
                <p:cNvSpPr txBox="1"/>
                <p:nvPr/>
              </p:nvSpPr>
              <p:spPr>
                <a:xfrm>
                  <a:off x="1517203" y="5748168"/>
                  <a:ext cx="69263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80" name="文本框 279">
                  <a:extLst>
                    <a:ext uri="{FF2B5EF4-FFF2-40B4-BE49-F238E27FC236}">
                      <a16:creationId xmlns:a16="http://schemas.microsoft.com/office/drawing/2014/main" id="{D4847F4D-9292-A8D4-45E0-33AF85E68B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7203" y="5748168"/>
                  <a:ext cx="692637" cy="461665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1" name="文本框 280">
                  <a:extLst>
                    <a:ext uri="{FF2B5EF4-FFF2-40B4-BE49-F238E27FC236}">
                      <a16:creationId xmlns:a16="http://schemas.microsoft.com/office/drawing/2014/main" id="{37252A74-668E-1E96-6995-79DDE59C9579}"/>
                    </a:ext>
                  </a:extLst>
                </p:cNvPr>
                <p:cNvSpPr txBox="1"/>
                <p:nvPr/>
              </p:nvSpPr>
              <p:spPr>
                <a:xfrm>
                  <a:off x="2212325" y="5748168"/>
                  <a:ext cx="69263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81" name="文本框 280">
                  <a:extLst>
                    <a:ext uri="{FF2B5EF4-FFF2-40B4-BE49-F238E27FC236}">
                      <a16:creationId xmlns:a16="http://schemas.microsoft.com/office/drawing/2014/main" id="{37252A74-668E-1E96-6995-79DDE59C95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2325" y="5748168"/>
                  <a:ext cx="692637" cy="461665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2" name="直接连接符 281">
              <a:extLst>
                <a:ext uri="{FF2B5EF4-FFF2-40B4-BE49-F238E27FC236}">
                  <a16:creationId xmlns:a16="http://schemas.microsoft.com/office/drawing/2014/main" id="{77054202-064D-64C6-50C4-0EC179BB58BD}"/>
                </a:ext>
              </a:extLst>
            </p:cNvPr>
            <p:cNvCxnSpPr>
              <a:cxnSpLocks/>
            </p:cNvCxnSpPr>
            <p:nvPr/>
          </p:nvCxnSpPr>
          <p:spPr>
            <a:xfrm>
              <a:off x="2213354" y="5748168"/>
              <a:ext cx="0" cy="92446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文本框 282">
              <a:extLst>
                <a:ext uri="{FF2B5EF4-FFF2-40B4-BE49-F238E27FC236}">
                  <a16:creationId xmlns:a16="http://schemas.microsoft.com/office/drawing/2014/main" id="{3D165E25-1999-5EDE-CB1E-393749D44168}"/>
                </a:ext>
              </a:extLst>
            </p:cNvPr>
            <p:cNvSpPr txBox="1"/>
            <p:nvPr/>
          </p:nvSpPr>
          <p:spPr>
            <a:xfrm>
              <a:off x="1517203" y="6210969"/>
              <a:ext cx="69263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4" name="文本框 283">
              <a:extLst>
                <a:ext uri="{FF2B5EF4-FFF2-40B4-BE49-F238E27FC236}">
                  <a16:creationId xmlns:a16="http://schemas.microsoft.com/office/drawing/2014/main" id="{8EA80DE7-2393-CAEB-B441-807FAC401E08}"/>
                </a:ext>
              </a:extLst>
            </p:cNvPr>
            <p:cNvSpPr txBox="1"/>
            <p:nvPr/>
          </p:nvSpPr>
          <p:spPr>
            <a:xfrm>
              <a:off x="2212325" y="6210969"/>
              <a:ext cx="69263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85" name="直接连接符 284">
              <a:extLst>
                <a:ext uri="{FF2B5EF4-FFF2-40B4-BE49-F238E27FC236}">
                  <a16:creationId xmlns:a16="http://schemas.microsoft.com/office/drawing/2014/main" id="{7E6AE06B-A39D-9762-2058-C1601D39C20C}"/>
                </a:ext>
              </a:extLst>
            </p:cNvPr>
            <p:cNvCxnSpPr>
              <a:cxnSpLocks/>
            </p:cNvCxnSpPr>
            <p:nvPr/>
          </p:nvCxnSpPr>
          <p:spPr>
            <a:xfrm>
              <a:off x="1517203" y="6210401"/>
              <a:ext cx="139332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6" name="文本框 285">
                  <a:extLst>
                    <a:ext uri="{FF2B5EF4-FFF2-40B4-BE49-F238E27FC236}">
                      <a16:creationId xmlns:a16="http://schemas.microsoft.com/office/drawing/2014/main" id="{E67F8987-A07C-3ACC-BAE7-62C92888D87C}"/>
                    </a:ext>
                  </a:extLst>
                </p:cNvPr>
                <p:cNvSpPr txBox="1"/>
                <p:nvPr/>
              </p:nvSpPr>
              <p:spPr>
                <a:xfrm>
                  <a:off x="411820" y="4013280"/>
                  <a:ext cx="107101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25" name="文本框 224">
                  <a:extLst>
                    <a:ext uri="{FF2B5EF4-FFF2-40B4-BE49-F238E27FC236}">
                      <a16:creationId xmlns:a16="http://schemas.microsoft.com/office/drawing/2014/main" id="{5D1AB939-2860-3F03-92D9-14A8F1E24B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820" y="4013280"/>
                  <a:ext cx="1071013" cy="461665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7" name="文本框 286">
                <a:extLst>
                  <a:ext uri="{FF2B5EF4-FFF2-40B4-BE49-F238E27FC236}">
                    <a16:creationId xmlns:a16="http://schemas.microsoft.com/office/drawing/2014/main" id="{E999ED18-7F27-D8C0-1D4C-D585813C8709}"/>
                  </a:ext>
                </a:extLst>
              </p:cNvPr>
              <p:cNvSpPr txBox="1"/>
              <p:nvPr/>
            </p:nvSpPr>
            <p:spPr>
              <a:xfrm>
                <a:off x="816941" y="5241362"/>
                <a:ext cx="2498754" cy="5314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sup>
                      </m:sSubSup>
                      <m:r>
                        <a:rPr lang="en-US" altLang="zh-CN" sz="28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  <m:sSubSup>
                        <m:sSubSup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87" name="文本框 286">
                <a:extLst>
                  <a:ext uri="{FF2B5EF4-FFF2-40B4-BE49-F238E27FC236}">
                    <a16:creationId xmlns:a16="http://schemas.microsoft.com/office/drawing/2014/main" id="{E999ED18-7F27-D8C0-1D4C-D585813C8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941" y="5241362"/>
                <a:ext cx="2498754" cy="531492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8" name="Rectangle 44">
            <a:extLst>
              <a:ext uri="{FF2B5EF4-FFF2-40B4-BE49-F238E27FC236}">
                <a16:creationId xmlns:a16="http://schemas.microsoft.com/office/drawing/2014/main" id="{3710A91F-4C10-B497-55A7-195538DC0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5598" y="4126281"/>
            <a:ext cx="410079" cy="778819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0" name="文本框 289">
                <a:extLst>
                  <a:ext uri="{FF2B5EF4-FFF2-40B4-BE49-F238E27FC236}">
                    <a16:creationId xmlns:a16="http://schemas.microsoft.com/office/drawing/2014/main" id="{6AF6EE70-4D24-E1B9-3A59-E3AD61E513EF}"/>
                  </a:ext>
                </a:extLst>
              </p:cNvPr>
              <p:cNvSpPr txBox="1"/>
              <p:nvPr/>
            </p:nvSpPr>
            <p:spPr>
              <a:xfrm>
                <a:off x="3597247" y="5241362"/>
                <a:ext cx="2498753" cy="5330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sup>
                      </m:sSubSup>
                      <m:r>
                        <a:rPr lang="en-US" altLang="zh-CN" sz="28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</m:oMath>
                  </m:oMathPara>
                </a14:m>
                <a:endParaRPr lang="zh-CN" altLang="en-US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90" name="文本框 289">
                <a:extLst>
                  <a:ext uri="{FF2B5EF4-FFF2-40B4-BE49-F238E27FC236}">
                    <a16:creationId xmlns:a16="http://schemas.microsoft.com/office/drawing/2014/main" id="{6AF6EE70-4D24-E1B9-3A59-E3AD61E51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247" y="5241362"/>
                <a:ext cx="2498753" cy="533095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2" name="文本框 291">
                <a:extLst>
                  <a:ext uri="{FF2B5EF4-FFF2-40B4-BE49-F238E27FC236}">
                    <a16:creationId xmlns:a16="http://schemas.microsoft.com/office/drawing/2014/main" id="{E52F3054-EF6C-24F9-255E-259C08D73C92}"/>
                  </a:ext>
                </a:extLst>
              </p:cNvPr>
              <p:cNvSpPr txBox="1"/>
              <p:nvPr/>
            </p:nvSpPr>
            <p:spPr>
              <a:xfrm>
                <a:off x="6377552" y="5241362"/>
                <a:ext cx="2498754" cy="5251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Y</m:t>
                      </m:r>
                      <m:r>
                        <a:rPr lang="en-US" altLang="zh-CN" sz="28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</m:e>
                      </m:acc>
                      <m:sSubSup>
                        <m:sSubSup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r>
                        <m:rPr>
                          <m:nor/>
                        </m:rPr>
                        <a:rPr lang="zh-CN" altLang="en-US" sz="28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m:t> </m:t>
                      </m:r>
                    </m:oMath>
                  </m:oMathPara>
                </a14:m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92" name="文本框 291">
                <a:extLst>
                  <a:ext uri="{FF2B5EF4-FFF2-40B4-BE49-F238E27FC236}">
                    <a16:creationId xmlns:a16="http://schemas.microsoft.com/office/drawing/2014/main" id="{E52F3054-EF6C-24F9-255E-259C08D73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7552" y="5241362"/>
                <a:ext cx="2498754" cy="525144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3" name="Rectangle 44">
            <a:extLst>
              <a:ext uri="{FF2B5EF4-FFF2-40B4-BE49-F238E27FC236}">
                <a16:creationId xmlns:a16="http://schemas.microsoft.com/office/drawing/2014/main" id="{78C1DCB9-0A60-CD7A-180F-76629EA71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366" y="3671759"/>
            <a:ext cx="382865" cy="778819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94" name="Rectangle 44">
            <a:extLst>
              <a:ext uri="{FF2B5EF4-FFF2-40B4-BE49-F238E27FC236}">
                <a16:creationId xmlns:a16="http://schemas.microsoft.com/office/drawing/2014/main" id="{31B0EFE0-3199-A049-160D-0DD6FC44E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7042" y="3214511"/>
            <a:ext cx="410079" cy="1690589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4E90EA06-D2B3-4EA6-6CE2-726A32B40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5597" y="4126281"/>
            <a:ext cx="410079" cy="324298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B8A2FE0-8F27-E04D-A054-767410349C8F}"/>
                  </a:ext>
                </a:extLst>
              </p:cNvPr>
              <p:cNvSpPr txBox="1"/>
              <p:nvPr/>
            </p:nvSpPr>
            <p:spPr>
              <a:xfrm>
                <a:off x="8079850" y="5245458"/>
                <a:ext cx="71985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8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B8A2FE0-8F27-E04D-A054-767410349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9850" y="5245458"/>
                <a:ext cx="719859" cy="523220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">
            <a:extLst>
              <a:ext uri="{FF2B5EF4-FFF2-40B4-BE49-F238E27FC236}">
                <a16:creationId xmlns:a16="http://schemas.microsoft.com/office/drawing/2014/main" id="{9D17E8A9-EFC2-DC5E-4FE5-FBA29E7FA5BD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3F209CA1-2C0B-A3DC-6918-77FC024856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007064"/>
                  </p:ext>
                </p:extLst>
              </p:nvPr>
            </p:nvGraphicFramePr>
            <p:xfrm>
              <a:off x="8640000" y="792000"/>
              <a:ext cx="3359354" cy="238436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75328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234256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249770">
                      <a:extLst>
                        <a:ext uri="{9D8B030D-6E8A-4147-A177-3AD203B41FA5}">
                          <a16:colId xmlns:a16="http://schemas.microsoft.com/office/drawing/2014/main" val="3532139505"/>
                        </a:ext>
                      </a:extLst>
                    </a:gridCol>
                  </a:tblGrid>
                  <a:tr h="225892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bSup>
                                <m: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222013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77038963"/>
                      </a:ext>
                    </a:extLst>
                  </a:tr>
                  <a:tr h="2220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1/0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22201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0  1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1/0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22201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1  1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 0/1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1/0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22201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  x/x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  x/x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3F209CA1-2C0B-A3DC-6918-77FC024856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007064"/>
                  </p:ext>
                </p:extLst>
              </p:nvPr>
            </p:nvGraphicFramePr>
            <p:xfrm>
              <a:off x="8640000" y="792000"/>
              <a:ext cx="3359354" cy="238436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75328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234256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249770">
                      <a:extLst>
                        <a:ext uri="{9D8B030D-6E8A-4147-A177-3AD203B41FA5}">
                          <a16:colId xmlns:a16="http://schemas.microsoft.com/office/drawing/2014/main" val="3532139505"/>
                        </a:ext>
                      </a:extLst>
                    </a:gridCol>
                  </a:tblGrid>
                  <a:tr h="403162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2"/>
                          <a:stretch>
                            <a:fillRect l="-694" t="-758" r="-284722" b="-210606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2"/>
                          <a:stretch>
                            <a:fillRect l="-35539" t="-1515" r="-490" b="-52121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2"/>
                          <a:stretch>
                            <a:fillRect l="-71429" t="-101515" r="-101970" b="-42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2"/>
                          <a:stretch>
                            <a:fillRect l="-169756" t="-101515" r="-976" b="-4212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03896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1/0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0  1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1/0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1  1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 0/1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1/0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  x/x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  x/x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34652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" grpId="0" animBg="1"/>
      <p:bldP spid="4" grpId="0" animBg="1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39950-9B20-C9B0-EB72-B576CF06A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52D5F31-86B5-A842-9C9A-19F2EA73E82D}"/>
              </a:ext>
            </a:extLst>
          </p:cNvPr>
          <p:cNvSpPr txBox="1"/>
          <p:nvPr/>
        </p:nvSpPr>
        <p:spPr>
          <a:xfrm>
            <a:off x="360000" y="828000"/>
            <a:ext cx="11110280" cy="109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序列检测器（检测“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”序列）的设计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检查自校正能力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34193CCF-4C7F-0EF4-B036-3926BB475C08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50DA8CB5-C89E-B520-2C43-97CFE789ECC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" name="箭头: 五边形 46">
                <a:extLst>
                  <a:ext uri="{FF2B5EF4-FFF2-40B4-BE49-F238E27FC236}">
                    <a16:creationId xmlns:a16="http://schemas.microsoft.com/office/drawing/2014/main" id="{43F5D475-88D4-CF30-EED9-923D4C64D1A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箭头: V 形 47">
                <a:extLst>
                  <a:ext uri="{FF2B5EF4-FFF2-40B4-BE49-F238E27FC236}">
                    <a16:creationId xmlns:a16="http://schemas.microsoft.com/office/drawing/2014/main" id="{F641F9A9-7D15-F68A-5080-F45732296A4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6" name="灯片编号占位符 3">
              <a:extLst>
                <a:ext uri="{FF2B5EF4-FFF2-40B4-BE49-F238E27FC236}">
                  <a16:creationId xmlns:a16="http://schemas.microsoft.com/office/drawing/2014/main" id="{54124DA8-1A00-377B-FAFE-9CEC9CCE2A98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2" name="表格 51">
                <a:extLst>
                  <a:ext uri="{FF2B5EF4-FFF2-40B4-BE49-F238E27FC236}">
                    <a16:creationId xmlns:a16="http://schemas.microsoft.com/office/drawing/2014/main" id="{04570CDC-4F71-97A9-D482-97E6612A77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0255127"/>
                  </p:ext>
                </p:extLst>
              </p:nvPr>
            </p:nvGraphicFramePr>
            <p:xfrm>
              <a:off x="8640000" y="792000"/>
              <a:ext cx="3359354" cy="238436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75328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234256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249770">
                      <a:extLst>
                        <a:ext uri="{9D8B030D-6E8A-4147-A177-3AD203B41FA5}">
                          <a16:colId xmlns:a16="http://schemas.microsoft.com/office/drawing/2014/main" val="3532139505"/>
                        </a:ext>
                      </a:extLst>
                    </a:gridCol>
                  </a:tblGrid>
                  <a:tr h="225892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bSup>
                                <m: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222013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77038963"/>
                      </a:ext>
                    </a:extLst>
                  </a:tr>
                  <a:tr h="2220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1/0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22201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0  1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1/0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22201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1  1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 0/1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1/0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22201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 0/0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 1/0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2" name="表格 51">
                <a:extLst>
                  <a:ext uri="{FF2B5EF4-FFF2-40B4-BE49-F238E27FC236}">
                    <a16:creationId xmlns:a16="http://schemas.microsoft.com/office/drawing/2014/main" id="{04570CDC-4F71-97A9-D482-97E6612A77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0255127"/>
                  </p:ext>
                </p:extLst>
              </p:nvPr>
            </p:nvGraphicFramePr>
            <p:xfrm>
              <a:off x="8640000" y="792000"/>
              <a:ext cx="3359354" cy="238436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75328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234256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249770">
                      <a:extLst>
                        <a:ext uri="{9D8B030D-6E8A-4147-A177-3AD203B41FA5}">
                          <a16:colId xmlns:a16="http://schemas.microsoft.com/office/drawing/2014/main" val="3532139505"/>
                        </a:ext>
                      </a:extLst>
                    </a:gridCol>
                  </a:tblGrid>
                  <a:tr h="403162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4" t="-758" r="-284722" b="-210606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539" t="-1515" r="-490" b="-52121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1429" t="-101515" r="-101970" b="-42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9756" t="-101515" r="-976" b="-4212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03896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1/0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0  1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1/0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1  1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 0/1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1/0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 0/0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 1/0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7" name="文本框 286">
                <a:extLst>
                  <a:ext uri="{FF2B5EF4-FFF2-40B4-BE49-F238E27FC236}">
                    <a16:creationId xmlns:a16="http://schemas.microsoft.com/office/drawing/2014/main" id="{D7F1D280-6353-743C-FC38-C92C5BA47412}"/>
                  </a:ext>
                </a:extLst>
              </p:cNvPr>
              <p:cNvSpPr txBox="1"/>
              <p:nvPr/>
            </p:nvSpPr>
            <p:spPr>
              <a:xfrm>
                <a:off x="360000" y="2016000"/>
                <a:ext cx="4344329" cy="15796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sSubSup>
                      <m:sSubSup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</a:p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rPr>
                  <a:t>  </a:t>
                </a:r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sSubSup>
                      <m:sSubSup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sSubSup>
                      <m:sSubSup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87" name="文本框 286">
                <a:extLst>
                  <a:ext uri="{FF2B5EF4-FFF2-40B4-BE49-F238E27FC236}">
                    <a16:creationId xmlns:a16="http://schemas.microsoft.com/office/drawing/2014/main" id="{D7F1D280-6353-743C-FC38-C92C5BA474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016000"/>
                <a:ext cx="4344329" cy="15796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9">
                <a:extLst>
                  <a:ext uri="{FF2B5EF4-FFF2-40B4-BE49-F238E27FC236}">
                    <a16:creationId xmlns:a16="http://schemas.microsoft.com/office/drawing/2014/main" id="{A5F98AFE-0EB0-DB94-50AC-E7591E6F27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97045" y="3983140"/>
                <a:ext cx="795411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Text Box 9">
                <a:extLst>
                  <a:ext uri="{FF2B5EF4-FFF2-40B4-BE49-F238E27FC236}">
                    <a16:creationId xmlns:a16="http://schemas.microsoft.com/office/drawing/2014/main" id="{A5F98AFE-0EB0-DB94-50AC-E7591E6F2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97045" y="3983140"/>
                <a:ext cx="795411" cy="461665"/>
              </a:xfrm>
              <a:prstGeom prst="rect">
                <a:avLst/>
              </a:prstGeom>
              <a:blipFill>
                <a:blip r:embed="rId4"/>
                <a:stretch>
                  <a:fillRect b="-184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5">
                <a:extLst>
                  <a:ext uri="{FF2B5EF4-FFF2-40B4-BE49-F238E27FC236}">
                    <a16:creationId xmlns:a16="http://schemas.microsoft.com/office/drawing/2014/main" id="{326863EE-C2BB-471D-83C0-44C6327382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4969" y="4140809"/>
                <a:ext cx="599047" cy="59904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400" b="0"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Oval 45">
                <a:extLst>
                  <a:ext uri="{FF2B5EF4-FFF2-40B4-BE49-F238E27FC236}">
                    <a16:creationId xmlns:a16="http://schemas.microsoft.com/office/drawing/2014/main" id="{326863EE-C2BB-471D-83C0-44C6327382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54969" y="4140809"/>
                <a:ext cx="599047" cy="599047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CB64915-6E2F-4006-790A-0E72E7D1ECDE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3554016" y="4440333"/>
            <a:ext cx="8411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28">
            <a:extLst>
              <a:ext uri="{FF2B5EF4-FFF2-40B4-BE49-F238E27FC236}">
                <a16:creationId xmlns:a16="http://schemas.microsoft.com/office/drawing/2014/main" id="{1A6EAD21-4389-BE71-C6B3-70A87BA2D0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3807" y="3385102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0/0</a:t>
            </a:r>
          </a:p>
        </p:txBody>
      </p:sp>
      <p:sp>
        <p:nvSpPr>
          <p:cNvPr id="8" name="Oval 58">
            <a:extLst>
              <a:ext uri="{FF2B5EF4-FFF2-40B4-BE49-F238E27FC236}">
                <a16:creationId xmlns:a16="http://schemas.microsoft.com/office/drawing/2014/main" id="{ECF9A040-A1CC-C965-4A40-38B8A74D6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0261" y="4874375"/>
            <a:ext cx="684213" cy="684213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Aft>
                <a:spcPct val="0"/>
              </a:spcAft>
              <a:buNone/>
            </a:pPr>
            <a:r>
              <a:rPr lang="en-US" altLang="zh-CN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2400" b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Oval 61">
            <a:extLst>
              <a:ext uri="{FF2B5EF4-FFF2-40B4-BE49-F238E27FC236}">
                <a16:creationId xmlns:a16="http://schemas.microsoft.com/office/drawing/2014/main" id="{8BC7D7A1-5F8E-D238-38F9-FF2D5AFF2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1863" y="3385320"/>
            <a:ext cx="684213" cy="68421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Aft>
                <a:spcPct val="0"/>
              </a:spcAft>
              <a:buNone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Oval 64">
            <a:extLst>
              <a:ext uri="{FF2B5EF4-FFF2-40B4-BE49-F238E27FC236}">
                <a16:creationId xmlns:a16="http://schemas.microsoft.com/office/drawing/2014/main" id="{558F10F7-D231-9751-2DA2-B17F34254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0029" y="3366713"/>
            <a:ext cx="684213" cy="68421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Aft>
                <a:spcPct val="0"/>
              </a:spcAft>
              <a:buNone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zh-CN" altLang="en-US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Oval 67">
            <a:extLst>
              <a:ext uri="{FF2B5EF4-FFF2-40B4-BE49-F238E27FC236}">
                <a16:creationId xmlns:a16="http://schemas.microsoft.com/office/drawing/2014/main" id="{84660A5C-45D2-6B99-A84F-AE1E8D625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1863" y="4874375"/>
            <a:ext cx="684213" cy="68421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Aft>
                <a:spcPct val="0"/>
              </a:spcAft>
              <a:buNone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弧形 11">
            <a:extLst>
              <a:ext uri="{FF2B5EF4-FFF2-40B4-BE49-F238E27FC236}">
                <a16:creationId xmlns:a16="http://schemas.microsoft.com/office/drawing/2014/main" id="{15DA7CD5-55D9-1200-BFAB-85261F73D96E}"/>
              </a:ext>
            </a:extLst>
          </p:cNvPr>
          <p:cNvSpPr/>
          <p:nvPr/>
        </p:nvSpPr>
        <p:spPr>
          <a:xfrm>
            <a:off x="4946767" y="3067189"/>
            <a:ext cx="613176" cy="599047"/>
          </a:xfrm>
          <a:prstGeom prst="arc">
            <a:avLst>
              <a:gd name="adj1" fmla="val 5688059"/>
              <a:gd name="adj2" fmla="val 21430074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DFA847F-DAD5-DAE1-B2A2-38216CDD5051}"/>
              </a:ext>
            </a:extLst>
          </p:cNvPr>
          <p:cNvCxnSpPr>
            <a:cxnSpLocks/>
            <a:stCxn id="9" idx="4"/>
            <a:endCxn id="11" idx="0"/>
          </p:cNvCxnSpPr>
          <p:nvPr/>
        </p:nvCxnSpPr>
        <p:spPr>
          <a:xfrm>
            <a:off x="7643970" y="4069533"/>
            <a:ext cx="0" cy="804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93445F3-C4A0-C669-AF5F-96F6910643FC}"/>
              </a:ext>
            </a:extLst>
          </p:cNvPr>
          <p:cNvCxnSpPr>
            <a:cxnSpLocks/>
            <a:stCxn id="8" idx="7"/>
            <a:endCxn id="9" idx="3"/>
          </p:cNvCxnSpPr>
          <p:nvPr/>
        </p:nvCxnSpPr>
        <p:spPr>
          <a:xfrm flipV="1">
            <a:off x="5824273" y="3969332"/>
            <a:ext cx="1577791" cy="1005244"/>
          </a:xfrm>
          <a:prstGeom prst="straightConnector1">
            <a:avLst/>
          </a:prstGeom>
          <a:ln w="38100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0D40424-8EB0-0B1B-3774-2FE41D01DD32}"/>
              </a:ext>
            </a:extLst>
          </p:cNvPr>
          <p:cNvCxnSpPr>
            <a:cxnSpLocks/>
            <a:stCxn id="8" idx="0"/>
            <a:endCxn id="10" idx="4"/>
          </p:cNvCxnSpPr>
          <p:nvPr/>
        </p:nvCxnSpPr>
        <p:spPr>
          <a:xfrm flipH="1" flipV="1">
            <a:off x="5582136" y="4050926"/>
            <a:ext cx="232" cy="823449"/>
          </a:xfrm>
          <a:prstGeom prst="straightConnector1">
            <a:avLst/>
          </a:prstGeom>
          <a:ln w="38100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弧形 15">
            <a:extLst>
              <a:ext uri="{FF2B5EF4-FFF2-40B4-BE49-F238E27FC236}">
                <a16:creationId xmlns:a16="http://schemas.microsoft.com/office/drawing/2014/main" id="{A3719861-D608-3F0A-2346-356E5117F90D}"/>
              </a:ext>
            </a:extLst>
          </p:cNvPr>
          <p:cNvSpPr/>
          <p:nvPr/>
        </p:nvSpPr>
        <p:spPr>
          <a:xfrm>
            <a:off x="7643969" y="5259064"/>
            <a:ext cx="613176" cy="599047"/>
          </a:xfrm>
          <a:prstGeom prst="arc">
            <a:avLst>
              <a:gd name="adj1" fmla="val 16683499"/>
              <a:gd name="adj2" fmla="val 10579083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7" name="Rectangle 48">
            <a:extLst>
              <a:ext uri="{FF2B5EF4-FFF2-40B4-BE49-F238E27FC236}">
                <a16:creationId xmlns:a16="http://schemas.microsoft.com/office/drawing/2014/main" id="{459CD094-6EDC-F876-5644-3EFA0E0A6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0527" y="3797039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0/0</a:t>
            </a:r>
          </a:p>
        </p:txBody>
      </p:sp>
      <p:sp>
        <p:nvSpPr>
          <p:cNvPr id="18" name="Rectangle 48">
            <a:extLst>
              <a:ext uri="{FF2B5EF4-FFF2-40B4-BE49-F238E27FC236}">
                <a16:creationId xmlns:a16="http://schemas.microsoft.com/office/drawing/2014/main" id="{DE19406B-6647-69E0-3C3D-2EBC49A88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4941" y="4171865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0/1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E8BFEE6F-5695-2AFC-F7CA-38C2798DB969}"/>
              </a:ext>
            </a:extLst>
          </p:cNvPr>
          <p:cNvCxnSpPr>
            <a:cxnSpLocks/>
          </p:cNvCxnSpPr>
          <p:nvPr/>
        </p:nvCxnSpPr>
        <p:spPr>
          <a:xfrm>
            <a:off x="5924242" y="3615935"/>
            <a:ext cx="14020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9C685E5-DD60-336A-1024-F43BDA0A57A8}"/>
              </a:ext>
            </a:extLst>
          </p:cNvPr>
          <p:cNvCxnSpPr>
            <a:cxnSpLocks/>
          </p:cNvCxnSpPr>
          <p:nvPr/>
        </p:nvCxnSpPr>
        <p:spPr>
          <a:xfrm flipH="1">
            <a:off x="5899828" y="3837075"/>
            <a:ext cx="14020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Box 28">
            <a:extLst>
              <a:ext uri="{FF2B5EF4-FFF2-40B4-BE49-F238E27FC236}">
                <a16:creationId xmlns:a16="http://schemas.microsoft.com/office/drawing/2014/main" id="{D01C6C79-2D6C-65E1-2DCA-C5C1232030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0527" y="3174279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1/0</a:t>
            </a:r>
          </a:p>
        </p:txBody>
      </p:sp>
      <p:sp>
        <p:nvSpPr>
          <p:cNvPr id="22" name="Text Box 28">
            <a:extLst>
              <a:ext uri="{FF2B5EF4-FFF2-40B4-BE49-F238E27FC236}">
                <a16:creationId xmlns:a16="http://schemas.microsoft.com/office/drawing/2014/main" id="{69DA492A-482F-3FB1-E2E0-D9979AFBD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9673" y="4258704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0/0</a:t>
            </a:r>
          </a:p>
        </p:txBody>
      </p:sp>
      <p:sp>
        <p:nvSpPr>
          <p:cNvPr id="23" name="Text Box 28">
            <a:extLst>
              <a:ext uri="{FF2B5EF4-FFF2-40B4-BE49-F238E27FC236}">
                <a16:creationId xmlns:a16="http://schemas.microsoft.com/office/drawing/2014/main" id="{B93D408E-BE60-F0B0-35B6-26992C279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8041" y="4264434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1/0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E697F8EE-00C5-FC18-0B03-17D8356E1802}"/>
              </a:ext>
            </a:extLst>
          </p:cNvPr>
          <p:cNvCxnSpPr>
            <a:cxnSpLocks/>
            <a:stCxn id="11" idx="1"/>
            <a:endCxn id="10" idx="5"/>
          </p:cNvCxnSpPr>
          <p:nvPr/>
        </p:nvCxnSpPr>
        <p:spPr>
          <a:xfrm flipH="1" flipV="1">
            <a:off x="5824041" y="3950725"/>
            <a:ext cx="1578023" cy="1023851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48">
            <a:extLst>
              <a:ext uri="{FF2B5EF4-FFF2-40B4-BE49-F238E27FC236}">
                <a16:creationId xmlns:a16="http://schemas.microsoft.com/office/drawing/2014/main" id="{1B4104FD-B733-F413-B0CA-F5EA519DC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0260" y="5327754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1/0</a:t>
            </a:r>
          </a:p>
        </p:txBody>
      </p:sp>
      <p:sp>
        <p:nvSpPr>
          <p:cNvPr id="26" name="Text Box 28">
            <a:extLst>
              <a:ext uri="{FF2B5EF4-FFF2-40B4-BE49-F238E27FC236}">
                <a16:creationId xmlns:a16="http://schemas.microsoft.com/office/drawing/2014/main" id="{11485C36-3B1D-CED5-99B3-6BFE6E866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4042" y="4683434"/>
            <a:ext cx="678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1/0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ECF7D13-B27A-4470-A473-36780D471AD3}"/>
              </a:ext>
            </a:extLst>
          </p:cNvPr>
          <p:cNvSpPr txBox="1"/>
          <p:nvPr/>
        </p:nvSpPr>
        <p:spPr>
          <a:xfrm>
            <a:off x="776878" y="5995788"/>
            <a:ext cx="6162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取消利用无关项的化简可以解决问题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sp>
        <p:nvSpPr>
          <p:cNvPr id="27" name="标题 1">
            <a:extLst>
              <a:ext uri="{FF2B5EF4-FFF2-40B4-BE49-F238E27FC236}">
                <a16:creationId xmlns:a16="http://schemas.microsoft.com/office/drawing/2014/main" id="{6F7EC52D-1BEF-1D87-3538-B528D49D114C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134174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5A04C-E4BB-4938-B29B-0EFB8CA3B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7794298-9F4A-F216-6F87-23C40678205E}"/>
              </a:ext>
            </a:extLst>
          </p:cNvPr>
          <p:cNvSpPr txBox="1"/>
          <p:nvPr/>
        </p:nvSpPr>
        <p:spPr>
          <a:xfrm>
            <a:off x="360000" y="828000"/>
            <a:ext cx="11110280" cy="109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序列检测器（检测“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”序列）的设计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选择触发器，写出激励方程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FBBD8073-FA4E-4956-5346-CB7AD4536A8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206DBB32-0033-E9A7-BF08-2FCFA22AA2E5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" name="箭头: 五边形 46">
                <a:extLst>
                  <a:ext uri="{FF2B5EF4-FFF2-40B4-BE49-F238E27FC236}">
                    <a16:creationId xmlns:a16="http://schemas.microsoft.com/office/drawing/2014/main" id="{2C8484A4-A2C9-D32C-CD03-6C655FDB1C91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箭头: V 形 47">
                <a:extLst>
                  <a:ext uri="{FF2B5EF4-FFF2-40B4-BE49-F238E27FC236}">
                    <a16:creationId xmlns:a16="http://schemas.microsoft.com/office/drawing/2014/main" id="{AA953100-8127-4512-47E8-40C5DD49E47C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6" name="灯片编号占位符 3">
              <a:extLst>
                <a:ext uri="{FF2B5EF4-FFF2-40B4-BE49-F238E27FC236}">
                  <a16:creationId xmlns:a16="http://schemas.microsoft.com/office/drawing/2014/main" id="{8746CA46-4763-8EFF-37C3-318DD4E095E2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2" name="表格 51">
                <a:extLst>
                  <a:ext uri="{FF2B5EF4-FFF2-40B4-BE49-F238E27FC236}">
                    <a16:creationId xmlns:a16="http://schemas.microsoft.com/office/drawing/2014/main" id="{D299FC09-C27B-289E-FAA0-D3A795D463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9699843"/>
                  </p:ext>
                </p:extLst>
              </p:nvPr>
            </p:nvGraphicFramePr>
            <p:xfrm>
              <a:off x="8640000" y="792000"/>
              <a:ext cx="3359354" cy="238436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75328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234256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249770">
                      <a:extLst>
                        <a:ext uri="{9D8B030D-6E8A-4147-A177-3AD203B41FA5}">
                          <a16:colId xmlns:a16="http://schemas.microsoft.com/office/drawing/2014/main" val="3532139505"/>
                        </a:ext>
                      </a:extLst>
                    </a:gridCol>
                  </a:tblGrid>
                  <a:tr h="225892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bSup>
                                <m: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222013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77038963"/>
                      </a:ext>
                    </a:extLst>
                  </a:tr>
                  <a:tr h="2220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1/0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22201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0  1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1/0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22201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1  1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 0/1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1/0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22201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 0/0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 1/0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2" name="表格 51">
                <a:extLst>
                  <a:ext uri="{FF2B5EF4-FFF2-40B4-BE49-F238E27FC236}">
                    <a16:creationId xmlns:a16="http://schemas.microsoft.com/office/drawing/2014/main" id="{D299FC09-C27B-289E-FAA0-D3A795D463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9699843"/>
                  </p:ext>
                </p:extLst>
              </p:nvPr>
            </p:nvGraphicFramePr>
            <p:xfrm>
              <a:off x="8640000" y="792000"/>
              <a:ext cx="3359354" cy="238436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75328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234256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249770">
                      <a:extLst>
                        <a:ext uri="{9D8B030D-6E8A-4147-A177-3AD203B41FA5}">
                          <a16:colId xmlns:a16="http://schemas.microsoft.com/office/drawing/2014/main" val="3532139505"/>
                        </a:ext>
                      </a:extLst>
                    </a:gridCol>
                  </a:tblGrid>
                  <a:tr h="403162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4" t="-758" r="-284722" b="-210606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539" t="-1515" r="-490" b="-52121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1429" t="-101515" r="-101970" b="-42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9756" t="-101515" r="-976" b="-4212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03896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1/0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0  1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1/0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1  1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 0/1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1/0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 0/0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 1/0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6C29B96-0749-42DC-C2FB-A3CEB04DEDF0}"/>
                  </a:ext>
                </a:extLst>
              </p:cNvPr>
              <p:cNvSpPr txBox="1"/>
              <p:nvPr/>
            </p:nvSpPr>
            <p:spPr>
              <a:xfrm>
                <a:off x="360000" y="2088000"/>
                <a:ext cx="6983286" cy="10020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选择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D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），激励方程为：</a:t>
                </a:r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e>
                      <m:sub>
                        <m: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endParaRPr lang="zh-CN" altLang="en-US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6C29B96-0749-42DC-C2FB-A3CEB04DE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088000"/>
                <a:ext cx="6983286" cy="1002006"/>
              </a:xfrm>
              <a:prstGeom prst="rect">
                <a:avLst/>
              </a:prstGeom>
              <a:blipFill>
                <a:blip r:embed="rId3"/>
                <a:stretch>
                  <a:fillRect t="-4878" b="-134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5" name="组合 324">
            <a:extLst>
              <a:ext uri="{FF2B5EF4-FFF2-40B4-BE49-F238E27FC236}">
                <a16:creationId xmlns:a16="http://schemas.microsoft.com/office/drawing/2014/main" id="{015EA0A5-2C4E-33C4-4FEE-BFE93E41D030}"/>
              </a:ext>
            </a:extLst>
          </p:cNvPr>
          <p:cNvGrpSpPr/>
          <p:nvPr/>
        </p:nvGrpSpPr>
        <p:grpSpPr>
          <a:xfrm>
            <a:off x="1660196" y="3974321"/>
            <a:ext cx="6687232" cy="2238041"/>
            <a:chOff x="2967572" y="3680316"/>
            <a:chExt cx="6687232" cy="22380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96DEA47F-0E1B-0C99-4DE2-9168FB514520}"/>
                    </a:ext>
                  </a:extLst>
                </p:cNvPr>
                <p:cNvSpPr/>
                <p:nvPr/>
              </p:nvSpPr>
              <p:spPr>
                <a:xfrm>
                  <a:off x="4000661" y="4487220"/>
                  <a:ext cx="937799" cy="1163907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altLang="zh-CN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96DEA47F-0E1B-0C99-4DE2-9168FB51452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0661" y="4487220"/>
                  <a:ext cx="937799" cy="116390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Line 27">
              <a:extLst>
                <a:ext uri="{FF2B5EF4-FFF2-40B4-BE49-F238E27FC236}">
                  <a16:creationId xmlns:a16="http://schemas.microsoft.com/office/drawing/2014/main" id="{C9821063-10D4-B53F-7751-094FEACCEA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6845" y="4756515"/>
              <a:ext cx="6338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4" name="Line 27">
              <a:extLst>
                <a:ext uri="{FF2B5EF4-FFF2-40B4-BE49-F238E27FC236}">
                  <a16:creationId xmlns:a16="http://schemas.microsoft.com/office/drawing/2014/main" id="{945FF5E5-D1D1-D326-1678-9EA2A46DFD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6845" y="5398185"/>
              <a:ext cx="6338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9C4CE194-8FDC-21FA-8550-56E7C258B28B}"/>
                    </a:ext>
                  </a:extLst>
                </p:cNvPr>
                <p:cNvSpPr txBox="1"/>
                <p:nvPr/>
              </p:nvSpPr>
              <p:spPr>
                <a:xfrm>
                  <a:off x="4051783" y="4533754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9C4CE194-8FDC-21FA-8550-56E7C258B2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51783" y="4533754"/>
                  <a:ext cx="448351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24324" r="-54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Line 27">
              <a:extLst>
                <a:ext uri="{FF2B5EF4-FFF2-40B4-BE49-F238E27FC236}">
                  <a16:creationId xmlns:a16="http://schemas.microsoft.com/office/drawing/2014/main" id="{00C452FC-AA06-535D-A8E8-0850BFC89F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8459" y="4747813"/>
              <a:ext cx="6246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EC90294B-2145-B77A-433D-71EA1D80595D}"/>
                    </a:ext>
                  </a:extLst>
                </p:cNvPr>
                <p:cNvSpPr txBox="1"/>
                <p:nvPr/>
              </p:nvSpPr>
              <p:spPr>
                <a:xfrm>
                  <a:off x="4858202" y="4314903"/>
                  <a:ext cx="66464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EC90294B-2145-B77A-433D-71EA1D8059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58202" y="4314903"/>
                  <a:ext cx="664646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1818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等腰三角形 38">
              <a:extLst>
                <a:ext uri="{FF2B5EF4-FFF2-40B4-BE49-F238E27FC236}">
                  <a16:creationId xmlns:a16="http://schemas.microsoft.com/office/drawing/2014/main" id="{1B666694-961C-811E-FD10-464A1884534A}"/>
                </a:ext>
              </a:extLst>
            </p:cNvPr>
            <p:cNvSpPr/>
            <p:nvPr/>
          </p:nvSpPr>
          <p:spPr>
            <a:xfrm rot="5400000">
              <a:off x="3975782" y="5350227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397A1705-DCC6-7E87-F2C9-923AFB44FD38}"/>
                </a:ext>
              </a:extLst>
            </p:cNvPr>
            <p:cNvSpPr/>
            <p:nvPr/>
          </p:nvSpPr>
          <p:spPr>
            <a:xfrm flipV="1">
              <a:off x="4943009" y="5344029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63190443-6977-C62B-A942-A72160602778}"/>
                    </a:ext>
                  </a:extLst>
                </p:cNvPr>
                <p:cNvSpPr txBox="1"/>
                <p:nvPr/>
              </p:nvSpPr>
              <p:spPr>
                <a:xfrm>
                  <a:off x="4111793" y="5169395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63190443-6977-C62B-A942-A721606027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1793" y="5169395"/>
                  <a:ext cx="448351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20270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70BA7BA3-E604-98FB-7EB5-EA04E11AFB96}"/>
                    </a:ext>
                  </a:extLst>
                </p:cNvPr>
                <p:cNvSpPr txBox="1"/>
                <p:nvPr/>
              </p:nvSpPr>
              <p:spPr>
                <a:xfrm>
                  <a:off x="2967572" y="5163714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70BA7BA3-E604-98FB-7EB5-EA04E11AFB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7572" y="5163714"/>
                  <a:ext cx="458075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20000" r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流程图: 延期 60">
              <a:extLst>
                <a:ext uri="{FF2B5EF4-FFF2-40B4-BE49-F238E27FC236}">
                  <a16:creationId xmlns:a16="http://schemas.microsoft.com/office/drawing/2014/main" id="{0151376C-A36E-BFD3-E3B1-CEAA96C74A92}"/>
                </a:ext>
              </a:extLst>
            </p:cNvPr>
            <p:cNvSpPr/>
            <p:nvPr/>
          </p:nvSpPr>
          <p:spPr>
            <a:xfrm>
              <a:off x="5563145" y="4326440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261" name="椭圆 260">
              <a:extLst>
                <a:ext uri="{FF2B5EF4-FFF2-40B4-BE49-F238E27FC236}">
                  <a16:creationId xmlns:a16="http://schemas.microsoft.com/office/drawing/2014/main" id="{E8FAC6E8-FB31-7238-EA78-3DC6E0917E36}"/>
                </a:ext>
              </a:extLst>
            </p:cNvPr>
            <p:cNvSpPr/>
            <p:nvPr/>
          </p:nvSpPr>
          <p:spPr>
            <a:xfrm flipV="1">
              <a:off x="5332965" y="3874805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62" name="Line 27">
              <a:extLst>
                <a:ext uri="{FF2B5EF4-FFF2-40B4-BE49-F238E27FC236}">
                  <a16:creationId xmlns:a16="http://schemas.microsoft.com/office/drawing/2014/main" id="{C7A135B1-7CB2-8C4F-E4A1-EA098BA2A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5376" y="4442100"/>
              <a:ext cx="17776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68" name="椭圆 267">
              <a:extLst>
                <a:ext uri="{FF2B5EF4-FFF2-40B4-BE49-F238E27FC236}">
                  <a16:creationId xmlns:a16="http://schemas.microsoft.com/office/drawing/2014/main" id="{23EF06BF-FDAE-58D1-BC0F-A7B9E12A7054}"/>
                </a:ext>
              </a:extLst>
            </p:cNvPr>
            <p:cNvSpPr/>
            <p:nvPr/>
          </p:nvSpPr>
          <p:spPr>
            <a:xfrm flipV="1">
              <a:off x="3646612" y="4704257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70" name="Line 27">
              <a:extLst>
                <a:ext uri="{FF2B5EF4-FFF2-40B4-BE49-F238E27FC236}">
                  <a16:creationId xmlns:a16="http://schemas.microsoft.com/office/drawing/2014/main" id="{0D794022-61FD-1597-2252-BC48F4383AC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757868" y="5580225"/>
              <a:ext cx="6762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1" name="文本框 270">
                  <a:extLst>
                    <a:ext uri="{FF2B5EF4-FFF2-40B4-BE49-F238E27FC236}">
                      <a16:creationId xmlns:a16="http://schemas.microsoft.com/office/drawing/2014/main" id="{2BF11727-549E-F340-1642-632D3E7A45C2}"/>
                    </a:ext>
                  </a:extLst>
                </p:cNvPr>
                <p:cNvSpPr txBox="1"/>
                <p:nvPr/>
              </p:nvSpPr>
              <p:spPr>
                <a:xfrm>
                  <a:off x="2970453" y="4516980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71" name="文本框 270">
                  <a:extLst>
                    <a:ext uri="{FF2B5EF4-FFF2-40B4-BE49-F238E27FC236}">
                      <a16:creationId xmlns:a16="http://schemas.microsoft.com/office/drawing/2014/main" id="{2BF11727-549E-F340-1642-632D3E7A45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0453" y="4516980"/>
                  <a:ext cx="458075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3" name="文本框 272">
                  <a:extLst>
                    <a:ext uri="{FF2B5EF4-FFF2-40B4-BE49-F238E27FC236}">
                      <a16:creationId xmlns:a16="http://schemas.microsoft.com/office/drawing/2014/main" id="{65EC4A17-4022-1FF8-6055-1CAA422898F6}"/>
                    </a:ext>
                  </a:extLst>
                </p:cNvPr>
                <p:cNvSpPr txBox="1"/>
                <p:nvPr/>
              </p:nvSpPr>
              <p:spPr>
                <a:xfrm>
                  <a:off x="8990158" y="4360553"/>
                  <a:ext cx="66464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73" name="文本框 272">
                  <a:extLst>
                    <a:ext uri="{FF2B5EF4-FFF2-40B4-BE49-F238E27FC236}">
                      <a16:creationId xmlns:a16="http://schemas.microsoft.com/office/drawing/2014/main" id="{65EC4A17-4022-1FF8-6055-1CAA422898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0158" y="4360553"/>
                  <a:ext cx="664646" cy="4616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4" name="矩形 273">
                  <a:extLst>
                    <a:ext uri="{FF2B5EF4-FFF2-40B4-BE49-F238E27FC236}">
                      <a16:creationId xmlns:a16="http://schemas.microsoft.com/office/drawing/2014/main" id="{D77A2E7D-F6C3-746A-F8AD-3FCEB085E696}"/>
                    </a:ext>
                  </a:extLst>
                </p:cNvPr>
                <p:cNvSpPr/>
                <p:nvPr/>
              </p:nvSpPr>
              <p:spPr>
                <a:xfrm>
                  <a:off x="6413169" y="4331129"/>
                  <a:ext cx="937799" cy="1163907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altLang="zh-CN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74" name="矩形 273">
                  <a:extLst>
                    <a:ext uri="{FF2B5EF4-FFF2-40B4-BE49-F238E27FC236}">
                      <a16:creationId xmlns:a16="http://schemas.microsoft.com/office/drawing/2014/main" id="{D77A2E7D-F6C3-746A-F8AD-3FCEB085E6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3169" y="4331129"/>
                  <a:ext cx="937799" cy="116390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5" name="Line 27">
              <a:extLst>
                <a:ext uri="{FF2B5EF4-FFF2-40B4-BE49-F238E27FC236}">
                  <a16:creationId xmlns:a16="http://schemas.microsoft.com/office/drawing/2014/main" id="{B336725B-9738-594C-50E6-A37423F94F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5997" y="4600424"/>
              <a:ext cx="3171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76" name="Line 27">
              <a:extLst>
                <a:ext uri="{FF2B5EF4-FFF2-40B4-BE49-F238E27FC236}">
                  <a16:creationId xmlns:a16="http://schemas.microsoft.com/office/drawing/2014/main" id="{4F011BBC-741F-91C5-4082-B256E0D4DE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5999" y="5242094"/>
              <a:ext cx="31717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7" name="文本框 276">
                  <a:extLst>
                    <a:ext uri="{FF2B5EF4-FFF2-40B4-BE49-F238E27FC236}">
                      <a16:creationId xmlns:a16="http://schemas.microsoft.com/office/drawing/2014/main" id="{022F7A05-A056-2DAA-69C2-C23721A5A717}"/>
                    </a:ext>
                  </a:extLst>
                </p:cNvPr>
                <p:cNvSpPr txBox="1"/>
                <p:nvPr/>
              </p:nvSpPr>
              <p:spPr>
                <a:xfrm>
                  <a:off x="6464291" y="4377663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77" name="文本框 276">
                  <a:extLst>
                    <a:ext uri="{FF2B5EF4-FFF2-40B4-BE49-F238E27FC236}">
                      <a16:creationId xmlns:a16="http://schemas.microsoft.com/office/drawing/2014/main" id="{022F7A05-A056-2DAA-69C2-C23721A5A7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4291" y="4377663"/>
                  <a:ext cx="448351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24658" r="-68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8" name="Line 27">
              <a:extLst>
                <a:ext uri="{FF2B5EF4-FFF2-40B4-BE49-F238E27FC236}">
                  <a16:creationId xmlns:a16="http://schemas.microsoft.com/office/drawing/2014/main" id="{67C93997-9650-C93F-C2C5-AC55B30A98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50968" y="4591722"/>
              <a:ext cx="9375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80" name="等腰三角形 279">
              <a:extLst>
                <a:ext uri="{FF2B5EF4-FFF2-40B4-BE49-F238E27FC236}">
                  <a16:creationId xmlns:a16="http://schemas.microsoft.com/office/drawing/2014/main" id="{74A93B77-4B32-1B01-7572-402B17F35F69}"/>
                </a:ext>
              </a:extLst>
            </p:cNvPr>
            <p:cNvSpPr/>
            <p:nvPr/>
          </p:nvSpPr>
          <p:spPr>
            <a:xfrm rot="5400000">
              <a:off x="6388290" y="5194136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1" name="椭圆 280">
              <a:extLst>
                <a:ext uri="{FF2B5EF4-FFF2-40B4-BE49-F238E27FC236}">
                  <a16:creationId xmlns:a16="http://schemas.microsoft.com/office/drawing/2014/main" id="{B4D54B85-9735-CDEB-37FE-9398D6636421}"/>
                </a:ext>
              </a:extLst>
            </p:cNvPr>
            <p:cNvSpPr/>
            <p:nvPr/>
          </p:nvSpPr>
          <p:spPr>
            <a:xfrm flipV="1">
              <a:off x="7355517" y="5187938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2" name="文本框 281">
                  <a:extLst>
                    <a:ext uri="{FF2B5EF4-FFF2-40B4-BE49-F238E27FC236}">
                      <a16:creationId xmlns:a16="http://schemas.microsoft.com/office/drawing/2014/main" id="{0884C3BC-E8DD-E099-FE4E-142795C5F1A8}"/>
                    </a:ext>
                  </a:extLst>
                </p:cNvPr>
                <p:cNvSpPr txBox="1"/>
                <p:nvPr/>
              </p:nvSpPr>
              <p:spPr>
                <a:xfrm>
                  <a:off x="6524301" y="5013304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82" name="文本框 281">
                  <a:extLst>
                    <a:ext uri="{FF2B5EF4-FFF2-40B4-BE49-F238E27FC236}">
                      <a16:creationId xmlns:a16="http://schemas.microsoft.com/office/drawing/2014/main" id="{0884C3BC-E8DD-E099-FE4E-142795C5F1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4301" y="5013304"/>
                  <a:ext cx="448351" cy="461665"/>
                </a:xfrm>
                <a:prstGeom prst="rect">
                  <a:avLst/>
                </a:prstGeom>
                <a:blipFill>
                  <a:blip r:embed="rId13"/>
                  <a:stretch>
                    <a:fillRect l="-21918" r="-274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2" name="Line 27">
              <a:extLst>
                <a:ext uri="{FF2B5EF4-FFF2-40B4-BE49-F238E27FC236}">
                  <a16:creationId xmlns:a16="http://schemas.microsoft.com/office/drawing/2014/main" id="{D5BD6984-38BA-753A-12ED-D5E980C7B58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287397" y="4338722"/>
              <a:ext cx="8238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03" name="Line 27">
              <a:extLst>
                <a:ext uri="{FF2B5EF4-FFF2-40B4-BE49-F238E27FC236}">
                  <a16:creationId xmlns:a16="http://schemas.microsoft.com/office/drawing/2014/main" id="{50B5E0B0-C730-AA9C-9FB3-CB5939C468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9021" y="3926784"/>
              <a:ext cx="42461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04" name="Line 27">
              <a:extLst>
                <a:ext uri="{FF2B5EF4-FFF2-40B4-BE49-F238E27FC236}">
                  <a16:creationId xmlns:a16="http://schemas.microsoft.com/office/drawing/2014/main" id="{7E878E61-D88D-2368-A903-00E82A046A7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121111" y="4191051"/>
              <a:ext cx="52853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05" name="Line 27">
              <a:extLst>
                <a:ext uri="{FF2B5EF4-FFF2-40B4-BE49-F238E27FC236}">
                  <a16:creationId xmlns:a16="http://schemas.microsoft.com/office/drawing/2014/main" id="{E9D3FBEE-F242-C417-4DFC-24CAB91722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9021" y="5918355"/>
              <a:ext cx="239697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06" name="Line 27">
              <a:extLst>
                <a:ext uri="{FF2B5EF4-FFF2-40B4-BE49-F238E27FC236}">
                  <a16:creationId xmlns:a16="http://schemas.microsoft.com/office/drawing/2014/main" id="{D9ACE437-0594-BF7C-1080-CDFDE000E85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438791" y="5658271"/>
              <a:ext cx="5201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07" name="椭圆 306">
              <a:extLst>
                <a:ext uri="{FF2B5EF4-FFF2-40B4-BE49-F238E27FC236}">
                  <a16:creationId xmlns:a16="http://schemas.microsoft.com/office/drawing/2014/main" id="{AF967290-DCB4-AF83-86F9-075D3FF2D78E}"/>
                </a:ext>
              </a:extLst>
            </p:cNvPr>
            <p:cNvSpPr/>
            <p:nvPr/>
          </p:nvSpPr>
          <p:spPr>
            <a:xfrm flipV="1">
              <a:off x="3646612" y="5346759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8" name="文本框 307">
                  <a:extLst>
                    <a:ext uri="{FF2B5EF4-FFF2-40B4-BE49-F238E27FC236}">
                      <a16:creationId xmlns:a16="http://schemas.microsoft.com/office/drawing/2014/main" id="{51E3611D-D10D-FF12-7668-08821D6F41A9}"/>
                    </a:ext>
                  </a:extLst>
                </p:cNvPr>
                <p:cNvSpPr txBox="1"/>
                <p:nvPr/>
              </p:nvSpPr>
              <p:spPr>
                <a:xfrm>
                  <a:off x="7270521" y="4166390"/>
                  <a:ext cx="66464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8" name="文本框 307">
                  <a:extLst>
                    <a:ext uri="{FF2B5EF4-FFF2-40B4-BE49-F238E27FC236}">
                      <a16:creationId xmlns:a16="http://schemas.microsoft.com/office/drawing/2014/main" id="{51E3611D-D10D-FF12-7668-08821D6F41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0521" y="4166390"/>
                  <a:ext cx="664646" cy="461665"/>
                </a:xfrm>
                <a:prstGeom prst="rect">
                  <a:avLst/>
                </a:prstGeom>
                <a:blipFill>
                  <a:blip r:embed="rId14"/>
                  <a:stretch>
                    <a:fillRect l="-2752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9" name="等腰三角形 308">
              <a:extLst>
                <a:ext uri="{FF2B5EF4-FFF2-40B4-BE49-F238E27FC236}">
                  <a16:creationId xmlns:a16="http://schemas.microsoft.com/office/drawing/2014/main" id="{5AAADA42-0AEC-0388-3CDF-7B46634C2B68}"/>
                </a:ext>
              </a:extLst>
            </p:cNvPr>
            <p:cNvSpPr/>
            <p:nvPr/>
          </p:nvSpPr>
          <p:spPr>
            <a:xfrm rot="5400000">
              <a:off x="6403274" y="3694806"/>
              <a:ext cx="491413" cy="462434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0" name="椭圆 309">
              <a:extLst>
                <a:ext uri="{FF2B5EF4-FFF2-40B4-BE49-F238E27FC236}">
                  <a16:creationId xmlns:a16="http://schemas.microsoft.com/office/drawing/2014/main" id="{ACF00F5E-BA8E-7698-4013-25C87D6C8F52}"/>
                </a:ext>
              </a:extLst>
            </p:cNvPr>
            <p:cNvSpPr/>
            <p:nvPr/>
          </p:nvSpPr>
          <p:spPr>
            <a:xfrm flipV="1">
              <a:off x="6868892" y="3874805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311" name="Line 27">
              <a:extLst>
                <a:ext uri="{FF2B5EF4-FFF2-40B4-BE49-F238E27FC236}">
                  <a16:creationId xmlns:a16="http://schemas.microsoft.com/office/drawing/2014/main" id="{B6998B29-223A-A0C6-55B1-193B2239C6F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677522" y="4184444"/>
              <a:ext cx="5153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13" name="椭圆 312">
              <a:extLst>
                <a:ext uri="{FF2B5EF4-FFF2-40B4-BE49-F238E27FC236}">
                  <a16:creationId xmlns:a16="http://schemas.microsoft.com/office/drawing/2014/main" id="{76028651-6E23-9ABE-99A5-0B9DEEFD9905}"/>
                </a:ext>
              </a:extLst>
            </p:cNvPr>
            <p:cNvSpPr/>
            <p:nvPr/>
          </p:nvSpPr>
          <p:spPr>
            <a:xfrm flipV="1">
              <a:off x="5332964" y="4696089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314" name="Line 27">
              <a:extLst>
                <a:ext uri="{FF2B5EF4-FFF2-40B4-BE49-F238E27FC236}">
                  <a16:creationId xmlns:a16="http://schemas.microsoft.com/office/drawing/2014/main" id="{3EBC46BB-9A41-CA36-2B50-D6318F90753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933846" y="5199600"/>
              <a:ext cx="90305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15" name="Line 27">
              <a:extLst>
                <a:ext uri="{FF2B5EF4-FFF2-40B4-BE49-F238E27FC236}">
                  <a16:creationId xmlns:a16="http://schemas.microsoft.com/office/drawing/2014/main" id="{0E9838BD-7E83-71BF-876F-94BD06CEBC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5375" y="5651127"/>
              <a:ext cx="25498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16" name="Line 27">
              <a:extLst>
                <a:ext uri="{FF2B5EF4-FFF2-40B4-BE49-F238E27FC236}">
                  <a16:creationId xmlns:a16="http://schemas.microsoft.com/office/drawing/2014/main" id="{BE86EAA6-710B-0129-7078-6370FEE2631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473339" y="5200613"/>
              <a:ext cx="9236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20" name="Line 27">
              <a:extLst>
                <a:ext uri="{FF2B5EF4-FFF2-40B4-BE49-F238E27FC236}">
                  <a16:creationId xmlns:a16="http://schemas.microsoft.com/office/drawing/2014/main" id="{0EE43ED7-5863-3604-E6A5-50263B4D43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23117" y="4738775"/>
              <a:ext cx="3653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21" name="流程图: 延期 320">
              <a:extLst>
                <a:ext uri="{FF2B5EF4-FFF2-40B4-BE49-F238E27FC236}">
                  <a16:creationId xmlns:a16="http://schemas.microsoft.com/office/drawing/2014/main" id="{34C80A00-BB6F-3A5D-E77D-161511BC4D4F}"/>
                </a:ext>
              </a:extLst>
            </p:cNvPr>
            <p:cNvSpPr/>
            <p:nvPr/>
          </p:nvSpPr>
          <p:spPr>
            <a:xfrm>
              <a:off x="8288493" y="4317402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322" name="Line 27">
              <a:extLst>
                <a:ext uri="{FF2B5EF4-FFF2-40B4-BE49-F238E27FC236}">
                  <a16:creationId xmlns:a16="http://schemas.microsoft.com/office/drawing/2014/main" id="{7CE94340-F97A-54C9-6A3F-A97554D87B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5178" y="4433062"/>
              <a:ext cx="3533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23" name="Line 27">
              <a:extLst>
                <a:ext uri="{FF2B5EF4-FFF2-40B4-BE49-F238E27FC236}">
                  <a16:creationId xmlns:a16="http://schemas.microsoft.com/office/drawing/2014/main" id="{9A330EC5-EAB3-C7AE-99C5-202CF4D773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21345" y="4591386"/>
              <a:ext cx="3171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</p:grpSp>
      <p:sp>
        <p:nvSpPr>
          <p:cNvPr id="324" name="文本框 323">
            <a:extLst>
              <a:ext uri="{FF2B5EF4-FFF2-40B4-BE49-F238E27FC236}">
                <a16:creationId xmlns:a16="http://schemas.microsoft.com/office/drawing/2014/main" id="{65903F97-F19D-83AD-AED0-330C520C635B}"/>
              </a:ext>
            </a:extLst>
          </p:cNvPr>
          <p:cNvSpPr txBox="1"/>
          <p:nvPr/>
        </p:nvSpPr>
        <p:spPr>
          <a:xfrm>
            <a:off x="360000" y="3456000"/>
            <a:ext cx="3300150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画出逻辑图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6" name="文本框 325">
                <a:extLst>
                  <a:ext uri="{FF2B5EF4-FFF2-40B4-BE49-F238E27FC236}">
                    <a16:creationId xmlns:a16="http://schemas.microsoft.com/office/drawing/2014/main" id="{B7C22102-3A81-E4FC-85F3-958D4EBC2681}"/>
                  </a:ext>
                </a:extLst>
              </p:cNvPr>
              <p:cNvSpPr txBox="1"/>
              <p:nvPr/>
            </p:nvSpPr>
            <p:spPr>
              <a:xfrm>
                <a:off x="8640000" y="3240000"/>
                <a:ext cx="3343403" cy="15632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sSubSup>
                      <m:sSubSup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CN" sz="2800" dirty="0">
                    <a:solidFill>
                      <a:srgbClr val="002060"/>
                    </a:solidFill>
                  </a:rPr>
                  <a:t> </a:t>
                </a:r>
              </a:p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r>
                  <a:rPr lang="zh-CN" altLang="en-US" sz="2800" dirty="0">
                    <a:solidFill>
                      <a:srgbClr val="002060"/>
                    </a:solidFill>
                  </a:rPr>
                  <a:t>  </a:t>
                </a:r>
                <a:endParaRPr lang="en-US" altLang="zh-CN" sz="2800" dirty="0">
                  <a:solidFill>
                    <a:srgbClr val="002060"/>
                  </a:solidFill>
                </a:endParaRPr>
              </a:p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sSubSup>
                      <m:sSubSup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sSubSup>
                      <m:sSubSup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zh-CN" alt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26" name="文本框 325">
                <a:extLst>
                  <a:ext uri="{FF2B5EF4-FFF2-40B4-BE49-F238E27FC236}">
                    <a16:creationId xmlns:a16="http://schemas.microsoft.com/office/drawing/2014/main" id="{B7C22102-3A81-E4FC-85F3-958D4EBC2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000" y="3240000"/>
                <a:ext cx="3343403" cy="156324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>
            <a:extLst>
              <a:ext uri="{FF2B5EF4-FFF2-40B4-BE49-F238E27FC236}">
                <a16:creationId xmlns:a16="http://schemas.microsoft.com/office/drawing/2014/main" id="{809D4A03-3D84-9B5E-798E-1505DEB2B686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2167151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05E2D-F60A-375C-2CF5-281000A62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D8AE87-A1E1-0A7C-6A7C-EBC99D2E2646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步骤详解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9A29495-B7A3-A340-7684-10F410E9D699}"/>
              </a:ext>
            </a:extLst>
          </p:cNvPr>
          <p:cNvSpPr txBox="1"/>
          <p:nvPr/>
        </p:nvSpPr>
        <p:spPr>
          <a:xfrm>
            <a:off x="360000" y="828000"/>
            <a:ext cx="11207743" cy="2132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建立原始状态图和原始状态表：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确定输入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输出变量、电路状态数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定义输入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输出以及每个电路状态的含意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按设计要求画出状态转换图，或列出状态转换表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BCA604B-CAEE-5059-93C2-9FB200E42403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01281D52-E671-2838-84B2-4728488DAD61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83F32797-1087-D8E1-D99C-A56192F1CE37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BC728333-8D9A-AAAB-B14F-E51F12919C5E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3F165753-604E-C9DB-6083-EB0822BCC0FF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232A6DF5-D343-E5E9-1FE3-C39DA1B87974}"/>
              </a:ext>
            </a:extLst>
          </p:cNvPr>
          <p:cNvSpPr txBox="1"/>
          <p:nvPr/>
        </p:nvSpPr>
        <p:spPr>
          <a:xfrm>
            <a:off x="360000" y="3240000"/>
            <a:ext cx="11207743" cy="206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状态化简：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合并等价状态，消去多余状态（等价状态为在相同的输入下有相同的输出，且转换到相同的</a:t>
            </a:r>
            <a:r>
              <a:rPr kumimoji="1" lang="zh-CN" altLang="en-US" sz="240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次态）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求出最简状态图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状态表，以便用最少的触发器实现电路</a:t>
            </a:r>
          </a:p>
        </p:txBody>
      </p:sp>
    </p:spTree>
    <p:extLst>
      <p:ext uri="{BB962C8B-B14F-4D97-AF65-F5344CB8AC3E}">
        <p14:creationId xmlns:p14="http://schemas.microsoft.com/office/powerpoint/2010/main" val="634249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51C95-49B9-1420-1FD3-FA075752A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8C3F0AE-F8FE-DD1F-8063-DCD35D936DF1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11604894" cy="41358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状态分配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状态编码：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对每个状态赋予不同的二进制代码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状态数为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𝑀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，触发器数目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𝑁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要满足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常用编码方法：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371600" lvl="2" indent="-457200">
                  <a:lnSpc>
                    <a:spcPct val="120000"/>
                  </a:lnSpc>
                  <a:spcAft>
                    <a:spcPts val="600"/>
                  </a:spcAft>
                  <a:buFont typeface="+mj-ea"/>
                  <a:buAutoNum type="circleNumDbPlain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循环码：相邻代码只有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位不同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371600" lvl="2" indent="-457200">
                  <a:lnSpc>
                    <a:spcPct val="120000"/>
                  </a:lnSpc>
                  <a:spcAft>
                    <a:spcPts val="600"/>
                  </a:spcAft>
                  <a:buFont typeface="+mj-ea"/>
                  <a:buAutoNum type="circleNumDbPlain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顺序编码：状态从 </a:t>
                </a:r>
                <a14:m>
                  <m:oMath xmlns:m="http://schemas.openxmlformats.org/officeDocument/2006/math">
                    <m:r>
                      <a:rPr kumimoji="1"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至 </a:t>
                </a:r>
                <a14:m>
                  <m:oMath xmlns:m="http://schemas.openxmlformats.org/officeDocument/2006/math">
                    <m:r>
                      <a:rPr kumimoji="1"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𝑀</m:t>
                    </m:r>
                    <m:r>
                      <a:rPr kumimoji="1"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−1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编号，编号用等值的二进制数表示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371600" lvl="2" indent="-457200">
                  <a:lnSpc>
                    <a:spcPct val="120000"/>
                  </a:lnSpc>
                  <a:spcAft>
                    <a:spcPts val="600"/>
                  </a:spcAft>
                  <a:buFont typeface="+mj-ea"/>
                  <a:buAutoNum type="circleNumDbPlain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独热码（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One-Hot Code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𝑁</m:t>
                    </m:r>
                    <m:r>
                      <a:rPr kumimoji="1"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kumimoji="1"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𝑀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，任意状态的代码中只有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位为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，其余位都是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kumimoji="1"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8C3F0AE-F8FE-DD1F-8063-DCD35D936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11604894" cy="4135876"/>
              </a:xfrm>
              <a:prstGeom prst="rect">
                <a:avLst/>
              </a:prstGeom>
              <a:blipFill>
                <a:blip r:embed="rId3"/>
                <a:stretch>
                  <a:fillRect l="-945" t="-590" r="-578" b="-25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0B35C386-487A-7DE8-EE1D-0A94689DDA93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3C3626EC-2D70-7E03-92DB-EDC1B2D51CC9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774A99AF-4B0F-985E-5A80-DC11771A042C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94689135-43CA-AC5C-C376-6BC382D97F7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3D4EEA19-4C2A-CD50-8D94-9E7820A7760B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9" name="标题 1">
            <a:extLst>
              <a:ext uri="{FF2B5EF4-FFF2-40B4-BE49-F238E27FC236}">
                <a16:creationId xmlns:a16="http://schemas.microsoft.com/office/drawing/2014/main" id="{3165539B-949D-3DBE-FE6C-FA370F97452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步骤详解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106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801A3-B314-2188-9A69-0A536124D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3AC319B-5784-0AF4-6C89-ED74FE613881}"/>
              </a:ext>
            </a:extLst>
          </p:cNvPr>
          <p:cNvSpPr txBox="1"/>
          <p:nvPr/>
        </p:nvSpPr>
        <p:spPr>
          <a:xfrm>
            <a:off x="360000" y="828000"/>
            <a:ext cx="10772356" cy="1612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确定状态方程和输出方程：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将状态代码代入状态表，得到状态变量和输出变量的真值表</a:t>
            </a: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根据真值表，确定简化的状态方程和输出方程（如利用卡诺图）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FAA7921-35A4-37C0-8FED-6B9E27016D94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729377D-AFB8-79E8-BCA6-757D6F8C1DD7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96F18D2E-3BDF-C774-6F03-1FE1E5E0D42A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3E4C9B31-B73C-D384-2584-EA2851E9D3B4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F456AA69-B597-4A38-0A35-08BA6AB374E7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4E098443-9800-E687-5CCD-6A3705CB6BA0}"/>
              </a:ext>
            </a:extLst>
          </p:cNvPr>
          <p:cNvSpPr txBox="1"/>
          <p:nvPr/>
        </p:nvSpPr>
        <p:spPr>
          <a:xfrm>
            <a:off x="360000" y="3240000"/>
            <a:ext cx="10278117" cy="3095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检查自校正能力：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画出全部状态图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检查是否存在无效状态之间的循环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2" indent="-457200">
              <a:lnSpc>
                <a:spcPct val="120000"/>
              </a:lnSpc>
              <a:spcAft>
                <a:spcPts val="600"/>
              </a:spcAft>
              <a:buFont typeface="+mj-ea"/>
              <a:buAutoNum type="circleNumDbPlain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如果没有，则电路具有自校正（自启动）能力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2" indent="-457200">
              <a:lnSpc>
                <a:spcPct val="120000"/>
              </a:lnSpc>
              <a:spcAft>
                <a:spcPts val="600"/>
              </a:spcAft>
              <a:buFont typeface="+mj-ea"/>
              <a:buAutoNum type="circleNumDbPlain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如果有，取消一些利用无关项的化简以消除无效循环，重新确定状态方程和输出方程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EF830F01-32AD-E657-D138-40FB6E5D3B5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步骤详解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504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DF3FC-3EC9-789D-9B89-858ACE7B2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F629DD1-61CB-9BED-32ED-604E6F96E591}"/>
              </a:ext>
            </a:extLst>
          </p:cNvPr>
          <p:cNvSpPr txBox="1"/>
          <p:nvPr/>
        </p:nvSpPr>
        <p:spPr>
          <a:xfrm>
            <a:off x="360000" y="828000"/>
            <a:ext cx="10772356" cy="109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选择触发器，写出激励方程：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根据待实现的状态方程，选择合适的触发器，并写出相应的激励方程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6DA7BEE-2746-E0B4-564C-6B4C3470382D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DBB3B1E-14B3-618A-085B-0A2A12460B1D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B774C669-6EFD-E5E2-AA46-19D10880FB45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7BF94336-4BFE-0752-1260-C43DD254F7D1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807F3A0E-F943-3E66-DD8A-5FB68F79596A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223DF52F-8C10-4A41-8CBF-8E686295491D}"/>
              </a:ext>
            </a:extLst>
          </p:cNvPr>
          <p:cNvSpPr txBox="1"/>
          <p:nvPr/>
        </p:nvSpPr>
        <p:spPr>
          <a:xfrm>
            <a:off x="360000" y="5472000"/>
            <a:ext cx="11423521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根据激励方程、状态方程、输出方程画出逻辑图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1296E90-D30D-C516-92BC-479B0B895BD5}"/>
                  </a:ext>
                </a:extLst>
              </p:cNvPr>
              <p:cNvSpPr txBox="1"/>
              <p:nvPr/>
            </p:nvSpPr>
            <p:spPr>
              <a:xfrm>
                <a:off x="360000" y="1926171"/>
                <a:ext cx="10103876" cy="32888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例如，要实现状态方程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选择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D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D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选择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JK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J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p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K</m:t>
                        </m:r>
                      </m:e>
                    </m:acc>
                    <m:sSup>
                      <m:s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</a:t>
                </a:r>
              </a:p>
              <a:p>
                <a:pPr lvl="3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Sup>
                              <m:sSubSup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</m:sup>
                            </m:sSubSup>
                          </m:e>
                        </m:acc>
                      </m:e>
                    </m:d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  <a:p>
                <a:pPr lvl="3"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可得：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J</m:t>
                    </m:r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K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选择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T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p>
                      </m:e>
                    </m:acc>
                    <m:r>
                      <a:rPr lang="en-US" altLang="zh-CN" sz="24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</m:t>
                        </m:r>
                      </m:e>
                    </m:acc>
                    <m:sSup>
                      <m:s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T</m:t>
                    </m:r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1296E90-D30D-C516-92BC-479B0B895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926171"/>
                <a:ext cx="10103876" cy="3288849"/>
              </a:xfrm>
              <a:prstGeom prst="rect">
                <a:avLst/>
              </a:prstGeom>
              <a:blipFill>
                <a:blip r:embed="rId3"/>
                <a:stretch>
                  <a:fillRect l="-1206" t="-557" b="-3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标题 1">
            <a:extLst>
              <a:ext uri="{FF2B5EF4-FFF2-40B4-BE49-F238E27FC236}">
                <a16:creationId xmlns:a16="http://schemas.microsoft.com/office/drawing/2014/main" id="{DF540883-BC00-1ED8-BD56-E5D4CC9B30F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步骤详解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7495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57624-E279-B9B7-3AD4-77584F084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>
            <a:extLst>
              <a:ext uri="{FF2B5EF4-FFF2-40B4-BE49-F238E27FC236}">
                <a16:creationId xmlns:a16="http://schemas.microsoft.com/office/drawing/2014/main" id="{1F75BC0C-8131-62E3-D06A-97DE700ACD83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9C4CD2F2-F1B3-BCD6-59B9-E2796A7AE184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" name="箭头: 五边形 46">
                <a:extLst>
                  <a:ext uri="{FF2B5EF4-FFF2-40B4-BE49-F238E27FC236}">
                    <a16:creationId xmlns:a16="http://schemas.microsoft.com/office/drawing/2014/main" id="{B5E1420D-B184-A289-8C6A-038A6CB3E589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箭头: V 形 47">
                <a:extLst>
                  <a:ext uri="{FF2B5EF4-FFF2-40B4-BE49-F238E27FC236}">
                    <a16:creationId xmlns:a16="http://schemas.microsoft.com/office/drawing/2014/main" id="{333AF065-F10C-2C44-6033-EBB22BB722DB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6" name="灯片编号占位符 3">
              <a:extLst>
                <a:ext uri="{FF2B5EF4-FFF2-40B4-BE49-F238E27FC236}">
                  <a16:creationId xmlns:a16="http://schemas.microsoft.com/office/drawing/2014/main" id="{79E59070-DE65-6B8B-EC7B-702CAB41E7DE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C8D4CD4B-9C65-7A06-6B99-420F1290A206}"/>
              </a:ext>
            </a:extLst>
          </p:cNvPr>
          <p:cNvSpPr txBox="1"/>
          <p:nvPr/>
        </p:nvSpPr>
        <p:spPr>
          <a:xfrm>
            <a:off x="360000" y="828000"/>
            <a:ext cx="5279491" cy="109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可逆六进制计数器的设计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建立原始状态图和原始状态表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37BA2CE-83AA-2E22-FF68-979668DBAB4A}"/>
                  </a:ext>
                </a:extLst>
              </p:cNvPr>
              <p:cNvSpPr txBox="1"/>
              <p:nvPr/>
            </p:nvSpPr>
            <p:spPr>
              <a:xfrm>
                <a:off x="360000" y="1872000"/>
                <a:ext cx="5826141" cy="9411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20000"/>
                  </a:lnSpc>
                </a:pP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=0/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为加法</a:t>
                </a:r>
                <a:r>
                  <a:rPr kumimoji="1"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减法</a:t>
                </a:r>
                <a:endParaRPr kumimoji="1"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C</m:t>
                    </m:r>
                  </m:oMath>
                </a14:m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为进位或借位 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37BA2CE-83AA-2E22-FF68-979668DBA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872000"/>
                <a:ext cx="5826141" cy="941155"/>
              </a:xfrm>
              <a:prstGeom prst="rect">
                <a:avLst/>
              </a:prstGeom>
              <a:blipFill>
                <a:blip r:embed="rId2"/>
                <a:stretch>
                  <a:fillRect t="-1299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8" name="文本框 367">
            <a:extLst>
              <a:ext uri="{FF2B5EF4-FFF2-40B4-BE49-F238E27FC236}">
                <a16:creationId xmlns:a16="http://schemas.microsoft.com/office/drawing/2014/main" id="{FD809EB9-4D08-C4DF-D361-B9A56039724A}"/>
              </a:ext>
            </a:extLst>
          </p:cNvPr>
          <p:cNvSpPr txBox="1"/>
          <p:nvPr/>
        </p:nvSpPr>
        <p:spPr>
          <a:xfrm>
            <a:off x="2593280" y="6039499"/>
            <a:ext cx="2092904" cy="463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状态图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71" name="表格 370">
                <a:extLst>
                  <a:ext uri="{FF2B5EF4-FFF2-40B4-BE49-F238E27FC236}">
                    <a16:creationId xmlns:a16="http://schemas.microsoft.com/office/drawing/2014/main" id="{05F952C5-89DF-5D0D-BD03-FC3ED19B2C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4311042"/>
                  </p:ext>
                </p:extLst>
              </p:nvPr>
            </p:nvGraphicFramePr>
            <p:xfrm>
              <a:off x="7200000" y="1637024"/>
              <a:ext cx="4178661" cy="3657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92887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</a:tblGrid>
                  <a:tr h="392758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S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S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p>
                              <m: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</m:t>
                              </m:r>
                            </m:oMath>
                          </a14:m>
                          <a:r>
                            <a:rPr lang="zh-CN" altLang="en-US" sz="2400" i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392758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𝑎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𝑏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/0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𝑓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/1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/0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𝑎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/0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𝑑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/0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𝑏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/0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𝑒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/0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/0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𝑓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/0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𝑑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/0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𝑎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/1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𝑒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/0</m:t>
                              </m:r>
                            </m:oMath>
                          </a14:m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71" name="表格 370">
                <a:extLst>
                  <a:ext uri="{FF2B5EF4-FFF2-40B4-BE49-F238E27FC236}">
                    <a16:creationId xmlns:a16="http://schemas.microsoft.com/office/drawing/2014/main" id="{05F952C5-89DF-5D0D-BD03-FC3ED19B2C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4311042"/>
                  </p:ext>
                </p:extLst>
              </p:nvPr>
            </p:nvGraphicFramePr>
            <p:xfrm>
              <a:off x="7200000" y="1637024"/>
              <a:ext cx="4178661" cy="3657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92887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</a:tblGrid>
                  <a:tr h="457200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7" t="-667" r="-200437" b="-310000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328" t="-1333" r="-438" b="-72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877" t="-101333" r="-101316" b="-6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000" t="-101333" r="-873" b="-6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7" t="-201333" r="-200437" b="-5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877" t="-201333" r="-101316" b="-5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000" t="-201333" r="-873" b="-5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7" t="-297368" r="-200437" b="-41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877" t="-297368" r="-101316" b="-41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000" t="-297368" r="-873" b="-4131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7" t="-402667" r="-200437" b="-31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877" t="-402667" r="-101316" b="-31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000" t="-402667" r="-873" b="-318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7" t="-502667" r="-200437" b="-21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877" t="-502667" r="-101316" b="-21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000" t="-502667" r="-873" b="-218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7" t="-602667" r="-200437" b="-11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877" t="-602667" r="-101316" b="-11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000" t="-602667" r="-873" b="-118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7" t="-702667" r="-200437" b="-1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877" t="-702667" r="-101316" b="-1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000" t="-702667" r="-873" b="-18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72" name="文本框 371">
            <a:extLst>
              <a:ext uri="{FF2B5EF4-FFF2-40B4-BE49-F238E27FC236}">
                <a16:creationId xmlns:a16="http://schemas.microsoft.com/office/drawing/2014/main" id="{F88D2FA8-8D46-BC4F-D688-7332E651181D}"/>
              </a:ext>
            </a:extLst>
          </p:cNvPr>
          <p:cNvSpPr txBox="1"/>
          <p:nvPr/>
        </p:nvSpPr>
        <p:spPr>
          <a:xfrm>
            <a:off x="7200000" y="1168504"/>
            <a:ext cx="4178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状态表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Oval 45">
                <a:extLst>
                  <a:ext uri="{FF2B5EF4-FFF2-40B4-BE49-F238E27FC236}">
                    <a16:creationId xmlns:a16="http://schemas.microsoft.com/office/drawing/2014/main" id="{5CC6D3A2-7536-B204-AB7D-B1BBB06675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3127" y="3251273"/>
                <a:ext cx="599047" cy="59904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b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altLang="zh-CN" b="0" i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68" name="Oval 45">
                <a:extLst>
                  <a:ext uri="{FF2B5EF4-FFF2-40B4-BE49-F238E27FC236}">
                    <a16:creationId xmlns:a16="http://schemas.microsoft.com/office/drawing/2014/main" id="{5CC6D3A2-7536-B204-AB7D-B1BBB06675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13127" y="3251273"/>
                <a:ext cx="599047" cy="599047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Oval 45">
                <a:extLst>
                  <a:ext uri="{FF2B5EF4-FFF2-40B4-BE49-F238E27FC236}">
                    <a16:creationId xmlns:a16="http://schemas.microsoft.com/office/drawing/2014/main" id="{16C571F9-7221-7B75-60FD-D4CB4A410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7137" y="3251273"/>
                <a:ext cx="599047" cy="59904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b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zh-CN" b="0" i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69" name="Oval 45">
                <a:extLst>
                  <a:ext uri="{FF2B5EF4-FFF2-40B4-BE49-F238E27FC236}">
                    <a16:creationId xmlns:a16="http://schemas.microsoft.com/office/drawing/2014/main" id="{16C571F9-7221-7B75-60FD-D4CB4A4102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87137" y="3251273"/>
                <a:ext cx="599047" cy="599047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Oval 45">
                <a:extLst>
                  <a:ext uri="{FF2B5EF4-FFF2-40B4-BE49-F238E27FC236}">
                    <a16:creationId xmlns:a16="http://schemas.microsoft.com/office/drawing/2014/main" id="{6C7C070D-13E0-27B5-3C79-8CCAA0B2AE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4202" y="5157295"/>
                <a:ext cx="599047" cy="59904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b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altLang="zh-CN" b="0" i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70" name="Oval 45">
                <a:extLst>
                  <a:ext uri="{FF2B5EF4-FFF2-40B4-BE49-F238E27FC236}">
                    <a16:creationId xmlns:a16="http://schemas.microsoft.com/office/drawing/2014/main" id="{6C7C070D-13E0-27B5-3C79-8CCAA0B2AE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94202" y="5157295"/>
                <a:ext cx="599047" cy="599047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1" name="Oval 45">
                <a:extLst>
                  <a:ext uri="{FF2B5EF4-FFF2-40B4-BE49-F238E27FC236}">
                    <a16:creationId xmlns:a16="http://schemas.microsoft.com/office/drawing/2014/main" id="{F975FEB0-97F1-13EE-7286-417C814FE8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7137" y="5157295"/>
                <a:ext cx="599047" cy="59904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b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altLang="zh-CN" b="0" i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71" name="Oval 45">
                <a:extLst>
                  <a:ext uri="{FF2B5EF4-FFF2-40B4-BE49-F238E27FC236}">
                    <a16:creationId xmlns:a16="http://schemas.microsoft.com/office/drawing/2014/main" id="{F975FEB0-97F1-13EE-7286-417C814FE8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87137" y="5157295"/>
                <a:ext cx="599047" cy="599047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Oval 45">
                <a:extLst>
                  <a:ext uri="{FF2B5EF4-FFF2-40B4-BE49-F238E27FC236}">
                    <a16:creationId xmlns:a16="http://schemas.microsoft.com/office/drawing/2014/main" id="{F300349D-F91C-AAB6-F507-4070A9E499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8400" y="4204283"/>
                <a:ext cx="599047" cy="59904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b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altLang="zh-CN" b="0" i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73" name="Oval 45">
                <a:extLst>
                  <a:ext uri="{FF2B5EF4-FFF2-40B4-BE49-F238E27FC236}">
                    <a16:creationId xmlns:a16="http://schemas.microsoft.com/office/drawing/2014/main" id="{F300349D-F91C-AAB6-F507-4070A9E499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18400" y="4204283"/>
                <a:ext cx="599047" cy="599047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4" name="Oval 45">
                <a:extLst>
                  <a:ext uri="{FF2B5EF4-FFF2-40B4-BE49-F238E27FC236}">
                    <a16:creationId xmlns:a16="http://schemas.microsoft.com/office/drawing/2014/main" id="{6F554F60-F5BA-E22D-0D33-144BD050A5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6198" y="4204284"/>
                <a:ext cx="599047" cy="59904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b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altLang="zh-CN" b="0" i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74" name="Oval 45">
                <a:extLst>
                  <a:ext uri="{FF2B5EF4-FFF2-40B4-BE49-F238E27FC236}">
                    <a16:creationId xmlns:a16="http://schemas.microsoft.com/office/drawing/2014/main" id="{6F554F60-F5BA-E22D-0D33-144BD050A5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26198" y="4204284"/>
                <a:ext cx="599047" cy="599047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5" name="直接箭头连接符 274">
            <a:extLst>
              <a:ext uri="{FF2B5EF4-FFF2-40B4-BE49-F238E27FC236}">
                <a16:creationId xmlns:a16="http://schemas.microsoft.com/office/drawing/2014/main" id="{98E9740E-3978-2377-AB3B-1F1643C61FF9}"/>
              </a:ext>
            </a:extLst>
          </p:cNvPr>
          <p:cNvCxnSpPr>
            <a:cxnSpLocks/>
            <a:stCxn id="269" idx="6"/>
            <a:endCxn id="273" idx="0"/>
          </p:cNvCxnSpPr>
          <p:nvPr/>
        </p:nvCxnSpPr>
        <p:spPr>
          <a:xfrm>
            <a:off x="4686184" y="3550797"/>
            <a:ext cx="731740" cy="653486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接箭头连接符 275">
            <a:extLst>
              <a:ext uri="{FF2B5EF4-FFF2-40B4-BE49-F238E27FC236}">
                <a16:creationId xmlns:a16="http://schemas.microsoft.com/office/drawing/2014/main" id="{BC4616FB-F79F-AACF-D914-D68A9F723ACD}"/>
              </a:ext>
            </a:extLst>
          </p:cNvPr>
          <p:cNvCxnSpPr>
            <a:cxnSpLocks/>
            <a:stCxn id="268" idx="7"/>
            <a:endCxn id="269" idx="1"/>
          </p:cNvCxnSpPr>
          <p:nvPr/>
        </p:nvCxnSpPr>
        <p:spPr>
          <a:xfrm>
            <a:off x="3124446" y="3339001"/>
            <a:ext cx="105041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接箭头连接符 276">
            <a:extLst>
              <a:ext uri="{FF2B5EF4-FFF2-40B4-BE49-F238E27FC236}">
                <a16:creationId xmlns:a16="http://schemas.microsoft.com/office/drawing/2014/main" id="{14FF84FE-AD5E-71A3-09A9-8BAC64CD785A}"/>
              </a:ext>
            </a:extLst>
          </p:cNvPr>
          <p:cNvCxnSpPr>
            <a:cxnSpLocks/>
            <a:stCxn id="269" idx="2"/>
            <a:endCxn id="268" idx="6"/>
          </p:cNvCxnSpPr>
          <p:nvPr/>
        </p:nvCxnSpPr>
        <p:spPr>
          <a:xfrm flipH="1">
            <a:off x="3212174" y="3550797"/>
            <a:ext cx="87496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直接箭头连接符 277">
            <a:extLst>
              <a:ext uri="{FF2B5EF4-FFF2-40B4-BE49-F238E27FC236}">
                <a16:creationId xmlns:a16="http://schemas.microsoft.com/office/drawing/2014/main" id="{0D58CAEE-82E0-6C9C-BE72-28D4A93CB2C1}"/>
              </a:ext>
            </a:extLst>
          </p:cNvPr>
          <p:cNvCxnSpPr>
            <a:cxnSpLocks/>
            <a:stCxn id="273" idx="4"/>
            <a:endCxn id="271" idx="6"/>
          </p:cNvCxnSpPr>
          <p:nvPr/>
        </p:nvCxnSpPr>
        <p:spPr>
          <a:xfrm flipH="1">
            <a:off x="4686184" y="4803330"/>
            <a:ext cx="731740" cy="653489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直接箭头连接符 279">
            <a:extLst>
              <a:ext uri="{FF2B5EF4-FFF2-40B4-BE49-F238E27FC236}">
                <a16:creationId xmlns:a16="http://schemas.microsoft.com/office/drawing/2014/main" id="{7E39EB5C-24B4-F115-C122-C2A9D5C893FB}"/>
              </a:ext>
            </a:extLst>
          </p:cNvPr>
          <p:cNvCxnSpPr>
            <a:cxnSpLocks/>
            <a:stCxn id="271" idx="3"/>
            <a:endCxn id="270" idx="5"/>
          </p:cNvCxnSpPr>
          <p:nvPr/>
        </p:nvCxnSpPr>
        <p:spPr>
          <a:xfrm flipH="1">
            <a:off x="3105521" y="5668614"/>
            <a:ext cx="106934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直接箭头连接符 280">
            <a:extLst>
              <a:ext uri="{FF2B5EF4-FFF2-40B4-BE49-F238E27FC236}">
                <a16:creationId xmlns:a16="http://schemas.microsoft.com/office/drawing/2014/main" id="{96B5CA90-C844-CD21-51A8-C99C77DF7DD5}"/>
              </a:ext>
            </a:extLst>
          </p:cNvPr>
          <p:cNvCxnSpPr>
            <a:cxnSpLocks/>
            <a:stCxn id="270" idx="2"/>
            <a:endCxn id="274" idx="4"/>
          </p:cNvCxnSpPr>
          <p:nvPr/>
        </p:nvCxnSpPr>
        <p:spPr>
          <a:xfrm flipH="1" flipV="1">
            <a:off x="1925722" y="4803331"/>
            <a:ext cx="668480" cy="653488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直接箭头连接符 281">
            <a:extLst>
              <a:ext uri="{FF2B5EF4-FFF2-40B4-BE49-F238E27FC236}">
                <a16:creationId xmlns:a16="http://schemas.microsoft.com/office/drawing/2014/main" id="{BE41E73F-D387-05F5-F40F-CAC1205A0294}"/>
              </a:ext>
            </a:extLst>
          </p:cNvPr>
          <p:cNvCxnSpPr>
            <a:cxnSpLocks/>
            <a:stCxn id="274" idx="0"/>
            <a:endCxn id="268" idx="2"/>
          </p:cNvCxnSpPr>
          <p:nvPr/>
        </p:nvCxnSpPr>
        <p:spPr>
          <a:xfrm flipV="1">
            <a:off x="1925722" y="3550797"/>
            <a:ext cx="687405" cy="653487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直接箭头连接符 290">
            <a:extLst>
              <a:ext uri="{FF2B5EF4-FFF2-40B4-BE49-F238E27FC236}">
                <a16:creationId xmlns:a16="http://schemas.microsoft.com/office/drawing/2014/main" id="{399CC630-43E6-A25B-5023-A0AD4C608BF8}"/>
              </a:ext>
            </a:extLst>
          </p:cNvPr>
          <p:cNvCxnSpPr>
            <a:cxnSpLocks/>
            <a:stCxn id="268" idx="3"/>
            <a:endCxn id="274" idx="7"/>
          </p:cNvCxnSpPr>
          <p:nvPr/>
        </p:nvCxnSpPr>
        <p:spPr>
          <a:xfrm flipH="1">
            <a:off x="2137517" y="3762592"/>
            <a:ext cx="563338" cy="52942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直接箭头连接符 291">
            <a:extLst>
              <a:ext uri="{FF2B5EF4-FFF2-40B4-BE49-F238E27FC236}">
                <a16:creationId xmlns:a16="http://schemas.microsoft.com/office/drawing/2014/main" id="{F7E5922A-0A17-C7D2-8598-460F536816AC}"/>
              </a:ext>
            </a:extLst>
          </p:cNvPr>
          <p:cNvCxnSpPr>
            <a:cxnSpLocks/>
            <a:stCxn id="274" idx="5"/>
            <a:endCxn id="270" idx="1"/>
          </p:cNvCxnSpPr>
          <p:nvPr/>
        </p:nvCxnSpPr>
        <p:spPr>
          <a:xfrm>
            <a:off x="2137517" y="4715603"/>
            <a:ext cx="544413" cy="52942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直接箭头连接符 293">
            <a:extLst>
              <a:ext uri="{FF2B5EF4-FFF2-40B4-BE49-F238E27FC236}">
                <a16:creationId xmlns:a16="http://schemas.microsoft.com/office/drawing/2014/main" id="{E0B5F264-1D6F-924E-C828-5280638C08C5}"/>
              </a:ext>
            </a:extLst>
          </p:cNvPr>
          <p:cNvCxnSpPr>
            <a:cxnSpLocks/>
            <a:stCxn id="270" idx="6"/>
            <a:endCxn id="271" idx="2"/>
          </p:cNvCxnSpPr>
          <p:nvPr/>
        </p:nvCxnSpPr>
        <p:spPr>
          <a:xfrm>
            <a:off x="3193249" y="5456819"/>
            <a:ext cx="8938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直接箭头连接符 294">
            <a:extLst>
              <a:ext uri="{FF2B5EF4-FFF2-40B4-BE49-F238E27FC236}">
                <a16:creationId xmlns:a16="http://schemas.microsoft.com/office/drawing/2014/main" id="{FDF3B77D-6BF5-6FAB-30E1-5702F12F2ED2}"/>
              </a:ext>
            </a:extLst>
          </p:cNvPr>
          <p:cNvCxnSpPr>
            <a:cxnSpLocks/>
            <a:stCxn id="273" idx="1"/>
            <a:endCxn id="269" idx="5"/>
          </p:cNvCxnSpPr>
          <p:nvPr/>
        </p:nvCxnSpPr>
        <p:spPr>
          <a:xfrm flipH="1" flipV="1">
            <a:off x="4598456" y="3762592"/>
            <a:ext cx="607672" cy="529419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直接箭头连接符 296">
            <a:extLst>
              <a:ext uri="{FF2B5EF4-FFF2-40B4-BE49-F238E27FC236}">
                <a16:creationId xmlns:a16="http://schemas.microsoft.com/office/drawing/2014/main" id="{B1DE94E7-CD0C-F832-1E04-DB36C00AB23A}"/>
              </a:ext>
            </a:extLst>
          </p:cNvPr>
          <p:cNvCxnSpPr>
            <a:cxnSpLocks/>
            <a:stCxn id="271" idx="7"/>
            <a:endCxn id="273" idx="3"/>
          </p:cNvCxnSpPr>
          <p:nvPr/>
        </p:nvCxnSpPr>
        <p:spPr>
          <a:xfrm flipV="1">
            <a:off x="4598456" y="4715602"/>
            <a:ext cx="607672" cy="529421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8" name="Text Box 9">
                <a:extLst>
                  <a:ext uri="{FF2B5EF4-FFF2-40B4-BE49-F238E27FC236}">
                    <a16:creationId xmlns:a16="http://schemas.microsoft.com/office/drawing/2014/main" id="{68F76A9B-657D-DE05-F368-AF9B3C562F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6377" y="2902164"/>
                <a:ext cx="76655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98" name="Text Box 9">
                <a:extLst>
                  <a:ext uri="{FF2B5EF4-FFF2-40B4-BE49-F238E27FC236}">
                    <a16:creationId xmlns:a16="http://schemas.microsoft.com/office/drawing/2014/main" id="{68F76A9B-657D-DE05-F368-AF9B3C562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66377" y="2902164"/>
                <a:ext cx="766557" cy="461665"/>
              </a:xfrm>
              <a:prstGeom prst="rect">
                <a:avLst/>
              </a:prstGeom>
              <a:blipFill>
                <a:blip r:embed="rId10"/>
                <a:stretch>
                  <a:fillRect b="-184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2" name="Text Box 9">
                <a:extLst>
                  <a:ext uri="{FF2B5EF4-FFF2-40B4-BE49-F238E27FC236}">
                    <a16:creationId xmlns:a16="http://schemas.microsoft.com/office/drawing/2014/main" id="{1F66E458-C96F-2F5A-9D35-1340F9B17D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1128" y="3443095"/>
                <a:ext cx="76655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02" name="Text Box 9">
                <a:extLst>
                  <a:ext uri="{FF2B5EF4-FFF2-40B4-BE49-F238E27FC236}">
                    <a16:creationId xmlns:a16="http://schemas.microsoft.com/office/drawing/2014/main" id="{1F66E458-C96F-2F5A-9D35-1340F9B17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01128" y="3443095"/>
                <a:ext cx="766557" cy="461665"/>
              </a:xfrm>
              <a:prstGeom prst="rect">
                <a:avLst/>
              </a:prstGeom>
              <a:blipFill>
                <a:blip r:embed="rId11"/>
                <a:stretch>
                  <a:fillRect b="-184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3" name="Text Box 9">
                <a:extLst>
                  <a:ext uri="{FF2B5EF4-FFF2-40B4-BE49-F238E27FC236}">
                    <a16:creationId xmlns:a16="http://schemas.microsoft.com/office/drawing/2014/main" id="{C11363FC-3D2F-2E8B-E03E-D6F3A1DAEE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1128" y="5091032"/>
                <a:ext cx="76655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03" name="Text Box 9">
                <a:extLst>
                  <a:ext uri="{FF2B5EF4-FFF2-40B4-BE49-F238E27FC236}">
                    <a16:creationId xmlns:a16="http://schemas.microsoft.com/office/drawing/2014/main" id="{C11363FC-3D2F-2E8B-E03E-D6F3A1DAE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01128" y="5091032"/>
                <a:ext cx="766557" cy="461665"/>
              </a:xfrm>
              <a:prstGeom prst="rect">
                <a:avLst/>
              </a:prstGeom>
              <a:blipFill>
                <a:blip r:embed="rId12"/>
                <a:stretch>
                  <a:fillRect b="-184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4" name="Text Box 9">
                <a:extLst>
                  <a:ext uri="{FF2B5EF4-FFF2-40B4-BE49-F238E27FC236}">
                    <a16:creationId xmlns:a16="http://schemas.microsoft.com/office/drawing/2014/main" id="{E812DBB4-8229-DAB4-765F-992D3059E3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70984" y="5603300"/>
                <a:ext cx="76655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04" name="Text Box 9">
                <a:extLst>
                  <a:ext uri="{FF2B5EF4-FFF2-40B4-BE49-F238E27FC236}">
                    <a16:creationId xmlns:a16="http://schemas.microsoft.com/office/drawing/2014/main" id="{E812DBB4-8229-DAB4-765F-992D3059E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70984" y="5603300"/>
                <a:ext cx="766557" cy="461665"/>
              </a:xfrm>
              <a:prstGeom prst="rect">
                <a:avLst/>
              </a:prstGeom>
              <a:blipFill>
                <a:blip r:embed="rId13"/>
                <a:stretch>
                  <a:fillRect b="-184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5" name="Text Box 9">
                <a:extLst>
                  <a:ext uri="{FF2B5EF4-FFF2-40B4-BE49-F238E27FC236}">
                    <a16:creationId xmlns:a16="http://schemas.microsoft.com/office/drawing/2014/main" id="{09371983-EB04-63A6-38E8-F845489963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9441" y="5091032"/>
                <a:ext cx="76655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05" name="Text Box 9">
                <a:extLst>
                  <a:ext uri="{FF2B5EF4-FFF2-40B4-BE49-F238E27FC236}">
                    <a16:creationId xmlns:a16="http://schemas.microsoft.com/office/drawing/2014/main" id="{09371983-EB04-63A6-38E8-F845489963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29441" y="5091032"/>
                <a:ext cx="766557" cy="461665"/>
              </a:xfrm>
              <a:prstGeom prst="rect">
                <a:avLst/>
              </a:prstGeom>
              <a:blipFill>
                <a:blip r:embed="rId14"/>
                <a:stretch>
                  <a:fillRect b="-184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6" name="Text Box 9">
                <a:extLst>
                  <a:ext uri="{FF2B5EF4-FFF2-40B4-BE49-F238E27FC236}">
                    <a16:creationId xmlns:a16="http://schemas.microsoft.com/office/drawing/2014/main" id="{1BF7F90E-C132-F0D6-2252-B16A400865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7137" y="3443094"/>
                <a:ext cx="76655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/1</m:t>
                      </m:r>
                    </m:oMath>
                  </m:oMathPara>
                </a14:m>
                <a:endPara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06" name="Text Box 9">
                <a:extLst>
                  <a:ext uri="{FF2B5EF4-FFF2-40B4-BE49-F238E27FC236}">
                    <a16:creationId xmlns:a16="http://schemas.microsoft.com/office/drawing/2014/main" id="{1BF7F90E-C132-F0D6-2252-B16A40086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27137" y="3443094"/>
                <a:ext cx="766557" cy="461665"/>
              </a:xfrm>
              <a:prstGeom prst="rect">
                <a:avLst/>
              </a:prstGeom>
              <a:blipFill>
                <a:blip r:embed="rId15"/>
                <a:stretch>
                  <a:fillRect b="-184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" name="Text Box 9">
                <a:extLst>
                  <a:ext uri="{FF2B5EF4-FFF2-40B4-BE49-F238E27FC236}">
                    <a16:creationId xmlns:a16="http://schemas.microsoft.com/office/drawing/2014/main" id="{0EEB3326-690A-F3D1-C8D8-1BEA90D4E0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6376" y="3510309"/>
                <a:ext cx="76655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1/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07" name="Text Box 9">
                <a:extLst>
                  <a:ext uri="{FF2B5EF4-FFF2-40B4-BE49-F238E27FC236}">
                    <a16:creationId xmlns:a16="http://schemas.microsoft.com/office/drawing/2014/main" id="{0EEB3326-690A-F3D1-C8D8-1BEA90D4E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66376" y="3510309"/>
                <a:ext cx="766557" cy="461665"/>
              </a:xfrm>
              <a:prstGeom prst="rect">
                <a:avLst/>
              </a:prstGeom>
              <a:blipFill>
                <a:blip r:embed="rId16"/>
                <a:stretch>
                  <a:fillRect b="-184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Text Box 9">
                <a:extLst>
                  <a:ext uri="{FF2B5EF4-FFF2-40B4-BE49-F238E27FC236}">
                    <a16:creationId xmlns:a16="http://schemas.microsoft.com/office/drawing/2014/main" id="{F569F50E-6596-1362-2FDB-C8D7B5CE83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46902" y="3965619"/>
                <a:ext cx="76655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1/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08" name="Text Box 9">
                <a:extLst>
                  <a:ext uri="{FF2B5EF4-FFF2-40B4-BE49-F238E27FC236}">
                    <a16:creationId xmlns:a16="http://schemas.microsoft.com/office/drawing/2014/main" id="{F569F50E-6596-1362-2FDB-C8D7B5CE8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6902" y="3965619"/>
                <a:ext cx="766557" cy="461665"/>
              </a:xfrm>
              <a:prstGeom prst="rect">
                <a:avLst/>
              </a:prstGeom>
              <a:blipFill>
                <a:blip r:embed="rId17"/>
                <a:stretch>
                  <a:fillRect b="-20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9" name="Text Box 9">
                <a:extLst>
                  <a:ext uri="{FF2B5EF4-FFF2-40B4-BE49-F238E27FC236}">
                    <a16:creationId xmlns:a16="http://schemas.microsoft.com/office/drawing/2014/main" id="{56BA7A05-F053-3D86-6865-CBFE2FB8B2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46902" y="4558248"/>
                <a:ext cx="76655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1/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09" name="Text Box 9">
                <a:extLst>
                  <a:ext uri="{FF2B5EF4-FFF2-40B4-BE49-F238E27FC236}">
                    <a16:creationId xmlns:a16="http://schemas.microsoft.com/office/drawing/2014/main" id="{56BA7A05-F053-3D86-6865-CBFE2FB8B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6902" y="4558248"/>
                <a:ext cx="766557" cy="461665"/>
              </a:xfrm>
              <a:prstGeom prst="rect">
                <a:avLst/>
              </a:prstGeom>
              <a:blipFill>
                <a:blip r:embed="rId18"/>
                <a:stretch>
                  <a:fillRect b="-20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Text Box 9">
                <a:extLst>
                  <a:ext uri="{FF2B5EF4-FFF2-40B4-BE49-F238E27FC236}">
                    <a16:creationId xmlns:a16="http://schemas.microsoft.com/office/drawing/2014/main" id="{4D44BA27-7284-2B6B-8331-1B234BDCBC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6375" y="5019981"/>
                <a:ext cx="76655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1/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10" name="Text Box 9">
                <a:extLst>
                  <a:ext uri="{FF2B5EF4-FFF2-40B4-BE49-F238E27FC236}">
                    <a16:creationId xmlns:a16="http://schemas.microsoft.com/office/drawing/2014/main" id="{4D44BA27-7284-2B6B-8331-1B234BDCB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66375" y="5019981"/>
                <a:ext cx="766557" cy="461665"/>
              </a:xfrm>
              <a:prstGeom prst="rect">
                <a:avLst/>
              </a:prstGeom>
              <a:blipFill>
                <a:blip r:embed="rId19"/>
                <a:stretch>
                  <a:fillRect b="-184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1" name="Text Box 9">
                <a:extLst>
                  <a:ext uri="{FF2B5EF4-FFF2-40B4-BE49-F238E27FC236}">
                    <a16:creationId xmlns:a16="http://schemas.microsoft.com/office/drawing/2014/main" id="{A18FA25F-B537-A56B-A82C-DF1EDFD835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5245" y="4560676"/>
                <a:ext cx="76655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1/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11" name="Text Box 9">
                <a:extLst>
                  <a:ext uri="{FF2B5EF4-FFF2-40B4-BE49-F238E27FC236}">
                    <a16:creationId xmlns:a16="http://schemas.microsoft.com/office/drawing/2014/main" id="{A18FA25F-B537-A56B-A82C-DF1EDFD835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5245" y="4560676"/>
                <a:ext cx="766557" cy="461665"/>
              </a:xfrm>
              <a:prstGeom prst="rect">
                <a:avLst/>
              </a:prstGeom>
              <a:blipFill>
                <a:blip r:embed="rId20"/>
                <a:stretch>
                  <a:fillRect b="-184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2" name="Text Box 9">
                <a:extLst>
                  <a:ext uri="{FF2B5EF4-FFF2-40B4-BE49-F238E27FC236}">
                    <a16:creationId xmlns:a16="http://schemas.microsoft.com/office/drawing/2014/main" id="{0C63BAE4-2C80-D852-76BD-6D69FDCAA0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5245" y="3961742"/>
                <a:ext cx="76655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1/1</m:t>
                      </m:r>
                    </m:oMath>
                  </m:oMathPara>
                </a14:m>
                <a:endPara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12" name="Text Box 9">
                <a:extLst>
                  <a:ext uri="{FF2B5EF4-FFF2-40B4-BE49-F238E27FC236}">
                    <a16:creationId xmlns:a16="http://schemas.microsoft.com/office/drawing/2014/main" id="{0C63BAE4-2C80-D852-76BD-6D69FDCAA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5245" y="3961742"/>
                <a:ext cx="766557" cy="461665"/>
              </a:xfrm>
              <a:prstGeom prst="rect">
                <a:avLst/>
              </a:prstGeom>
              <a:blipFill>
                <a:blip r:embed="rId21"/>
                <a:stretch>
                  <a:fillRect b="-184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94DF69F8-4A50-990B-B90D-3B8144FF6CAB}"/>
              </a:ext>
            </a:extLst>
          </p:cNvPr>
          <p:cNvGrpSpPr/>
          <p:nvPr/>
        </p:nvGrpSpPr>
        <p:grpSpPr>
          <a:xfrm>
            <a:off x="288000" y="2880000"/>
            <a:ext cx="1440243" cy="756716"/>
            <a:chOff x="289796" y="2872050"/>
            <a:chExt cx="1440243" cy="7567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6" name="Text Box 9">
                  <a:extLst>
                    <a:ext uri="{FF2B5EF4-FFF2-40B4-BE49-F238E27FC236}">
                      <a16:creationId xmlns:a16="http://schemas.microsoft.com/office/drawing/2014/main" id="{599552BC-C4D3-5156-A3FA-B4B7434CCBE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1872" y="2872050"/>
                  <a:ext cx="79220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kumimoji="1" lang="en-US" altLang="zh-CN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16" name="Text Box 9">
                  <a:extLst>
                    <a:ext uri="{FF2B5EF4-FFF2-40B4-BE49-F238E27FC236}">
                      <a16:creationId xmlns:a16="http://schemas.microsoft.com/office/drawing/2014/main" id="{599552BC-C4D3-5156-A3FA-B4B7434CCB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1872" y="2872050"/>
                  <a:ext cx="792205" cy="461665"/>
                </a:xfrm>
                <a:prstGeom prst="rect">
                  <a:avLst/>
                </a:prstGeom>
                <a:blipFill>
                  <a:blip r:embed="rId22"/>
                  <a:stretch>
                    <a:fillRect b="-1842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7" name="Oval 45">
                  <a:extLst>
                    <a:ext uri="{FF2B5EF4-FFF2-40B4-BE49-F238E27FC236}">
                      <a16:creationId xmlns:a16="http://schemas.microsoft.com/office/drawing/2014/main" id="{6D30626D-F821-6243-3537-2FB39047AE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9796" y="3029719"/>
                  <a:ext cx="599047" cy="59904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en-US" altLang="zh-CN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17" name="Oval 45">
                  <a:extLst>
                    <a:ext uri="{FF2B5EF4-FFF2-40B4-BE49-F238E27FC236}">
                      <a16:creationId xmlns:a16="http://schemas.microsoft.com/office/drawing/2014/main" id="{6D30626D-F821-6243-3537-2FB39047AE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9796" y="3029719"/>
                  <a:ext cx="599047" cy="599047"/>
                </a:xfrm>
                <a:prstGeom prst="ellipse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9" name="直接箭头连接符 318">
              <a:extLst>
                <a:ext uri="{FF2B5EF4-FFF2-40B4-BE49-F238E27FC236}">
                  <a16:creationId xmlns:a16="http://schemas.microsoft.com/office/drawing/2014/main" id="{3F94C9E9-4A3C-B553-700B-AEAE0712F68B}"/>
                </a:ext>
              </a:extLst>
            </p:cNvPr>
            <p:cNvCxnSpPr>
              <a:cxnSpLocks/>
              <a:stCxn id="317" idx="6"/>
            </p:cNvCxnSpPr>
            <p:nvPr/>
          </p:nvCxnSpPr>
          <p:spPr>
            <a:xfrm>
              <a:off x="888843" y="3329243"/>
              <a:ext cx="84119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标题 1">
            <a:extLst>
              <a:ext uri="{FF2B5EF4-FFF2-40B4-BE49-F238E27FC236}">
                <a16:creationId xmlns:a16="http://schemas.microsoft.com/office/drawing/2014/main" id="{41D390B1-DC57-BF5C-2832-7E22FA3D97B9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486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E5343-124F-2602-117D-26F5B544B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>
            <a:extLst>
              <a:ext uri="{FF2B5EF4-FFF2-40B4-BE49-F238E27FC236}">
                <a16:creationId xmlns:a16="http://schemas.microsoft.com/office/drawing/2014/main" id="{51A20D2D-DA6A-5B87-119B-2D1D39C8F9F9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BF95BE74-94AB-02D6-6DF4-FE63BAECFC43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" name="箭头: 五边形 46">
                <a:extLst>
                  <a:ext uri="{FF2B5EF4-FFF2-40B4-BE49-F238E27FC236}">
                    <a16:creationId xmlns:a16="http://schemas.microsoft.com/office/drawing/2014/main" id="{2DEB215B-42F0-FB25-B476-C9BB19860867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箭头: V 形 47">
                <a:extLst>
                  <a:ext uri="{FF2B5EF4-FFF2-40B4-BE49-F238E27FC236}">
                    <a16:creationId xmlns:a16="http://schemas.microsoft.com/office/drawing/2014/main" id="{80D5C6EC-8C43-CAB6-AEEF-2350B40ADD52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6" name="灯片编号占位符 3">
              <a:extLst>
                <a:ext uri="{FF2B5EF4-FFF2-40B4-BE49-F238E27FC236}">
                  <a16:creationId xmlns:a16="http://schemas.microsoft.com/office/drawing/2014/main" id="{995F233D-9814-5DA4-149D-A3EA32E58ED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18AB1EBB-E764-0572-CA5A-950BDE019423}"/>
              </a:ext>
            </a:extLst>
          </p:cNvPr>
          <p:cNvSpPr txBox="1"/>
          <p:nvPr/>
        </p:nvSpPr>
        <p:spPr>
          <a:xfrm>
            <a:off x="360000" y="828000"/>
            <a:ext cx="5443349" cy="109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可逆六进制计数器的设计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状态分配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状态编码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0547C86-4AE1-2A96-3A71-AA421BF4FBDA}"/>
                  </a:ext>
                </a:extLst>
              </p:cNvPr>
              <p:cNvSpPr txBox="1"/>
              <p:nvPr/>
            </p:nvSpPr>
            <p:spPr>
              <a:xfrm>
                <a:off x="360000" y="1872000"/>
                <a:ext cx="6266527" cy="13843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，因此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𝑁</m:t>
                    </m:r>
                    <m:r>
                      <a:rPr kumimoji="1"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=3</m:t>
                    </m:r>
                  </m:oMath>
                </a14:m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sSubSup>
                      <m:sSubSup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sSubSup>
                      <m:sSubSup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kumimoji="1"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顺序码：</a:t>
                </a:r>
                <a:r>
                  <a:rPr kumimoji="1"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000~101</a:t>
                </a: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；独热码：需要 </a:t>
                </a:r>
                <a:r>
                  <a:rPr kumimoji="1"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 </a:t>
                </a: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位；</a:t>
                </a:r>
                <a:endParaRPr kumimoji="1"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循环码：如下：</a:t>
                </a:r>
                <a:endParaRPr kumimoji="1"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5F6971B-4D04-F07F-E5FB-12A68895FA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872000"/>
                <a:ext cx="6266527" cy="1384353"/>
              </a:xfrm>
              <a:prstGeom prst="rect">
                <a:avLst/>
              </a:prstGeom>
              <a:blipFill>
                <a:blip r:embed="rId2"/>
                <a:stretch>
                  <a:fillRect t="-881" r="-1556" b="-92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矩形 31">
            <a:extLst>
              <a:ext uri="{FF2B5EF4-FFF2-40B4-BE49-F238E27FC236}">
                <a16:creationId xmlns:a16="http://schemas.microsoft.com/office/drawing/2014/main" id="{61D9537F-470C-34AE-6EBB-3540622B1C97}"/>
              </a:ext>
            </a:extLst>
          </p:cNvPr>
          <p:cNvSpPr/>
          <p:nvPr/>
        </p:nvSpPr>
        <p:spPr>
          <a:xfrm>
            <a:off x="3519588" y="3492536"/>
            <a:ext cx="2482795" cy="3176053"/>
          </a:xfrm>
          <a:prstGeom prst="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4FC15C84-DBDC-2D34-4035-98D323187562}"/>
              </a:ext>
            </a:extLst>
          </p:cNvPr>
          <p:cNvSpPr/>
          <p:nvPr/>
        </p:nvSpPr>
        <p:spPr>
          <a:xfrm>
            <a:off x="6273000" y="3754800"/>
            <a:ext cx="642796" cy="461496"/>
          </a:xfrm>
          <a:prstGeom prst="rightArrow">
            <a:avLst>
              <a:gd name="adj1" fmla="val 40903"/>
              <a:gd name="adj2" fmla="val 52645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2A3EAB82-042D-1D06-3822-D0D9AF8E1899}"/>
                  </a:ext>
                </a:extLst>
              </p:cNvPr>
              <p:cNvSpPr txBox="1"/>
              <p:nvPr/>
            </p:nvSpPr>
            <p:spPr>
              <a:xfrm>
                <a:off x="360000" y="3754800"/>
                <a:ext cx="870883" cy="4712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2A3EAB82-042D-1D06-3822-D0D9AF8E1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754800"/>
                <a:ext cx="870883" cy="471283"/>
              </a:xfrm>
              <a:prstGeom prst="rect">
                <a:avLst/>
              </a:prstGeom>
              <a:blipFill>
                <a:blip r:embed="rId3"/>
                <a:stretch>
                  <a:fillRect l="-4895" b="-10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表格 19">
                <a:extLst>
                  <a:ext uri="{FF2B5EF4-FFF2-40B4-BE49-F238E27FC236}">
                    <a16:creationId xmlns:a16="http://schemas.microsoft.com/office/drawing/2014/main" id="{754A0D1D-D182-C31B-990C-A7F90286D3D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200000" y="1637024"/>
              <a:ext cx="4178661" cy="3657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92887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</a:tblGrid>
                  <a:tr h="392758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S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S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p>
                              <m: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</m:t>
                              </m:r>
                            </m:oMath>
                          </a14:m>
                          <a:r>
                            <a:rPr lang="zh-CN" altLang="en-US" sz="2400" i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392758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𝑎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𝑏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/0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𝑓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/1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/0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𝑎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/0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𝑑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/0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𝑏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/0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𝑒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/0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/0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𝑓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/0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𝑑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/0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𝑎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/1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𝑒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/0</m:t>
                              </m:r>
                            </m:oMath>
                          </a14:m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表格 19">
                <a:extLst>
                  <a:ext uri="{FF2B5EF4-FFF2-40B4-BE49-F238E27FC236}">
                    <a16:creationId xmlns:a16="http://schemas.microsoft.com/office/drawing/2014/main" id="{79BA732A-2D4E-7CDC-9B4D-D6DDE6B7F0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0470594"/>
                  </p:ext>
                </p:extLst>
              </p:nvPr>
            </p:nvGraphicFramePr>
            <p:xfrm>
              <a:off x="7200000" y="1637024"/>
              <a:ext cx="4178661" cy="3657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92887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</a:tblGrid>
                  <a:tr h="457200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437" t="-667" r="-200437" b="-310000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50328" t="-1333" r="-438" b="-72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100877" t="-101333" r="-101316" b="-6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200000" t="-101333" r="-873" b="-6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437" t="-201333" r="-200437" b="-5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100877" t="-201333" r="-101316" b="-5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200000" t="-201333" r="-873" b="-5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437" t="-297368" r="-200437" b="-41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100877" t="-297368" r="-101316" b="-41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200000" t="-297368" r="-873" b="-4131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437" t="-402667" r="-200437" b="-31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100877" t="-402667" r="-101316" b="-31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200000" t="-402667" r="-873" b="-318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437" t="-502667" r="-200437" b="-21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100877" t="-502667" r="-101316" b="-21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200000" t="-502667" r="-873" b="-218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437" t="-602667" r="-200437" b="-11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100877" t="-602667" r="-101316" b="-11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200000" t="-602667" r="-873" b="-118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437" t="-702667" r="-200437" b="-1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100877" t="-702667" r="-101316" b="-1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200000" t="-702667" r="-873" b="-18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2" name="文本框 21">
            <a:extLst>
              <a:ext uri="{FF2B5EF4-FFF2-40B4-BE49-F238E27FC236}">
                <a16:creationId xmlns:a16="http://schemas.microsoft.com/office/drawing/2014/main" id="{16E842BD-35E5-16BB-37C1-AA46AB846C01}"/>
              </a:ext>
            </a:extLst>
          </p:cNvPr>
          <p:cNvSpPr txBox="1"/>
          <p:nvPr/>
        </p:nvSpPr>
        <p:spPr>
          <a:xfrm>
            <a:off x="7200000" y="1168504"/>
            <a:ext cx="4178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状态表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D8CC984A-707B-11D5-E47B-3AB79917F631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38AFAF50-370B-9FF5-97DE-108196F178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9764655"/>
                  </p:ext>
                </p:extLst>
              </p:nvPr>
            </p:nvGraphicFramePr>
            <p:xfrm>
              <a:off x="1303800" y="4229073"/>
              <a:ext cx="1309690" cy="225096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54845">
                      <a:extLst>
                        <a:ext uri="{9D8B030D-6E8A-4147-A177-3AD203B41FA5}">
                          <a16:colId xmlns:a16="http://schemas.microsoft.com/office/drawing/2014/main" val="3750182640"/>
                        </a:ext>
                      </a:extLst>
                    </a:gridCol>
                    <a:gridCol w="654845">
                      <a:extLst>
                        <a:ext uri="{9D8B030D-6E8A-4147-A177-3AD203B41FA5}">
                          <a16:colId xmlns:a16="http://schemas.microsoft.com/office/drawing/2014/main" val="200973942"/>
                        </a:ext>
                      </a:extLst>
                    </a:gridCol>
                  </a:tblGrid>
                  <a:tr h="5627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04397489"/>
                      </a:ext>
                    </a:extLst>
                  </a:tr>
                  <a:tr h="5627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 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00050527"/>
                      </a:ext>
                    </a:extLst>
                  </a:tr>
                  <a:tr h="5627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91788264"/>
                      </a:ext>
                    </a:extLst>
                  </a:tr>
                  <a:tr h="5627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259751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38AFAF50-370B-9FF5-97DE-108196F178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9764655"/>
                  </p:ext>
                </p:extLst>
              </p:nvPr>
            </p:nvGraphicFramePr>
            <p:xfrm>
              <a:off x="1303800" y="4229073"/>
              <a:ext cx="1309690" cy="225096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54845">
                      <a:extLst>
                        <a:ext uri="{9D8B030D-6E8A-4147-A177-3AD203B41FA5}">
                          <a16:colId xmlns:a16="http://schemas.microsoft.com/office/drawing/2014/main" val="3750182640"/>
                        </a:ext>
                      </a:extLst>
                    </a:gridCol>
                    <a:gridCol w="654845">
                      <a:extLst>
                        <a:ext uri="{9D8B030D-6E8A-4147-A177-3AD203B41FA5}">
                          <a16:colId xmlns:a16="http://schemas.microsoft.com/office/drawing/2014/main" val="200973942"/>
                        </a:ext>
                      </a:extLst>
                    </a:gridCol>
                  </a:tblGrid>
                  <a:tr h="56274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926" t="-1075" r="-102778" b="-3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00926" t="-1075" r="-2778" b="-3129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4397489"/>
                      </a:ext>
                    </a:extLst>
                  </a:tr>
                  <a:tr h="56274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926" t="-102174" r="-102778" b="-216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00926" t="-102174" r="-2778" b="-2163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0050527"/>
                      </a:ext>
                    </a:extLst>
                  </a:tr>
                  <a:tr h="56274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926" t="-200000" r="-102778" b="-1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91788264"/>
                      </a:ext>
                    </a:extLst>
                  </a:tr>
                  <a:tr h="56274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926" t="-303261" r="-102778" b="-152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25975107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6C28F6D-A2F3-543F-2B9D-A0D1A9A7B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328444"/>
              </p:ext>
            </p:extLst>
          </p:nvPr>
        </p:nvGraphicFramePr>
        <p:xfrm>
          <a:off x="833840" y="4229073"/>
          <a:ext cx="548658" cy="22509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58">
                  <a:extLst>
                    <a:ext uri="{9D8B030D-6E8A-4147-A177-3AD203B41FA5}">
                      <a16:colId xmlns:a16="http://schemas.microsoft.com/office/drawing/2014/main" val="3750182640"/>
                    </a:ext>
                  </a:extLst>
                </a:gridCol>
              </a:tblGrid>
              <a:tr h="5627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4397489"/>
                  </a:ext>
                </a:extLst>
              </a:tr>
              <a:tr h="5627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00050527"/>
                  </a:ext>
                </a:extLst>
              </a:tr>
              <a:tr h="5627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1788264"/>
                  </a:ext>
                </a:extLst>
              </a:tr>
              <a:tr h="5627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25975107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1EE0BFD-110C-12F8-3022-385048BA7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152099"/>
              </p:ext>
            </p:extLst>
          </p:nvPr>
        </p:nvGraphicFramePr>
        <p:xfrm>
          <a:off x="1303800" y="3860473"/>
          <a:ext cx="1309690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845">
                  <a:extLst>
                    <a:ext uri="{9D8B030D-6E8A-4147-A177-3AD203B41FA5}">
                      <a16:colId xmlns:a16="http://schemas.microsoft.com/office/drawing/2014/main" val="3750182640"/>
                    </a:ext>
                  </a:extLst>
                </a:gridCol>
                <a:gridCol w="654845">
                  <a:extLst>
                    <a:ext uri="{9D8B030D-6E8A-4147-A177-3AD203B41FA5}">
                      <a16:colId xmlns:a16="http://schemas.microsoft.com/office/drawing/2014/main" val="200973942"/>
                    </a:ext>
                  </a:extLst>
                </a:gridCol>
              </a:tblGrid>
              <a:tr h="21537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4397489"/>
                  </a:ext>
                </a:extLst>
              </a:tr>
            </a:tbl>
          </a:graphicData>
        </a:graphic>
      </p:graphicFrame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B95ED42-0CAB-C3BA-C571-01B128B247FD}"/>
              </a:ext>
            </a:extLst>
          </p:cNvPr>
          <p:cNvCxnSpPr>
            <a:cxnSpLocks/>
          </p:cNvCxnSpPr>
          <p:nvPr/>
        </p:nvCxnSpPr>
        <p:spPr>
          <a:xfrm flipH="1" flipV="1">
            <a:off x="1082178" y="3635285"/>
            <a:ext cx="221622" cy="5968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94EEF07-1736-8913-B0B9-B634796482BA}"/>
                  </a:ext>
                </a:extLst>
              </p:cNvPr>
              <p:cNvSpPr txBox="1"/>
              <p:nvPr/>
            </p:nvSpPr>
            <p:spPr>
              <a:xfrm>
                <a:off x="1080000" y="3531766"/>
                <a:ext cx="46066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94EEF07-1736-8913-B0B9-B63479648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000" y="3531766"/>
                <a:ext cx="460666" cy="461665"/>
              </a:xfrm>
              <a:prstGeom prst="rect">
                <a:avLst/>
              </a:prstGeom>
              <a:blipFill>
                <a:blip r:embed="rId11"/>
                <a:stretch>
                  <a:fillRect l="-9211" r="-9211"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20FF433-C9B7-5630-565F-EF5995560212}"/>
                  </a:ext>
                </a:extLst>
              </p:cNvPr>
              <p:cNvSpPr txBox="1"/>
              <p:nvPr/>
            </p:nvSpPr>
            <p:spPr>
              <a:xfrm>
                <a:off x="3538200" y="3754800"/>
                <a:ext cx="870883" cy="4712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20FF433-C9B7-5630-565F-EF5995560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8200" y="3754800"/>
                <a:ext cx="870883" cy="471283"/>
              </a:xfrm>
              <a:prstGeom prst="rect">
                <a:avLst/>
              </a:prstGeom>
              <a:blipFill>
                <a:blip r:embed="rId12"/>
                <a:stretch>
                  <a:fillRect l="-4895" b="-10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表格 26">
                <a:extLst>
                  <a:ext uri="{FF2B5EF4-FFF2-40B4-BE49-F238E27FC236}">
                    <a16:creationId xmlns:a16="http://schemas.microsoft.com/office/drawing/2014/main" id="{7D126510-C446-2D5C-828C-5840AC3C61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7676962"/>
                  </p:ext>
                </p:extLst>
              </p:nvPr>
            </p:nvGraphicFramePr>
            <p:xfrm>
              <a:off x="4482000" y="4229073"/>
              <a:ext cx="1309690" cy="225096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54845">
                      <a:extLst>
                        <a:ext uri="{9D8B030D-6E8A-4147-A177-3AD203B41FA5}">
                          <a16:colId xmlns:a16="http://schemas.microsoft.com/office/drawing/2014/main" val="3750182640"/>
                        </a:ext>
                      </a:extLst>
                    </a:gridCol>
                    <a:gridCol w="654845">
                      <a:extLst>
                        <a:ext uri="{9D8B030D-6E8A-4147-A177-3AD203B41FA5}">
                          <a16:colId xmlns:a16="http://schemas.microsoft.com/office/drawing/2014/main" val="200973942"/>
                        </a:ext>
                      </a:extLst>
                    </a:gridCol>
                  </a:tblGrid>
                  <a:tr h="5627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04397489"/>
                      </a:ext>
                    </a:extLst>
                  </a:tr>
                  <a:tr h="5627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baseline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 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CN" sz="2400" dirty="0" smtClean="0">
                                    <a:latin typeface="微软雅黑" panose="020B0503020204020204" pitchFamily="34" charset="-122"/>
                                    <a:ea typeface="微软雅黑" panose="020B0503020204020204" pitchFamily="34" charset="-122"/>
                                  </a:rPr>
                                  <m:t>x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00050527"/>
                      </a:ext>
                    </a:extLst>
                  </a:tr>
                  <a:tr h="5627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 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91788264"/>
                      </a:ext>
                    </a:extLst>
                  </a:tr>
                  <a:tr h="5627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259751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表格 26">
                <a:extLst>
                  <a:ext uri="{FF2B5EF4-FFF2-40B4-BE49-F238E27FC236}">
                    <a16:creationId xmlns:a16="http://schemas.microsoft.com/office/drawing/2014/main" id="{7D126510-C446-2D5C-828C-5840AC3C61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7676962"/>
                  </p:ext>
                </p:extLst>
              </p:nvPr>
            </p:nvGraphicFramePr>
            <p:xfrm>
              <a:off x="4482000" y="4229073"/>
              <a:ext cx="1309690" cy="225096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54845">
                      <a:extLst>
                        <a:ext uri="{9D8B030D-6E8A-4147-A177-3AD203B41FA5}">
                          <a16:colId xmlns:a16="http://schemas.microsoft.com/office/drawing/2014/main" val="3750182640"/>
                        </a:ext>
                      </a:extLst>
                    </a:gridCol>
                    <a:gridCol w="654845">
                      <a:extLst>
                        <a:ext uri="{9D8B030D-6E8A-4147-A177-3AD203B41FA5}">
                          <a16:colId xmlns:a16="http://schemas.microsoft.com/office/drawing/2014/main" val="200973942"/>
                        </a:ext>
                      </a:extLst>
                    </a:gridCol>
                  </a:tblGrid>
                  <a:tr h="56274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3"/>
                          <a:stretch>
                            <a:fillRect l="-1852" t="-1075" r="-102778" b="-3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3"/>
                          <a:stretch>
                            <a:fillRect l="-101852" t="-1075" r="-2778" b="-3129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4397489"/>
                      </a:ext>
                    </a:extLst>
                  </a:tr>
                  <a:tr h="56274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3"/>
                          <a:stretch>
                            <a:fillRect l="-1852" t="-102174" r="-102778" b="-216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3"/>
                          <a:stretch>
                            <a:fillRect l="-101852" t="-102174" r="-2778" b="-2163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0050527"/>
                      </a:ext>
                    </a:extLst>
                  </a:tr>
                  <a:tr h="56274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3"/>
                          <a:stretch>
                            <a:fillRect l="-1852" t="-200000" r="-102778" b="-1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3"/>
                          <a:stretch>
                            <a:fillRect l="-101852" t="-200000" r="-2778" b="-1139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1788264"/>
                      </a:ext>
                    </a:extLst>
                  </a:tr>
                  <a:tr h="56274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3"/>
                          <a:stretch>
                            <a:fillRect l="-1852" t="-303261" r="-102778" b="-152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3"/>
                          <a:stretch>
                            <a:fillRect l="-101852" t="-303261" r="-2778" b="-152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5975107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73D3CE57-2390-91B2-6D20-6190CC104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612179"/>
              </p:ext>
            </p:extLst>
          </p:nvPr>
        </p:nvGraphicFramePr>
        <p:xfrm>
          <a:off x="4012040" y="4229073"/>
          <a:ext cx="548658" cy="22509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58">
                  <a:extLst>
                    <a:ext uri="{9D8B030D-6E8A-4147-A177-3AD203B41FA5}">
                      <a16:colId xmlns:a16="http://schemas.microsoft.com/office/drawing/2014/main" val="3750182640"/>
                    </a:ext>
                  </a:extLst>
                </a:gridCol>
              </a:tblGrid>
              <a:tr h="5627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4397489"/>
                  </a:ext>
                </a:extLst>
              </a:tr>
              <a:tr h="5627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00050527"/>
                  </a:ext>
                </a:extLst>
              </a:tr>
              <a:tr h="5627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1788264"/>
                  </a:ext>
                </a:extLst>
              </a:tr>
              <a:tr h="5627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25975107"/>
                  </a:ext>
                </a:extLst>
              </a:tr>
            </a:tbl>
          </a:graphicData>
        </a:graphic>
      </p:graphicFrame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BBD33766-B1A9-0D1E-D141-EB3BB4AA8F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391778"/>
              </p:ext>
            </p:extLst>
          </p:nvPr>
        </p:nvGraphicFramePr>
        <p:xfrm>
          <a:off x="4482000" y="3860473"/>
          <a:ext cx="1309690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845">
                  <a:extLst>
                    <a:ext uri="{9D8B030D-6E8A-4147-A177-3AD203B41FA5}">
                      <a16:colId xmlns:a16="http://schemas.microsoft.com/office/drawing/2014/main" val="3750182640"/>
                    </a:ext>
                  </a:extLst>
                </a:gridCol>
                <a:gridCol w="654845">
                  <a:extLst>
                    <a:ext uri="{9D8B030D-6E8A-4147-A177-3AD203B41FA5}">
                      <a16:colId xmlns:a16="http://schemas.microsoft.com/office/drawing/2014/main" val="200973942"/>
                    </a:ext>
                  </a:extLst>
                </a:gridCol>
              </a:tblGrid>
              <a:tr h="21537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4397489"/>
                  </a:ext>
                </a:extLst>
              </a:tr>
            </a:tbl>
          </a:graphicData>
        </a:graphic>
      </p:graphicFrame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3F7D83B3-3551-0764-57B6-0BB8CFC261DA}"/>
              </a:ext>
            </a:extLst>
          </p:cNvPr>
          <p:cNvCxnSpPr>
            <a:cxnSpLocks/>
          </p:cNvCxnSpPr>
          <p:nvPr/>
        </p:nvCxnSpPr>
        <p:spPr>
          <a:xfrm flipH="1" flipV="1">
            <a:off x="4260378" y="3635285"/>
            <a:ext cx="221622" cy="5968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331D0F17-E10A-2598-2224-AD06D60B3B78}"/>
                  </a:ext>
                </a:extLst>
              </p:cNvPr>
              <p:cNvSpPr txBox="1"/>
              <p:nvPr/>
            </p:nvSpPr>
            <p:spPr>
              <a:xfrm>
                <a:off x="4258200" y="3531766"/>
                <a:ext cx="46066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331D0F17-E10A-2598-2224-AD06D60B3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8200" y="3531766"/>
                <a:ext cx="460666" cy="461665"/>
              </a:xfrm>
              <a:prstGeom prst="rect">
                <a:avLst/>
              </a:prstGeom>
              <a:blipFill>
                <a:blip r:embed="rId14"/>
                <a:stretch>
                  <a:fillRect l="-9333" r="-10667"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4768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73AC7-E5FF-B150-036C-2BEEC80E3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>
            <a:extLst>
              <a:ext uri="{FF2B5EF4-FFF2-40B4-BE49-F238E27FC236}">
                <a16:creationId xmlns:a16="http://schemas.microsoft.com/office/drawing/2014/main" id="{D5763785-AAFA-44E7-FA71-CFB485FC49F6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02594E58-43A3-2551-67E9-631F1C68E197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" name="箭头: 五边形 46">
                <a:extLst>
                  <a:ext uri="{FF2B5EF4-FFF2-40B4-BE49-F238E27FC236}">
                    <a16:creationId xmlns:a16="http://schemas.microsoft.com/office/drawing/2014/main" id="{87C90475-70DF-61E3-6E0A-13FBB40204F9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箭头: V 形 47">
                <a:extLst>
                  <a:ext uri="{FF2B5EF4-FFF2-40B4-BE49-F238E27FC236}">
                    <a16:creationId xmlns:a16="http://schemas.microsoft.com/office/drawing/2014/main" id="{24A3684F-1031-B275-FEBE-D428760C2F1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6" name="灯片编号占位符 3">
              <a:extLst>
                <a:ext uri="{FF2B5EF4-FFF2-40B4-BE49-F238E27FC236}">
                  <a16:creationId xmlns:a16="http://schemas.microsoft.com/office/drawing/2014/main" id="{D161F6BE-9D52-BE25-DC5B-E2F1C109A497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AA6EEFA3-CC6E-E941-4A44-2B717C8BC21B}"/>
              </a:ext>
            </a:extLst>
          </p:cNvPr>
          <p:cNvSpPr txBox="1"/>
          <p:nvPr/>
        </p:nvSpPr>
        <p:spPr>
          <a:xfrm>
            <a:off x="360000" y="828000"/>
            <a:ext cx="6266527" cy="109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可逆六进制计数器的设计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状态分配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状态编码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BF5AB82-90AD-112C-A7D1-9EF3C1E65A34}"/>
                  </a:ext>
                </a:extLst>
              </p:cNvPr>
              <p:cNvSpPr txBox="1"/>
              <p:nvPr/>
            </p:nvSpPr>
            <p:spPr>
              <a:xfrm>
                <a:off x="360000" y="1872000"/>
                <a:ext cx="6266527" cy="13843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，因此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𝑁</m:t>
                    </m:r>
                    <m:r>
                      <a:rPr kumimoji="1"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=3</m:t>
                    </m:r>
                  </m:oMath>
                </a14:m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sSubSup>
                      <m:sSubSup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sSubSup>
                      <m:sSubSup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kumimoji="1"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顺序码：</a:t>
                </a:r>
                <a:r>
                  <a:rPr kumimoji="1"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000~101</a:t>
                </a: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；独热码：需要 </a:t>
                </a:r>
                <a:r>
                  <a:rPr kumimoji="1"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 </a:t>
                </a: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位；</a:t>
                </a:r>
                <a:endParaRPr kumimoji="1"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循环码：如下：</a:t>
                </a:r>
                <a:endParaRPr kumimoji="1"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BF5AB82-90AD-112C-A7D1-9EF3C1E65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872000"/>
                <a:ext cx="6266527" cy="1384353"/>
              </a:xfrm>
              <a:prstGeom prst="rect">
                <a:avLst/>
              </a:prstGeom>
              <a:blipFill>
                <a:blip r:embed="rId2"/>
                <a:stretch>
                  <a:fillRect t="-881" r="-1556" b="-92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F99E69EC-31B5-01E3-54D5-F40179374C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9142899"/>
                  </p:ext>
                </p:extLst>
              </p:nvPr>
            </p:nvGraphicFramePr>
            <p:xfrm>
              <a:off x="7200000" y="1637024"/>
              <a:ext cx="4178661" cy="409276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92887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</a:tblGrid>
                  <a:tr h="392758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</m:t>
                              </m:r>
                            </m:oMath>
                          </a14:m>
                          <a:r>
                            <a:rPr lang="zh-CN" altLang="en-US" sz="2400" i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392758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</a:t>
                          </a:r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x/x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</a:t>
                          </a:r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x/x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9692274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</a:t>
                          </a:r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x/x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</a:t>
                          </a:r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x/x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52075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F99E69EC-31B5-01E3-54D5-F40179374C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9142899"/>
                  </p:ext>
                </p:extLst>
              </p:nvPr>
            </p:nvGraphicFramePr>
            <p:xfrm>
              <a:off x="7200000" y="1637024"/>
              <a:ext cx="4178661" cy="409276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92887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</a:tblGrid>
                  <a:tr h="465646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7" t="-658" r="-200437" b="-353947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328" t="-1316" r="-438" b="-80789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877" t="-101316" r="-101316" b="-7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000" t="-101316" r="-873" b="-7078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</a:t>
                          </a:r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x/x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</a:t>
                          </a:r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x/x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969227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</a:t>
                          </a:r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x/x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</a:t>
                          </a:r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x/x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52075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191ACC87-6D69-B01E-333E-1370B8F2D95F}"/>
              </a:ext>
            </a:extLst>
          </p:cNvPr>
          <p:cNvSpPr txBox="1"/>
          <p:nvPr/>
        </p:nvSpPr>
        <p:spPr>
          <a:xfrm>
            <a:off x="7200000" y="1168504"/>
            <a:ext cx="4178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状态表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287AFD97-22C1-3785-6094-79EADBC8CD08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E67B338-DF46-F59F-6FB9-07E794F2734B}"/>
              </a:ext>
            </a:extLst>
          </p:cNvPr>
          <p:cNvSpPr/>
          <p:nvPr/>
        </p:nvSpPr>
        <p:spPr>
          <a:xfrm>
            <a:off x="3519588" y="3492536"/>
            <a:ext cx="2482795" cy="3176053"/>
          </a:xfrm>
          <a:prstGeom prst="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5FF88DB0-510B-F2C5-91FC-C32852AC885B}"/>
              </a:ext>
            </a:extLst>
          </p:cNvPr>
          <p:cNvSpPr/>
          <p:nvPr/>
        </p:nvSpPr>
        <p:spPr>
          <a:xfrm>
            <a:off x="6273000" y="3754800"/>
            <a:ext cx="642796" cy="461496"/>
          </a:xfrm>
          <a:prstGeom prst="rightArrow">
            <a:avLst>
              <a:gd name="adj1" fmla="val 40903"/>
              <a:gd name="adj2" fmla="val 52645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99AA6C7A-4B40-5210-7C57-C7E957484D7D}"/>
                  </a:ext>
                </a:extLst>
              </p:cNvPr>
              <p:cNvSpPr txBox="1"/>
              <p:nvPr/>
            </p:nvSpPr>
            <p:spPr>
              <a:xfrm>
                <a:off x="360000" y="3754800"/>
                <a:ext cx="870883" cy="4712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99AA6C7A-4B40-5210-7C57-C7E957484D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754800"/>
                <a:ext cx="870883" cy="471283"/>
              </a:xfrm>
              <a:prstGeom prst="rect">
                <a:avLst/>
              </a:prstGeom>
              <a:blipFill>
                <a:blip r:embed="rId4"/>
                <a:stretch>
                  <a:fillRect l="-4895" b="-10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表格 22">
                <a:extLst>
                  <a:ext uri="{FF2B5EF4-FFF2-40B4-BE49-F238E27FC236}">
                    <a16:creationId xmlns:a16="http://schemas.microsoft.com/office/drawing/2014/main" id="{59F634EB-896C-D481-98DD-4C09BB835B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7349294"/>
                  </p:ext>
                </p:extLst>
              </p:nvPr>
            </p:nvGraphicFramePr>
            <p:xfrm>
              <a:off x="1303800" y="4229073"/>
              <a:ext cx="1309690" cy="225096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54845">
                      <a:extLst>
                        <a:ext uri="{9D8B030D-6E8A-4147-A177-3AD203B41FA5}">
                          <a16:colId xmlns:a16="http://schemas.microsoft.com/office/drawing/2014/main" val="3750182640"/>
                        </a:ext>
                      </a:extLst>
                    </a:gridCol>
                    <a:gridCol w="654845">
                      <a:extLst>
                        <a:ext uri="{9D8B030D-6E8A-4147-A177-3AD203B41FA5}">
                          <a16:colId xmlns:a16="http://schemas.microsoft.com/office/drawing/2014/main" val="200973942"/>
                        </a:ext>
                      </a:extLst>
                    </a:gridCol>
                  </a:tblGrid>
                  <a:tr h="5627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04397489"/>
                      </a:ext>
                    </a:extLst>
                  </a:tr>
                  <a:tr h="5627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 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00050527"/>
                      </a:ext>
                    </a:extLst>
                  </a:tr>
                  <a:tr h="5627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91788264"/>
                      </a:ext>
                    </a:extLst>
                  </a:tr>
                  <a:tr h="5627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259751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表格 22">
                <a:extLst>
                  <a:ext uri="{FF2B5EF4-FFF2-40B4-BE49-F238E27FC236}">
                    <a16:creationId xmlns:a16="http://schemas.microsoft.com/office/drawing/2014/main" id="{59F634EB-896C-D481-98DD-4C09BB835B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7349294"/>
                  </p:ext>
                </p:extLst>
              </p:nvPr>
            </p:nvGraphicFramePr>
            <p:xfrm>
              <a:off x="1303800" y="4229073"/>
              <a:ext cx="1309690" cy="225096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54845">
                      <a:extLst>
                        <a:ext uri="{9D8B030D-6E8A-4147-A177-3AD203B41FA5}">
                          <a16:colId xmlns:a16="http://schemas.microsoft.com/office/drawing/2014/main" val="3750182640"/>
                        </a:ext>
                      </a:extLst>
                    </a:gridCol>
                    <a:gridCol w="654845">
                      <a:extLst>
                        <a:ext uri="{9D8B030D-6E8A-4147-A177-3AD203B41FA5}">
                          <a16:colId xmlns:a16="http://schemas.microsoft.com/office/drawing/2014/main" val="200973942"/>
                        </a:ext>
                      </a:extLst>
                    </a:gridCol>
                  </a:tblGrid>
                  <a:tr h="56274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26" t="-1075" r="-102778" b="-3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926" t="-1075" r="-2778" b="-3129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4397489"/>
                      </a:ext>
                    </a:extLst>
                  </a:tr>
                  <a:tr h="56274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26" t="-102174" r="-102778" b="-216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926" t="-102174" r="-2778" b="-2163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0050527"/>
                      </a:ext>
                    </a:extLst>
                  </a:tr>
                  <a:tr h="56274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26" t="-200000" r="-102778" b="-1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91788264"/>
                      </a:ext>
                    </a:extLst>
                  </a:tr>
                  <a:tr h="56274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26" t="-303261" r="-102778" b="-152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25975107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2AED1A1D-6C82-1FF0-4408-F2C9E4584B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669339"/>
              </p:ext>
            </p:extLst>
          </p:nvPr>
        </p:nvGraphicFramePr>
        <p:xfrm>
          <a:off x="833840" y="4229073"/>
          <a:ext cx="548658" cy="22509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58">
                  <a:extLst>
                    <a:ext uri="{9D8B030D-6E8A-4147-A177-3AD203B41FA5}">
                      <a16:colId xmlns:a16="http://schemas.microsoft.com/office/drawing/2014/main" val="3750182640"/>
                    </a:ext>
                  </a:extLst>
                </a:gridCol>
              </a:tblGrid>
              <a:tr h="5627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4397489"/>
                  </a:ext>
                </a:extLst>
              </a:tr>
              <a:tr h="5627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00050527"/>
                  </a:ext>
                </a:extLst>
              </a:tr>
              <a:tr h="5627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1788264"/>
                  </a:ext>
                </a:extLst>
              </a:tr>
              <a:tr h="5627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25975107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016B5E2F-A659-FA2C-6909-62EBFDBF1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672707"/>
              </p:ext>
            </p:extLst>
          </p:nvPr>
        </p:nvGraphicFramePr>
        <p:xfrm>
          <a:off x="1303800" y="3860473"/>
          <a:ext cx="1309690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845">
                  <a:extLst>
                    <a:ext uri="{9D8B030D-6E8A-4147-A177-3AD203B41FA5}">
                      <a16:colId xmlns:a16="http://schemas.microsoft.com/office/drawing/2014/main" val="3750182640"/>
                    </a:ext>
                  </a:extLst>
                </a:gridCol>
                <a:gridCol w="654845">
                  <a:extLst>
                    <a:ext uri="{9D8B030D-6E8A-4147-A177-3AD203B41FA5}">
                      <a16:colId xmlns:a16="http://schemas.microsoft.com/office/drawing/2014/main" val="200973942"/>
                    </a:ext>
                  </a:extLst>
                </a:gridCol>
              </a:tblGrid>
              <a:tr h="21537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4397489"/>
                  </a:ext>
                </a:extLst>
              </a:tr>
            </a:tbl>
          </a:graphicData>
        </a:graphic>
      </p:graphicFrame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A6E90AD-BE00-2A40-D24D-239B15AB7951}"/>
              </a:ext>
            </a:extLst>
          </p:cNvPr>
          <p:cNvCxnSpPr>
            <a:cxnSpLocks/>
          </p:cNvCxnSpPr>
          <p:nvPr/>
        </p:nvCxnSpPr>
        <p:spPr>
          <a:xfrm flipH="1" flipV="1">
            <a:off x="1082178" y="3635285"/>
            <a:ext cx="221622" cy="5968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AFF08059-5C71-5B88-B149-2E49CC969F7D}"/>
                  </a:ext>
                </a:extLst>
              </p:cNvPr>
              <p:cNvSpPr txBox="1"/>
              <p:nvPr/>
            </p:nvSpPr>
            <p:spPr>
              <a:xfrm>
                <a:off x="1080000" y="3531766"/>
                <a:ext cx="46066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AFF08059-5C71-5B88-B149-2E49CC969F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000" y="3531766"/>
                <a:ext cx="460666" cy="461665"/>
              </a:xfrm>
              <a:prstGeom prst="rect">
                <a:avLst/>
              </a:prstGeom>
              <a:blipFill>
                <a:blip r:embed="rId6"/>
                <a:stretch>
                  <a:fillRect l="-9211" r="-9211"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81E69F23-15B5-3CAB-2AA0-8ACF835B7388}"/>
                  </a:ext>
                </a:extLst>
              </p:cNvPr>
              <p:cNvSpPr txBox="1"/>
              <p:nvPr/>
            </p:nvSpPr>
            <p:spPr>
              <a:xfrm>
                <a:off x="3538200" y="3754800"/>
                <a:ext cx="870883" cy="4712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81E69F23-15B5-3CAB-2AA0-8ACF835B7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8200" y="3754800"/>
                <a:ext cx="870883" cy="471283"/>
              </a:xfrm>
              <a:prstGeom prst="rect">
                <a:avLst/>
              </a:prstGeom>
              <a:blipFill>
                <a:blip r:embed="rId7"/>
                <a:stretch>
                  <a:fillRect l="-4895" b="-10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9" name="表格 28">
                <a:extLst>
                  <a:ext uri="{FF2B5EF4-FFF2-40B4-BE49-F238E27FC236}">
                    <a16:creationId xmlns:a16="http://schemas.microsoft.com/office/drawing/2014/main" id="{1BFDD5AA-2774-758F-12E6-40FFB827B2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2619290"/>
                  </p:ext>
                </p:extLst>
              </p:nvPr>
            </p:nvGraphicFramePr>
            <p:xfrm>
              <a:off x="4482000" y="4229073"/>
              <a:ext cx="1309690" cy="225096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54845">
                      <a:extLst>
                        <a:ext uri="{9D8B030D-6E8A-4147-A177-3AD203B41FA5}">
                          <a16:colId xmlns:a16="http://schemas.microsoft.com/office/drawing/2014/main" val="3750182640"/>
                        </a:ext>
                      </a:extLst>
                    </a:gridCol>
                    <a:gridCol w="654845">
                      <a:extLst>
                        <a:ext uri="{9D8B030D-6E8A-4147-A177-3AD203B41FA5}">
                          <a16:colId xmlns:a16="http://schemas.microsoft.com/office/drawing/2014/main" val="200973942"/>
                        </a:ext>
                      </a:extLst>
                    </a:gridCol>
                  </a:tblGrid>
                  <a:tr h="5627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04397489"/>
                      </a:ext>
                    </a:extLst>
                  </a:tr>
                  <a:tr h="5627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baseline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 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CN" sz="2400" dirty="0" smtClean="0">
                                    <a:latin typeface="微软雅黑" panose="020B0503020204020204" pitchFamily="34" charset="-122"/>
                                    <a:ea typeface="微软雅黑" panose="020B0503020204020204" pitchFamily="34" charset="-122"/>
                                  </a:rPr>
                                  <m:t>x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00050527"/>
                      </a:ext>
                    </a:extLst>
                  </a:tr>
                  <a:tr h="5627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 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91788264"/>
                      </a:ext>
                    </a:extLst>
                  </a:tr>
                  <a:tr h="5627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259751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9" name="表格 28">
                <a:extLst>
                  <a:ext uri="{FF2B5EF4-FFF2-40B4-BE49-F238E27FC236}">
                    <a16:creationId xmlns:a16="http://schemas.microsoft.com/office/drawing/2014/main" id="{1BFDD5AA-2774-758F-12E6-40FFB827B2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2619290"/>
                  </p:ext>
                </p:extLst>
              </p:nvPr>
            </p:nvGraphicFramePr>
            <p:xfrm>
              <a:off x="4482000" y="4229073"/>
              <a:ext cx="1309690" cy="225096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54845">
                      <a:extLst>
                        <a:ext uri="{9D8B030D-6E8A-4147-A177-3AD203B41FA5}">
                          <a16:colId xmlns:a16="http://schemas.microsoft.com/office/drawing/2014/main" val="3750182640"/>
                        </a:ext>
                      </a:extLst>
                    </a:gridCol>
                    <a:gridCol w="654845">
                      <a:extLst>
                        <a:ext uri="{9D8B030D-6E8A-4147-A177-3AD203B41FA5}">
                          <a16:colId xmlns:a16="http://schemas.microsoft.com/office/drawing/2014/main" val="200973942"/>
                        </a:ext>
                      </a:extLst>
                    </a:gridCol>
                  </a:tblGrid>
                  <a:tr h="56274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852" t="-1075" r="-102778" b="-3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1852" t="-1075" r="-2778" b="-3129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4397489"/>
                      </a:ext>
                    </a:extLst>
                  </a:tr>
                  <a:tr h="56274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852" t="-102174" r="-102778" b="-216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1852" t="-102174" r="-2778" b="-2163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0050527"/>
                      </a:ext>
                    </a:extLst>
                  </a:tr>
                  <a:tr h="56274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852" t="-200000" r="-102778" b="-1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1852" t="-200000" r="-2778" b="-1139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1788264"/>
                      </a:ext>
                    </a:extLst>
                  </a:tr>
                  <a:tr h="56274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852" t="-303261" r="-102778" b="-152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1852" t="-303261" r="-2778" b="-152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5975107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70280016-2788-235B-760A-829C38BC0A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76532"/>
              </p:ext>
            </p:extLst>
          </p:nvPr>
        </p:nvGraphicFramePr>
        <p:xfrm>
          <a:off x="4012040" y="4229073"/>
          <a:ext cx="548658" cy="22509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58">
                  <a:extLst>
                    <a:ext uri="{9D8B030D-6E8A-4147-A177-3AD203B41FA5}">
                      <a16:colId xmlns:a16="http://schemas.microsoft.com/office/drawing/2014/main" val="3750182640"/>
                    </a:ext>
                  </a:extLst>
                </a:gridCol>
              </a:tblGrid>
              <a:tr h="5627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4397489"/>
                  </a:ext>
                </a:extLst>
              </a:tr>
              <a:tr h="5627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00050527"/>
                  </a:ext>
                </a:extLst>
              </a:tr>
              <a:tr h="5627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1788264"/>
                  </a:ext>
                </a:extLst>
              </a:tr>
              <a:tr h="5627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25975107"/>
                  </a:ext>
                </a:extLst>
              </a:tr>
            </a:tbl>
          </a:graphicData>
        </a:graphic>
      </p:graphicFrame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7529223D-0831-34FD-7265-7A30E14CD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522236"/>
              </p:ext>
            </p:extLst>
          </p:nvPr>
        </p:nvGraphicFramePr>
        <p:xfrm>
          <a:off x="4482000" y="3860473"/>
          <a:ext cx="1309690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845">
                  <a:extLst>
                    <a:ext uri="{9D8B030D-6E8A-4147-A177-3AD203B41FA5}">
                      <a16:colId xmlns:a16="http://schemas.microsoft.com/office/drawing/2014/main" val="3750182640"/>
                    </a:ext>
                  </a:extLst>
                </a:gridCol>
                <a:gridCol w="654845">
                  <a:extLst>
                    <a:ext uri="{9D8B030D-6E8A-4147-A177-3AD203B41FA5}">
                      <a16:colId xmlns:a16="http://schemas.microsoft.com/office/drawing/2014/main" val="200973942"/>
                    </a:ext>
                  </a:extLst>
                </a:gridCol>
              </a:tblGrid>
              <a:tr h="21537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4397489"/>
                  </a:ext>
                </a:extLst>
              </a:tr>
            </a:tbl>
          </a:graphicData>
        </a:graphic>
      </p:graphicFrame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26689E9-22CF-D490-1339-5A03892C3C66}"/>
              </a:ext>
            </a:extLst>
          </p:cNvPr>
          <p:cNvCxnSpPr>
            <a:cxnSpLocks/>
          </p:cNvCxnSpPr>
          <p:nvPr/>
        </p:nvCxnSpPr>
        <p:spPr>
          <a:xfrm flipH="1" flipV="1">
            <a:off x="4260378" y="3635285"/>
            <a:ext cx="221622" cy="5968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F45750A9-F343-BBCC-0401-064875D817EA}"/>
                  </a:ext>
                </a:extLst>
              </p:cNvPr>
              <p:cNvSpPr txBox="1"/>
              <p:nvPr/>
            </p:nvSpPr>
            <p:spPr>
              <a:xfrm>
                <a:off x="4258200" y="3531766"/>
                <a:ext cx="46066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F45750A9-F343-BBCC-0401-064875D81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8200" y="3531766"/>
                <a:ext cx="460666" cy="461665"/>
              </a:xfrm>
              <a:prstGeom prst="rect">
                <a:avLst/>
              </a:prstGeom>
              <a:blipFill>
                <a:blip r:embed="rId9"/>
                <a:stretch>
                  <a:fillRect l="-9333" r="-10667"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27302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E1023-7AC6-F24F-8A56-87F93AE1F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>
            <a:extLst>
              <a:ext uri="{FF2B5EF4-FFF2-40B4-BE49-F238E27FC236}">
                <a16:creationId xmlns:a16="http://schemas.microsoft.com/office/drawing/2014/main" id="{E7A1AA48-DBD7-B3E3-ED53-2D72797D2196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C4FAE74B-2E64-43E1-34D0-A625AEB07458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" name="箭头: 五边形 46">
                <a:extLst>
                  <a:ext uri="{FF2B5EF4-FFF2-40B4-BE49-F238E27FC236}">
                    <a16:creationId xmlns:a16="http://schemas.microsoft.com/office/drawing/2014/main" id="{9DACFAF5-4C5F-B5D8-C8C4-4208DB97897D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箭头: V 形 47">
                <a:extLst>
                  <a:ext uri="{FF2B5EF4-FFF2-40B4-BE49-F238E27FC236}">
                    <a16:creationId xmlns:a16="http://schemas.microsoft.com/office/drawing/2014/main" id="{CEDB2BFD-6C4D-2ADA-EBF9-1F6B0BAB87FE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6" name="灯片编号占位符 3">
              <a:extLst>
                <a:ext uri="{FF2B5EF4-FFF2-40B4-BE49-F238E27FC236}">
                  <a16:creationId xmlns:a16="http://schemas.microsoft.com/office/drawing/2014/main" id="{43B8D2CB-7AFC-CE21-81D0-46EE7A05811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9DE442F2-2B50-A88E-4760-544BF85F6CA1}"/>
              </a:ext>
            </a:extLst>
          </p:cNvPr>
          <p:cNvSpPr txBox="1"/>
          <p:nvPr/>
        </p:nvSpPr>
        <p:spPr>
          <a:xfrm>
            <a:off x="360000" y="828000"/>
            <a:ext cx="5409961" cy="109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可逆六进制计数器的设计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确定状态方程和输出方程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782CC4BB-F5B4-78FB-6684-599772A371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267302"/>
              </p:ext>
            </p:extLst>
          </p:nvPr>
        </p:nvGraphicFramePr>
        <p:xfrm>
          <a:off x="1368000" y="2736000"/>
          <a:ext cx="2046092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182143636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201667155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555876208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096902984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377841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43940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090145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534781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D1DE5688-B96C-761F-5979-5B8B856860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862560"/>
              </p:ext>
            </p:extLst>
          </p:nvPr>
        </p:nvGraphicFramePr>
        <p:xfrm>
          <a:off x="959006" y="2736000"/>
          <a:ext cx="507779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7779">
                  <a:extLst>
                    <a:ext uri="{9D8B030D-6E8A-4147-A177-3AD203B41FA5}">
                      <a16:colId xmlns:a16="http://schemas.microsoft.com/office/drawing/2014/main" val="2383079681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0148879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732342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8144220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3289079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D3F00C21-F497-0EAD-3B72-60E9A956E3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871697"/>
              </p:ext>
            </p:extLst>
          </p:nvPr>
        </p:nvGraphicFramePr>
        <p:xfrm>
          <a:off x="1384897" y="2376000"/>
          <a:ext cx="2046092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307255290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685997691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49169052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1635232657"/>
                    </a:ext>
                  </a:extLst>
                </a:gridCol>
              </a:tblGrid>
              <a:tr h="3149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097716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21A7E0B-385D-1C0D-3EFB-1FD65EFFD497}"/>
                  </a:ext>
                </a:extLst>
              </p:cNvPr>
              <p:cNvSpPr txBox="1"/>
              <p:nvPr/>
            </p:nvSpPr>
            <p:spPr>
              <a:xfrm>
                <a:off x="1053553" y="2135348"/>
                <a:ext cx="68068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21A7E0B-385D-1C0D-3EFB-1FD65EFFD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553" y="2135348"/>
                <a:ext cx="680684" cy="400110"/>
              </a:xfrm>
              <a:prstGeom prst="rect">
                <a:avLst/>
              </a:prstGeom>
              <a:blipFill>
                <a:blip r:embed="rId2"/>
                <a:stretch>
                  <a:fillRect l="-901"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5A6E5035-9E9E-6048-68BE-EF023A5BEB2D}"/>
                  </a:ext>
                </a:extLst>
              </p:cNvPr>
              <p:cNvSpPr txBox="1"/>
              <p:nvPr/>
            </p:nvSpPr>
            <p:spPr>
              <a:xfrm>
                <a:off x="360000" y="2361433"/>
                <a:ext cx="9003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5A6E5035-9E9E-6048-68BE-EF023A5BE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361433"/>
                <a:ext cx="900344" cy="400110"/>
              </a:xfrm>
              <a:prstGeom prst="rect">
                <a:avLst/>
              </a:prstGeom>
              <a:blipFill>
                <a:blip r:embed="rId3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95E5567-368B-2EED-FFBD-EFB4E213D602}"/>
              </a:ext>
            </a:extLst>
          </p:cNvPr>
          <p:cNvCxnSpPr>
            <a:cxnSpLocks/>
          </p:cNvCxnSpPr>
          <p:nvPr/>
        </p:nvCxnSpPr>
        <p:spPr>
          <a:xfrm flipH="1" flipV="1">
            <a:off x="1030077" y="2313487"/>
            <a:ext cx="339830" cy="4269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2A516D65-71DE-34F7-322F-AC8437018A47}"/>
                  </a:ext>
                </a:extLst>
              </p:cNvPr>
              <p:cNvSpPr txBox="1"/>
              <p:nvPr/>
            </p:nvSpPr>
            <p:spPr>
              <a:xfrm>
                <a:off x="409193" y="1924775"/>
                <a:ext cx="900344" cy="4366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sup>
                      </m:sSubSup>
                    </m:oMath>
                  </m:oMathPara>
                </a14:m>
                <a:endParaRPr lang="zh-CN" alt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2A516D65-71DE-34F7-322F-AC8437018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193" y="1924775"/>
                <a:ext cx="900344" cy="436658"/>
              </a:xfrm>
              <a:prstGeom prst="rect">
                <a:avLst/>
              </a:prstGeom>
              <a:blipFill>
                <a:blip r:embed="rId4"/>
                <a:stretch>
                  <a:fillRect b="-14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9" name="表格 48">
            <a:extLst>
              <a:ext uri="{FF2B5EF4-FFF2-40B4-BE49-F238E27FC236}">
                <a16:creationId xmlns:a16="http://schemas.microsoft.com/office/drawing/2014/main" id="{49E3C886-70E2-F95B-5304-A0B1030AAB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16937"/>
              </p:ext>
            </p:extLst>
          </p:nvPr>
        </p:nvGraphicFramePr>
        <p:xfrm>
          <a:off x="4572042" y="2736000"/>
          <a:ext cx="2046092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182143636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201667155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555876208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096902984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377841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43940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090145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534781"/>
                  </a:ext>
                </a:extLst>
              </a:tr>
            </a:tbl>
          </a:graphicData>
        </a:graphic>
      </p:graphicFrame>
      <p:graphicFrame>
        <p:nvGraphicFramePr>
          <p:cNvPr id="50" name="表格 49">
            <a:extLst>
              <a:ext uri="{FF2B5EF4-FFF2-40B4-BE49-F238E27FC236}">
                <a16:creationId xmlns:a16="http://schemas.microsoft.com/office/drawing/2014/main" id="{1596A180-BE88-2D4E-D698-D10454B9E3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44152"/>
              </p:ext>
            </p:extLst>
          </p:nvPr>
        </p:nvGraphicFramePr>
        <p:xfrm>
          <a:off x="4146151" y="2736000"/>
          <a:ext cx="507779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7779">
                  <a:extLst>
                    <a:ext uri="{9D8B030D-6E8A-4147-A177-3AD203B41FA5}">
                      <a16:colId xmlns:a16="http://schemas.microsoft.com/office/drawing/2014/main" val="2383079681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0148879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732342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8144220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3289079"/>
                  </a:ext>
                </a:extLst>
              </a:tr>
            </a:tbl>
          </a:graphicData>
        </a:graphic>
      </p:graphicFrame>
      <p:graphicFrame>
        <p:nvGraphicFramePr>
          <p:cNvPr id="51" name="表格 50">
            <a:extLst>
              <a:ext uri="{FF2B5EF4-FFF2-40B4-BE49-F238E27FC236}">
                <a16:creationId xmlns:a16="http://schemas.microsoft.com/office/drawing/2014/main" id="{22DBC5DC-FD2D-8764-2941-F576334BA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061029"/>
              </p:ext>
            </p:extLst>
          </p:nvPr>
        </p:nvGraphicFramePr>
        <p:xfrm>
          <a:off x="4572042" y="2376000"/>
          <a:ext cx="2046092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307255290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685997691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49169052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1635232657"/>
                    </a:ext>
                  </a:extLst>
                </a:gridCol>
              </a:tblGrid>
              <a:tr h="3149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097716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7692C5FE-5657-6AE5-E0AE-DBF0CD53AA38}"/>
                  </a:ext>
                </a:extLst>
              </p:cNvPr>
              <p:cNvSpPr txBox="1"/>
              <p:nvPr/>
            </p:nvSpPr>
            <p:spPr>
              <a:xfrm>
                <a:off x="4255688" y="2135348"/>
                <a:ext cx="68068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7692C5FE-5657-6AE5-E0AE-DBF0CD53A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688" y="2135348"/>
                <a:ext cx="680684" cy="400110"/>
              </a:xfrm>
              <a:prstGeom prst="rect">
                <a:avLst/>
              </a:prstGeom>
              <a:blipFill>
                <a:blip r:embed="rId6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0CC6A858-2376-09DA-A551-27E6734C9E6A}"/>
                  </a:ext>
                </a:extLst>
              </p:cNvPr>
              <p:cNvSpPr txBox="1"/>
              <p:nvPr/>
            </p:nvSpPr>
            <p:spPr>
              <a:xfrm>
                <a:off x="3562135" y="2361433"/>
                <a:ext cx="9003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0CC6A858-2376-09DA-A551-27E6734C9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135" y="2361433"/>
                <a:ext cx="900344" cy="400110"/>
              </a:xfrm>
              <a:prstGeom prst="rect">
                <a:avLst/>
              </a:prstGeom>
              <a:blipFill>
                <a:blip r:embed="rId7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10852755-1095-CFD4-97F3-C3B5FC46849B}"/>
              </a:ext>
            </a:extLst>
          </p:cNvPr>
          <p:cNvCxnSpPr>
            <a:cxnSpLocks/>
          </p:cNvCxnSpPr>
          <p:nvPr/>
        </p:nvCxnSpPr>
        <p:spPr>
          <a:xfrm flipH="1" flipV="1">
            <a:off x="4232212" y="2313487"/>
            <a:ext cx="339830" cy="4269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C43D89C5-FD8F-4BEC-289B-BDA42F2645C5}"/>
                  </a:ext>
                </a:extLst>
              </p:cNvPr>
              <p:cNvSpPr txBox="1"/>
              <p:nvPr/>
            </p:nvSpPr>
            <p:spPr>
              <a:xfrm>
                <a:off x="3611328" y="1924775"/>
                <a:ext cx="900344" cy="4359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sup>
                      </m:sSubSup>
                    </m:oMath>
                  </m:oMathPara>
                </a14:m>
                <a:endParaRPr lang="zh-CN" alt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C43D89C5-FD8F-4BEC-289B-BDA42F264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1328" y="1924775"/>
                <a:ext cx="900344" cy="435953"/>
              </a:xfrm>
              <a:prstGeom prst="rect">
                <a:avLst/>
              </a:prstGeom>
              <a:blipFill>
                <a:blip r:embed="rId8"/>
                <a:stretch>
                  <a:fillRect b="-14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tangle 44">
            <a:extLst>
              <a:ext uri="{FF2B5EF4-FFF2-40B4-BE49-F238E27FC236}">
                <a16:creationId xmlns:a16="http://schemas.microsoft.com/office/drawing/2014/main" id="{BF4D14EA-0951-59ED-18E0-93CC05C9F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6925" y="3168000"/>
            <a:ext cx="788242" cy="708338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57" name="Rectangle 44">
            <a:extLst>
              <a:ext uri="{FF2B5EF4-FFF2-40B4-BE49-F238E27FC236}">
                <a16:creationId xmlns:a16="http://schemas.microsoft.com/office/drawing/2014/main" id="{C817967B-09D9-C488-2EE9-B10CE4BC9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6335" y="2780977"/>
            <a:ext cx="302401" cy="1494280"/>
          </a:xfrm>
          <a:prstGeom prst="rect">
            <a:avLst/>
          </a:prstGeom>
          <a:noFill/>
          <a:ln w="50800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58" name="Rectangle 44">
            <a:extLst>
              <a:ext uri="{FF2B5EF4-FFF2-40B4-BE49-F238E27FC236}">
                <a16:creationId xmlns:a16="http://schemas.microsoft.com/office/drawing/2014/main" id="{7FBC6E6E-7E13-6ACD-4C2B-515E3C6B7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0421" y="2780977"/>
            <a:ext cx="312983" cy="1494280"/>
          </a:xfrm>
          <a:prstGeom prst="rect">
            <a:avLst/>
          </a:prstGeom>
          <a:noFill/>
          <a:ln w="50800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59" name="左中括号 58">
            <a:extLst>
              <a:ext uri="{FF2B5EF4-FFF2-40B4-BE49-F238E27FC236}">
                <a16:creationId xmlns:a16="http://schemas.microsoft.com/office/drawing/2014/main" id="{888DE28C-1409-EFA8-5322-5CD980AA8F62}"/>
              </a:ext>
            </a:extLst>
          </p:cNvPr>
          <p:cNvSpPr/>
          <p:nvPr/>
        </p:nvSpPr>
        <p:spPr>
          <a:xfrm flipH="1">
            <a:off x="4494346" y="3569880"/>
            <a:ext cx="494007" cy="701002"/>
          </a:xfrm>
          <a:prstGeom prst="leftBracket">
            <a:avLst>
              <a:gd name="adj" fmla="val 0"/>
            </a:avLst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左中括号 59">
            <a:extLst>
              <a:ext uri="{FF2B5EF4-FFF2-40B4-BE49-F238E27FC236}">
                <a16:creationId xmlns:a16="http://schemas.microsoft.com/office/drawing/2014/main" id="{1424473D-9C18-9E87-34A2-D70040FB258B}"/>
              </a:ext>
            </a:extLst>
          </p:cNvPr>
          <p:cNvSpPr/>
          <p:nvPr/>
        </p:nvSpPr>
        <p:spPr>
          <a:xfrm>
            <a:off x="6199321" y="3574255"/>
            <a:ext cx="494007" cy="701002"/>
          </a:xfrm>
          <a:prstGeom prst="leftBracket">
            <a:avLst>
              <a:gd name="adj" fmla="val 0"/>
            </a:avLst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A1E41581-5A28-8384-EE2C-5E1EC910143C}"/>
                  </a:ext>
                </a:extLst>
              </p:cNvPr>
              <p:cNvSpPr txBox="1"/>
              <p:nvPr/>
            </p:nvSpPr>
            <p:spPr>
              <a:xfrm>
                <a:off x="360000" y="4788000"/>
                <a:ext cx="2816905" cy="4701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zh-CN" altLang="en-US" sz="2400" dirty="0"/>
                  <a:t> 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A1E41581-5A28-8384-EE2C-5E1EC9101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788000"/>
                <a:ext cx="2816905" cy="470193"/>
              </a:xfrm>
              <a:prstGeom prst="rect">
                <a:avLst/>
              </a:prstGeom>
              <a:blipFill>
                <a:blip r:embed="rId9"/>
                <a:stretch>
                  <a:fillRect l="-1515" r="-12554" b="-1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F2296414-B52C-9C0F-257D-7AC3D9422C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4071691"/>
                  </p:ext>
                </p:extLst>
              </p:nvPr>
            </p:nvGraphicFramePr>
            <p:xfrm>
              <a:off x="7200000" y="1637024"/>
              <a:ext cx="4178661" cy="409276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92887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</a:tblGrid>
                  <a:tr h="392758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</m:t>
                              </m:r>
                            </m:oMath>
                          </a14:m>
                          <a:r>
                            <a:rPr lang="zh-CN" altLang="en-US" sz="2400" i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392758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</a:t>
                          </a:r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x/x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</a:t>
                          </a:r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x/x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9692274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</a:t>
                          </a:r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x/x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</a:t>
                          </a:r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x/x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52075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F2296414-B52C-9C0F-257D-7AC3D9422C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4071691"/>
                  </p:ext>
                </p:extLst>
              </p:nvPr>
            </p:nvGraphicFramePr>
            <p:xfrm>
              <a:off x="7200000" y="1637024"/>
              <a:ext cx="4178661" cy="409276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92887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</a:tblGrid>
                  <a:tr h="465646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0"/>
                          <a:stretch>
                            <a:fillRect l="-437" t="-658" r="-200437" b="-353947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0"/>
                          <a:stretch>
                            <a:fillRect l="-50328" t="-1316" r="-438" b="-80789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0"/>
                          <a:stretch>
                            <a:fillRect l="-100877" t="-101316" r="-101316" b="-7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0"/>
                          <a:stretch>
                            <a:fillRect l="-200000" t="-101316" r="-873" b="-7078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</a:t>
                          </a:r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x/x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</a:t>
                          </a:r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x/x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969227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</a:t>
                          </a:r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x/x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</a:t>
                          </a:r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x/x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52075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8E1B340F-C184-77AF-B7E2-11D74CD1CAA5}"/>
              </a:ext>
            </a:extLst>
          </p:cNvPr>
          <p:cNvSpPr txBox="1"/>
          <p:nvPr/>
        </p:nvSpPr>
        <p:spPr>
          <a:xfrm>
            <a:off x="7200000" y="1168504"/>
            <a:ext cx="4178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状态表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045DE05-7773-484D-85EB-9AD174D9811B}"/>
                  </a:ext>
                </a:extLst>
              </p:cNvPr>
              <p:cNvSpPr txBox="1"/>
              <p:nvPr/>
            </p:nvSpPr>
            <p:spPr>
              <a:xfrm>
                <a:off x="360000" y="5256000"/>
                <a:ext cx="2816905" cy="497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r>
                  <a:rPr lang="zh-CN" altLang="en-US" sz="2400" dirty="0"/>
                  <a:t> 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045DE05-7773-484D-85EB-9AD174D98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256000"/>
                <a:ext cx="2816905" cy="49763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标题 1">
            <a:extLst>
              <a:ext uri="{FF2B5EF4-FFF2-40B4-BE49-F238E27FC236}">
                <a16:creationId xmlns:a16="http://schemas.microsoft.com/office/drawing/2014/main" id="{AA178640-B97F-A83B-8751-8FC04CFCCCD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684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 animBg="1"/>
      <p:bldP spid="58" grpId="0" animBg="1"/>
      <p:bldP spid="59" grpId="0" animBg="1"/>
      <p:bldP spid="60" grpId="0" animBg="1"/>
      <p:bldP spid="62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70113A-D440-6B81-8218-941F67D63D0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05A29B-2802-68C3-A694-92A35D645DAF}"/>
              </a:ext>
            </a:extLst>
          </p:cNvPr>
          <p:cNvSpPr txBox="1"/>
          <p:nvPr/>
        </p:nvSpPr>
        <p:spPr>
          <a:xfrm>
            <a:off x="360000" y="828000"/>
            <a:ext cx="5409961" cy="109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可逆六进制计数器的设计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确定状态方程和输出方程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7097DA80-8904-35EF-9339-E5EADD270E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8870560"/>
                  </p:ext>
                </p:extLst>
              </p:nvPr>
            </p:nvGraphicFramePr>
            <p:xfrm>
              <a:off x="7200000" y="1637024"/>
              <a:ext cx="4178661" cy="409276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92887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</a:tblGrid>
                  <a:tr h="392758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</m:t>
                              </m:r>
                            </m:oMath>
                          </a14:m>
                          <a:r>
                            <a:rPr lang="zh-CN" altLang="en-US" sz="2400" i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392758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</a:t>
                          </a:r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x/x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</a:t>
                          </a:r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x/x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9692274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</a:t>
                          </a:r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x/x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</a:t>
                          </a:r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x/x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52075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7097DA80-8904-35EF-9339-E5EADD270E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8870560"/>
                  </p:ext>
                </p:extLst>
              </p:nvPr>
            </p:nvGraphicFramePr>
            <p:xfrm>
              <a:off x="7200000" y="1637024"/>
              <a:ext cx="4178661" cy="409276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92887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</a:tblGrid>
                  <a:tr h="465646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37" t="-658" r="-200437" b="-353947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328" t="-1316" r="-438" b="-80789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877" t="-101316" r="-101316" b="-7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101316" r="-873" b="-7078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</a:t>
                          </a:r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x/x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</a:t>
                          </a:r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x/x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969227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</a:t>
                          </a:r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x/x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</a:t>
                          </a:r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x/x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52075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B706E5F9-1AE2-270E-0DF2-42DEB4E93A76}"/>
              </a:ext>
            </a:extLst>
          </p:cNvPr>
          <p:cNvSpPr txBox="1"/>
          <p:nvPr/>
        </p:nvSpPr>
        <p:spPr>
          <a:xfrm>
            <a:off x="7200000" y="1168504"/>
            <a:ext cx="4178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状态表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5FE6FC2-4665-DF0F-AA49-68104F6F47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854964"/>
              </p:ext>
            </p:extLst>
          </p:nvPr>
        </p:nvGraphicFramePr>
        <p:xfrm>
          <a:off x="1368000" y="2736000"/>
          <a:ext cx="2046092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182143636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201667155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555876208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096902984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377841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43940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090145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534781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6E12D59-1AAD-0AC5-1305-B1D5BEC0E659}"/>
              </a:ext>
            </a:extLst>
          </p:cNvPr>
          <p:cNvGraphicFramePr>
            <a:graphicFrameLocks noGrp="1"/>
          </p:cNvGraphicFramePr>
          <p:nvPr/>
        </p:nvGraphicFramePr>
        <p:xfrm>
          <a:off x="959006" y="2736000"/>
          <a:ext cx="507779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7779">
                  <a:extLst>
                    <a:ext uri="{9D8B030D-6E8A-4147-A177-3AD203B41FA5}">
                      <a16:colId xmlns:a16="http://schemas.microsoft.com/office/drawing/2014/main" val="2383079681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0148879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732342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8144220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3289079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98101C8D-90F9-5378-27C6-1CB6EF5E5F02}"/>
              </a:ext>
            </a:extLst>
          </p:cNvPr>
          <p:cNvGraphicFramePr>
            <a:graphicFrameLocks noGrp="1"/>
          </p:cNvGraphicFramePr>
          <p:nvPr/>
        </p:nvGraphicFramePr>
        <p:xfrm>
          <a:off x="1384897" y="2376000"/>
          <a:ext cx="2046092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307255290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685997691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49169052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1635232657"/>
                    </a:ext>
                  </a:extLst>
                </a:gridCol>
              </a:tblGrid>
              <a:tr h="3149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097716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0B5F1B0-2B4A-2DDE-6331-75EEB8BF3600}"/>
                  </a:ext>
                </a:extLst>
              </p:cNvPr>
              <p:cNvSpPr txBox="1"/>
              <p:nvPr/>
            </p:nvSpPr>
            <p:spPr>
              <a:xfrm>
                <a:off x="1053553" y="2135348"/>
                <a:ext cx="68068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0B5F1B0-2B4A-2DDE-6331-75EEB8BF3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553" y="2135348"/>
                <a:ext cx="680684" cy="400110"/>
              </a:xfrm>
              <a:prstGeom prst="rect">
                <a:avLst/>
              </a:prstGeom>
              <a:blipFill>
                <a:blip r:embed="rId3"/>
                <a:stretch>
                  <a:fillRect l="-901"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15A3090-FB02-C46C-073E-478D683E5FCD}"/>
                  </a:ext>
                </a:extLst>
              </p:cNvPr>
              <p:cNvSpPr txBox="1"/>
              <p:nvPr/>
            </p:nvSpPr>
            <p:spPr>
              <a:xfrm>
                <a:off x="360000" y="2361433"/>
                <a:ext cx="9003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15A3090-FB02-C46C-073E-478D683E5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361433"/>
                <a:ext cx="900344" cy="400110"/>
              </a:xfrm>
              <a:prstGeom prst="rect">
                <a:avLst/>
              </a:prstGeom>
              <a:blipFill>
                <a:blip r:embed="rId4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6EE7595-4CC1-4868-AB81-5076D4A8A40A}"/>
              </a:ext>
            </a:extLst>
          </p:cNvPr>
          <p:cNvCxnSpPr>
            <a:cxnSpLocks/>
          </p:cNvCxnSpPr>
          <p:nvPr/>
        </p:nvCxnSpPr>
        <p:spPr>
          <a:xfrm flipH="1" flipV="1">
            <a:off x="1030077" y="2313487"/>
            <a:ext cx="339830" cy="4269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E1267F4-75FC-75F3-20ED-9B1386A15135}"/>
                  </a:ext>
                </a:extLst>
              </p:cNvPr>
              <p:cNvSpPr txBox="1"/>
              <p:nvPr/>
            </p:nvSpPr>
            <p:spPr>
              <a:xfrm>
                <a:off x="409193" y="1924775"/>
                <a:ext cx="900344" cy="438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sup>
                      </m:sSubSup>
                    </m:oMath>
                  </m:oMathPara>
                </a14:m>
                <a:endParaRPr lang="zh-CN" alt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E1267F4-75FC-75F3-20ED-9B1386A15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193" y="1924775"/>
                <a:ext cx="900344" cy="438774"/>
              </a:xfrm>
              <a:prstGeom prst="rect">
                <a:avLst/>
              </a:prstGeom>
              <a:blipFill>
                <a:blip r:embed="rId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812D2A70-3927-8BE5-D886-2D3C636A2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558734"/>
              </p:ext>
            </p:extLst>
          </p:nvPr>
        </p:nvGraphicFramePr>
        <p:xfrm>
          <a:off x="4572042" y="2736000"/>
          <a:ext cx="2046092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182143636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201667155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555876208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096902984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377841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43940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090145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534781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DD6F0FBE-BE99-779D-B918-AF94B4769EE9}"/>
              </a:ext>
            </a:extLst>
          </p:cNvPr>
          <p:cNvGraphicFramePr>
            <a:graphicFrameLocks noGrp="1"/>
          </p:cNvGraphicFramePr>
          <p:nvPr/>
        </p:nvGraphicFramePr>
        <p:xfrm>
          <a:off x="4146151" y="2736000"/>
          <a:ext cx="507779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7779">
                  <a:extLst>
                    <a:ext uri="{9D8B030D-6E8A-4147-A177-3AD203B41FA5}">
                      <a16:colId xmlns:a16="http://schemas.microsoft.com/office/drawing/2014/main" val="2383079681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0148879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732342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8144220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3289079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76E3D5B8-8712-3CAC-2009-2CDCFE377ED9}"/>
              </a:ext>
            </a:extLst>
          </p:cNvPr>
          <p:cNvGraphicFramePr>
            <a:graphicFrameLocks noGrp="1"/>
          </p:cNvGraphicFramePr>
          <p:nvPr/>
        </p:nvGraphicFramePr>
        <p:xfrm>
          <a:off x="4572042" y="2376000"/>
          <a:ext cx="2046092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307255290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685997691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49169052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1635232657"/>
                    </a:ext>
                  </a:extLst>
                </a:gridCol>
              </a:tblGrid>
              <a:tr h="3149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097716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75D6C0C9-D0C8-68EC-353A-32E977DB9C86}"/>
                  </a:ext>
                </a:extLst>
              </p:cNvPr>
              <p:cNvSpPr txBox="1"/>
              <p:nvPr/>
            </p:nvSpPr>
            <p:spPr>
              <a:xfrm>
                <a:off x="4255688" y="2135348"/>
                <a:ext cx="68068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75D6C0C9-D0C8-68EC-353A-32E977DB9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688" y="2135348"/>
                <a:ext cx="680684" cy="400110"/>
              </a:xfrm>
              <a:prstGeom prst="rect">
                <a:avLst/>
              </a:prstGeom>
              <a:blipFill>
                <a:blip r:embed="rId6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CD772B1-605B-CEBF-7A71-3627AA79B600}"/>
                  </a:ext>
                </a:extLst>
              </p:cNvPr>
              <p:cNvSpPr txBox="1"/>
              <p:nvPr/>
            </p:nvSpPr>
            <p:spPr>
              <a:xfrm>
                <a:off x="3562135" y="2361433"/>
                <a:ext cx="9003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CD772B1-605B-CEBF-7A71-3627AA79B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135" y="2361433"/>
                <a:ext cx="900344" cy="400110"/>
              </a:xfrm>
              <a:prstGeom prst="rect">
                <a:avLst/>
              </a:prstGeom>
              <a:blipFill>
                <a:blip r:embed="rId7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0D96CB2-07EB-7406-E25B-6912239A7842}"/>
              </a:ext>
            </a:extLst>
          </p:cNvPr>
          <p:cNvCxnSpPr>
            <a:cxnSpLocks/>
          </p:cNvCxnSpPr>
          <p:nvPr/>
        </p:nvCxnSpPr>
        <p:spPr>
          <a:xfrm flipH="1" flipV="1">
            <a:off x="4232212" y="2313487"/>
            <a:ext cx="339830" cy="4269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4855A1D-F8C9-5C6C-2511-BD80D154E849}"/>
                  </a:ext>
                </a:extLst>
              </p:cNvPr>
              <p:cNvSpPr txBox="1"/>
              <p:nvPr/>
            </p:nvSpPr>
            <p:spPr>
              <a:xfrm>
                <a:off x="3611328" y="1924775"/>
                <a:ext cx="900344" cy="4359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2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C</m:t>
                      </m:r>
                    </m:oMath>
                  </m:oMathPara>
                </a14:m>
                <a:endParaRPr lang="zh-CN" alt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4855A1D-F8C9-5C6C-2511-BD80D154E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1328" y="1924775"/>
                <a:ext cx="900344" cy="43595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44">
            <a:extLst>
              <a:ext uri="{FF2B5EF4-FFF2-40B4-BE49-F238E27FC236}">
                <a16:creationId xmlns:a16="http://schemas.microsoft.com/office/drawing/2014/main" id="{2588B433-24FE-88C9-A8C5-1D5D48E50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6148" y="3570526"/>
            <a:ext cx="788242" cy="708338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1" name="半闭框 20">
            <a:extLst>
              <a:ext uri="{FF2B5EF4-FFF2-40B4-BE49-F238E27FC236}">
                <a16:creationId xmlns:a16="http://schemas.microsoft.com/office/drawing/2014/main" id="{6F9D82B5-267F-84D3-47DF-C7FBACF0BBF3}"/>
              </a:ext>
            </a:extLst>
          </p:cNvPr>
          <p:cNvSpPr/>
          <p:nvPr/>
        </p:nvSpPr>
        <p:spPr>
          <a:xfrm>
            <a:off x="2996672" y="3987267"/>
            <a:ext cx="449451" cy="368296"/>
          </a:xfrm>
          <a:prstGeom prst="halfFrame">
            <a:avLst>
              <a:gd name="adj1" fmla="val 0"/>
              <a:gd name="adj2" fmla="val 0"/>
            </a:avLst>
          </a:prstGeom>
          <a:noFill/>
          <a:ln w="508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半闭框 21">
            <a:extLst>
              <a:ext uri="{FF2B5EF4-FFF2-40B4-BE49-F238E27FC236}">
                <a16:creationId xmlns:a16="http://schemas.microsoft.com/office/drawing/2014/main" id="{CB416862-3404-ECF3-AE35-602C8E83CF5C}"/>
              </a:ext>
            </a:extLst>
          </p:cNvPr>
          <p:cNvSpPr/>
          <p:nvPr/>
        </p:nvSpPr>
        <p:spPr>
          <a:xfrm flipV="1">
            <a:off x="2992357" y="2701465"/>
            <a:ext cx="449451" cy="368296"/>
          </a:xfrm>
          <a:prstGeom prst="halfFrame">
            <a:avLst>
              <a:gd name="adj1" fmla="val 0"/>
              <a:gd name="adj2" fmla="val 0"/>
            </a:avLst>
          </a:prstGeom>
          <a:noFill/>
          <a:ln w="508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半闭框 22">
            <a:extLst>
              <a:ext uri="{FF2B5EF4-FFF2-40B4-BE49-F238E27FC236}">
                <a16:creationId xmlns:a16="http://schemas.microsoft.com/office/drawing/2014/main" id="{08EFBD42-C1F3-8978-778A-AFFE4B733E56}"/>
              </a:ext>
            </a:extLst>
          </p:cNvPr>
          <p:cNvSpPr/>
          <p:nvPr/>
        </p:nvSpPr>
        <p:spPr>
          <a:xfrm flipH="1" flipV="1">
            <a:off x="1335704" y="2701465"/>
            <a:ext cx="449451" cy="368296"/>
          </a:xfrm>
          <a:prstGeom prst="halfFrame">
            <a:avLst>
              <a:gd name="adj1" fmla="val 0"/>
              <a:gd name="adj2" fmla="val 0"/>
            </a:avLst>
          </a:prstGeom>
          <a:noFill/>
          <a:ln w="508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半闭框 23">
            <a:extLst>
              <a:ext uri="{FF2B5EF4-FFF2-40B4-BE49-F238E27FC236}">
                <a16:creationId xmlns:a16="http://schemas.microsoft.com/office/drawing/2014/main" id="{6F352139-79D8-C96A-5730-C08874306759}"/>
              </a:ext>
            </a:extLst>
          </p:cNvPr>
          <p:cNvSpPr/>
          <p:nvPr/>
        </p:nvSpPr>
        <p:spPr>
          <a:xfrm flipH="1">
            <a:off x="1339472" y="3987267"/>
            <a:ext cx="449451" cy="368296"/>
          </a:xfrm>
          <a:prstGeom prst="halfFrame">
            <a:avLst>
              <a:gd name="adj1" fmla="val 0"/>
              <a:gd name="adj2" fmla="val 0"/>
            </a:avLst>
          </a:prstGeom>
          <a:noFill/>
          <a:ln w="508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Rectangle 44">
            <a:extLst>
              <a:ext uri="{FF2B5EF4-FFF2-40B4-BE49-F238E27FC236}">
                <a16:creationId xmlns:a16="http://schemas.microsoft.com/office/drawing/2014/main" id="{578B6C09-9ECB-6781-A841-24F9F5A09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2800" y="3196105"/>
            <a:ext cx="302401" cy="275766"/>
          </a:xfrm>
          <a:prstGeom prst="rect">
            <a:avLst/>
          </a:prstGeom>
          <a:noFill/>
          <a:ln w="50800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6" name="Rectangle 44">
            <a:extLst>
              <a:ext uri="{FF2B5EF4-FFF2-40B4-BE49-F238E27FC236}">
                <a16:creationId xmlns:a16="http://schemas.microsoft.com/office/drawing/2014/main" id="{8D626C0D-5659-E42B-6E90-C302454E8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7600" y="2790000"/>
            <a:ext cx="302401" cy="275766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9A3AAE84-B9C2-BB1B-6822-37977A41B363}"/>
                  </a:ext>
                </a:extLst>
              </p:cNvPr>
              <p:cNvSpPr txBox="1"/>
              <p:nvPr/>
            </p:nvSpPr>
            <p:spPr>
              <a:xfrm>
                <a:off x="360000" y="4788000"/>
                <a:ext cx="2816905" cy="4701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zh-CN" altLang="en-US" sz="2400" dirty="0"/>
                  <a:t> 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9A3AAE84-B9C2-BB1B-6822-37977A41B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788000"/>
                <a:ext cx="2816905" cy="470193"/>
              </a:xfrm>
              <a:prstGeom prst="rect">
                <a:avLst/>
              </a:prstGeom>
              <a:blipFill>
                <a:blip r:embed="rId9"/>
                <a:stretch>
                  <a:fillRect l="-1515" r="-12554" b="-1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D3E10F1-F618-07F2-1E3B-B02E6AB09139}"/>
                  </a:ext>
                </a:extLst>
              </p:cNvPr>
              <p:cNvSpPr txBox="1"/>
              <p:nvPr/>
            </p:nvSpPr>
            <p:spPr>
              <a:xfrm>
                <a:off x="360000" y="5256000"/>
                <a:ext cx="2816905" cy="497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r>
                  <a:rPr lang="zh-CN" altLang="en-US" sz="2400" dirty="0"/>
                  <a:t> </a:t>
                </a: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D3E10F1-F618-07F2-1E3B-B02E6AB09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256000"/>
                <a:ext cx="2816905" cy="49763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021E51C9-86F8-D34E-4E1A-3A748589EC54}"/>
                  </a:ext>
                </a:extLst>
              </p:cNvPr>
              <p:cNvSpPr txBox="1"/>
              <p:nvPr/>
            </p:nvSpPr>
            <p:spPr>
              <a:xfrm>
                <a:off x="360000" y="5760000"/>
                <a:ext cx="2816904" cy="4949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40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  </a:t>
                </a: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021E51C9-86F8-D34E-4E1A-3A748589E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760000"/>
                <a:ext cx="2816904" cy="49494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3846E9F-953B-3980-7DB6-57FE1A7B9257}"/>
                  </a:ext>
                </a:extLst>
              </p:cNvPr>
              <p:cNvSpPr txBox="1"/>
              <p:nvPr/>
            </p:nvSpPr>
            <p:spPr>
              <a:xfrm>
                <a:off x="360000" y="6228000"/>
                <a:ext cx="6864524" cy="497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C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m:rPr>
                        <m:nor/>
                      </m:rPr>
                      <a:rPr lang="zh-CN" altLang="en-US" sz="2400" dirty="0"/>
                      <m:t> 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nor/>
                      </m:rPr>
                      <a:rPr lang="en-US" altLang="zh-CN" sz="2400" dirty="0">
                        <a:solidFill>
                          <a:schemeClr val="accent5">
                            <a:lumMod val="75000"/>
                          </a:schemeClr>
                        </a:solidFill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400" dirty="0"/>
                  <a:t> 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3846E9F-953B-3980-7DB6-57FE1A7B9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6228000"/>
                <a:ext cx="6864524" cy="49763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组合 43">
            <a:extLst>
              <a:ext uri="{FF2B5EF4-FFF2-40B4-BE49-F238E27FC236}">
                <a16:creationId xmlns:a16="http://schemas.microsoft.com/office/drawing/2014/main" id="{F7350EEF-245F-A479-7E9F-A0D23D8F68C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132949FC-792C-FA15-FCE8-6BFDCA387CB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" name="箭头: 五边形 46">
                <a:extLst>
                  <a:ext uri="{FF2B5EF4-FFF2-40B4-BE49-F238E27FC236}">
                    <a16:creationId xmlns:a16="http://schemas.microsoft.com/office/drawing/2014/main" id="{E1B2A5F9-CBC2-7FFF-8FA7-8696BC9F110D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箭头: V 形 47">
                <a:extLst>
                  <a:ext uri="{FF2B5EF4-FFF2-40B4-BE49-F238E27FC236}">
                    <a16:creationId xmlns:a16="http://schemas.microsoft.com/office/drawing/2014/main" id="{AE018972-373C-D22A-9832-F3F6BC84E781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6" name="灯片编号占位符 3">
              <a:extLst>
                <a:ext uri="{FF2B5EF4-FFF2-40B4-BE49-F238E27FC236}">
                  <a16:creationId xmlns:a16="http://schemas.microsoft.com/office/drawing/2014/main" id="{0938E54E-186C-E625-7CC2-162E920FFDDB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3886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6" grpId="0"/>
      <p:bldP spid="17" grpId="0"/>
      <p:bldP spid="19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9" grpId="0"/>
      <p:bldP spid="3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EE9C4-3E60-629B-DFCA-18E830835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>
            <a:extLst>
              <a:ext uri="{FF2B5EF4-FFF2-40B4-BE49-F238E27FC236}">
                <a16:creationId xmlns:a16="http://schemas.microsoft.com/office/drawing/2014/main" id="{0A8855C5-AC2F-AF05-7FF2-77AF68F0D70B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04D9B667-A051-9918-72A9-4F1136EE1AE8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" name="箭头: 五边形 46">
                <a:extLst>
                  <a:ext uri="{FF2B5EF4-FFF2-40B4-BE49-F238E27FC236}">
                    <a16:creationId xmlns:a16="http://schemas.microsoft.com/office/drawing/2014/main" id="{D0E9FE4C-51CB-9E4E-B921-CC1F4E350D9A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箭头: V 形 47">
                <a:extLst>
                  <a:ext uri="{FF2B5EF4-FFF2-40B4-BE49-F238E27FC236}">
                    <a16:creationId xmlns:a16="http://schemas.microsoft.com/office/drawing/2014/main" id="{E7280DAF-81F4-9AED-1899-E3799806CE92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6" name="灯片编号占位符 3">
              <a:extLst>
                <a:ext uri="{FF2B5EF4-FFF2-40B4-BE49-F238E27FC236}">
                  <a16:creationId xmlns:a16="http://schemas.microsoft.com/office/drawing/2014/main" id="{5379E1B2-CED9-D037-8AA3-B6D01F9E1E27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17E480D4-7520-13EB-02FE-2533BF854949}"/>
              </a:ext>
            </a:extLst>
          </p:cNvPr>
          <p:cNvSpPr txBox="1"/>
          <p:nvPr/>
        </p:nvSpPr>
        <p:spPr>
          <a:xfrm>
            <a:off x="360000" y="828000"/>
            <a:ext cx="5409961" cy="109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可逆六进制计数器的设计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检查自校正能力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363881F5-F450-69FB-7C68-60304FBF5440}"/>
              </a:ext>
            </a:extLst>
          </p:cNvPr>
          <p:cNvGrpSpPr/>
          <p:nvPr/>
        </p:nvGrpSpPr>
        <p:grpSpPr>
          <a:xfrm>
            <a:off x="4867453" y="4962987"/>
            <a:ext cx="1440243" cy="756716"/>
            <a:chOff x="1277708" y="2006354"/>
            <a:chExt cx="1440243" cy="7567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 Box 9">
                  <a:extLst>
                    <a:ext uri="{FF2B5EF4-FFF2-40B4-BE49-F238E27FC236}">
                      <a16:creationId xmlns:a16="http://schemas.microsoft.com/office/drawing/2014/main" id="{BAADDB75-226E-1FAE-D32D-EFFEA6DB7EC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19784" y="2006354"/>
                  <a:ext cx="79220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kumimoji="1" lang="en-US" altLang="zh-CN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0" name="Text Box 9">
                  <a:extLst>
                    <a:ext uri="{FF2B5EF4-FFF2-40B4-BE49-F238E27FC236}">
                      <a16:creationId xmlns:a16="http://schemas.microsoft.com/office/drawing/2014/main" id="{BAADDB75-226E-1FAE-D32D-EFFEA6DB7E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19784" y="2006354"/>
                  <a:ext cx="792205" cy="461665"/>
                </a:xfrm>
                <a:prstGeom prst="rect">
                  <a:avLst/>
                </a:prstGeom>
                <a:blipFill>
                  <a:blip r:embed="rId2"/>
                  <a:stretch>
                    <a:fillRect b="-1842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Oval 45">
                  <a:extLst>
                    <a:ext uri="{FF2B5EF4-FFF2-40B4-BE49-F238E27FC236}">
                      <a16:creationId xmlns:a16="http://schemas.microsoft.com/office/drawing/2014/main" id="{100455A3-6AA9-E46A-ED40-C7218ABE93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77708" y="2164023"/>
                  <a:ext cx="599047" cy="59904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en-US" altLang="zh-CN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2" name="Oval 45">
                  <a:extLst>
                    <a:ext uri="{FF2B5EF4-FFF2-40B4-BE49-F238E27FC236}">
                      <a16:creationId xmlns:a16="http://schemas.microsoft.com/office/drawing/2014/main" id="{100455A3-6AA9-E46A-ED40-C7218ABE930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77708" y="2164023"/>
                  <a:ext cx="599047" cy="599047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822C69D1-EE8C-090A-4A56-6EAF9CA3BF3B}"/>
                </a:ext>
              </a:extLst>
            </p:cNvPr>
            <p:cNvCxnSpPr>
              <a:cxnSpLocks/>
              <a:stCxn id="32" idx="6"/>
            </p:cNvCxnSpPr>
            <p:nvPr/>
          </p:nvCxnSpPr>
          <p:spPr>
            <a:xfrm>
              <a:off x="1876755" y="2463547"/>
              <a:ext cx="84119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对话气泡: 矩形 2">
            <a:extLst>
              <a:ext uri="{FF2B5EF4-FFF2-40B4-BE49-F238E27FC236}">
                <a16:creationId xmlns:a16="http://schemas.microsoft.com/office/drawing/2014/main" id="{9EC50B61-A3C9-41B4-68B8-3D28A540AFEF}"/>
              </a:ext>
            </a:extLst>
          </p:cNvPr>
          <p:cNvSpPr/>
          <p:nvPr/>
        </p:nvSpPr>
        <p:spPr>
          <a:xfrm>
            <a:off x="525820" y="3428309"/>
            <a:ext cx="2119721" cy="655466"/>
          </a:xfrm>
          <a:prstGeom prst="wedgeRectCallout">
            <a:avLst>
              <a:gd name="adj1" fmla="val -6580"/>
              <a:gd name="adj2" fmla="val -116916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不能自校正！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66B91EA6-196D-9C96-5295-C7966589D9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5289002"/>
                  </p:ext>
                </p:extLst>
              </p:nvPr>
            </p:nvGraphicFramePr>
            <p:xfrm>
              <a:off x="7200000" y="1637024"/>
              <a:ext cx="4178661" cy="409276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92887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</a:tblGrid>
                  <a:tr h="392758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</m:t>
                              </m:r>
                            </m:oMath>
                          </a14:m>
                          <a:r>
                            <a:rPr lang="zh-CN" altLang="en-US" sz="2400" i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392758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FF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FF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0/0</a:t>
                          </a:r>
                          <a:endParaRPr lang="zh-CN" altLang="en-US" sz="2000" dirty="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FF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0/0</a:t>
                          </a:r>
                          <a:endParaRPr lang="zh-CN" altLang="en-US" sz="2000" dirty="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9692274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FF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</a:t>
                          </a:r>
                          <a:endParaRPr lang="zh-CN" altLang="en-US" sz="2000" dirty="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FF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1/0</a:t>
                          </a:r>
                          <a:endParaRPr lang="zh-CN" altLang="en-US" sz="2000" dirty="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FF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1/0</a:t>
                          </a:r>
                          <a:endParaRPr lang="zh-CN" altLang="en-US" sz="2000" dirty="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52075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66B91EA6-196D-9C96-5295-C7966589D9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5289002"/>
                  </p:ext>
                </p:extLst>
              </p:nvPr>
            </p:nvGraphicFramePr>
            <p:xfrm>
              <a:off x="7200000" y="1637024"/>
              <a:ext cx="4178661" cy="409276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92887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</a:tblGrid>
                  <a:tr h="465646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37" t="-658" r="-200437" b="-353947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0328" t="-1316" r="-438" b="-80789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877" t="-101316" r="-101316" b="-7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000" t="-101316" r="-873" b="-7078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FF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FF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0/0</a:t>
                          </a:r>
                          <a:endParaRPr lang="zh-CN" altLang="en-US" sz="2000" dirty="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FF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0/0</a:t>
                          </a:r>
                          <a:endParaRPr lang="zh-CN" altLang="en-US" sz="2000" dirty="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969227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FF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</a:t>
                          </a:r>
                          <a:endParaRPr lang="zh-CN" altLang="en-US" sz="2000" dirty="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FF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1/0</a:t>
                          </a:r>
                          <a:endParaRPr lang="zh-CN" altLang="en-US" sz="2000" dirty="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FF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1/0</a:t>
                          </a:r>
                          <a:endParaRPr lang="zh-CN" altLang="en-US" sz="2000" dirty="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52075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E089C511-CBA1-21AC-D1B8-5CE950C49458}"/>
              </a:ext>
            </a:extLst>
          </p:cNvPr>
          <p:cNvSpPr txBox="1"/>
          <p:nvPr/>
        </p:nvSpPr>
        <p:spPr>
          <a:xfrm>
            <a:off x="7200000" y="1168504"/>
            <a:ext cx="4178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状态表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2812209C-7EBE-70DB-A874-64B470148EFC}"/>
                  </a:ext>
                </a:extLst>
              </p:cNvPr>
              <p:cNvSpPr txBox="1"/>
              <p:nvPr/>
            </p:nvSpPr>
            <p:spPr>
              <a:xfrm>
                <a:off x="360000" y="4788000"/>
                <a:ext cx="2816905" cy="4701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zh-CN" altLang="en-US" sz="2400" dirty="0"/>
                  <a:t> 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2812209C-7EBE-70DB-A874-64B470148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788000"/>
                <a:ext cx="2816905" cy="470193"/>
              </a:xfrm>
              <a:prstGeom prst="rect">
                <a:avLst/>
              </a:prstGeom>
              <a:blipFill>
                <a:blip r:embed="rId5"/>
                <a:stretch>
                  <a:fillRect l="-1515" r="-12554" b="-1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A42D3006-1B39-BC83-7399-2B4E13B5D8E5}"/>
                  </a:ext>
                </a:extLst>
              </p:cNvPr>
              <p:cNvSpPr txBox="1"/>
              <p:nvPr/>
            </p:nvSpPr>
            <p:spPr>
              <a:xfrm>
                <a:off x="360000" y="5256000"/>
                <a:ext cx="2816905" cy="497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r>
                  <a:rPr lang="zh-CN" altLang="en-US" sz="2400" dirty="0"/>
                  <a:t> </a:t>
                </a:r>
              </a:p>
            </p:txBody>
          </p:sp>
        </mc:Choice>
        <mc:Fallback xmlns="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A42D3006-1B39-BC83-7399-2B4E13B5D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256000"/>
                <a:ext cx="2816905" cy="4976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59A30D00-C1C1-B0D1-8633-2E9CC1E22997}"/>
                  </a:ext>
                </a:extLst>
              </p:cNvPr>
              <p:cNvSpPr txBox="1"/>
              <p:nvPr/>
            </p:nvSpPr>
            <p:spPr>
              <a:xfrm>
                <a:off x="360000" y="5760000"/>
                <a:ext cx="2816904" cy="4949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40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  </a:t>
                </a:r>
              </a:p>
            </p:txBody>
          </p:sp>
        </mc:Choice>
        <mc:Fallback xmlns="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59A30D00-C1C1-B0D1-8633-2E9CC1E22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760000"/>
                <a:ext cx="2816904" cy="4949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3E2A6EDC-9C1D-D7B7-7759-60D6A4FB56EF}"/>
                  </a:ext>
                </a:extLst>
              </p:cNvPr>
              <p:cNvSpPr txBox="1"/>
              <p:nvPr/>
            </p:nvSpPr>
            <p:spPr>
              <a:xfrm>
                <a:off x="360000" y="6228000"/>
                <a:ext cx="2816903" cy="497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C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400" dirty="0"/>
                  <a:t>  </a:t>
                </a:r>
              </a:p>
            </p:txBody>
          </p:sp>
        </mc:Choice>
        <mc:Fallback xmlns="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3E2A6EDC-9C1D-D7B7-7759-60D6A4FB5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6228000"/>
                <a:ext cx="2816903" cy="49763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4926C2DA-3728-2CEE-7530-F9C7BA88DE38}"/>
              </a:ext>
            </a:extLst>
          </p:cNvPr>
          <p:cNvGrpSpPr/>
          <p:nvPr/>
        </p:nvGrpSpPr>
        <p:grpSpPr>
          <a:xfrm>
            <a:off x="2923200" y="1980000"/>
            <a:ext cx="4091249" cy="2838200"/>
            <a:chOff x="2924058" y="2045461"/>
            <a:chExt cx="4091249" cy="28382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Oval 45">
                  <a:extLst>
                    <a:ext uri="{FF2B5EF4-FFF2-40B4-BE49-F238E27FC236}">
                      <a16:creationId xmlns:a16="http://schemas.microsoft.com/office/drawing/2014/main" id="{F5B77FC8-62DE-DC07-F065-C68AA8DDE1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10987" y="2133505"/>
                  <a:ext cx="599047" cy="59904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000" b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 000 </m:t>
                        </m:r>
                      </m:oMath>
                    </m:oMathPara>
                  </a14:m>
                  <a:endParaRPr lang="en-US" altLang="zh-CN" sz="2000" b="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4" name="Oval 45">
                  <a:extLst>
                    <a:ext uri="{FF2B5EF4-FFF2-40B4-BE49-F238E27FC236}">
                      <a16:creationId xmlns:a16="http://schemas.microsoft.com/office/drawing/2014/main" id="{F5B77FC8-62DE-DC07-F065-C68AA8DDE1D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10987" y="2133505"/>
                  <a:ext cx="599047" cy="599047"/>
                </a:xfrm>
                <a:prstGeom prst="ellipse">
                  <a:avLst/>
                </a:prstGeom>
                <a:blipFill>
                  <a:blip r:embed="rId13"/>
                  <a:stretch>
                    <a:fillRect l="-4854"/>
                  </a:stretch>
                </a:blip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Oval 45">
                  <a:extLst>
                    <a:ext uri="{FF2B5EF4-FFF2-40B4-BE49-F238E27FC236}">
                      <a16:creationId xmlns:a16="http://schemas.microsoft.com/office/drawing/2014/main" id="{53728BEC-7E29-16DD-3C25-EAB16F7666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84997" y="2133505"/>
                  <a:ext cx="599047" cy="59904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  001</m:t>
                        </m:r>
                      </m:oMath>
                    </m:oMathPara>
                  </a14:m>
                  <a:endParaRPr lang="en-US" altLang="zh-CN" sz="2000" b="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5" name="Oval 45">
                  <a:extLst>
                    <a:ext uri="{FF2B5EF4-FFF2-40B4-BE49-F238E27FC236}">
                      <a16:creationId xmlns:a16="http://schemas.microsoft.com/office/drawing/2014/main" id="{53728BEC-7E29-16DD-3C25-EAB16F7666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84997" y="2133505"/>
                  <a:ext cx="599047" cy="599047"/>
                </a:xfrm>
                <a:prstGeom prst="ellipse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Oval 45">
                  <a:extLst>
                    <a:ext uri="{FF2B5EF4-FFF2-40B4-BE49-F238E27FC236}">
                      <a16:creationId xmlns:a16="http://schemas.microsoft.com/office/drawing/2014/main" id="{2F4177A4-161A-E8EF-5B31-A163A3F7F6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92062" y="4039527"/>
                  <a:ext cx="599047" cy="59904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000" b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110</m:t>
                        </m:r>
                      </m:oMath>
                    </m:oMathPara>
                  </a14:m>
                  <a:endParaRPr lang="en-US" altLang="zh-CN" sz="2000" b="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6" name="Oval 45">
                  <a:extLst>
                    <a:ext uri="{FF2B5EF4-FFF2-40B4-BE49-F238E27FC236}">
                      <a16:creationId xmlns:a16="http://schemas.microsoft.com/office/drawing/2014/main" id="{2F4177A4-161A-E8EF-5B31-A163A3F7F65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92062" y="4039527"/>
                  <a:ext cx="599047" cy="599047"/>
                </a:xfrm>
                <a:prstGeom prst="ellipse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Oval 45">
                  <a:extLst>
                    <a:ext uri="{FF2B5EF4-FFF2-40B4-BE49-F238E27FC236}">
                      <a16:creationId xmlns:a16="http://schemas.microsoft.com/office/drawing/2014/main" id="{F2CBF9E2-85A6-D299-6CDF-5BBA1B2A3C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84997" y="4039527"/>
                  <a:ext cx="599047" cy="59904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000" b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111</m:t>
                        </m:r>
                      </m:oMath>
                    </m:oMathPara>
                  </a14:m>
                  <a:endParaRPr lang="en-US" altLang="zh-CN" sz="2000" b="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7" name="Oval 45">
                  <a:extLst>
                    <a:ext uri="{FF2B5EF4-FFF2-40B4-BE49-F238E27FC236}">
                      <a16:creationId xmlns:a16="http://schemas.microsoft.com/office/drawing/2014/main" id="{F2CBF9E2-85A6-D299-6CDF-5BBA1B2A3CA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84997" y="4039527"/>
                  <a:ext cx="599047" cy="599047"/>
                </a:xfrm>
                <a:prstGeom prst="ellipse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Oval 45">
                  <a:extLst>
                    <a:ext uri="{FF2B5EF4-FFF2-40B4-BE49-F238E27FC236}">
                      <a16:creationId xmlns:a16="http://schemas.microsoft.com/office/drawing/2014/main" id="{B8182A7C-75CF-9BE3-BA08-20DD83C445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16260" y="3086515"/>
                  <a:ext cx="599047" cy="59904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000" b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101</m:t>
                        </m:r>
                      </m:oMath>
                    </m:oMathPara>
                  </a14:m>
                  <a:endParaRPr lang="en-US" altLang="zh-CN" sz="2000" b="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8" name="Oval 45">
                  <a:extLst>
                    <a:ext uri="{FF2B5EF4-FFF2-40B4-BE49-F238E27FC236}">
                      <a16:creationId xmlns:a16="http://schemas.microsoft.com/office/drawing/2014/main" id="{B8182A7C-75CF-9BE3-BA08-20DD83C445A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416260" y="3086515"/>
                  <a:ext cx="599047" cy="599047"/>
                </a:xfrm>
                <a:prstGeom prst="ellipse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Oval 45">
                  <a:extLst>
                    <a:ext uri="{FF2B5EF4-FFF2-40B4-BE49-F238E27FC236}">
                      <a16:creationId xmlns:a16="http://schemas.microsoft.com/office/drawing/2014/main" id="{318B89C8-79CE-3CF8-676B-5DAB505899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4058" y="3086516"/>
                  <a:ext cx="599047" cy="59904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000" b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010</m:t>
                        </m:r>
                      </m:oMath>
                    </m:oMathPara>
                  </a14:m>
                  <a:endParaRPr lang="en-US" altLang="zh-CN" sz="2000" b="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9" name="Oval 45">
                  <a:extLst>
                    <a:ext uri="{FF2B5EF4-FFF2-40B4-BE49-F238E27FC236}">
                      <a16:creationId xmlns:a16="http://schemas.microsoft.com/office/drawing/2014/main" id="{318B89C8-79CE-3CF8-676B-5DAB505899C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24058" y="3086516"/>
                  <a:ext cx="599047" cy="599047"/>
                </a:xfrm>
                <a:prstGeom prst="ellipse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6A17EFFB-8F5B-077E-F680-77ED2895924F}"/>
                </a:ext>
              </a:extLst>
            </p:cNvPr>
            <p:cNvCxnSpPr>
              <a:cxnSpLocks/>
              <a:stCxn id="125" idx="4"/>
              <a:endCxn id="128" idx="2"/>
            </p:cNvCxnSpPr>
            <p:nvPr/>
          </p:nvCxnSpPr>
          <p:spPr>
            <a:xfrm>
              <a:off x="5684521" y="2732552"/>
              <a:ext cx="731739" cy="65348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箭头连接符 130">
              <a:extLst>
                <a:ext uri="{FF2B5EF4-FFF2-40B4-BE49-F238E27FC236}">
                  <a16:creationId xmlns:a16="http://schemas.microsoft.com/office/drawing/2014/main" id="{EEE4639A-69A2-F139-8026-5D80ABF1805D}"/>
                </a:ext>
              </a:extLst>
            </p:cNvPr>
            <p:cNvCxnSpPr>
              <a:cxnSpLocks/>
              <a:stCxn id="124" idx="5"/>
              <a:endCxn id="125" idx="3"/>
            </p:cNvCxnSpPr>
            <p:nvPr/>
          </p:nvCxnSpPr>
          <p:spPr>
            <a:xfrm>
              <a:off x="4422306" y="2644824"/>
              <a:ext cx="105041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4A64F099-CAE1-8278-82F0-EC561BA5A1ED}"/>
                </a:ext>
              </a:extLst>
            </p:cNvPr>
            <p:cNvCxnSpPr>
              <a:cxnSpLocks/>
              <a:stCxn id="125" idx="2"/>
              <a:endCxn id="124" idx="6"/>
            </p:cNvCxnSpPr>
            <p:nvPr/>
          </p:nvCxnSpPr>
          <p:spPr>
            <a:xfrm flipH="1">
              <a:off x="4510034" y="2433029"/>
              <a:ext cx="87496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箭头连接符 132">
              <a:extLst>
                <a:ext uri="{FF2B5EF4-FFF2-40B4-BE49-F238E27FC236}">
                  <a16:creationId xmlns:a16="http://schemas.microsoft.com/office/drawing/2014/main" id="{27CC6AC9-1626-84B5-2745-715BD91C299F}"/>
                </a:ext>
              </a:extLst>
            </p:cNvPr>
            <p:cNvCxnSpPr>
              <a:cxnSpLocks/>
              <a:stCxn id="128" idx="3"/>
              <a:endCxn id="127" idx="7"/>
            </p:cNvCxnSpPr>
            <p:nvPr/>
          </p:nvCxnSpPr>
          <p:spPr>
            <a:xfrm flipH="1">
              <a:off x="5896316" y="3597834"/>
              <a:ext cx="607672" cy="52942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箭头连接符 133">
              <a:extLst>
                <a:ext uri="{FF2B5EF4-FFF2-40B4-BE49-F238E27FC236}">
                  <a16:creationId xmlns:a16="http://schemas.microsoft.com/office/drawing/2014/main" id="{B07107B6-ABD9-EABA-A58B-E5866A67E051}"/>
                </a:ext>
              </a:extLst>
            </p:cNvPr>
            <p:cNvCxnSpPr>
              <a:cxnSpLocks/>
              <a:stCxn id="126" idx="5"/>
              <a:endCxn id="127" idx="3"/>
            </p:cNvCxnSpPr>
            <p:nvPr/>
          </p:nvCxnSpPr>
          <p:spPr>
            <a:xfrm>
              <a:off x="4403381" y="4550846"/>
              <a:ext cx="106934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箭头连接符 134">
              <a:extLst>
                <a:ext uri="{FF2B5EF4-FFF2-40B4-BE49-F238E27FC236}">
                  <a16:creationId xmlns:a16="http://schemas.microsoft.com/office/drawing/2014/main" id="{935EDA4C-7275-0FCD-5B39-86AF19ABA3D8}"/>
                </a:ext>
              </a:extLst>
            </p:cNvPr>
            <p:cNvCxnSpPr>
              <a:cxnSpLocks/>
              <a:stCxn id="129" idx="4"/>
              <a:endCxn id="126" idx="2"/>
            </p:cNvCxnSpPr>
            <p:nvPr/>
          </p:nvCxnSpPr>
          <p:spPr>
            <a:xfrm>
              <a:off x="3223582" y="3685563"/>
              <a:ext cx="668480" cy="6534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5164465F-A428-5C8E-8B62-C3B090B37042}"/>
                </a:ext>
              </a:extLst>
            </p:cNvPr>
            <p:cNvCxnSpPr>
              <a:cxnSpLocks/>
              <a:stCxn id="129" idx="6"/>
              <a:endCxn id="124" idx="4"/>
            </p:cNvCxnSpPr>
            <p:nvPr/>
          </p:nvCxnSpPr>
          <p:spPr>
            <a:xfrm flipV="1">
              <a:off x="3523105" y="2732552"/>
              <a:ext cx="687406" cy="6534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箭头连接符 136">
              <a:extLst>
                <a:ext uri="{FF2B5EF4-FFF2-40B4-BE49-F238E27FC236}">
                  <a16:creationId xmlns:a16="http://schemas.microsoft.com/office/drawing/2014/main" id="{6E2506AF-607B-DC68-0867-D5AE2EA756D7}"/>
                </a:ext>
              </a:extLst>
            </p:cNvPr>
            <p:cNvCxnSpPr>
              <a:cxnSpLocks/>
              <a:stCxn id="124" idx="3"/>
              <a:endCxn id="129" idx="7"/>
            </p:cNvCxnSpPr>
            <p:nvPr/>
          </p:nvCxnSpPr>
          <p:spPr>
            <a:xfrm flipH="1">
              <a:off x="3435377" y="2644824"/>
              <a:ext cx="563338" cy="52942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箭头连接符 137">
              <a:extLst>
                <a:ext uri="{FF2B5EF4-FFF2-40B4-BE49-F238E27FC236}">
                  <a16:creationId xmlns:a16="http://schemas.microsoft.com/office/drawing/2014/main" id="{AF6A882F-4431-E86D-61EF-BCD057CC63F6}"/>
                </a:ext>
              </a:extLst>
            </p:cNvPr>
            <p:cNvCxnSpPr>
              <a:cxnSpLocks/>
              <a:stCxn id="126" idx="1"/>
              <a:endCxn id="129" idx="5"/>
            </p:cNvCxnSpPr>
            <p:nvPr/>
          </p:nvCxnSpPr>
          <p:spPr>
            <a:xfrm flipH="1" flipV="1">
              <a:off x="3435377" y="3597835"/>
              <a:ext cx="544413" cy="52942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箭头连接符 138">
              <a:extLst>
                <a:ext uri="{FF2B5EF4-FFF2-40B4-BE49-F238E27FC236}">
                  <a16:creationId xmlns:a16="http://schemas.microsoft.com/office/drawing/2014/main" id="{240FAD30-8F07-2DC8-90D8-F8E5F5EA2E4F}"/>
                </a:ext>
              </a:extLst>
            </p:cNvPr>
            <p:cNvCxnSpPr>
              <a:cxnSpLocks/>
              <a:stCxn id="127" idx="2"/>
              <a:endCxn id="126" idx="6"/>
            </p:cNvCxnSpPr>
            <p:nvPr/>
          </p:nvCxnSpPr>
          <p:spPr>
            <a:xfrm flipH="1">
              <a:off x="4491109" y="4339051"/>
              <a:ext cx="89388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箭头连接符 139">
              <a:extLst>
                <a:ext uri="{FF2B5EF4-FFF2-40B4-BE49-F238E27FC236}">
                  <a16:creationId xmlns:a16="http://schemas.microsoft.com/office/drawing/2014/main" id="{228D232E-D0C0-266A-521F-90055ABD5271}"/>
                </a:ext>
              </a:extLst>
            </p:cNvPr>
            <p:cNvCxnSpPr>
              <a:cxnSpLocks/>
              <a:stCxn id="128" idx="1"/>
              <a:endCxn id="125" idx="5"/>
            </p:cNvCxnSpPr>
            <p:nvPr/>
          </p:nvCxnSpPr>
          <p:spPr>
            <a:xfrm flipH="1" flipV="1">
              <a:off x="5896316" y="2644824"/>
              <a:ext cx="607672" cy="52941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箭头连接符 140">
              <a:extLst>
                <a:ext uri="{FF2B5EF4-FFF2-40B4-BE49-F238E27FC236}">
                  <a16:creationId xmlns:a16="http://schemas.microsoft.com/office/drawing/2014/main" id="{2B8B3103-0B1B-28B3-903F-9D3BFF74E8D5}"/>
                </a:ext>
              </a:extLst>
            </p:cNvPr>
            <p:cNvCxnSpPr>
              <a:cxnSpLocks/>
              <a:stCxn id="127" idx="6"/>
              <a:endCxn id="128" idx="4"/>
            </p:cNvCxnSpPr>
            <p:nvPr/>
          </p:nvCxnSpPr>
          <p:spPr>
            <a:xfrm flipV="1">
              <a:off x="5984044" y="3685562"/>
              <a:ext cx="731740" cy="65348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 Box 9">
                  <a:extLst>
                    <a:ext uri="{FF2B5EF4-FFF2-40B4-BE49-F238E27FC236}">
                      <a16:creationId xmlns:a16="http://schemas.microsoft.com/office/drawing/2014/main" id="{197CBA64-586F-714F-806F-66C686D1789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34102" y="2582549"/>
                  <a:ext cx="670375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kumimoji="1" lang="en-US" altLang="zh-CN" sz="20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2" name="Text Box 9">
                  <a:extLst>
                    <a:ext uri="{FF2B5EF4-FFF2-40B4-BE49-F238E27FC236}">
                      <a16:creationId xmlns:a16="http://schemas.microsoft.com/office/drawing/2014/main" id="{197CBA64-586F-714F-806F-66C686D178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34102" y="2582549"/>
                  <a:ext cx="670375" cy="400110"/>
                </a:xfrm>
                <a:prstGeom prst="rect">
                  <a:avLst/>
                </a:prstGeom>
                <a:blipFill>
                  <a:blip r:embed="rId19"/>
                  <a:stretch>
                    <a:fillRect b="-1515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Text Box 9">
                  <a:extLst>
                    <a:ext uri="{FF2B5EF4-FFF2-40B4-BE49-F238E27FC236}">
                      <a16:creationId xmlns:a16="http://schemas.microsoft.com/office/drawing/2014/main" id="{C07E1197-20A4-B013-C239-4A781840421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684520" y="3527504"/>
                  <a:ext cx="670375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kumimoji="1" lang="en-US" altLang="zh-CN" sz="20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3" name="Text Box 9">
                  <a:extLst>
                    <a:ext uri="{FF2B5EF4-FFF2-40B4-BE49-F238E27FC236}">
                      <a16:creationId xmlns:a16="http://schemas.microsoft.com/office/drawing/2014/main" id="{C07E1197-20A4-B013-C239-4A78184042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84520" y="3527504"/>
                  <a:ext cx="670375" cy="400110"/>
                </a:xfrm>
                <a:prstGeom prst="rect">
                  <a:avLst/>
                </a:prstGeom>
                <a:blipFill>
                  <a:blip r:embed="rId20"/>
                  <a:stretch>
                    <a:fillRect b="-1515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 Box 9">
                  <a:extLst>
                    <a:ext uri="{FF2B5EF4-FFF2-40B4-BE49-F238E27FC236}">
                      <a16:creationId xmlns:a16="http://schemas.microsoft.com/office/drawing/2014/main" id="{14C173B9-CDE4-6B24-CAD8-498BD6321B8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71029" y="3525659"/>
                  <a:ext cx="670375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kumimoji="1" lang="en-US" altLang="zh-CN" sz="20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4" name="Text Box 9">
                  <a:extLst>
                    <a:ext uri="{FF2B5EF4-FFF2-40B4-BE49-F238E27FC236}">
                      <a16:creationId xmlns:a16="http://schemas.microsoft.com/office/drawing/2014/main" id="{14C173B9-CDE4-6B24-CAD8-498BD6321B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71029" y="3525659"/>
                  <a:ext cx="670375" cy="400110"/>
                </a:xfrm>
                <a:prstGeom prst="rect">
                  <a:avLst/>
                </a:prstGeom>
                <a:blipFill>
                  <a:blip r:embed="rId21"/>
                  <a:stretch>
                    <a:fillRect b="-16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 Box 9">
                  <a:extLst>
                    <a:ext uri="{FF2B5EF4-FFF2-40B4-BE49-F238E27FC236}">
                      <a16:creationId xmlns:a16="http://schemas.microsoft.com/office/drawing/2014/main" id="{74802FD7-4D62-B9A3-85AE-3019022DA36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65198" y="2919347"/>
                  <a:ext cx="670375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/1</m:t>
                        </m:r>
                      </m:oMath>
                    </m:oMathPara>
                  </a14:m>
                  <a:endParaRPr kumimoji="1" lang="en-US" altLang="zh-CN" sz="20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5" name="Text Box 9">
                  <a:extLst>
                    <a:ext uri="{FF2B5EF4-FFF2-40B4-BE49-F238E27FC236}">
                      <a16:creationId xmlns:a16="http://schemas.microsoft.com/office/drawing/2014/main" id="{74802FD7-4D62-B9A3-85AE-3019022DA3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65198" y="2919347"/>
                  <a:ext cx="670375" cy="400110"/>
                </a:xfrm>
                <a:prstGeom prst="rect">
                  <a:avLst/>
                </a:prstGeom>
                <a:blipFill>
                  <a:blip r:embed="rId22"/>
                  <a:stretch>
                    <a:fillRect b="-1515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Text Box 9">
                  <a:extLst>
                    <a:ext uri="{FF2B5EF4-FFF2-40B4-BE49-F238E27FC236}">
                      <a16:creationId xmlns:a16="http://schemas.microsoft.com/office/drawing/2014/main" id="{10197B85-A28D-BBAF-DCA1-A1B3AA8F8E4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29464" y="2045461"/>
                  <a:ext cx="670375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kumimoji="1" lang="en-US" altLang="zh-CN" sz="20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6" name="Text Box 9">
                  <a:extLst>
                    <a:ext uri="{FF2B5EF4-FFF2-40B4-BE49-F238E27FC236}">
                      <a16:creationId xmlns:a16="http://schemas.microsoft.com/office/drawing/2014/main" id="{10197B85-A28D-BBAF-DCA1-A1B3AA8F8E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29464" y="2045461"/>
                  <a:ext cx="670375" cy="400110"/>
                </a:xfrm>
                <a:prstGeom prst="rect">
                  <a:avLst/>
                </a:prstGeom>
                <a:blipFill>
                  <a:blip r:embed="rId23"/>
                  <a:stretch>
                    <a:fillRect b="-16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Text Box 9">
                  <a:extLst>
                    <a:ext uri="{FF2B5EF4-FFF2-40B4-BE49-F238E27FC236}">
                      <a16:creationId xmlns:a16="http://schemas.microsoft.com/office/drawing/2014/main" id="{AD03F66A-816D-8D0A-75B2-E7389F702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76685" y="2605485"/>
                  <a:ext cx="670375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1/1</m:t>
                        </m:r>
                      </m:oMath>
                    </m:oMathPara>
                  </a14:m>
                  <a:endParaRPr kumimoji="1" lang="en-US" altLang="zh-CN" sz="20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7" name="Text Box 9">
                  <a:extLst>
                    <a:ext uri="{FF2B5EF4-FFF2-40B4-BE49-F238E27FC236}">
                      <a16:creationId xmlns:a16="http://schemas.microsoft.com/office/drawing/2014/main" id="{AD03F66A-816D-8D0A-75B2-E7389F7027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76685" y="2605485"/>
                  <a:ext cx="670375" cy="400110"/>
                </a:xfrm>
                <a:prstGeom prst="rect">
                  <a:avLst/>
                </a:prstGeom>
                <a:blipFill>
                  <a:blip r:embed="rId24"/>
                  <a:stretch>
                    <a:fillRect b="-16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Text Box 9">
                  <a:extLst>
                    <a:ext uri="{FF2B5EF4-FFF2-40B4-BE49-F238E27FC236}">
                      <a16:creationId xmlns:a16="http://schemas.microsoft.com/office/drawing/2014/main" id="{02964425-F934-F97C-2A10-D1C7AB69D32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472133" y="2919346"/>
                  <a:ext cx="670375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kumimoji="1" lang="en-US" altLang="zh-CN" sz="20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8" name="Text Box 9">
                  <a:extLst>
                    <a:ext uri="{FF2B5EF4-FFF2-40B4-BE49-F238E27FC236}">
                      <a16:creationId xmlns:a16="http://schemas.microsoft.com/office/drawing/2014/main" id="{02964425-F934-F97C-2A10-D1C7AB69D3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72133" y="2919346"/>
                  <a:ext cx="670375" cy="400110"/>
                </a:xfrm>
                <a:prstGeom prst="rect">
                  <a:avLst/>
                </a:prstGeom>
                <a:blipFill>
                  <a:blip r:embed="rId25"/>
                  <a:stretch>
                    <a:fillRect b="-1515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Text Box 9">
                  <a:extLst>
                    <a:ext uri="{FF2B5EF4-FFF2-40B4-BE49-F238E27FC236}">
                      <a16:creationId xmlns:a16="http://schemas.microsoft.com/office/drawing/2014/main" id="{52E0E45A-CF9A-FBFB-9B32-12335D59136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72447" y="2605485"/>
                  <a:ext cx="670375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kumimoji="1" lang="en-US" altLang="zh-CN" sz="20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9" name="Text Box 9">
                  <a:extLst>
                    <a:ext uri="{FF2B5EF4-FFF2-40B4-BE49-F238E27FC236}">
                      <a16:creationId xmlns:a16="http://schemas.microsoft.com/office/drawing/2014/main" id="{52E0E45A-CF9A-FBFB-9B32-12335D5913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72447" y="2605485"/>
                  <a:ext cx="670375" cy="400110"/>
                </a:xfrm>
                <a:prstGeom prst="rect">
                  <a:avLst/>
                </a:prstGeom>
                <a:blipFill>
                  <a:blip r:embed="rId26"/>
                  <a:stretch>
                    <a:fillRect b="-16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 Box 9">
                  <a:extLst>
                    <a:ext uri="{FF2B5EF4-FFF2-40B4-BE49-F238E27FC236}">
                      <a16:creationId xmlns:a16="http://schemas.microsoft.com/office/drawing/2014/main" id="{A4ECB639-556A-F8DE-8CA0-0C34239D3ED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40840" y="3956868"/>
                  <a:ext cx="670375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kumimoji="1" lang="en-US" altLang="zh-CN" sz="20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0" name="Text Box 9">
                  <a:extLst>
                    <a:ext uri="{FF2B5EF4-FFF2-40B4-BE49-F238E27FC236}">
                      <a16:creationId xmlns:a16="http://schemas.microsoft.com/office/drawing/2014/main" id="{A4ECB639-556A-F8DE-8CA0-0C34239D3E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40840" y="3956868"/>
                  <a:ext cx="670375" cy="400110"/>
                </a:xfrm>
                <a:prstGeom prst="rect">
                  <a:avLst/>
                </a:prstGeom>
                <a:blipFill>
                  <a:blip r:embed="rId27"/>
                  <a:stretch>
                    <a:fillRect b="-1515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 Box 9">
                  <a:extLst>
                    <a:ext uri="{FF2B5EF4-FFF2-40B4-BE49-F238E27FC236}">
                      <a16:creationId xmlns:a16="http://schemas.microsoft.com/office/drawing/2014/main" id="{C892972F-E2C5-FF33-ADB2-F85CA95B314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72523" y="3862544"/>
                  <a:ext cx="670375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kumimoji="1" lang="en-US" altLang="zh-CN" sz="20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1" name="Text Box 9">
                  <a:extLst>
                    <a:ext uri="{FF2B5EF4-FFF2-40B4-BE49-F238E27FC236}">
                      <a16:creationId xmlns:a16="http://schemas.microsoft.com/office/drawing/2014/main" id="{C892972F-E2C5-FF33-ADB2-F85CA95B31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272523" y="3862544"/>
                  <a:ext cx="670375" cy="400110"/>
                </a:xfrm>
                <a:prstGeom prst="rect">
                  <a:avLst/>
                </a:prstGeom>
                <a:blipFill>
                  <a:blip r:embed="rId28"/>
                  <a:stretch>
                    <a:fillRect b="-1515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 Box 9">
                  <a:extLst>
                    <a:ext uri="{FF2B5EF4-FFF2-40B4-BE49-F238E27FC236}">
                      <a16:creationId xmlns:a16="http://schemas.microsoft.com/office/drawing/2014/main" id="{B666F4AC-51D6-641C-3C68-636172DC8CC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34101" y="4483551"/>
                  <a:ext cx="670375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kumimoji="1" lang="en-US" altLang="zh-CN" sz="20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2" name="Text Box 9">
                  <a:extLst>
                    <a:ext uri="{FF2B5EF4-FFF2-40B4-BE49-F238E27FC236}">
                      <a16:creationId xmlns:a16="http://schemas.microsoft.com/office/drawing/2014/main" id="{B666F4AC-51D6-641C-3C68-636172DC8C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34101" y="4483551"/>
                  <a:ext cx="670375" cy="400110"/>
                </a:xfrm>
                <a:prstGeom prst="rect">
                  <a:avLst/>
                </a:prstGeom>
                <a:blipFill>
                  <a:blip r:embed="rId29"/>
                  <a:stretch>
                    <a:fillRect b="-16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 Box 9">
                  <a:extLst>
                    <a:ext uri="{FF2B5EF4-FFF2-40B4-BE49-F238E27FC236}">
                      <a16:creationId xmlns:a16="http://schemas.microsoft.com/office/drawing/2014/main" id="{784A2C04-54C1-9847-38EC-A7001A2820A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80182" y="3868110"/>
                  <a:ext cx="670375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kumimoji="1" lang="en-US" altLang="zh-CN" sz="20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3" name="Text Box 9">
                  <a:extLst>
                    <a:ext uri="{FF2B5EF4-FFF2-40B4-BE49-F238E27FC236}">
                      <a16:creationId xmlns:a16="http://schemas.microsoft.com/office/drawing/2014/main" id="{784A2C04-54C1-9847-38EC-A7001A2820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80182" y="3868110"/>
                  <a:ext cx="670375" cy="400110"/>
                </a:xfrm>
                <a:prstGeom prst="rect">
                  <a:avLst/>
                </a:prstGeom>
                <a:blipFill>
                  <a:blip r:embed="rId30"/>
                  <a:stretch>
                    <a:fillRect b="-16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7B5D8F58-74B2-E627-7BD2-A50310BE5F0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CA5E993-CDC7-58ED-FC40-2FE5EED4D8D4}"/>
              </a:ext>
            </a:extLst>
          </p:cNvPr>
          <p:cNvGrpSpPr/>
          <p:nvPr/>
        </p:nvGrpSpPr>
        <p:grpSpPr>
          <a:xfrm>
            <a:off x="972000" y="1772188"/>
            <a:ext cx="2035738" cy="1152519"/>
            <a:chOff x="3963029" y="5263699"/>
            <a:chExt cx="2035738" cy="11525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Oval 45">
                  <a:extLst>
                    <a:ext uri="{FF2B5EF4-FFF2-40B4-BE49-F238E27FC236}">
                      <a16:creationId xmlns:a16="http://schemas.microsoft.com/office/drawing/2014/main" id="{54E15316-DBA8-C6D7-947B-EC44D7F7D1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63029" y="5556912"/>
                  <a:ext cx="599047" cy="59904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000" b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oMath>
                    </m:oMathPara>
                  </a14:m>
                  <a:endParaRPr lang="en-US" altLang="zh-CN" sz="2000" b="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3" name="Oval 45">
                  <a:extLst>
                    <a:ext uri="{FF2B5EF4-FFF2-40B4-BE49-F238E27FC236}">
                      <a16:creationId xmlns:a16="http://schemas.microsoft.com/office/drawing/2014/main" id="{09315211-D6F7-DFD9-77F2-C13D9711C46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63029" y="5556912"/>
                  <a:ext cx="599047" cy="599047"/>
                </a:xfrm>
                <a:prstGeom prst="ellipse">
                  <a:avLst/>
                </a:prstGeom>
                <a:blipFill>
                  <a:blip r:embed="rId31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Oval 45">
                  <a:extLst>
                    <a:ext uri="{FF2B5EF4-FFF2-40B4-BE49-F238E27FC236}">
                      <a16:creationId xmlns:a16="http://schemas.microsoft.com/office/drawing/2014/main" id="{D8F9B503-177C-A487-175E-46EBA95332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99720" y="5556912"/>
                  <a:ext cx="599047" cy="59904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000" b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oMath>
                    </m:oMathPara>
                  </a14:m>
                  <a:endParaRPr lang="en-US" altLang="zh-CN" sz="2000" b="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4" name="Oval 45">
                  <a:extLst>
                    <a:ext uri="{FF2B5EF4-FFF2-40B4-BE49-F238E27FC236}">
                      <a16:creationId xmlns:a16="http://schemas.microsoft.com/office/drawing/2014/main" id="{EC1975F8-2833-D80C-1484-3CBD8974B0A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99720" y="5556912"/>
                  <a:ext cx="599047" cy="599047"/>
                </a:xfrm>
                <a:prstGeom prst="ellipse">
                  <a:avLst/>
                </a:prstGeom>
                <a:blipFill>
                  <a:blip r:embed="rId32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C7838E86-20EE-8B53-1B18-824E1B78B770}"/>
                </a:ext>
              </a:extLst>
            </p:cNvPr>
            <p:cNvCxnSpPr>
              <a:cxnSpLocks/>
              <a:stCxn id="80" idx="1"/>
              <a:endCxn id="79" idx="7"/>
            </p:cNvCxnSpPr>
            <p:nvPr/>
          </p:nvCxnSpPr>
          <p:spPr>
            <a:xfrm flipH="1">
              <a:off x="4474348" y="5644640"/>
              <a:ext cx="10131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DF0761D0-D7BB-F52D-A575-C5B19C2B4506}"/>
                </a:ext>
              </a:extLst>
            </p:cNvPr>
            <p:cNvCxnSpPr>
              <a:cxnSpLocks/>
              <a:stCxn id="79" idx="5"/>
              <a:endCxn id="80" idx="3"/>
            </p:cNvCxnSpPr>
            <p:nvPr/>
          </p:nvCxnSpPr>
          <p:spPr>
            <a:xfrm>
              <a:off x="4474348" y="6068231"/>
              <a:ext cx="10131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Box 9">
                  <a:extLst>
                    <a:ext uri="{FF2B5EF4-FFF2-40B4-BE49-F238E27FC236}">
                      <a16:creationId xmlns:a16="http://schemas.microsoft.com/office/drawing/2014/main" id="{CA218B30-89EC-0623-2F90-4D738991853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62878" y="5263699"/>
                  <a:ext cx="582211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sz="20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x</a:t>
                  </a:r>
                  <a14:m>
                    <m:oMath xmlns:m="http://schemas.openxmlformats.org/officeDocument/2006/math">
                      <m:r>
                        <a:rPr lang="en-US" altLang="zh-CN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endParaRPr kumimoji="1" lang="en-US" altLang="zh-CN" sz="20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3" name="Text Box 9">
                  <a:extLst>
                    <a:ext uri="{FF2B5EF4-FFF2-40B4-BE49-F238E27FC236}">
                      <a16:creationId xmlns:a16="http://schemas.microsoft.com/office/drawing/2014/main" id="{B13E7C88-40C2-5F53-4FEC-1EEC564D43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62878" y="5263699"/>
                  <a:ext cx="582211" cy="400110"/>
                </a:xfrm>
                <a:prstGeom prst="rect">
                  <a:avLst/>
                </a:prstGeom>
                <a:blipFill>
                  <a:blip r:embed="rId33"/>
                  <a:stretch>
                    <a:fillRect l="-10417" t="-7576" b="-2575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9">
                  <a:extLst>
                    <a:ext uri="{FF2B5EF4-FFF2-40B4-BE49-F238E27FC236}">
                      <a16:creationId xmlns:a16="http://schemas.microsoft.com/office/drawing/2014/main" id="{D0C8F75B-3015-E747-189E-B519A185EB4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82293" y="6016108"/>
                  <a:ext cx="582211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sz="20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x</a:t>
                  </a:r>
                  <a14:m>
                    <m:oMath xmlns:m="http://schemas.openxmlformats.org/officeDocument/2006/math">
                      <m:r>
                        <a:rPr lang="en-US" altLang="zh-CN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endParaRPr kumimoji="1" lang="en-US" altLang="zh-CN" sz="20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4" name="Text Box 9">
                  <a:extLst>
                    <a:ext uri="{FF2B5EF4-FFF2-40B4-BE49-F238E27FC236}">
                      <a16:creationId xmlns:a16="http://schemas.microsoft.com/office/drawing/2014/main" id="{EC3DF91A-1F08-6FFA-35FB-01146EDE75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82293" y="6016108"/>
                  <a:ext cx="582211" cy="400110"/>
                </a:xfrm>
                <a:prstGeom prst="rect">
                  <a:avLst/>
                </a:prstGeom>
                <a:blipFill>
                  <a:blip r:embed="rId34"/>
                  <a:stretch>
                    <a:fillRect l="-10417" t="-9231" b="-2769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0670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CBC73-1933-EDAE-EF5A-42D7C76A0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表格 44">
            <a:extLst>
              <a:ext uri="{FF2B5EF4-FFF2-40B4-BE49-F238E27FC236}">
                <a16:creationId xmlns:a16="http://schemas.microsoft.com/office/drawing/2014/main" id="{26F4BBAC-166E-1D0C-F52F-5C100A0D7F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839455"/>
              </p:ext>
            </p:extLst>
          </p:nvPr>
        </p:nvGraphicFramePr>
        <p:xfrm>
          <a:off x="4572042" y="2736000"/>
          <a:ext cx="2046092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182143636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201667155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555876208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096902984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377841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FF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FF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43940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090145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FF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FF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534781"/>
                  </a:ext>
                </a:extLst>
              </a:tr>
            </a:tbl>
          </a:graphicData>
        </a:graphic>
      </p:graphicFrame>
      <p:grpSp>
        <p:nvGrpSpPr>
          <p:cNvPr id="43" name="组合 42">
            <a:extLst>
              <a:ext uri="{FF2B5EF4-FFF2-40B4-BE49-F238E27FC236}">
                <a16:creationId xmlns:a16="http://schemas.microsoft.com/office/drawing/2014/main" id="{79584623-E8B5-7ACA-7033-5443411A6FE3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9D91EC95-3E02-0B92-E740-6A86BB0450EA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" name="箭头: 五边形 46">
                <a:extLst>
                  <a:ext uri="{FF2B5EF4-FFF2-40B4-BE49-F238E27FC236}">
                    <a16:creationId xmlns:a16="http://schemas.microsoft.com/office/drawing/2014/main" id="{49971CC7-668B-AADE-73CC-2F2E0A789050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箭头: V 形 47">
                <a:extLst>
                  <a:ext uri="{FF2B5EF4-FFF2-40B4-BE49-F238E27FC236}">
                    <a16:creationId xmlns:a16="http://schemas.microsoft.com/office/drawing/2014/main" id="{091EBCD6-F142-51BE-0AFE-704D2BCA6739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6" name="灯片编号占位符 3">
              <a:extLst>
                <a:ext uri="{FF2B5EF4-FFF2-40B4-BE49-F238E27FC236}">
                  <a16:creationId xmlns:a16="http://schemas.microsoft.com/office/drawing/2014/main" id="{0BD0111B-CBB5-C4FE-AAD7-18120E17ED5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32DB6162-F8FA-40E2-8777-9606CD68B906}"/>
              </a:ext>
            </a:extLst>
          </p:cNvPr>
          <p:cNvSpPr txBox="1"/>
          <p:nvPr/>
        </p:nvSpPr>
        <p:spPr>
          <a:xfrm>
            <a:off x="360000" y="828000"/>
            <a:ext cx="5409961" cy="109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可逆六进制计数器的设计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确定状态方程和输出方程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711B83A0-79FF-BDF9-21A1-64015B5CCF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9225173"/>
                  </p:ext>
                </p:extLst>
              </p:nvPr>
            </p:nvGraphicFramePr>
            <p:xfrm>
              <a:off x="7200000" y="1637024"/>
              <a:ext cx="4178661" cy="44890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92887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</a:tblGrid>
                  <a:tr h="392758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</m:t>
                              </m:r>
                            </m:oMath>
                          </a14:m>
                          <a:r>
                            <a:rPr lang="zh-CN" altLang="en-US" sz="2400" i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392758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FF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FF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0/0</a:t>
                          </a:r>
                          <a:endParaRPr lang="zh-CN" altLang="en-US" sz="2000" dirty="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FF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0/0</a:t>
                          </a:r>
                          <a:endParaRPr lang="zh-CN" altLang="en-US" sz="2000" dirty="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9692274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FF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FF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FF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29827461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FF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</a:t>
                          </a:r>
                          <a:endParaRPr lang="zh-CN" altLang="en-US" sz="2000" dirty="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FF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1/0</a:t>
                          </a:r>
                          <a:endParaRPr lang="zh-CN" altLang="en-US" sz="2000" dirty="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FF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1/0</a:t>
                          </a:r>
                          <a:endParaRPr lang="zh-CN" altLang="en-US" sz="2000" dirty="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52075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711B83A0-79FF-BDF9-21A1-64015B5CCF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9225173"/>
                  </p:ext>
                </p:extLst>
              </p:nvPr>
            </p:nvGraphicFramePr>
            <p:xfrm>
              <a:off x="7200000" y="1637024"/>
              <a:ext cx="4178661" cy="44890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92887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</a:tblGrid>
                  <a:tr h="465646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7" t="-658" r="-200437" b="-396711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328" t="-1316" r="-438" b="-89342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877" t="-101316" r="-101316" b="-793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000" t="-101316" r="-873" b="-793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FF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FF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0/0</a:t>
                          </a:r>
                          <a:endParaRPr lang="zh-CN" altLang="en-US" sz="2000" dirty="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FF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0/0</a:t>
                          </a:r>
                          <a:endParaRPr lang="zh-CN" altLang="en-US" sz="2000" dirty="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969227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FF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FF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FF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2982746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FF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</a:t>
                          </a:r>
                          <a:endParaRPr lang="zh-CN" altLang="en-US" sz="2000" dirty="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FF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1/0</a:t>
                          </a:r>
                          <a:endParaRPr lang="zh-CN" altLang="en-US" sz="2000" dirty="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FF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1/0</a:t>
                          </a:r>
                          <a:endParaRPr lang="zh-CN" altLang="en-US" sz="2000" dirty="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52075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6BD29292-68CE-A4D3-AE3D-29C8F28D4A07}"/>
              </a:ext>
            </a:extLst>
          </p:cNvPr>
          <p:cNvSpPr txBox="1"/>
          <p:nvPr/>
        </p:nvSpPr>
        <p:spPr>
          <a:xfrm>
            <a:off x="7200000" y="1168504"/>
            <a:ext cx="4178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状态表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F1D0BFF-6654-7170-2212-A50D9AFA4E86}"/>
              </a:ext>
            </a:extLst>
          </p:cNvPr>
          <p:cNvCxnSpPr/>
          <p:nvPr/>
        </p:nvCxnSpPr>
        <p:spPr>
          <a:xfrm>
            <a:off x="6979640" y="5134062"/>
            <a:ext cx="4589151" cy="0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44">
            <a:extLst>
              <a:ext uri="{FF2B5EF4-FFF2-40B4-BE49-F238E27FC236}">
                <a16:creationId xmlns:a16="http://schemas.microsoft.com/office/drawing/2014/main" id="{72726EFB-08D4-685A-ED3F-4E4F6DE9D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0967" y="3174998"/>
            <a:ext cx="278558" cy="708338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aphicFrame>
        <p:nvGraphicFramePr>
          <p:cNvPr id="56" name="表格 55">
            <a:extLst>
              <a:ext uri="{FF2B5EF4-FFF2-40B4-BE49-F238E27FC236}">
                <a16:creationId xmlns:a16="http://schemas.microsoft.com/office/drawing/2014/main" id="{D73C51BF-BB9A-4B09-2FF7-7DC08587DE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002816"/>
              </p:ext>
            </p:extLst>
          </p:nvPr>
        </p:nvGraphicFramePr>
        <p:xfrm>
          <a:off x="4146151" y="2736000"/>
          <a:ext cx="507779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7779">
                  <a:extLst>
                    <a:ext uri="{9D8B030D-6E8A-4147-A177-3AD203B41FA5}">
                      <a16:colId xmlns:a16="http://schemas.microsoft.com/office/drawing/2014/main" val="2383079681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0148879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732342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8144220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3289079"/>
                  </a:ext>
                </a:extLst>
              </a:tr>
            </a:tbl>
          </a:graphicData>
        </a:graphic>
      </p:graphicFrame>
      <p:graphicFrame>
        <p:nvGraphicFramePr>
          <p:cNvPr id="58" name="表格 57">
            <a:extLst>
              <a:ext uri="{FF2B5EF4-FFF2-40B4-BE49-F238E27FC236}">
                <a16:creationId xmlns:a16="http://schemas.microsoft.com/office/drawing/2014/main" id="{719CCB94-F469-376A-7F30-E3FB25B42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176851"/>
              </p:ext>
            </p:extLst>
          </p:nvPr>
        </p:nvGraphicFramePr>
        <p:xfrm>
          <a:off x="4572042" y="2376000"/>
          <a:ext cx="2046092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307255290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685997691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49169052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1635232657"/>
                    </a:ext>
                  </a:extLst>
                </a:gridCol>
              </a:tblGrid>
              <a:tr h="3149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097716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16B8DA71-0E16-F1AE-B421-795BF64E3F47}"/>
                  </a:ext>
                </a:extLst>
              </p:cNvPr>
              <p:cNvSpPr txBox="1"/>
              <p:nvPr/>
            </p:nvSpPr>
            <p:spPr>
              <a:xfrm>
                <a:off x="4255688" y="2135348"/>
                <a:ext cx="68068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16B8DA71-0E16-F1AE-B421-795BF64E3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688" y="2135348"/>
                <a:ext cx="680684" cy="400110"/>
              </a:xfrm>
              <a:prstGeom prst="rect">
                <a:avLst/>
              </a:prstGeom>
              <a:blipFill>
                <a:blip r:embed="rId4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2D8AF8BD-41C5-B921-3D28-3F599415E672}"/>
                  </a:ext>
                </a:extLst>
              </p:cNvPr>
              <p:cNvSpPr txBox="1"/>
              <p:nvPr/>
            </p:nvSpPr>
            <p:spPr>
              <a:xfrm>
                <a:off x="3562135" y="2361433"/>
                <a:ext cx="9003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2D8AF8BD-41C5-B921-3D28-3F599415E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135" y="2361433"/>
                <a:ext cx="900344" cy="400110"/>
              </a:xfrm>
              <a:prstGeom prst="rect">
                <a:avLst/>
              </a:prstGeom>
              <a:blipFill>
                <a:blip r:embed="rId5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C005B92D-6F8B-FE91-33CC-9A142A2CABB2}"/>
              </a:ext>
            </a:extLst>
          </p:cNvPr>
          <p:cNvCxnSpPr>
            <a:cxnSpLocks/>
          </p:cNvCxnSpPr>
          <p:nvPr/>
        </p:nvCxnSpPr>
        <p:spPr>
          <a:xfrm flipH="1" flipV="1">
            <a:off x="4232212" y="2313487"/>
            <a:ext cx="339830" cy="4269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4F9CFD99-A75D-C8C8-6182-38964646EB3D}"/>
                  </a:ext>
                </a:extLst>
              </p:cNvPr>
              <p:cNvSpPr txBox="1"/>
              <p:nvPr/>
            </p:nvSpPr>
            <p:spPr>
              <a:xfrm>
                <a:off x="3611328" y="1924775"/>
                <a:ext cx="900344" cy="4366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sup>
                      </m:sSubSup>
                    </m:oMath>
                  </m:oMathPara>
                </a14:m>
                <a:endParaRPr lang="zh-CN" alt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4F9CFD99-A75D-C8C8-6182-38964646E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1328" y="1924775"/>
                <a:ext cx="900344" cy="436658"/>
              </a:xfrm>
              <a:prstGeom prst="rect">
                <a:avLst/>
              </a:prstGeom>
              <a:blipFill>
                <a:blip r:embed="rId6"/>
                <a:stretch>
                  <a:fillRect b="-14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箭头: 右 65">
            <a:extLst>
              <a:ext uri="{FF2B5EF4-FFF2-40B4-BE49-F238E27FC236}">
                <a16:creationId xmlns:a16="http://schemas.microsoft.com/office/drawing/2014/main" id="{94CCD0CD-AE4B-47FC-CF16-991EC9559034}"/>
              </a:ext>
            </a:extLst>
          </p:cNvPr>
          <p:cNvSpPr/>
          <p:nvPr/>
        </p:nvSpPr>
        <p:spPr>
          <a:xfrm>
            <a:off x="3486961" y="3302575"/>
            <a:ext cx="481800" cy="461496"/>
          </a:xfrm>
          <a:prstGeom prst="rightArrow">
            <a:avLst>
              <a:gd name="adj1" fmla="val 40903"/>
              <a:gd name="adj2" fmla="val 52645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Rectangle 44">
            <a:extLst>
              <a:ext uri="{FF2B5EF4-FFF2-40B4-BE49-F238E27FC236}">
                <a16:creationId xmlns:a16="http://schemas.microsoft.com/office/drawing/2014/main" id="{1DC4D151-3E7F-4BBB-7711-AA1F4AB96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241" y="3571853"/>
            <a:ext cx="808980" cy="312394"/>
          </a:xfrm>
          <a:prstGeom prst="rect">
            <a:avLst/>
          </a:prstGeom>
          <a:noFill/>
          <a:ln w="50800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68" name="左中括号 67">
            <a:extLst>
              <a:ext uri="{FF2B5EF4-FFF2-40B4-BE49-F238E27FC236}">
                <a16:creationId xmlns:a16="http://schemas.microsoft.com/office/drawing/2014/main" id="{1F0FE22C-0C83-07F5-3986-B60ACB21BDC3}"/>
              </a:ext>
            </a:extLst>
          </p:cNvPr>
          <p:cNvSpPr/>
          <p:nvPr/>
        </p:nvSpPr>
        <p:spPr>
          <a:xfrm rot="5400000">
            <a:off x="6163623" y="4027024"/>
            <a:ext cx="397141" cy="294051"/>
          </a:xfrm>
          <a:prstGeom prst="leftBracket">
            <a:avLst>
              <a:gd name="adj" fmla="val 0"/>
            </a:avLst>
          </a:prstGeom>
          <a:ln w="508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左中括号 68">
            <a:extLst>
              <a:ext uri="{FF2B5EF4-FFF2-40B4-BE49-F238E27FC236}">
                <a16:creationId xmlns:a16="http://schemas.microsoft.com/office/drawing/2014/main" id="{A483E74B-8D7D-A799-5EE6-8599A596B099}"/>
              </a:ext>
            </a:extLst>
          </p:cNvPr>
          <p:cNvSpPr/>
          <p:nvPr/>
        </p:nvSpPr>
        <p:spPr>
          <a:xfrm rot="16200000" flipV="1">
            <a:off x="6164074" y="2736091"/>
            <a:ext cx="396242" cy="294051"/>
          </a:xfrm>
          <a:prstGeom prst="leftBracket">
            <a:avLst>
              <a:gd name="adj" fmla="val 0"/>
            </a:avLst>
          </a:prstGeom>
          <a:ln w="508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CE84A38E-1795-16B2-46F7-1CA129481F61}"/>
                  </a:ext>
                </a:extLst>
              </p:cNvPr>
              <p:cNvSpPr txBox="1"/>
              <p:nvPr/>
            </p:nvSpPr>
            <p:spPr>
              <a:xfrm>
                <a:off x="2016000" y="5760000"/>
                <a:ext cx="5030709" cy="5973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sup>
                      </m:sSubSup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acc>
                        <m:accPr>
                          <m:chr m:val="̅"/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p>
                          </m:sSubSup>
                        </m:e>
                      </m:acc>
                      <m: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4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altLang="zh-CN" sz="24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p>
                          </m:sSubSup>
                        </m:e>
                      </m:acc>
                      <m:sSubSup>
                        <m:sSubSup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</m:e>
                      </m:acc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CE84A38E-1795-16B2-46F7-1CA129481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000" y="5760000"/>
                <a:ext cx="5030709" cy="5973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箭头: 右 87">
            <a:extLst>
              <a:ext uri="{FF2B5EF4-FFF2-40B4-BE49-F238E27FC236}">
                <a16:creationId xmlns:a16="http://schemas.microsoft.com/office/drawing/2014/main" id="{6B0A3AC1-A3F6-2C80-BBF0-06A620F99EAF}"/>
              </a:ext>
            </a:extLst>
          </p:cNvPr>
          <p:cNvSpPr/>
          <p:nvPr/>
        </p:nvSpPr>
        <p:spPr>
          <a:xfrm rot="2626264">
            <a:off x="3240000" y="5220000"/>
            <a:ext cx="481800" cy="461496"/>
          </a:xfrm>
          <a:prstGeom prst="rightArrow">
            <a:avLst>
              <a:gd name="adj1" fmla="val 40903"/>
              <a:gd name="adj2" fmla="val 52645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9" name="表格 88">
            <a:extLst>
              <a:ext uri="{FF2B5EF4-FFF2-40B4-BE49-F238E27FC236}">
                <a16:creationId xmlns:a16="http://schemas.microsoft.com/office/drawing/2014/main" id="{9F208EBF-4A55-66B0-A7EA-5294C3D27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875399"/>
              </p:ext>
            </p:extLst>
          </p:nvPr>
        </p:nvGraphicFramePr>
        <p:xfrm>
          <a:off x="1368000" y="2736000"/>
          <a:ext cx="2046092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182143636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201667155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555876208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096902984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377841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FF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FF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43940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090145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FF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FF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534781"/>
                  </a:ext>
                </a:extLst>
              </a:tr>
            </a:tbl>
          </a:graphicData>
        </a:graphic>
      </p:graphicFrame>
      <p:graphicFrame>
        <p:nvGraphicFramePr>
          <p:cNvPr id="90" name="表格 89">
            <a:extLst>
              <a:ext uri="{FF2B5EF4-FFF2-40B4-BE49-F238E27FC236}">
                <a16:creationId xmlns:a16="http://schemas.microsoft.com/office/drawing/2014/main" id="{7C7D8A8A-CD63-B7A9-731E-6F8383423B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713911"/>
              </p:ext>
            </p:extLst>
          </p:nvPr>
        </p:nvGraphicFramePr>
        <p:xfrm>
          <a:off x="957600" y="2736000"/>
          <a:ext cx="507779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7779">
                  <a:extLst>
                    <a:ext uri="{9D8B030D-6E8A-4147-A177-3AD203B41FA5}">
                      <a16:colId xmlns:a16="http://schemas.microsoft.com/office/drawing/2014/main" val="2383079681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0148879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732342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8144220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3289079"/>
                  </a:ext>
                </a:extLst>
              </a:tr>
            </a:tbl>
          </a:graphicData>
        </a:graphic>
      </p:graphicFrame>
      <p:graphicFrame>
        <p:nvGraphicFramePr>
          <p:cNvPr id="91" name="表格 90">
            <a:extLst>
              <a:ext uri="{FF2B5EF4-FFF2-40B4-BE49-F238E27FC236}">
                <a16:creationId xmlns:a16="http://schemas.microsoft.com/office/drawing/2014/main" id="{EAD3F54F-A8EF-34A4-0284-B1E364047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462633"/>
              </p:ext>
            </p:extLst>
          </p:nvPr>
        </p:nvGraphicFramePr>
        <p:xfrm>
          <a:off x="1386000" y="2376000"/>
          <a:ext cx="2046092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307255290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685997691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49169052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1635232657"/>
                    </a:ext>
                  </a:extLst>
                </a:gridCol>
              </a:tblGrid>
              <a:tr h="3149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097716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32ADBE37-E822-4E42-3CD4-AB7F07A3417E}"/>
                  </a:ext>
                </a:extLst>
              </p:cNvPr>
              <p:cNvSpPr txBox="1"/>
              <p:nvPr/>
            </p:nvSpPr>
            <p:spPr>
              <a:xfrm>
                <a:off x="1054800" y="2135348"/>
                <a:ext cx="68068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32ADBE37-E822-4E42-3CD4-AB7F07A34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800" y="2135348"/>
                <a:ext cx="680684" cy="400110"/>
              </a:xfrm>
              <a:prstGeom prst="rect">
                <a:avLst/>
              </a:prstGeom>
              <a:blipFill>
                <a:blip r:embed="rId8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23850C31-A21C-900F-1D80-089D88144712}"/>
                  </a:ext>
                </a:extLst>
              </p:cNvPr>
              <p:cNvSpPr txBox="1"/>
              <p:nvPr/>
            </p:nvSpPr>
            <p:spPr>
              <a:xfrm>
                <a:off x="360000" y="2361433"/>
                <a:ext cx="9003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23850C31-A21C-900F-1D80-089D881447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361433"/>
                <a:ext cx="900344" cy="400110"/>
              </a:xfrm>
              <a:prstGeom prst="rect">
                <a:avLst/>
              </a:prstGeom>
              <a:blipFill>
                <a:blip r:embed="rId9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672ADBFB-17A1-AA15-AC7C-12D5AD168D6E}"/>
              </a:ext>
            </a:extLst>
          </p:cNvPr>
          <p:cNvCxnSpPr>
            <a:cxnSpLocks/>
          </p:cNvCxnSpPr>
          <p:nvPr/>
        </p:nvCxnSpPr>
        <p:spPr>
          <a:xfrm flipH="1" flipV="1">
            <a:off x="1029600" y="2313487"/>
            <a:ext cx="339830" cy="4269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FAA2257C-2AD5-11B3-5C27-B8D5C3CEF6AA}"/>
                  </a:ext>
                </a:extLst>
              </p:cNvPr>
              <p:cNvSpPr txBox="1"/>
              <p:nvPr/>
            </p:nvSpPr>
            <p:spPr>
              <a:xfrm>
                <a:off x="410400" y="1924775"/>
                <a:ext cx="900344" cy="4366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sup>
                      </m:sSubSup>
                    </m:oMath>
                  </m:oMathPara>
                </a14:m>
                <a:endParaRPr lang="zh-CN" alt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FAA2257C-2AD5-11B3-5C27-B8D5C3CEF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00" y="1924775"/>
                <a:ext cx="900344" cy="436658"/>
              </a:xfrm>
              <a:prstGeom prst="rect">
                <a:avLst/>
              </a:prstGeom>
              <a:blipFill>
                <a:blip r:embed="rId10"/>
                <a:stretch>
                  <a:fillRect b="-14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Rectangle 44">
            <a:extLst>
              <a:ext uri="{FF2B5EF4-FFF2-40B4-BE49-F238E27FC236}">
                <a16:creationId xmlns:a16="http://schemas.microsoft.com/office/drawing/2014/main" id="{B5CAE6A4-5303-C726-2D16-F2860B0B9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8000" y="3168000"/>
            <a:ext cx="788242" cy="708338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97" name="Rectangle 44">
            <a:extLst>
              <a:ext uri="{FF2B5EF4-FFF2-40B4-BE49-F238E27FC236}">
                <a16:creationId xmlns:a16="http://schemas.microsoft.com/office/drawing/2014/main" id="{0A1ED82A-8B87-730C-A098-DE75B5DF9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6000" y="2782800"/>
            <a:ext cx="302401" cy="1494280"/>
          </a:xfrm>
          <a:prstGeom prst="rect">
            <a:avLst/>
          </a:prstGeom>
          <a:noFill/>
          <a:ln w="50800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A49FCBB6-6476-77FB-F760-0A91045F3E28}"/>
                  </a:ext>
                </a:extLst>
              </p:cNvPr>
              <p:cNvSpPr txBox="1"/>
              <p:nvPr/>
            </p:nvSpPr>
            <p:spPr>
              <a:xfrm>
                <a:off x="360000" y="4788000"/>
                <a:ext cx="2816905" cy="4701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zh-CN" altLang="en-US" sz="2400" dirty="0"/>
                  <a:t> 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A49FCBB6-6476-77FB-F760-0A91045F3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788000"/>
                <a:ext cx="2816905" cy="470193"/>
              </a:xfrm>
              <a:prstGeom prst="rect">
                <a:avLst/>
              </a:prstGeom>
              <a:blipFill>
                <a:blip r:embed="rId11"/>
                <a:stretch>
                  <a:fillRect l="-1515" r="-12554" b="-1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1">
            <a:extLst>
              <a:ext uri="{FF2B5EF4-FFF2-40B4-BE49-F238E27FC236}">
                <a16:creationId xmlns:a16="http://schemas.microsoft.com/office/drawing/2014/main" id="{E1E95521-5982-4888-ADC7-6E6BF1EB7FD1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785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67" grpId="0" animBg="1"/>
      <p:bldP spid="68" grpId="0" animBg="1"/>
      <p:bldP spid="69" grpId="0" animBg="1"/>
      <p:bldP spid="70" grpId="0"/>
      <p:bldP spid="8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64DB0-A673-6E5C-7A1A-F7FED782E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0208E7D-E51B-FA31-0C85-3B66B2D9A608}"/>
                  </a:ext>
                </a:extLst>
              </p:cNvPr>
              <p:cNvSpPr txBox="1"/>
              <p:nvPr/>
            </p:nvSpPr>
            <p:spPr>
              <a:xfrm>
                <a:off x="1054800" y="2135348"/>
                <a:ext cx="68068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0208E7D-E51B-FA31-0C85-3B66B2D9A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800" y="2135348"/>
                <a:ext cx="680684" cy="400110"/>
              </a:xfrm>
              <a:prstGeom prst="rect">
                <a:avLst/>
              </a:prstGeom>
              <a:blipFill>
                <a:blip r:embed="rId2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A8CDD1C6-A457-2E91-A655-3CB1358C515B}"/>
                  </a:ext>
                </a:extLst>
              </p:cNvPr>
              <p:cNvSpPr txBox="1"/>
              <p:nvPr/>
            </p:nvSpPr>
            <p:spPr>
              <a:xfrm>
                <a:off x="360000" y="2361433"/>
                <a:ext cx="9003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A8CDD1C6-A457-2E91-A655-3CB1358C5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361433"/>
                <a:ext cx="900344" cy="400110"/>
              </a:xfrm>
              <a:prstGeom prst="rect">
                <a:avLst/>
              </a:prstGeom>
              <a:blipFill>
                <a:blip r:embed="rId3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3B89E95E-EE48-3946-2BBD-8C347AEC4898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14CDFE3B-D7B5-5988-99E4-07BE757284A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C9C2269A-9F1C-D232-602A-B7BEFA0DF16C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" name="箭头: 五边形 46">
                <a:extLst>
                  <a:ext uri="{FF2B5EF4-FFF2-40B4-BE49-F238E27FC236}">
                    <a16:creationId xmlns:a16="http://schemas.microsoft.com/office/drawing/2014/main" id="{CCF5D32B-A87B-F3C5-20EA-BC09153E1099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箭头: V 形 47">
                <a:extLst>
                  <a:ext uri="{FF2B5EF4-FFF2-40B4-BE49-F238E27FC236}">
                    <a16:creationId xmlns:a16="http://schemas.microsoft.com/office/drawing/2014/main" id="{219C1282-44E7-2420-14D0-604B18C5FB90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6" name="灯片编号占位符 3">
              <a:extLst>
                <a:ext uri="{FF2B5EF4-FFF2-40B4-BE49-F238E27FC236}">
                  <a16:creationId xmlns:a16="http://schemas.microsoft.com/office/drawing/2014/main" id="{E4DD08A5-1834-A521-FB06-E39EAF0713B3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6EFBD8C3-5545-1437-94D1-D2FF575A8112}"/>
              </a:ext>
            </a:extLst>
          </p:cNvPr>
          <p:cNvSpPr txBox="1"/>
          <p:nvPr/>
        </p:nvSpPr>
        <p:spPr>
          <a:xfrm>
            <a:off x="360000" y="828000"/>
            <a:ext cx="5409961" cy="109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可逆六进制计数器的设计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确定状态方程和输出方程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E6E579B0-E799-2E21-FDE6-BCC053152F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5108476"/>
                  </p:ext>
                </p:extLst>
              </p:nvPr>
            </p:nvGraphicFramePr>
            <p:xfrm>
              <a:off x="7200000" y="1637024"/>
              <a:ext cx="4178661" cy="44890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92887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</a:tblGrid>
                  <a:tr h="392758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</m:t>
                              </m:r>
                            </m:oMath>
                          </a14:m>
                          <a:r>
                            <a:rPr lang="zh-CN" altLang="en-US" sz="2400" i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392758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9692274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29827461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52075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E6E579B0-E799-2E21-FDE6-BCC053152F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5108476"/>
                  </p:ext>
                </p:extLst>
              </p:nvPr>
            </p:nvGraphicFramePr>
            <p:xfrm>
              <a:off x="7200000" y="1637024"/>
              <a:ext cx="4178661" cy="44890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92887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</a:tblGrid>
                  <a:tr h="465646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37" t="-658" r="-200437" b="-396711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0328" t="-1316" r="-438" b="-89342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877" t="-101316" r="-101316" b="-793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000" t="-101316" r="-873" b="-793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969227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2982746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52075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D82B4757-873A-83E9-9E5F-11134B65742F}"/>
              </a:ext>
            </a:extLst>
          </p:cNvPr>
          <p:cNvSpPr txBox="1"/>
          <p:nvPr/>
        </p:nvSpPr>
        <p:spPr>
          <a:xfrm>
            <a:off x="7200000" y="1168504"/>
            <a:ext cx="4178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状态表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92E1E34-7ABD-5162-40D5-5F76AAE4FBCB}"/>
              </a:ext>
            </a:extLst>
          </p:cNvPr>
          <p:cNvCxnSpPr/>
          <p:nvPr/>
        </p:nvCxnSpPr>
        <p:spPr>
          <a:xfrm>
            <a:off x="6979640" y="5134062"/>
            <a:ext cx="4589151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箭头: 右 65">
            <a:extLst>
              <a:ext uri="{FF2B5EF4-FFF2-40B4-BE49-F238E27FC236}">
                <a16:creationId xmlns:a16="http://schemas.microsoft.com/office/drawing/2014/main" id="{B378D8E6-D87E-EF40-8286-EF6441F7081B}"/>
              </a:ext>
            </a:extLst>
          </p:cNvPr>
          <p:cNvSpPr/>
          <p:nvPr/>
        </p:nvSpPr>
        <p:spPr>
          <a:xfrm>
            <a:off x="3486961" y="3302575"/>
            <a:ext cx="481800" cy="461496"/>
          </a:xfrm>
          <a:prstGeom prst="rightArrow">
            <a:avLst>
              <a:gd name="adj1" fmla="val 40903"/>
              <a:gd name="adj2" fmla="val 52645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62E25715-5193-6FE8-94A7-242BC3871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577473"/>
              </p:ext>
            </p:extLst>
          </p:nvPr>
        </p:nvGraphicFramePr>
        <p:xfrm>
          <a:off x="1368000" y="2736000"/>
          <a:ext cx="2046092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182143636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201667155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555876208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096902984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377841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FF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FF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43940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090145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FF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FF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534781"/>
                  </a:ext>
                </a:extLst>
              </a:tr>
            </a:tbl>
          </a:graphicData>
        </a:graphic>
      </p:graphicFrame>
      <p:sp>
        <p:nvSpPr>
          <p:cNvPr id="22" name="Rectangle 44">
            <a:extLst>
              <a:ext uri="{FF2B5EF4-FFF2-40B4-BE49-F238E27FC236}">
                <a16:creationId xmlns:a16="http://schemas.microsoft.com/office/drawing/2014/main" id="{ED7D0941-B324-4E31-4A54-32B1CEE78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2432" y="2774466"/>
            <a:ext cx="312983" cy="1494280"/>
          </a:xfrm>
          <a:prstGeom prst="rect">
            <a:avLst/>
          </a:prstGeom>
          <a:noFill/>
          <a:ln w="50800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3" name="左中括号 22">
            <a:extLst>
              <a:ext uri="{FF2B5EF4-FFF2-40B4-BE49-F238E27FC236}">
                <a16:creationId xmlns:a16="http://schemas.microsoft.com/office/drawing/2014/main" id="{98785CC0-EA32-CED6-0BF9-4E3CF9DEBF16}"/>
              </a:ext>
            </a:extLst>
          </p:cNvPr>
          <p:cNvSpPr/>
          <p:nvPr/>
        </p:nvSpPr>
        <p:spPr>
          <a:xfrm flipH="1">
            <a:off x="1309772" y="3567744"/>
            <a:ext cx="494007" cy="701002"/>
          </a:xfrm>
          <a:prstGeom prst="leftBracket">
            <a:avLst>
              <a:gd name="adj" fmla="val 0"/>
            </a:avLst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左中括号 23">
            <a:extLst>
              <a:ext uri="{FF2B5EF4-FFF2-40B4-BE49-F238E27FC236}">
                <a16:creationId xmlns:a16="http://schemas.microsoft.com/office/drawing/2014/main" id="{C0A9C053-DEEA-81D7-3D48-F979BF8DB2A1}"/>
              </a:ext>
            </a:extLst>
          </p:cNvPr>
          <p:cNvSpPr/>
          <p:nvPr/>
        </p:nvSpPr>
        <p:spPr>
          <a:xfrm>
            <a:off x="2971172" y="3567744"/>
            <a:ext cx="494007" cy="701002"/>
          </a:xfrm>
          <a:prstGeom prst="leftBracket">
            <a:avLst>
              <a:gd name="adj" fmla="val 0"/>
            </a:avLst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5" name="表格 64">
            <a:extLst>
              <a:ext uri="{FF2B5EF4-FFF2-40B4-BE49-F238E27FC236}">
                <a16:creationId xmlns:a16="http://schemas.microsoft.com/office/drawing/2014/main" id="{BC8AFC60-DE8D-A845-17E8-D74DFF9C6F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816847"/>
              </p:ext>
            </p:extLst>
          </p:nvPr>
        </p:nvGraphicFramePr>
        <p:xfrm>
          <a:off x="4572042" y="2736000"/>
          <a:ext cx="2046092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182143636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201667155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555876208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096902984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377841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FF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FF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43940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090145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FF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FF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534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957E6AF1-433F-FFC0-8426-0FAC2604B123}"/>
                  </a:ext>
                </a:extLst>
              </p:cNvPr>
              <p:cNvSpPr txBox="1"/>
              <p:nvPr/>
            </p:nvSpPr>
            <p:spPr>
              <a:xfrm>
                <a:off x="4255688" y="2135348"/>
                <a:ext cx="68068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957E6AF1-433F-FFC0-8426-0FAC2604B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688" y="2135348"/>
                <a:ext cx="680684" cy="400110"/>
              </a:xfrm>
              <a:prstGeom prst="rect">
                <a:avLst/>
              </a:prstGeom>
              <a:blipFill>
                <a:blip r:embed="rId5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B064D3AB-44BB-D557-A946-218B62320227}"/>
                  </a:ext>
                </a:extLst>
              </p:cNvPr>
              <p:cNvSpPr txBox="1"/>
              <p:nvPr/>
            </p:nvSpPr>
            <p:spPr>
              <a:xfrm>
                <a:off x="3562135" y="2361433"/>
                <a:ext cx="9003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B064D3AB-44BB-D557-A946-218B62320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135" y="2361433"/>
                <a:ext cx="900344" cy="400110"/>
              </a:xfrm>
              <a:prstGeom prst="rect">
                <a:avLst/>
              </a:prstGeom>
              <a:blipFill>
                <a:blip r:embed="rId6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8E518E63-F3EC-32E7-59C3-1397D0BE107C}"/>
              </a:ext>
            </a:extLst>
          </p:cNvPr>
          <p:cNvCxnSpPr>
            <a:cxnSpLocks/>
          </p:cNvCxnSpPr>
          <p:nvPr/>
        </p:nvCxnSpPr>
        <p:spPr>
          <a:xfrm flipH="1" flipV="1">
            <a:off x="4232212" y="2313487"/>
            <a:ext cx="339830" cy="4269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A2D73905-16EC-3B0F-365A-D66F4DE4A3AA}"/>
                  </a:ext>
                </a:extLst>
              </p:cNvPr>
              <p:cNvSpPr txBox="1"/>
              <p:nvPr/>
            </p:nvSpPr>
            <p:spPr>
              <a:xfrm>
                <a:off x="3611328" y="1924775"/>
                <a:ext cx="900344" cy="4359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sup>
                      </m:sSubSup>
                    </m:oMath>
                  </m:oMathPara>
                </a14:m>
                <a:endParaRPr lang="zh-CN" alt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A2D73905-16EC-3B0F-365A-D66F4DE4A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1328" y="1924775"/>
                <a:ext cx="900344" cy="435953"/>
              </a:xfrm>
              <a:prstGeom prst="rect">
                <a:avLst/>
              </a:prstGeom>
              <a:blipFill>
                <a:blip r:embed="rId7"/>
                <a:stretch>
                  <a:fillRect b="-14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Rectangle 44">
            <a:extLst>
              <a:ext uri="{FF2B5EF4-FFF2-40B4-BE49-F238E27FC236}">
                <a16:creationId xmlns:a16="http://schemas.microsoft.com/office/drawing/2014/main" id="{5731F85F-82E9-8A2F-1199-2D035E9C5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6267" y="2774466"/>
            <a:ext cx="312983" cy="1494280"/>
          </a:xfrm>
          <a:prstGeom prst="rect">
            <a:avLst/>
          </a:prstGeom>
          <a:noFill/>
          <a:ln w="50800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78" name="左中括号 77">
            <a:extLst>
              <a:ext uri="{FF2B5EF4-FFF2-40B4-BE49-F238E27FC236}">
                <a16:creationId xmlns:a16="http://schemas.microsoft.com/office/drawing/2014/main" id="{9823EAC3-4170-3727-EA3E-1C4E8CDACACD}"/>
              </a:ext>
            </a:extLst>
          </p:cNvPr>
          <p:cNvSpPr/>
          <p:nvPr/>
        </p:nvSpPr>
        <p:spPr>
          <a:xfrm flipH="1">
            <a:off x="4522063" y="3570748"/>
            <a:ext cx="494007" cy="701002"/>
          </a:xfrm>
          <a:prstGeom prst="leftBracket">
            <a:avLst>
              <a:gd name="adj" fmla="val 0"/>
            </a:avLst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左中括号 78">
            <a:extLst>
              <a:ext uri="{FF2B5EF4-FFF2-40B4-BE49-F238E27FC236}">
                <a16:creationId xmlns:a16="http://schemas.microsoft.com/office/drawing/2014/main" id="{8804BEAD-D320-E3EF-1504-68B00C37FB39}"/>
              </a:ext>
            </a:extLst>
          </p:cNvPr>
          <p:cNvSpPr/>
          <p:nvPr/>
        </p:nvSpPr>
        <p:spPr>
          <a:xfrm>
            <a:off x="6174106" y="3567744"/>
            <a:ext cx="494007" cy="701002"/>
          </a:xfrm>
          <a:prstGeom prst="leftBracket">
            <a:avLst>
              <a:gd name="adj" fmla="val 0"/>
            </a:avLst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00110085-3229-7F49-8CD8-1B7B2E3C4476}"/>
              </a:ext>
            </a:extLst>
          </p:cNvPr>
          <p:cNvSpPr txBox="1"/>
          <p:nvPr/>
        </p:nvSpPr>
        <p:spPr>
          <a:xfrm>
            <a:off x="3456000" y="5400000"/>
            <a:ext cx="1361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保持不变</a:t>
            </a:r>
            <a:endParaRPr lang="zh-CN" altLang="en-US" dirty="0">
              <a:solidFill>
                <a:srgbClr val="FF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169D0D43-4A6B-DE47-5707-D0A95A47120C}"/>
                  </a:ext>
                </a:extLst>
              </p:cNvPr>
              <p:cNvSpPr txBox="1"/>
              <p:nvPr/>
            </p:nvSpPr>
            <p:spPr>
              <a:xfrm>
                <a:off x="360000" y="5256000"/>
                <a:ext cx="2816905" cy="497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r>
                  <a:rPr lang="zh-CN" altLang="en-US" sz="2400" dirty="0"/>
                  <a:t> </a:t>
                </a:r>
              </a:p>
            </p:txBody>
          </p:sp>
        </mc:Choice>
        <mc:Fallback xmlns="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169D0D43-4A6B-DE47-5707-D0A95A471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256000"/>
                <a:ext cx="2816905" cy="49763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D5C380DC-7BF2-7A26-B4A0-F9DCAA45F1CA}"/>
                  </a:ext>
                </a:extLst>
              </p:cNvPr>
              <p:cNvSpPr txBox="1"/>
              <p:nvPr/>
            </p:nvSpPr>
            <p:spPr>
              <a:xfrm>
                <a:off x="360000" y="4788000"/>
                <a:ext cx="4995478" cy="5080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400" dirty="0"/>
                  <a:t> </a:t>
                </a:r>
              </a:p>
            </p:txBody>
          </p:sp>
        </mc:Choice>
        <mc:Fallback xmlns="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D5C380DC-7BF2-7A26-B4A0-F9DCAA45F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788000"/>
                <a:ext cx="4995478" cy="5080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B414B40-1B3D-C9F1-2108-F6004712D8BB}"/>
              </a:ext>
            </a:extLst>
          </p:cNvPr>
          <p:cNvCxnSpPr>
            <a:cxnSpLocks/>
          </p:cNvCxnSpPr>
          <p:nvPr/>
        </p:nvCxnSpPr>
        <p:spPr>
          <a:xfrm flipH="1" flipV="1">
            <a:off x="1029600" y="2313487"/>
            <a:ext cx="339830" cy="4269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505AF87-C8A2-F740-DD40-ED100C9F351E}"/>
                  </a:ext>
                </a:extLst>
              </p:cNvPr>
              <p:cNvSpPr txBox="1"/>
              <p:nvPr/>
            </p:nvSpPr>
            <p:spPr>
              <a:xfrm>
                <a:off x="410400" y="1924775"/>
                <a:ext cx="900344" cy="4359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sup>
                      </m:sSubSup>
                    </m:oMath>
                  </m:oMathPara>
                </a14:m>
                <a:endParaRPr lang="zh-CN" alt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505AF87-C8A2-F740-DD40-ED100C9F3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00" y="1924775"/>
                <a:ext cx="900344" cy="435953"/>
              </a:xfrm>
              <a:prstGeom prst="rect">
                <a:avLst/>
              </a:prstGeom>
              <a:blipFill>
                <a:blip r:embed="rId10"/>
                <a:stretch>
                  <a:fillRect b="-14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5A8C0F3C-E1FB-015A-5C45-9F6011D441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005241"/>
              </p:ext>
            </p:extLst>
          </p:nvPr>
        </p:nvGraphicFramePr>
        <p:xfrm>
          <a:off x="1386000" y="2376000"/>
          <a:ext cx="2046092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307255290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685997691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49169052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1635232657"/>
                    </a:ext>
                  </a:extLst>
                </a:gridCol>
              </a:tblGrid>
              <a:tr h="3149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0977166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F5800FA4-3F10-A9C7-F867-2D7F9F4BC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0787"/>
              </p:ext>
            </p:extLst>
          </p:nvPr>
        </p:nvGraphicFramePr>
        <p:xfrm>
          <a:off x="957600" y="2736000"/>
          <a:ext cx="507779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7779">
                  <a:extLst>
                    <a:ext uri="{9D8B030D-6E8A-4147-A177-3AD203B41FA5}">
                      <a16:colId xmlns:a16="http://schemas.microsoft.com/office/drawing/2014/main" val="2383079681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0148879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732342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8144220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3289079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8C11D5C2-00F6-0A2A-ED4D-CFDEB2E8A2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508474"/>
              </p:ext>
            </p:extLst>
          </p:nvPr>
        </p:nvGraphicFramePr>
        <p:xfrm>
          <a:off x="4572042" y="2376000"/>
          <a:ext cx="2046092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307255290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685997691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49169052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1635232657"/>
                    </a:ext>
                  </a:extLst>
                </a:gridCol>
              </a:tblGrid>
              <a:tr h="3149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0977166"/>
                  </a:ext>
                </a:extLst>
              </a:tr>
            </a:tbl>
          </a:graphicData>
        </a:graphic>
      </p:graphicFrame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E9C0EBBD-EE16-68F6-4671-D3934F7CBF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070688"/>
              </p:ext>
            </p:extLst>
          </p:nvPr>
        </p:nvGraphicFramePr>
        <p:xfrm>
          <a:off x="4146151" y="2736000"/>
          <a:ext cx="507779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7779">
                  <a:extLst>
                    <a:ext uri="{9D8B030D-6E8A-4147-A177-3AD203B41FA5}">
                      <a16:colId xmlns:a16="http://schemas.microsoft.com/office/drawing/2014/main" val="2383079681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0148879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732342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8144220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3289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5171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77" grpId="0" animBg="1"/>
      <p:bldP spid="78" grpId="0" animBg="1"/>
      <p:bldP spid="79" grpId="0" animBg="1"/>
      <p:bldP spid="87" grpId="0"/>
      <p:bldP spid="9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D773F-F6E6-A557-FEB6-F559AA75A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F27B22A7-C511-5893-0B8A-C3C34FF5FDC0}"/>
                  </a:ext>
                </a:extLst>
              </p:cNvPr>
              <p:cNvSpPr txBox="1"/>
              <p:nvPr/>
            </p:nvSpPr>
            <p:spPr>
              <a:xfrm>
                <a:off x="4255818" y="2135715"/>
                <a:ext cx="68068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F27B22A7-C511-5893-0B8A-C3C34FF5F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818" y="2135715"/>
                <a:ext cx="680684" cy="400110"/>
              </a:xfrm>
              <a:prstGeom prst="rect">
                <a:avLst/>
              </a:prstGeom>
              <a:blipFill>
                <a:blip r:embed="rId6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208DEE98-4285-64F5-ACC5-6A7A94BE8457}"/>
                  </a:ext>
                </a:extLst>
              </p:cNvPr>
              <p:cNvSpPr txBox="1"/>
              <p:nvPr/>
            </p:nvSpPr>
            <p:spPr>
              <a:xfrm>
                <a:off x="3562265" y="2361800"/>
                <a:ext cx="9003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208DEE98-4285-64F5-ACC5-6A7A94BE8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265" y="2361800"/>
                <a:ext cx="900344" cy="400110"/>
              </a:xfrm>
              <a:prstGeom prst="rect">
                <a:avLst/>
              </a:prstGeom>
              <a:blipFill>
                <a:blip r:embed="rId7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47B01277-C62F-0C52-22AC-C6F8228CBB2B}"/>
                  </a:ext>
                </a:extLst>
              </p:cNvPr>
              <p:cNvSpPr txBox="1"/>
              <p:nvPr/>
            </p:nvSpPr>
            <p:spPr>
              <a:xfrm>
                <a:off x="3611458" y="1925142"/>
                <a:ext cx="900344" cy="438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sup>
                      </m:sSubSup>
                    </m:oMath>
                  </m:oMathPara>
                </a14:m>
                <a:endParaRPr lang="zh-CN" alt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47B01277-C62F-0C52-22AC-C6F8228CB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1458" y="1925142"/>
                <a:ext cx="900344" cy="438774"/>
              </a:xfrm>
              <a:prstGeom prst="rect">
                <a:avLst/>
              </a:prstGeom>
              <a:blipFill>
                <a:blip r:embed="rId8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8C6CD7ED-7220-CF9F-E27D-5783FFDB4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128347"/>
              </p:ext>
            </p:extLst>
          </p:nvPr>
        </p:nvGraphicFramePr>
        <p:xfrm>
          <a:off x="4572042" y="2376000"/>
          <a:ext cx="2046092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307255290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685997691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49169052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1635232657"/>
                    </a:ext>
                  </a:extLst>
                </a:gridCol>
              </a:tblGrid>
              <a:tr h="3149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0977166"/>
                  </a:ext>
                </a:extLst>
              </a:tr>
            </a:tbl>
          </a:graphicData>
        </a:graphic>
      </p:graphicFrame>
      <p:grpSp>
        <p:nvGrpSpPr>
          <p:cNvPr id="43" name="组合 42">
            <a:extLst>
              <a:ext uri="{FF2B5EF4-FFF2-40B4-BE49-F238E27FC236}">
                <a16:creationId xmlns:a16="http://schemas.microsoft.com/office/drawing/2014/main" id="{EF0370C6-9830-AEBB-287E-6124EE2CC0C8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B851B5B4-22FB-8713-80DE-5C1125C30293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" name="箭头: 五边形 46">
                <a:extLst>
                  <a:ext uri="{FF2B5EF4-FFF2-40B4-BE49-F238E27FC236}">
                    <a16:creationId xmlns:a16="http://schemas.microsoft.com/office/drawing/2014/main" id="{B296D9F1-3F77-E310-4E07-CB79CA7929E7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箭头: V 形 47">
                <a:extLst>
                  <a:ext uri="{FF2B5EF4-FFF2-40B4-BE49-F238E27FC236}">
                    <a16:creationId xmlns:a16="http://schemas.microsoft.com/office/drawing/2014/main" id="{8B39FE4E-AFBD-8CCA-6C1E-820277D9876D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6" name="灯片编号占位符 3">
              <a:extLst>
                <a:ext uri="{FF2B5EF4-FFF2-40B4-BE49-F238E27FC236}">
                  <a16:creationId xmlns:a16="http://schemas.microsoft.com/office/drawing/2014/main" id="{C031C6EE-9AB8-AAE0-FE5D-332BD582CF57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89C22C22-A212-0A66-C9BB-59587E451541}"/>
              </a:ext>
            </a:extLst>
          </p:cNvPr>
          <p:cNvSpPr txBox="1"/>
          <p:nvPr/>
        </p:nvSpPr>
        <p:spPr>
          <a:xfrm>
            <a:off x="360000" y="828000"/>
            <a:ext cx="5409961" cy="109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可逆六进制计数器的设计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确定状态方程和输出方程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7E664D1E-53F4-926B-DE4A-0C9D06C190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917451"/>
                  </p:ext>
                </p:extLst>
              </p:nvPr>
            </p:nvGraphicFramePr>
            <p:xfrm>
              <a:off x="7200000" y="1637024"/>
              <a:ext cx="4178661" cy="44890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92887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</a:tblGrid>
                  <a:tr h="392758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</m:t>
                              </m:r>
                            </m:oMath>
                          </a14:m>
                          <a:r>
                            <a:rPr lang="zh-CN" altLang="en-US" sz="2400" i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392758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9692274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29827461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52075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7E664D1E-53F4-926B-DE4A-0C9D06C190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917451"/>
                  </p:ext>
                </p:extLst>
              </p:nvPr>
            </p:nvGraphicFramePr>
            <p:xfrm>
              <a:off x="7200000" y="1637024"/>
              <a:ext cx="4178661" cy="44890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92887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</a:tblGrid>
                  <a:tr h="465646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437" t="-658" r="-200437" b="-396711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50328" t="-1316" r="-438" b="-89342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100877" t="-101316" r="-101316" b="-793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200000" t="-101316" r="-873" b="-793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969227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2982746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52075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0DA01315-68AD-9EE1-E0A0-441AB1DCB0D4}"/>
              </a:ext>
            </a:extLst>
          </p:cNvPr>
          <p:cNvSpPr txBox="1"/>
          <p:nvPr/>
        </p:nvSpPr>
        <p:spPr>
          <a:xfrm>
            <a:off x="7200000" y="1168504"/>
            <a:ext cx="4178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状态表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7E57781-0807-1C03-7EC1-DF4723C3C934}"/>
              </a:ext>
            </a:extLst>
          </p:cNvPr>
          <p:cNvCxnSpPr/>
          <p:nvPr/>
        </p:nvCxnSpPr>
        <p:spPr>
          <a:xfrm>
            <a:off x="6979640" y="5134062"/>
            <a:ext cx="4589151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箭头: 右 65">
            <a:extLst>
              <a:ext uri="{FF2B5EF4-FFF2-40B4-BE49-F238E27FC236}">
                <a16:creationId xmlns:a16="http://schemas.microsoft.com/office/drawing/2014/main" id="{F71FBE9F-9F10-2B47-390F-858AE66D6FE1}"/>
              </a:ext>
            </a:extLst>
          </p:cNvPr>
          <p:cNvSpPr/>
          <p:nvPr/>
        </p:nvSpPr>
        <p:spPr>
          <a:xfrm>
            <a:off x="3486961" y="3302575"/>
            <a:ext cx="481800" cy="461496"/>
          </a:xfrm>
          <a:prstGeom prst="rightArrow">
            <a:avLst>
              <a:gd name="adj1" fmla="val 40903"/>
              <a:gd name="adj2" fmla="val 52645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1E4933D-D03C-E00D-777D-C42BE3C969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718433"/>
              </p:ext>
            </p:extLst>
          </p:nvPr>
        </p:nvGraphicFramePr>
        <p:xfrm>
          <a:off x="1368000" y="2736000"/>
          <a:ext cx="2046092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182143636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201667155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555876208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096902984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377841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FF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FF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43940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090145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FF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FF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534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98F9A17-9417-6886-2FAF-B693CFB6BBAE}"/>
                  </a:ext>
                </a:extLst>
              </p:cNvPr>
              <p:cNvSpPr txBox="1"/>
              <p:nvPr/>
            </p:nvSpPr>
            <p:spPr>
              <a:xfrm>
                <a:off x="1054800" y="2135348"/>
                <a:ext cx="68068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98F9A17-9417-6886-2FAF-B693CFB6B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800" y="2135348"/>
                <a:ext cx="680684" cy="400110"/>
              </a:xfrm>
              <a:prstGeom prst="rect">
                <a:avLst/>
              </a:prstGeom>
              <a:blipFill>
                <a:blip r:embed="rId10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C5ABD1B-F3B4-A0F7-BF7D-76FD8E0B05F7}"/>
                  </a:ext>
                </a:extLst>
              </p:cNvPr>
              <p:cNvSpPr txBox="1"/>
              <p:nvPr/>
            </p:nvSpPr>
            <p:spPr>
              <a:xfrm>
                <a:off x="360000" y="2361433"/>
                <a:ext cx="9003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C5ABD1B-F3B4-A0F7-BF7D-76FD8E0B0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361433"/>
                <a:ext cx="900344" cy="400110"/>
              </a:xfrm>
              <a:prstGeom prst="rect">
                <a:avLst/>
              </a:prstGeom>
              <a:blipFill>
                <a:blip r:embed="rId11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5F7E763-B6BF-19B6-0EEA-E9C7BC42CDF8}"/>
                  </a:ext>
                </a:extLst>
              </p:cNvPr>
              <p:cNvSpPr txBox="1"/>
              <p:nvPr/>
            </p:nvSpPr>
            <p:spPr>
              <a:xfrm>
                <a:off x="410400" y="1924775"/>
                <a:ext cx="900344" cy="438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sup>
                      </m:sSubSup>
                    </m:oMath>
                  </m:oMathPara>
                </a14:m>
                <a:endParaRPr lang="zh-CN" alt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5F7E763-B6BF-19B6-0EEA-E9C7BC42C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00" y="1924775"/>
                <a:ext cx="900344" cy="438774"/>
              </a:xfrm>
              <a:prstGeom prst="rect">
                <a:avLst/>
              </a:prstGeom>
              <a:blipFill>
                <a:blip r:embed="rId12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半闭框 13">
            <a:extLst>
              <a:ext uri="{FF2B5EF4-FFF2-40B4-BE49-F238E27FC236}">
                <a16:creationId xmlns:a16="http://schemas.microsoft.com/office/drawing/2014/main" id="{ECDF21B5-9DB5-2B72-9C8B-0A94AFD3553E}"/>
              </a:ext>
            </a:extLst>
          </p:cNvPr>
          <p:cNvSpPr/>
          <p:nvPr/>
        </p:nvSpPr>
        <p:spPr>
          <a:xfrm>
            <a:off x="3017142" y="3992076"/>
            <a:ext cx="449451" cy="368296"/>
          </a:xfrm>
          <a:prstGeom prst="halfFrame">
            <a:avLst>
              <a:gd name="adj1" fmla="val 0"/>
              <a:gd name="adj2" fmla="val 0"/>
            </a:avLst>
          </a:prstGeom>
          <a:noFill/>
          <a:ln w="508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Rectangle 44">
            <a:extLst>
              <a:ext uri="{FF2B5EF4-FFF2-40B4-BE49-F238E27FC236}">
                <a16:creationId xmlns:a16="http://schemas.microsoft.com/office/drawing/2014/main" id="{161F375F-6CF4-1AC7-E022-135A6B471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8035" y="3569603"/>
            <a:ext cx="788242" cy="708338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1" name="半闭框 20">
            <a:extLst>
              <a:ext uri="{FF2B5EF4-FFF2-40B4-BE49-F238E27FC236}">
                <a16:creationId xmlns:a16="http://schemas.microsoft.com/office/drawing/2014/main" id="{371AB2C2-7077-55D3-CBFD-EA0E6BE97758}"/>
              </a:ext>
            </a:extLst>
          </p:cNvPr>
          <p:cNvSpPr/>
          <p:nvPr/>
        </p:nvSpPr>
        <p:spPr>
          <a:xfrm flipV="1">
            <a:off x="3013434" y="2697320"/>
            <a:ext cx="449451" cy="368296"/>
          </a:xfrm>
          <a:prstGeom prst="halfFrame">
            <a:avLst>
              <a:gd name="adj1" fmla="val 0"/>
              <a:gd name="adj2" fmla="val 0"/>
            </a:avLst>
          </a:prstGeom>
          <a:noFill/>
          <a:ln w="508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半闭框 24">
            <a:extLst>
              <a:ext uri="{FF2B5EF4-FFF2-40B4-BE49-F238E27FC236}">
                <a16:creationId xmlns:a16="http://schemas.microsoft.com/office/drawing/2014/main" id="{61D80DDC-C535-0CE6-8410-C2610EBD586D}"/>
              </a:ext>
            </a:extLst>
          </p:cNvPr>
          <p:cNvSpPr/>
          <p:nvPr/>
        </p:nvSpPr>
        <p:spPr>
          <a:xfrm flipH="1" flipV="1">
            <a:off x="1317693" y="2697320"/>
            <a:ext cx="449451" cy="368296"/>
          </a:xfrm>
          <a:prstGeom prst="halfFrame">
            <a:avLst>
              <a:gd name="adj1" fmla="val 0"/>
              <a:gd name="adj2" fmla="val 0"/>
            </a:avLst>
          </a:prstGeom>
          <a:noFill/>
          <a:ln w="508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半闭框 25">
            <a:extLst>
              <a:ext uri="{FF2B5EF4-FFF2-40B4-BE49-F238E27FC236}">
                <a16:creationId xmlns:a16="http://schemas.microsoft.com/office/drawing/2014/main" id="{82AAAE71-1D99-F549-E74F-3C3EDA2B1304}"/>
              </a:ext>
            </a:extLst>
          </p:cNvPr>
          <p:cNvSpPr/>
          <p:nvPr/>
        </p:nvSpPr>
        <p:spPr>
          <a:xfrm flipH="1">
            <a:off x="1317692" y="3992076"/>
            <a:ext cx="449451" cy="368296"/>
          </a:xfrm>
          <a:prstGeom prst="halfFrame">
            <a:avLst>
              <a:gd name="adj1" fmla="val 0"/>
              <a:gd name="adj2" fmla="val 0"/>
            </a:avLst>
          </a:prstGeom>
          <a:noFill/>
          <a:ln w="508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55" name="表格 54">
            <a:extLst>
              <a:ext uri="{FF2B5EF4-FFF2-40B4-BE49-F238E27FC236}">
                <a16:creationId xmlns:a16="http://schemas.microsoft.com/office/drawing/2014/main" id="{71A33A58-B0C9-C7E0-6F37-E740F7B4D6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386746"/>
              </p:ext>
            </p:extLst>
          </p:nvPr>
        </p:nvGraphicFramePr>
        <p:xfrm>
          <a:off x="4572172" y="2736000"/>
          <a:ext cx="2046092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182143636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201667155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555876208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096902984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377841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FF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FF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43940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090145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FF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FF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534781"/>
                  </a:ext>
                </a:extLst>
              </a:tr>
            </a:tbl>
          </a:graphicData>
        </a:graphic>
      </p:graphicFrame>
      <p:sp>
        <p:nvSpPr>
          <p:cNvPr id="62" name="半闭框 61">
            <a:extLst>
              <a:ext uri="{FF2B5EF4-FFF2-40B4-BE49-F238E27FC236}">
                <a16:creationId xmlns:a16="http://schemas.microsoft.com/office/drawing/2014/main" id="{07A91E4F-0E5B-764B-F77E-07FF31B6E20E}"/>
              </a:ext>
            </a:extLst>
          </p:cNvPr>
          <p:cNvSpPr/>
          <p:nvPr/>
        </p:nvSpPr>
        <p:spPr>
          <a:xfrm>
            <a:off x="6217893" y="3992443"/>
            <a:ext cx="449451" cy="368296"/>
          </a:xfrm>
          <a:prstGeom prst="halfFrame">
            <a:avLst>
              <a:gd name="adj1" fmla="val 0"/>
              <a:gd name="adj2" fmla="val 0"/>
            </a:avLst>
          </a:prstGeom>
          <a:noFill/>
          <a:ln w="508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3" name="Rectangle 44">
            <a:extLst>
              <a:ext uri="{FF2B5EF4-FFF2-40B4-BE49-F238E27FC236}">
                <a16:creationId xmlns:a16="http://schemas.microsoft.com/office/drawing/2014/main" id="{E47835EB-E8C1-CADC-9D88-9C2AFFAC4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1097" y="3568082"/>
            <a:ext cx="788242" cy="708338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64" name="半闭框 63">
            <a:extLst>
              <a:ext uri="{FF2B5EF4-FFF2-40B4-BE49-F238E27FC236}">
                <a16:creationId xmlns:a16="http://schemas.microsoft.com/office/drawing/2014/main" id="{597EEEA8-A623-B240-0535-C94687AF071E}"/>
              </a:ext>
            </a:extLst>
          </p:cNvPr>
          <p:cNvSpPr/>
          <p:nvPr/>
        </p:nvSpPr>
        <p:spPr>
          <a:xfrm flipV="1">
            <a:off x="6216437" y="2706641"/>
            <a:ext cx="449451" cy="368296"/>
          </a:xfrm>
          <a:prstGeom prst="halfFrame">
            <a:avLst>
              <a:gd name="adj1" fmla="val 0"/>
              <a:gd name="adj2" fmla="val 0"/>
            </a:avLst>
          </a:prstGeom>
          <a:noFill/>
          <a:ln w="508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7" name="半闭框 66">
            <a:extLst>
              <a:ext uri="{FF2B5EF4-FFF2-40B4-BE49-F238E27FC236}">
                <a16:creationId xmlns:a16="http://schemas.microsoft.com/office/drawing/2014/main" id="{439C204F-7452-0459-FB60-08D7BFDCA2BE}"/>
              </a:ext>
            </a:extLst>
          </p:cNvPr>
          <p:cNvSpPr/>
          <p:nvPr/>
        </p:nvSpPr>
        <p:spPr>
          <a:xfrm flipH="1" flipV="1">
            <a:off x="4530916" y="2706641"/>
            <a:ext cx="449451" cy="368296"/>
          </a:xfrm>
          <a:prstGeom prst="halfFrame">
            <a:avLst>
              <a:gd name="adj1" fmla="val 0"/>
              <a:gd name="adj2" fmla="val 0"/>
            </a:avLst>
          </a:prstGeom>
          <a:noFill/>
          <a:ln w="508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8" name="半闭框 67">
            <a:extLst>
              <a:ext uri="{FF2B5EF4-FFF2-40B4-BE49-F238E27FC236}">
                <a16:creationId xmlns:a16="http://schemas.microsoft.com/office/drawing/2014/main" id="{CDA47A20-AAD0-2FFE-A9C6-75D68B5AA00C}"/>
              </a:ext>
            </a:extLst>
          </p:cNvPr>
          <p:cNvSpPr/>
          <p:nvPr/>
        </p:nvSpPr>
        <p:spPr>
          <a:xfrm flipH="1">
            <a:off x="4530916" y="3992443"/>
            <a:ext cx="449451" cy="368296"/>
          </a:xfrm>
          <a:prstGeom prst="halfFrame">
            <a:avLst>
              <a:gd name="adj1" fmla="val 0"/>
              <a:gd name="adj2" fmla="val 0"/>
            </a:avLst>
          </a:prstGeom>
          <a:noFill/>
          <a:ln w="508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2DA84AA5-45FB-A928-D825-4BAE4199770D}"/>
              </a:ext>
            </a:extLst>
          </p:cNvPr>
          <p:cNvSpPr txBox="1"/>
          <p:nvPr/>
        </p:nvSpPr>
        <p:spPr>
          <a:xfrm>
            <a:off x="3456000" y="5868000"/>
            <a:ext cx="1361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保持不变</a:t>
            </a:r>
            <a:endParaRPr lang="zh-CN" altLang="en-US" dirty="0">
              <a:solidFill>
                <a:srgbClr val="FF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84927F27-8F91-D4E7-A1A1-B0311BDCE7F7}"/>
                  </a:ext>
                </a:extLst>
              </p:cNvPr>
              <p:cNvSpPr txBox="1"/>
              <p:nvPr/>
            </p:nvSpPr>
            <p:spPr>
              <a:xfrm>
                <a:off x="360000" y="5760000"/>
                <a:ext cx="2816904" cy="4949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40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  </a:t>
                </a:r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84927F27-8F91-D4E7-A1A1-B0311BDCE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760000"/>
                <a:ext cx="2816904" cy="49494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标题 1">
            <a:extLst>
              <a:ext uri="{FF2B5EF4-FFF2-40B4-BE49-F238E27FC236}">
                <a16:creationId xmlns:a16="http://schemas.microsoft.com/office/drawing/2014/main" id="{5CEAD1A9-DD07-DD1A-C786-71A96E04612D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3F329F-589D-2331-5A41-8DA20FA8E2A6}"/>
              </a:ext>
            </a:extLst>
          </p:cNvPr>
          <p:cNvSpPr txBox="1"/>
          <p:nvPr/>
        </p:nvSpPr>
        <p:spPr>
          <a:xfrm>
            <a:off x="3456000" y="5400000"/>
            <a:ext cx="1361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保持不变</a:t>
            </a:r>
            <a:endParaRPr lang="zh-CN" altLang="en-US" dirty="0">
              <a:solidFill>
                <a:srgbClr val="FF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A41D489-1A0E-781C-D9CA-987ECF34E9C7}"/>
                  </a:ext>
                </a:extLst>
              </p:cNvPr>
              <p:cNvSpPr txBox="1"/>
              <p:nvPr/>
            </p:nvSpPr>
            <p:spPr>
              <a:xfrm>
                <a:off x="360000" y="5256000"/>
                <a:ext cx="2816905" cy="497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r>
                  <a:rPr lang="zh-CN" altLang="en-US" sz="2400" dirty="0"/>
                  <a:t> </a:t>
                </a: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A41D489-1A0E-781C-D9CA-987ECF34E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256000"/>
                <a:ext cx="2816905" cy="49763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434F0C6-996A-1925-4985-56BA4621D327}"/>
                  </a:ext>
                </a:extLst>
              </p:cNvPr>
              <p:cNvSpPr txBox="1"/>
              <p:nvPr/>
            </p:nvSpPr>
            <p:spPr>
              <a:xfrm>
                <a:off x="360000" y="4788000"/>
                <a:ext cx="4995478" cy="5080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400" dirty="0"/>
                  <a:t> </a:t>
                </a: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434F0C6-996A-1925-4985-56BA4621D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788000"/>
                <a:ext cx="4995478" cy="50808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2A6CF016-3284-4DF4-5368-05ABDE505C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399816"/>
              </p:ext>
            </p:extLst>
          </p:nvPr>
        </p:nvGraphicFramePr>
        <p:xfrm>
          <a:off x="1386000" y="2376000"/>
          <a:ext cx="2046092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307255290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685997691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49169052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1635232657"/>
                    </a:ext>
                  </a:extLst>
                </a:gridCol>
              </a:tblGrid>
              <a:tr h="3149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0977166"/>
                  </a:ext>
                </a:extLst>
              </a:tr>
            </a:tbl>
          </a:graphicData>
        </a:graphic>
      </p:graphicFrame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F5138D79-A0B0-3E69-291A-32EBA7605E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044325"/>
              </p:ext>
            </p:extLst>
          </p:nvPr>
        </p:nvGraphicFramePr>
        <p:xfrm>
          <a:off x="957600" y="2736000"/>
          <a:ext cx="507779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7779">
                  <a:extLst>
                    <a:ext uri="{9D8B030D-6E8A-4147-A177-3AD203B41FA5}">
                      <a16:colId xmlns:a16="http://schemas.microsoft.com/office/drawing/2014/main" val="2383079681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0148879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732342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8144220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3289079"/>
                  </a:ext>
                </a:extLst>
              </a:tr>
            </a:tbl>
          </a:graphicData>
        </a:graphic>
      </p:graphicFrame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4DE56DB-EB31-FA8F-0D51-14AC9FBEAAA6}"/>
              </a:ext>
            </a:extLst>
          </p:cNvPr>
          <p:cNvCxnSpPr>
            <a:cxnSpLocks/>
          </p:cNvCxnSpPr>
          <p:nvPr/>
        </p:nvCxnSpPr>
        <p:spPr>
          <a:xfrm flipH="1" flipV="1">
            <a:off x="1029600" y="2313487"/>
            <a:ext cx="339830" cy="4269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E9474B21-90C2-D838-C96E-421A6E8C8C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75427"/>
              </p:ext>
            </p:extLst>
          </p:nvPr>
        </p:nvGraphicFramePr>
        <p:xfrm>
          <a:off x="4146151" y="2736000"/>
          <a:ext cx="507779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7779">
                  <a:extLst>
                    <a:ext uri="{9D8B030D-6E8A-4147-A177-3AD203B41FA5}">
                      <a16:colId xmlns:a16="http://schemas.microsoft.com/office/drawing/2014/main" val="2383079681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0148879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732342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8144220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3289079"/>
                  </a:ext>
                </a:extLst>
              </a:tr>
            </a:tbl>
          </a:graphicData>
        </a:graphic>
      </p:graphicFrame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D6763FB-581D-F375-61D6-EEEE1B1FD2E1}"/>
              </a:ext>
            </a:extLst>
          </p:cNvPr>
          <p:cNvCxnSpPr>
            <a:cxnSpLocks/>
          </p:cNvCxnSpPr>
          <p:nvPr/>
        </p:nvCxnSpPr>
        <p:spPr>
          <a:xfrm flipH="1" flipV="1">
            <a:off x="4232212" y="2313487"/>
            <a:ext cx="339830" cy="4269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4053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21" grpId="0" animBg="1"/>
      <p:bldP spid="25" grpId="0" animBg="1"/>
      <p:bldP spid="26" grpId="0" animBg="1"/>
      <p:bldP spid="62" grpId="0" animBg="1"/>
      <p:bldP spid="63" grpId="0" animBg="1"/>
      <p:bldP spid="64" grpId="0" animBg="1"/>
      <p:bldP spid="67" grpId="0" animBg="1"/>
      <p:bldP spid="68" grpId="0" animBg="1"/>
      <p:bldP spid="80" grpId="0"/>
      <p:bldP spid="8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70B21-CA65-A3DE-7293-534D235D4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>
            <a:extLst>
              <a:ext uri="{FF2B5EF4-FFF2-40B4-BE49-F238E27FC236}">
                <a16:creationId xmlns:a16="http://schemas.microsoft.com/office/drawing/2014/main" id="{D62A7D6A-CBC7-7411-E6D4-7A9DF646FCB9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8F63505A-29D5-10E4-9A82-65EC703A45D1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" name="箭头: 五边形 46">
                <a:extLst>
                  <a:ext uri="{FF2B5EF4-FFF2-40B4-BE49-F238E27FC236}">
                    <a16:creationId xmlns:a16="http://schemas.microsoft.com/office/drawing/2014/main" id="{D8695EF7-DCE8-3D24-8500-C22292FBDC86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箭头: V 形 47">
                <a:extLst>
                  <a:ext uri="{FF2B5EF4-FFF2-40B4-BE49-F238E27FC236}">
                    <a16:creationId xmlns:a16="http://schemas.microsoft.com/office/drawing/2014/main" id="{652C8D83-35E8-351E-9286-A6BB64AD2CFD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6" name="灯片编号占位符 3">
              <a:extLst>
                <a:ext uri="{FF2B5EF4-FFF2-40B4-BE49-F238E27FC236}">
                  <a16:creationId xmlns:a16="http://schemas.microsoft.com/office/drawing/2014/main" id="{1954D5F9-6F64-55A3-11EF-9D771DBAF785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D28B61CE-B76D-F6CF-1AD9-B7A70FDC3C93}"/>
              </a:ext>
            </a:extLst>
          </p:cNvPr>
          <p:cNvSpPr txBox="1"/>
          <p:nvPr/>
        </p:nvSpPr>
        <p:spPr>
          <a:xfrm>
            <a:off x="360000" y="828000"/>
            <a:ext cx="5409961" cy="109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可逆六进制计数器的设计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确定状态方程和输出方程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E3C3A1F2-A2D4-03BE-A5EE-68EDB7A202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5695311"/>
                  </p:ext>
                </p:extLst>
              </p:nvPr>
            </p:nvGraphicFramePr>
            <p:xfrm>
              <a:off x="7200000" y="1637024"/>
              <a:ext cx="4178661" cy="44890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92887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</a:tblGrid>
                  <a:tr h="392758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</m:t>
                              </m:r>
                            </m:oMath>
                          </a14:m>
                          <a:r>
                            <a:rPr lang="zh-CN" altLang="en-US" sz="2400" i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392758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9692274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29827461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52075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E3C3A1F2-A2D4-03BE-A5EE-68EDB7A202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5695311"/>
                  </p:ext>
                </p:extLst>
              </p:nvPr>
            </p:nvGraphicFramePr>
            <p:xfrm>
              <a:off x="7200000" y="1637024"/>
              <a:ext cx="4178661" cy="44890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92887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</a:tblGrid>
                  <a:tr h="465646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37" t="-658" r="-200437" b="-396711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328" t="-1316" r="-438" b="-89342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877" t="-101316" r="-101316" b="-793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101316" r="-873" b="-793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969227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2982746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52075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F743799F-B780-6FB9-B1CD-C6EB5B6816FB}"/>
              </a:ext>
            </a:extLst>
          </p:cNvPr>
          <p:cNvSpPr txBox="1"/>
          <p:nvPr/>
        </p:nvSpPr>
        <p:spPr>
          <a:xfrm>
            <a:off x="7200000" y="1168504"/>
            <a:ext cx="4178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状态表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8A3455E-E3A8-084A-6834-C0392EB298E7}"/>
              </a:ext>
            </a:extLst>
          </p:cNvPr>
          <p:cNvCxnSpPr/>
          <p:nvPr/>
        </p:nvCxnSpPr>
        <p:spPr>
          <a:xfrm>
            <a:off x="6979640" y="5134062"/>
            <a:ext cx="4589151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箭头: 右 65">
            <a:extLst>
              <a:ext uri="{FF2B5EF4-FFF2-40B4-BE49-F238E27FC236}">
                <a16:creationId xmlns:a16="http://schemas.microsoft.com/office/drawing/2014/main" id="{04C20246-F4B3-B3B9-6FAF-E5F9B2031444}"/>
              </a:ext>
            </a:extLst>
          </p:cNvPr>
          <p:cNvSpPr/>
          <p:nvPr/>
        </p:nvSpPr>
        <p:spPr>
          <a:xfrm>
            <a:off x="3486961" y="3302575"/>
            <a:ext cx="481800" cy="461496"/>
          </a:xfrm>
          <a:prstGeom prst="rightArrow">
            <a:avLst>
              <a:gd name="adj1" fmla="val 40903"/>
              <a:gd name="adj2" fmla="val 52645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861DE46E-DF4E-F7CA-6B2C-74922E3F9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378524"/>
              </p:ext>
            </p:extLst>
          </p:nvPr>
        </p:nvGraphicFramePr>
        <p:xfrm>
          <a:off x="4572042" y="2736000"/>
          <a:ext cx="2046092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182143636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201667155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555876208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096902984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377841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FF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FF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43940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090145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FF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FF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534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6511296-C79F-6120-2BBA-3426EBDF289D}"/>
                  </a:ext>
                </a:extLst>
              </p:cNvPr>
              <p:cNvSpPr txBox="1"/>
              <p:nvPr/>
            </p:nvSpPr>
            <p:spPr>
              <a:xfrm>
                <a:off x="4255688" y="2135348"/>
                <a:ext cx="68068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6511296-C79F-6120-2BBA-3426EBDF2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688" y="2135348"/>
                <a:ext cx="680684" cy="400110"/>
              </a:xfrm>
              <a:prstGeom prst="rect">
                <a:avLst/>
              </a:prstGeom>
              <a:blipFill>
                <a:blip r:embed="rId3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232E3D3-81D2-EF2B-57A2-7D859C37B6FD}"/>
                  </a:ext>
                </a:extLst>
              </p:cNvPr>
              <p:cNvSpPr txBox="1"/>
              <p:nvPr/>
            </p:nvSpPr>
            <p:spPr>
              <a:xfrm>
                <a:off x="3562135" y="2361433"/>
                <a:ext cx="9003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232E3D3-81D2-EF2B-57A2-7D859C37B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135" y="2361433"/>
                <a:ext cx="900344" cy="400110"/>
              </a:xfrm>
              <a:prstGeom prst="rect">
                <a:avLst/>
              </a:prstGeom>
              <a:blipFill>
                <a:blip r:embed="rId4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B0C30FA5-1727-587C-C87B-A3AA921422E9}"/>
                  </a:ext>
                </a:extLst>
              </p:cNvPr>
              <p:cNvSpPr txBox="1"/>
              <p:nvPr/>
            </p:nvSpPr>
            <p:spPr>
              <a:xfrm>
                <a:off x="3611328" y="1924775"/>
                <a:ext cx="900344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zh-CN" alt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B0C30FA5-1727-587C-C87B-A3AA92142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1328" y="1924775"/>
                <a:ext cx="90034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44">
            <a:extLst>
              <a:ext uri="{FF2B5EF4-FFF2-40B4-BE49-F238E27FC236}">
                <a16:creationId xmlns:a16="http://schemas.microsoft.com/office/drawing/2014/main" id="{49535988-4463-35B8-EB90-34CF13DEF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4384" y="3196354"/>
            <a:ext cx="302401" cy="275766"/>
          </a:xfrm>
          <a:prstGeom prst="rect">
            <a:avLst/>
          </a:prstGeom>
          <a:noFill/>
          <a:ln w="50800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7" name="Rectangle 44">
            <a:extLst>
              <a:ext uri="{FF2B5EF4-FFF2-40B4-BE49-F238E27FC236}">
                <a16:creationId xmlns:a16="http://schemas.microsoft.com/office/drawing/2014/main" id="{84DB07C0-0089-C018-5181-652D9AA9D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8218" y="2790973"/>
            <a:ext cx="302401" cy="275766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aphicFrame>
        <p:nvGraphicFramePr>
          <p:cNvPr id="37" name="表格 36">
            <a:extLst>
              <a:ext uri="{FF2B5EF4-FFF2-40B4-BE49-F238E27FC236}">
                <a16:creationId xmlns:a16="http://schemas.microsoft.com/office/drawing/2014/main" id="{D0E34BF4-DF72-E9F0-6D1D-8EF05DEF6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901819"/>
              </p:ext>
            </p:extLst>
          </p:nvPr>
        </p:nvGraphicFramePr>
        <p:xfrm>
          <a:off x="1368000" y="2736000"/>
          <a:ext cx="2046092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182143636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201667155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555876208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096902984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377841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FF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FF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43940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090145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FF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FF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534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CBEBE63-291C-B46A-7C07-1E2690DDA5D7}"/>
                  </a:ext>
                </a:extLst>
              </p:cNvPr>
              <p:cNvSpPr txBox="1"/>
              <p:nvPr/>
            </p:nvSpPr>
            <p:spPr>
              <a:xfrm>
                <a:off x="1054800" y="2135597"/>
                <a:ext cx="68068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CBEBE63-291C-B46A-7C07-1E2690DDA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800" y="2135597"/>
                <a:ext cx="680684" cy="400110"/>
              </a:xfrm>
              <a:prstGeom prst="rect">
                <a:avLst/>
              </a:prstGeom>
              <a:blipFill>
                <a:blip r:embed="rId6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FDDB731E-D680-2213-A9A1-39DBE8331DD2}"/>
                  </a:ext>
                </a:extLst>
              </p:cNvPr>
              <p:cNvSpPr txBox="1"/>
              <p:nvPr/>
            </p:nvSpPr>
            <p:spPr>
              <a:xfrm>
                <a:off x="360000" y="2361682"/>
                <a:ext cx="9003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FDDB731E-D680-2213-A9A1-39DBE8331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361682"/>
                <a:ext cx="900344" cy="400110"/>
              </a:xfrm>
              <a:prstGeom prst="rect">
                <a:avLst/>
              </a:prstGeom>
              <a:blipFill>
                <a:blip r:embed="rId7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88ABC3D7-7671-65BE-392E-8E80D9B0C00F}"/>
                  </a:ext>
                </a:extLst>
              </p:cNvPr>
              <p:cNvSpPr txBox="1"/>
              <p:nvPr/>
            </p:nvSpPr>
            <p:spPr>
              <a:xfrm>
                <a:off x="410400" y="1925024"/>
                <a:ext cx="900344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zh-CN" alt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88ABC3D7-7671-65BE-392E-8E80D9B0C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00" y="1925024"/>
                <a:ext cx="90034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4">
            <a:extLst>
              <a:ext uri="{FF2B5EF4-FFF2-40B4-BE49-F238E27FC236}">
                <a16:creationId xmlns:a16="http://schemas.microsoft.com/office/drawing/2014/main" id="{A9137993-0936-B1BC-398C-BF69E3EFD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4478" y="3196354"/>
            <a:ext cx="302401" cy="275766"/>
          </a:xfrm>
          <a:prstGeom prst="rect">
            <a:avLst/>
          </a:prstGeom>
          <a:noFill/>
          <a:ln w="50800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50" name="Rectangle 44">
            <a:extLst>
              <a:ext uri="{FF2B5EF4-FFF2-40B4-BE49-F238E27FC236}">
                <a16:creationId xmlns:a16="http://schemas.microsoft.com/office/drawing/2014/main" id="{23FBFB1B-AE43-C330-FB94-C95E0747B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6134" y="2790973"/>
            <a:ext cx="302401" cy="275766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C4F47720-6E31-4BFD-873C-DD170443D81C}"/>
              </a:ext>
            </a:extLst>
          </p:cNvPr>
          <p:cNvSpPr txBox="1"/>
          <p:nvPr/>
        </p:nvSpPr>
        <p:spPr>
          <a:xfrm>
            <a:off x="3456000" y="5868000"/>
            <a:ext cx="1361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保持不变</a:t>
            </a:r>
            <a:endParaRPr lang="zh-CN" altLang="en-US" dirty="0">
              <a:solidFill>
                <a:srgbClr val="FF00FF"/>
              </a:solidFill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BB3C9069-3BBD-EF70-5600-0EBB13B84930}"/>
              </a:ext>
            </a:extLst>
          </p:cNvPr>
          <p:cNvSpPr txBox="1"/>
          <p:nvPr/>
        </p:nvSpPr>
        <p:spPr>
          <a:xfrm>
            <a:off x="3456000" y="5400000"/>
            <a:ext cx="1361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保持不变</a:t>
            </a:r>
            <a:endParaRPr lang="zh-CN" altLang="en-US" dirty="0">
              <a:solidFill>
                <a:srgbClr val="FF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076E3662-454E-E390-D196-C654E62B02D8}"/>
                  </a:ext>
                </a:extLst>
              </p:cNvPr>
              <p:cNvSpPr txBox="1"/>
              <p:nvPr/>
            </p:nvSpPr>
            <p:spPr>
              <a:xfrm>
                <a:off x="360000" y="5256000"/>
                <a:ext cx="2816905" cy="497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r>
                  <a:rPr lang="zh-CN" altLang="en-US" sz="2400" dirty="0"/>
                  <a:t> </a:t>
                </a:r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076E3662-454E-E390-D196-C654E62B02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256000"/>
                <a:ext cx="2816905" cy="49763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39737615-E670-4CA5-6598-74CFF54B305B}"/>
                  </a:ext>
                </a:extLst>
              </p:cNvPr>
              <p:cNvSpPr txBox="1"/>
              <p:nvPr/>
            </p:nvSpPr>
            <p:spPr>
              <a:xfrm>
                <a:off x="360000" y="4788000"/>
                <a:ext cx="5757011" cy="5080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400" dirty="0"/>
                  <a:t> </a:t>
                </a:r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39737615-E670-4CA5-6598-74CFF54B3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788000"/>
                <a:ext cx="5757011" cy="5080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12343839-CE69-BD4A-6469-65674B9CC0A9}"/>
                  </a:ext>
                </a:extLst>
              </p:cNvPr>
              <p:cNvSpPr txBox="1"/>
              <p:nvPr/>
            </p:nvSpPr>
            <p:spPr>
              <a:xfrm>
                <a:off x="360000" y="5760000"/>
                <a:ext cx="2816904" cy="4949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40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  </a:t>
                </a: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12343839-CE69-BD4A-6469-65674B9CC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760000"/>
                <a:ext cx="2816904" cy="49494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1B547F4C-4766-25AF-9CB9-3FBB3174ECF2}"/>
                  </a:ext>
                </a:extLst>
              </p:cNvPr>
              <p:cNvSpPr txBox="1"/>
              <p:nvPr/>
            </p:nvSpPr>
            <p:spPr>
              <a:xfrm>
                <a:off x="360000" y="6228000"/>
                <a:ext cx="2816903" cy="497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C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400" dirty="0"/>
                  <a:t>  </a:t>
                </a:r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1B547F4C-4766-25AF-9CB9-3FBB3174E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6228000"/>
                <a:ext cx="2816903" cy="49763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文本框 74">
            <a:extLst>
              <a:ext uri="{FF2B5EF4-FFF2-40B4-BE49-F238E27FC236}">
                <a16:creationId xmlns:a16="http://schemas.microsoft.com/office/drawing/2014/main" id="{B82479DA-8091-2D83-D6E2-7A288D5B5F3F}"/>
              </a:ext>
            </a:extLst>
          </p:cNvPr>
          <p:cNvSpPr txBox="1"/>
          <p:nvPr/>
        </p:nvSpPr>
        <p:spPr>
          <a:xfrm>
            <a:off x="3456000" y="6336000"/>
            <a:ext cx="1361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保持不变</a:t>
            </a:r>
            <a:endParaRPr lang="zh-CN" altLang="en-US" dirty="0">
              <a:solidFill>
                <a:srgbClr val="FF00FF"/>
              </a:solidFill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2143079-5CA4-9D4A-BEAA-1D48F45C7E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733823"/>
              </p:ext>
            </p:extLst>
          </p:nvPr>
        </p:nvGraphicFramePr>
        <p:xfrm>
          <a:off x="1386000" y="2376000"/>
          <a:ext cx="2046092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307255290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685997691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49169052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1635232657"/>
                    </a:ext>
                  </a:extLst>
                </a:gridCol>
              </a:tblGrid>
              <a:tr h="3149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0977166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ED6CC31-6FBC-1739-6DF6-93A9760856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078037"/>
              </p:ext>
            </p:extLst>
          </p:nvPr>
        </p:nvGraphicFramePr>
        <p:xfrm>
          <a:off x="957600" y="2736000"/>
          <a:ext cx="507779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7779">
                  <a:extLst>
                    <a:ext uri="{9D8B030D-6E8A-4147-A177-3AD203B41FA5}">
                      <a16:colId xmlns:a16="http://schemas.microsoft.com/office/drawing/2014/main" val="2383079681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0148879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732342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8144220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3289079"/>
                  </a:ext>
                </a:extLst>
              </a:tr>
            </a:tbl>
          </a:graphicData>
        </a:graphic>
      </p:graphicFrame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FAA14E7-5F0D-F5F4-FBFB-82404E7AAB73}"/>
              </a:ext>
            </a:extLst>
          </p:cNvPr>
          <p:cNvCxnSpPr>
            <a:cxnSpLocks/>
          </p:cNvCxnSpPr>
          <p:nvPr/>
        </p:nvCxnSpPr>
        <p:spPr>
          <a:xfrm flipH="1" flipV="1">
            <a:off x="1029600" y="2313487"/>
            <a:ext cx="339830" cy="4269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9506CD4-10CF-16D7-35C0-46E95DFA8452}"/>
              </a:ext>
            </a:extLst>
          </p:cNvPr>
          <p:cNvCxnSpPr>
            <a:cxnSpLocks/>
          </p:cNvCxnSpPr>
          <p:nvPr/>
        </p:nvCxnSpPr>
        <p:spPr>
          <a:xfrm flipH="1" flipV="1">
            <a:off x="4232212" y="2313487"/>
            <a:ext cx="339830" cy="4269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E8857DB5-59AB-1E0D-171D-5C337DEA01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433150"/>
              </p:ext>
            </p:extLst>
          </p:nvPr>
        </p:nvGraphicFramePr>
        <p:xfrm>
          <a:off x="4572042" y="2376000"/>
          <a:ext cx="2046092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307255290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685997691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49169052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1635232657"/>
                    </a:ext>
                  </a:extLst>
                </a:gridCol>
              </a:tblGrid>
              <a:tr h="3149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0977166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104749C7-5C2D-068B-D167-5129A8F17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714061"/>
              </p:ext>
            </p:extLst>
          </p:nvPr>
        </p:nvGraphicFramePr>
        <p:xfrm>
          <a:off x="4146151" y="2736000"/>
          <a:ext cx="507779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7779">
                  <a:extLst>
                    <a:ext uri="{9D8B030D-6E8A-4147-A177-3AD203B41FA5}">
                      <a16:colId xmlns:a16="http://schemas.microsoft.com/office/drawing/2014/main" val="2383079681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0148879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732342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8144220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3289079"/>
                  </a:ext>
                </a:extLst>
              </a:tr>
            </a:tbl>
          </a:graphicData>
        </a:graphic>
      </p:graphicFrame>
      <p:sp>
        <p:nvSpPr>
          <p:cNvPr id="13" name="标题 1">
            <a:extLst>
              <a:ext uri="{FF2B5EF4-FFF2-40B4-BE49-F238E27FC236}">
                <a16:creationId xmlns:a16="http://schemas.microsoft.com/office/drawing/2014/main" id="{B3649EFA-302C-47FC-7C4A-6D307DC277E8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3239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7" grpId="0" animBg="1"/>
      <p:bldP spid="49" grpId="0" animBg="1"/>
      <p:bldP spid="50" grpId="0" animBg="1"/>
      <p:bldP spid="74" grpId="0"/>
      <p:bldP spid="7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D35C3-CD25-67A5-9715-277394DEA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>
            <a:extLst>
              <a:ext uri="{FF2B5EF4-FFF2-40B4-BE49-F238E27FC236}">
                <a16:creationId xmlns:a16="http://schemas.microsoft.com/office/drawing/2014/main" id="{70E67497-17C0-3048-2F22-3F6871EF58B0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6243ADF7-56A2-00C2-E38D-0F4DB5385CD0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" name="箭头: 五边形 46">
                <a:extLst>
                  <a:ext uri="{FF2B5EF4-FFF2-40B4-BE49-F238E27FC236}">
                    <a16:creationId xmlns:a16="http://schemas.microsoft.com/office/drawing/2014/main" id="{317B2898-1D7A-A7A5-D5FB-380982413D2E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箭头: V 形 47">
                <a:extLst>
                  <a:ext uri="{FF2B5EF4-FFF2-40B4-BE49-F238E27FC236}">
                    <a16:creationId xmlns:a16="http://schemas.microsoft.com/office/drawing/2014/main" id="{8EC97566-0297-F820-8512-BAA3173AE3A3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6" name="灯片编号占位符 3">
              <a:extLst>
                <a:ext uri="{FF2B5EF4-FFF2-40B4-BE49-F238E27FC236}">
                  <a16:creationId xmlns:a16="http://schemas.microsoft.com/office/drawing/2014/main" id="{EECF82A2-1A1B-8B90-4406-70D0BC1980E7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8F79F66B-AF16-6572-8A8E-AD2262A29D30}"/>
              </a:ext>
            </a:extLst>
          </p:cNvPr>
          <p:cNvSpPr txBox="1"/>
          <p:nvPr/>
        </p:nvSpPr>
        <p:spPr>
          <a:xfrm>
            <a:off x="360000" y="828000"/>
            <a:ext cx="5409961" cy="109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可逆六进制计数器的设计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检查自校正能力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641B7737-AF72-7D5A-D0A9-59AC4B2FB3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0545542"/>
                  </p:ext>
                </p:extLst>
              </p:nvPr>
            </p:nvGraphicFramePr>
            <p:xfrm>
              <a:off x="7200000" y="1637024"/>
              <a:ext cx="4178661" cy="44890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92887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</a:tblGrid>
                  <a:tr h="392758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</m:t>
                              </m:r>
                            </m:oMath>
                          </a14:m>
                          <a:r>
                            <a:rPr lang="zh-CN" altLang="en-US" sz="2400" i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392758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9692274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29827461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52075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641B7737-AF72-7D5A-D0A9-59AC4B2FB3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0545542"/>
                  </p:ext>
                </p:extLst>
              </p:nvPr>
            </p:nvGraphicFramePr>
            <p:xfrm>
              <a:off x="7200000" y="1637024"/>
              <a:ext cx="4178661" cy="44890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92887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</a:tblGrid>
                  <a:tr h="465646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7" t="-658" r="-200437" b="-396711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328" t="-1316" r="-438" b="-89342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877" t="-101316" r="-101316" b="-793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000" t="-101316" r="-873" b="-793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969227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2982746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52075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F124850C-5A7C-D94A-3466-52DD1A401D6F}"/>
              </a:ext>
            </a:extLst>
          </p:cNvPr>
          <p:cNvSpPr txBox="1"/>
          <p:nvPr/>
        </p:nvSpPr>
        <p:spPr>
          <a:xfrm>
            <a:off x="7200000" y="1168504"/>
            <a:ext cx="4178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状态表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D019D0D-DD40-C7C0-5A62-D91FA8D41849}"/>
              </a:ext>
            </a:extLst>
          </p:cNvPr>
          <p:cNvCxnSpPr/>
          <p:nvPr/>
        </p:nvCxnSpPr>
        <p:spPr>
          <a:xfrm>
            <a:off x="6979640" y="5134062"/>
            <a:ext cx="4589151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C1258BCA-84D6-3202-AAA3-0966AE224AC9}"/>
                  </a:ext>
                </a:extLst>
              </p:cNvPr>
              <p:cNvSpPr txBox="1"/>
              <p:nvPr/>
            </p:nvSpPr>
            <p:spPr>
              <a:xfrm>
                <a:off x="360000" y="5256000"/>
                <a:ext cx="2816905" cy="497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r>
                  <a:rPr lang="zh-CN" altLang="en-US" sz="2400" dirty="0"/>
                  <a:t> </a:t>
                </a:r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C1258BCA-84D6-3202-AAA3-0966AE224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256000"/>
                <a:ext cx="2816905" cy="4976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ABC7CC03-E081-EDA2-8674-89253667740C}"/>
                  </a:ext>
                </a:extLst>
              </p:cNvPr>
              <p:cNvSpPr txBox="1"/>
              <p:nvPr/>
            </p:nvSpPr>
            <p:spPr>
              <a:xfrm>
                <a:off x="360000" y="4788000"/>
                <a:ext cx="5757011" cy="5080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400" dirty="0"/>
                  <a:t> </a:t>
                </a:r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ABC7CC03-E081-EDA2-8674-892536677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788000"/>
                <a:ext cx="5757011" cy="5080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14212471-52ED-7616-44E0-987B704720CC}"/>
                  </a:ext>
                </a:extLst>
              </p:cNvPr>
              <p:cNvSpPr txBox="1"/>
              <p:nvPr/>
            </p:nvSpPr>
            <p:spPr>
              <a:xfrm>
                <a:off x="360000" y="5760000"/>
                <a:ext cx="2816904" cy="4949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40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  </a:t>
                </a: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14212471-52ED-7616-44E0-987B704720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760000"/>
                <a:ext cx="2816904" cy="4949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4CB01F08-85FA-85EE-A050-DA654EB0EB94}"/>
                  </a:ext>
                </a:extLst>
              </p:cNvPr>
              <p:cNvSpPr txBox="1"/>
              <p:nvPr/>
            </p:nvSpPr>
            <p:spPr>
              <a:xfrm>
                <a:off x="360000" y="6228000"/>
                <a:ext cx="2816903" cy="497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C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400" dirty="0"/>
                  <a:t>  </a:t>
                </a:r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4CB01F08-85FA-85EE-A050-DA654EB0E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6228000"/>
                <a:ext cx="2816903" cy="49763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1" name="组合 230">
            <a:extLst>
              <a:ext uri="{FF2B5EF4-FFF2-40B4-BE49-F238E27FC236}">
                <a16:creationId xmlns:a16="http://schemas.microsoft.com/office/drawing/2014/main" id="{EF021E4F-57EE-72E8-7B62-B1D701B29C4F}"/>
              </a:ext>
            </a:extLst>
          </p:cNvPr>
          <p:cNvGrpSpPr/>
          <p:nvPr/>
        </p:nvGrpSpPr>
        <p:grpSpPr>
          <a:xfrm>
            <a:off x="468000" y="1980000"/>
            <a:ext cx="6544164" cy="2838200"/>
            <a:chOff x="471143" y="1992121"/>
            <a:chExt cx="6544164" cy="28382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6" name="Oval 45">
                  <a:extLst>
                    <a:ext uri="{FF2B5EF4-FFF2-40B4-BE49-F238E27FC236}">
                      <a16:creationId xmlns:a16="http://schemas.microsoft.com/office/drawing/2014/main" id="{D4AF7621-51CA-246D-92A8-E7998B9009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76365" y="2080311"/>
                  <a:ext cx="599047" cy="59904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000" b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oMath>
                    </m:oMathPara>
                  </a14:m>
                  <a:endParaRPr lang="en-US" altLang="zh-CN" sz="2000" b="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86" name="Oval 45">
                  <a:extLst>
                    <a:ext uri="{FF2B5EF4-FFF2-40B4-BE49-F238E27FC236}">
                      <a16:creationId xmlns:a16="http://schemas.microsoft.com/office/drawing/2014/main" id="{D4AF7621-51CA-246D-92A8-E7998B90095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76365" y="2080311"/>
                  <a:ext cx="599047" cy="599047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Oval 45">
                  <a:extLst>
                    <a:ext uri="{FF2B5EF4-FFF2-40B4-BE49-F238E27FC236}">
                      <a16:creationId xmlns:a16="http://schemas.microsoft.com/office/drawing/2014/main" id="{58C59B66-B7FF-FF59-3C36-BAADD00CB5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13056" y="2080311"/>
                  <a:ext cx="599047" cy="59904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000" b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oMath>
                    </m:oMathPara>
                  </a14:m>
                  <a:endParaRPr lang="en-US" altLang="zh-CN" sz="2000" b="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87" name="Oval 45">
                  <a:extLst>
                    <a:ext uri="{FF2B5EF4-FFF2-40B4-BE49-F238E27FC236}">
                      <a16:creationId xmlns:a16="http://schemas.microsoft.com/office/drawing/2014/main" id="{58C59B66-B7FF-FF59-3C36-BAADD00CB5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13056" y="2080311"/>
                  <a:ext cx="599047" cy="599047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8" name="直接箭头连接符 187">
              <a:extLst>
                <a:ext uri="{FF2B5EF4-FFF2-40B4-BE49-F238E27FC236}">
                  <a16:creationId xmlns:a16="http://schemas.microsoft.com/office/drawing/2014/main" id="{BABE4C33-84B5-ED7C-9033-AB36051B659F}"/>
                </a:ext>
              </a:extLst>
            </p:cNvPr>
            <p:cNvCxnSpPr>
              <a:cxnSpLocks/>
              <a:stCxn id="186" idx="6"/>
              <a:endCxn id="187" idx="2"/>
            </p:cNvCxnSpPr>
            <p:nvPr/>
          </p:nvCxnSpPr>
          <p:spPr>
            <a:xfrm>
              <a:off x="1575412" y="2379835"/>
              <a:ext cx="83764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接箭头连接符 188">
              <a:extLst>
                <a:ext uri="{FF2B5EF4-FFF2-40B4-BE49-F238E27FC236}">
                  <a16:creationId xmlns:a16="http://schemas.microsoft.com/office/drawing/2014/main" id="{88D83066-B4ED-360E-4A4E-7BB80AAEB120}"/>
                </a:ext>
              </a:extLst>
            </p:cNvPr>
            <p:cNvCxnSpPr>
              <a:cxnSpLocks/>
              <a:stCxn id="187" idx="6"/>
              <a:endCxn id="193" idx="2"/>
            </p:cNvCxnSpPr>
            <p:nvPr/>
          </p:nvCxnSpPr>
          <p:spPr>
            <a:xfrm flipV="1">
              <a:off x="3012103" y="2379689"/>
              <a:ext cx="898884" cy="14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Text Box 9">
                  <a:extLst>
                    <a:ext uri="{FF2B5EF4-FFF2-40B4-BE49-F238E27FC236}">
                      <a16:creationId xmlns:a16="http://schemas.microsoft.com/office/drawing/2014/main" id="{1B5755E1-8468-C507-F6F1-BD17A30086B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32752" y="1992121"/>
                  <a:ext cx="582211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sz="20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x</a:t>
                  </a:r>
                  <a14:m>
                    <m:oMath xmlns:m="http://schemas.openxmlformats.org/officeDocument/2006/math">
                      <m:r>
                        <a:rPr lang="en-US" altLang="zh-CN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endParaRPr kumimoji="1" lang="en-US" altLang="zh-CN" sz="20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90" name="Text Box 9">
                  <a:extLst>
                    <a:ext uri="{FF2B5EF4-FFF2-40B4-BE49-F238E27FC236}">
                      <a16:creationId xmlns:a16="http://schemas.microsoft.com/office/drawing/2014/main" id="{1B5755E1-8468-C507-F6F1-BD17A30086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32752" y="1992121"/>
                  <a:ext cx="582211" cy="400110"/>
                </a:xfrm>
                <a:prstGeom prst="rect">
                  <a:avLst/>
                </a:prstGeom>
                <a:blipFill>
                  <a:blip r:embed="rId10"/>
                  <a:stretch>
                    <a:fillRect l="-11579" t="-9231" b="-2769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Text Box 9">
                  <a:extLst>
                    <a:ext uri="{FF2B5EF4-FFF2-40B4-BE49-F238E27FC236}">
                      <a16:creationId xmlns:a16="http://schemas.microsoft.com/office/drawing/2014/main" id="{C62C4791-8AE5-1135-94EC-41215F1EAE8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88672" y="1993782"/>
                  <a:ext cx="582211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sz="20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x</a:t>
                  </a:r>
                  <a14:m>
                    <m:oMath xmlns:m="http://schemas.openxmlformats.org/officeDocument/2006/math">
                      <m:r>
                        <a:rPr lang="en-US" altLang="zh-CN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endParaRPr kumimoji="1" lang="en-US" altLang="zh-CN" sz="20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91" name="Text Box 9">
                  <a:extLst>
                    <a:ext uri="{FF2B5EF4-FFF2-40B4-BE49-F238E27FC236}">
                      <a16:creationId xmlns:a16="http://schemas.microsoft.com/office/drawing/2014/main" id="{C62C4791-8AE5-1135-94EC-41215F1EAE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88672" y="1993782"/>
                  <a:ext cx="582211" cy="400110"/>
                </a:xfrm>
                <a:prstGeom prst="rect">
                  <a:avLst/>
                </a:prstGeom>
                <a:blipFill>
                  <a:blip r:embed="rId11"/>
                  <a:stretch>
                    <a:fillRect l="-11579" t="-7576" b="-2575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Oval 45">
                  <a:extLst>
                    <a:ext uri="{FF2B5EF4-FFF2-40B4-BE49-F238E27FC236}">
                      <a16:creationId xmlns:a16="http://schemas.microsoft.com/office/drawing/2014/main" id="{35C347BA-C5D4-702A-F663-819E88B833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10987" y="2080165"/>
                  <a:ext cx="599047" cy="59904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000" b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 000 </m:t>
                        </m:r>
                      </m:oMath>
                    </m:oMathPara>
                  </a14:m>
                  <a:endParaRPr lang="en-US" altLang="zh-CN" sz="2000" b="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93" name="Oval 45">
                  <a:extLst>
                    <a:ext uri="{FF2B5EF4-FFF2-40B4-BE49-F238E27FC236}">
                      <a16:creationId xmlns:a16="http://schemas.microsoft.com/office/drawing/2014/main" id="{35C347BA-C5D4-702A-F663-819E88B833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10987" y="2080165"/>
                  <a:ext cx="599047" cy="599047"/>
                </a:xfrm>
                <a:prstGeom prst="ellipse">
                  <a:avLst/>
                </a:prstGeom>
                <a:blipFill>
                  <a:blip r:embed="rId12"/>
                  <a:stretch>
                    <a:fillRect l="-4854"/>
                  </a:stretch>
                </a:blip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Oval 45">
                  <a:extLst>
                    <a:ext uri="{FF2B5EF4-FFF2-40B4-BE49-F238E27FC236}">
                      <a16:creationId xmlns:a16="http://schemas.microsoft.com/office/drawing/2014/main" id="{D8D9BF17-E45C-3702-FBEB-FF324AB256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84997" y="2080165"/>
                  <a:ext cx="599047" cy="59904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  001</m:t>
                        </m:r>
                      </m:oMath>
                    </m:oMathPara>
                  </a14:m>
                  <a:endParaRPr lang="en-US" altLang="zh-CN" sz="2000" b="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94" name="Oval 45">
                  <a:extLst>
                    <a:ext uri="{FF2B5EF4-FFF2-40B4-BE49-F238E27FC236}">
                      <a16:creationId xmlns:a16="http://schemas.microsoft.com/office/drawing/2014/main" id="{D8D9BF17-E45C-3702-FBEB-FF324AB256D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84997" y="2080165"/>
                  <a:ext cx="599047" cy="599047"/>
                </a:xfrm>
                <a:prstGeom prst="ellipse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Oval 45">
                  <a:extLst>
                    <a:ext uri="{FF2B5EF4-FFF2-40B4-BE49-F238E27FC236}">
                      <a16:creationId xmlns:a16="http://schemas.microsoft.com/office/drawing/2014/main" id="{1197A8E5-BB00-A8FA-66B9-3B86BFF7B7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92062" y="3986187"/>
                  <a:ext cx="599047" cy="59904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000" b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110</m:t>
                        </m:r>
                      </m:oMath>
                    </m:oMathPara>
                  </a14:m>
                  <a:endParaRPr lang="en-US" altLang="zh-CN" sz="2000" b="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95" name="Oval 45">
                  <a:extLst>
                    <a:ext uri="{FF2B5EF4-FFF2-40B4-BE49-F238E27FC236}">
                      <a16:creationId xmlns:a16="http://schemas.microsoft.com/office/drawing/2014/main" id="{1197A8E5-BB00-A8FA-66B9-3B86BFF7B7B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92062" y="3986187"/>
                  <a:ext cx="599047" cy="599047"/>
                </a:xfrm>
                <a:prstGeom prst="ellipse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6" name="Oval 45">
                  <a:extLst>
                    <a:ext uri="{FF2B5EF4-FFF2-40B4-BE49-F238E27FC236}">
                      <a16:creationId xmlns:a16="http://schemas.microsoft.com/office/drawing/2014/main" id="{89B3D88E-58A8-6CAE-F846-4B9BF1904B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84997" y="3986187"/>
                  <a:ext cx="599047" cy="59904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000" b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111</m:t>
                        </m:r>
                      </m:oMath>
                    </m:oMathPara>
                  </a14:m>
                  <a:endParaRPr lang="en-US" altLang="zh-CN" sz="2000" b="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96" name="Oval 45">
                  <a:extLst>
                    <a:ext uri="{FF2B5EF4-FFF2-40B4-BE49-F238E27FC236}">
                      <a16:creationId xmlns:a16="http://schemas.microsoft.com/office/drawing/2014/main" id="{89B3D88E-58A8-6CAE-F846-4B9BF1904B6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84997" y="3986187"/>
                  <a:ext cx="599047" cy="599047"/>
                </a:xfrm>
                <a:prstGeom prst="ellipse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Oval 45">
                  <a:extLst>
                    <a:ext uri="{FF2B5EF4-FFF2-40B4-BE49-F238E27FC236}">
                      <a16:creationId xmlns:a16="http://schemas.microsoft.com/office/drawing/2014/main" id="{D58AE705-9A24-A624-7031-39D06FE59D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16260" y="3033175"/>
                  <a:ext cx="599047" cy="59904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000" b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101</m:t>
                        </m:r>
                      </m:oMath>
                    </m:oMathPara>
                  </a14:m>
                  <a:endParaRPr lang="en-US" altLang="zh-CN" sz="2000" b="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97" name="Oval 45">
                  <a:extLst>
                    <a:ext uri="{FF2B5EF4-FFF2-40B4-BE49-F238E27FC236}">
                      <a16:creationId xmlns:a16="http://schemas.microsoft.com/office/drawing/2014/main" id="{D58AE705-9A24-A624-7031-39D06FE59D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416260" y="3033175"/>
                  <a:ext cx="599047" cy="599047"/>
                </a:xfrm>
                <a:prstGeom prst="ellipse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Oval 45">
                  <a:extLst>
                    <a:ext uri="{FF2B5EF4-FFF2-40B4-BE49-F238E27FC236}">
                      <a16:creationId xmlns:a16="http://schemas.microsoft.com/office/drawing/2014/main" id="{BC8C4D7D-97B4-D0B8-722C-5BB5A17583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4058" y="3033176"/>
                  <a:ext cx="599047" cy="59904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000" b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010</m:t>
                        </m:r>
                      </m:oMath>
                    </m:oMathPara>
                  </a14:m>
                  <a:endParaRPr lang="en-US" altLang="zh-CN" sz="2000" b="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98" name="Oval 45">
                  <a:extLst>
                    <a:ext uri="{FF2B5EF4-FFF2-40B4-BE49-F238E27FC236}">
                      <a16:creationId xmlns:a16="http://schemas.microsoft.com/office/drawing/2014/main" id="{BC8C4D7D-97B4-D0B8-722C-5BB5A17583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24058" y="3033176"/>
                  <a:ext cx="599047" cy="599047"/>
                </a:xfrm>
                <a:prstGeom prst="ellipse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9" name="直接箭头连接符 198">
              <a:extLst>
                <a:ext uri="{FF2B5EF4-FFF2-40B4-BE49-F238E27FC236}">
                  <a16:creationId xmlns:a16="http://schemas.microsoft.com/office/drawing/2014/main" id="{3C496277-A9F3-4A3A-5B76-FBE3A33EFE88}"/>
                </a:ext>
              </a:extLst>
            </p:cNvPr>
            <p:cNvCxnSpPr>
              <a:cxnSpLocks/>
              <a:stCxn id="194" idx="4"/>
              <a:endCxn id="197" idx="2"/>
            </p:cNvCxnSpPr>
            <p:nvPr/>
          </p:nvCxnSpPr>
          <p:spPr>
            <a:xfrm>
              <a:off x="5684521" y="2679212"/>
              <a:ext cx="731739" cy="65348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箭头连接符 199">
              <a:extLst>
                <a:ext uri="{FF2B5EF4-FFF2-40B4-BE49-F238E27FC236}">
                  <a16:creationId xmlns:a16="http://schemas.microsoft.com/office/drawing/2014/main" id="{9BBA3B04-1391-6DBB-B539-E80C62E355DD}"/>
                </a:ext>
              </a:extLst>
            </p:cNvPr>
            <p:cNvCxnSpPr>
              <a:cxnSpLocks/>
              <a:stCxn id="193" idx="5"/>
              <a:endCxn id="194" idx="3"/>
            </p:cNvCxnSpPr>
            <p:nvPr/>
          </p:nvCxnSpPr>
          <p:spPr>
            <a:xfrm>
              <a:off x="4422306" y="2591484"/>
              <a:ext cx="105041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箭头连接符 200">
              <a:extLst>
                <a:ext uri="{FF2B5EF4-FFF2-40B4-BE49-F238E27FC236}">
                  <a16:creationId xmlns:a16="http://schemas.microsoft.com/office/drawing/2014/main" id="{BE911BA3-7282-D185-E355-05BF2E701B92}"/>
                </a:ext>
              </a:extLst>
            </p:cNvPr>
            <p:cNvCxnSpPr>
              <a:cxnSpLocks/>
              <a:stCxn id="194" idx="2"/>
              <a:endCxn id="193" idx="6"/>
            </p:cNvCxnSpPr>
            <p:nvPr/>
          </p:nvCxnSpPr>
          <p:spPr>
            <a:xfrm flipH="1">
              <a:off x="4510034" y="2379689"/>
              <a:ext cx="87496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箭头连接符 201">
              <a:extLst>
                <a:ext uri="{FF2B5EF4-FFF2-40B4-BE49-F238E27FC236}">
                  <a16:creationId xmlns:a16="http://schemas.microsoft.com/office/drawing/2014/main" id="{EF3594FD-9790-B7BE-6631-C434245206A0}"/>
                </a:ext>
              </a:extLst>
            </p:cNvPr>
            <p:cNvCxnSpPr>
              <a:cxnSpLocks/>
              <a:stCxn id="197" idx="3"/>
              <a:endCxn id="196" idx="7"/>
            </p:cNvCxnSpPr>
            <p:nvPr/>
          </p:nvCxnSpPr>
          <p:spPr>
            <a:xfrm flipH="1">
              <a:off x="5896316" y="3544494"/>
              <a:ext cx="607672" cy="52942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箭头连接符 202">
              <a:extLst>
                <a:ext uri="{FF2B5EF4-FFF2-40B4-BE49-F238E27FC236}">
                  <a16:creationId xmlns:a16="http://schemas.microsoft.com/office/drawing/2014/main" id="{F4C7624E-7660-19E8-764A-7DC5ED81F4AE}"/>
                </a:ext>
              </a:extLst>
            </p:cNvPr>
            <p:cNvCxnSpPr>
              <a:cxnSpLocks/>
              <a:stCxn id="195" idx="5"/>
              <a:endCxn id="196" idx="3"/>
            </p:cNvCxnSpPr>
            <p:nvPr/>
          </p:nvCxnSpPr>
          <p:spPr>
            <a:xfrm>
              <a:off x="4403381" y="4497506"/>
              <a:ext cx="106934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箭头连接符 203">
              <a:extLst>
                <a:ext uri="{FF2B5EF4-FFF2-40B4-BE49-F238E27FC236}">
                  <a16:creationId xmlns:a16="http://schemas.microsoft.com/office/drawing/2014/main" id="{E6157FD4-036E-F1C6-DEC0-A2357E8459C0}"/>
                </a:ext>
              </a:extLst>
            </p:cNvPr>
            <p:cNvCxnSpPr>
              <a:cxnSpLocks/>
              <a:stCxn id="198" idx="4"/>
              <a:endCxn id="195" idx="2"/>
            </p:cNvCxnSpPr>
            <p:nvPr/>
          </p:nvCxnSpPr>
          <p:spPr>
            <a:xfrm>
              <a:off x="3223582" y="3632223"/>
              <a:ext cx="668480" cy="6534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箭头连接符 204">
              <a:extLst>
                <a:ext uri="{FF2B5EF4-FFF2-40B4-BE49-F238E27FC236}">
                  <a16:creationId xmlns:a16="http://schemas.microsoft.com/office/drawing/2014/main" id="{E1FB02CC-DDDD-8BB5-E068-3F19EBCC49EC}"/>
                </a:ext>
              </a:extLst>
            </p:cNvPr>
            <p:cNvCxnSpPr>
              <a:cxnSpLocks/>
              <a:stCxn id="198" idx="6"/>
              <a:endCxn id="193" idx="4"/>
            </p:cNvCxnSpPr>
            <p:nvPr/>
          </p:nvCxnSpPr>
          <p:spPr>
            <a:xfrm flipV="1">
              <a:off x="3523105" y="2679212"/>
              <a:ext cx="687406" cy="6534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箭头连接符 205">
              <a:extLst>
                <a:ext uri="{FF2B5EF4-FFF2-40B4-BE49-F238E27FC236}">
                  <a16:creationId xmlns:a16="http://schemas.microsoft.com/office/drawing/2014/main" id="{93A3D696-E1D2-0249-68C8-CAC9B717E223}"/>
                </a:ext>
              </a:extLst>
            </p:cNvPr>
            <p:cNvCxnSpPr>
              <a:cxnSpLocks/>
              <a:stCxn id="193" idx="3"/>
              <a:endCxn id="198" idx="7"/>
            </p:cNvCxnSpPr>
            <p:nvPr/>
          </p:nvCxnSpPr>
          <p:spPr>
            <a:xfrm flipH="1">
              <a:off x="3435377" y="2591484"/>
              <a:ext cx="563338" cy="52942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箭头连接符 206">
              <a:extLst>
                <a:ext uri="{FF2B5EF4-FFF2-40B4-BE49-F238E27FC236}">
                  <a16:creationId xmlns:a16="http://schemas.microsoft.com/office/drawing/2014/main" id="{870ACB7E-5187-0DB0-D2FA-2423590E2F3F}"/>
                </a:ext>
              </a:extLst>
            </p:cNvPr>
            <p:cNvCxnSpPr>
              <a:cxnSpLocks/>
              <a:stCxn id="195" idx="1"/>
              <a:endCxn id="198" idx="5"/>
            </p:cNvCxnSpPr>
            <p:nvPr/>
          </p:nvCxnSpPr>
          <p:spPr>
            <a:xfrm flipH="1" flipV="1">
              <a:off x="3435377" y="3544495"/>
              <a:ext cx="544413" cy="52942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箭头连接符 207">
              <a:extLst>
                <a:ext uri="{FF2B5EF4-FFF2-40B4-BE49-F238E27FC236}">
                  <a16:creationId xmlns:a16="http://schemas.microsoft.com/office/drawing/2014/main" id="{039DF921-C31B-021F-D184-DD3E295C8203}"/>
                </a:ext>
              </a:extLst>
            </p:cNvPr>
            <p:cNvCxnSpPr>
              <a:cxnSpLocks/>
              <a:stCxn id="196" idx="2"/>
              <a:endCxn id="195" idx="6"/>
            </p:cNvCxnSpPr>
            <p:nvPr/>
          </p:nvCxnSpPr>
          <p:spPr>
            <a:xfrm flipH="1">
              <a:off x="4491109" y="4285711"/>
              <a:ext cx="89388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箭头连接符 208">
              <a:extLst>
                <a:ext uri="{FF2B5EF4-FFF2-40B4-BE49-F238E27FC236}">
                  <a16:creationId xmlns:a16="http://schemas.microsoft.com/office/drawing/2014/main" id="{C59121A5-D0F6-E9CC-7B6A-EAB2EB32C991}"/>
                </a:ext>
              </a:extLst>
            </p:cNvPr>
            <p:cNvCxnSpPr>
              <a:cxnSpLocks/>
              <a:stCxn id="197" idx="1"/>
              <a:endCxn id="194" idx="5"/>
            </p:cNvCxnSpPr>
            <p:nvPr/>
          </p:nvCxnSpPr>
          <p:spPr>
            <a:xfrm flipH="1" flipV="1">
              <a:off x="5896316" y="2591484"/>
              <a:ext cx="607672" cy="52941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箭头连接符 209">
              <a:extLst>
                <a:ext uri="{FF2B5EF4-FFF2-40B4-BE49-F238E27FC236}">
                  <a16:creationId xmlns:a16="http://schemas.microsoft.com/office/drawing/2014/main" id="{F5AF41F0-9850-11AD-C915-6237941CC20E}"/>
                </a:ext>
              </a:extLst>
            </p:cNvPr>
            <p:cNvCxnSpPr>
              <a:cxnSpLocks/>
              <a:stCxn id="196" idx="6"/>
              <a:endCxn id="197" idx="4"/>
            </p:cNvCxnSpPr>
            <p:nvPr/>
          </p:nvCxnSpPr>
          <p:spPr>
            <a:xfrm flipV="1">
              <a:off x="5984044" y="3632222"/>
              <a:ext cx="731740" cy="65348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Text Box 9">
                  <a:extLst>
                    <a:ext uri="{FF2B5EF4-FFF2-40B4-BE49-F238E27FC236}">
                      <a16:creationId xmlns:a16="http://schemas.microsoft.com/office/drawing/2014/main" id="{C344D7AD-DE8D-54A2-688F-20AEEC50517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34102" y="2529209"/>
                  <a:ext cx="670375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kumimoji="1" lang="en-US" altLang="zh-CN" sz="20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1" name="Text Box 9">
                  <a:extLst>
                    <a:ext uri="{FF2B5EF4-FFF2-40B4-BE49-F238E27FC236}">
                      <a16:creationId xmlns:a16="http://schemas.microsoft.com/office/drawing/2014/main" id="{C344D7AD-DE8D-54A2-688F-20AEEC5051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34102" y="2529209"/>
                  <a:ext cx="670375" cy="400110"/>
                </a:xfrm>
                <a:prstGeom prst="rect">
                  <a:avLst/>
                </a:prstGeom>
                <a:blipFill>
                  <a:blip r:embed="rId18"/>
                  <a:stretch>
                    <a:fillRect b="-1515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Text Box 9">
                  <a:extLst>
                    <a:ext uri="{FF2B5EF4-FFF2-40B4-BE49-F238E27FC236}">
                      <a16:creationId xmlns:a16="http://schemas.microsoft.com/office/drawing/2014/main" id="{20B42474-DCD9-A28D-D86D-9018AA7C17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684520" y="3474164"/>
                  <a:ext cx="670375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kumimoji="1" lang="en-US" altLang="zh-CN" sz="20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2" name="Text Box 9">
                  <a:extLst>
                    <a:ext uri="{FF2B5EF4-FFF2-40B4-BE49-F238E27FC236}">
                      <a16:creationId xmlns:a16="http://schemas.microsoft.com/office/drawing/2014/main" id="{20B42474-DCD9-A28D-D86D-9018AA7C17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84520" y="3474164"/>
                  <a:ext cx="670375" cy="400110"/>
                </a:xfrm>
                <a:prstGeom prst="rect">
                  <a:avLst/>
                </a:prstGeom>
                <a:blipFill>
                  <a:blip r:embed="rId19"/>
                  <a:stretch>
                    <a:fillRect b="-1515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Text Box 9">
                  <a:extLst>
                    <a:ext uri="{FF2B5EF4-FFF2-40B4-BE49-F238E27FC236}">
                      <a16:creationId xmlns:a16="http://schemas.microsoft.com/office/drawing/2014/main" id="{C52ACEAB-2F26-8716-EA31-BF3976BD812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71029" y="3472319"/>
                  <a:ext cx="670375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kumimoji="1" lang="en-US" altLang="zh-CN" sz="20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3" name="Text Box 9">
                  <a:extLst>
                    <a:ext uri="{FF2B5EF4-FFF2-40B4-BE49-F238E27FC236}">
                      <a16:creationId xmlns:a16="http://schemas.microsoft.com/office/drawing/2014/main" id="{C52ACEAB-2F26-8716-EA31-BF3976BD81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71029" y="3472319"/>
                  <a:ext cx="670375" cy="400110"/>
                </a:xfrm>
                <a:prstGeom prst="rect">
                  <a:avLst/>
                </a:prstGeom>
                <a:blipFill>
                  <a:blip r:embed="rId20"/>
                  <a:stretch>
                    <a:fillRect b="-16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Text Box 9">
                  <a:extLst>
                    <a:ext uri="{FF2B5EF4-FFF2-40B4-BE49-F238E27FC236}">
                      <a16:creationId xmlns:a16="http://schemas.microsoft.com/office/drawing/2014/main" id="{001C1F91-2B0C-62DC-DE26-FBFF5A593A8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65198" y="2866007"/>
                  <a:ext cx="670375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/1</m:t>
                        </m:r>
                      </m:oMath>
                    </m:oMathPara>
                  </a14:m>
                  <a:endParaRPr kumimoji="1" lang="en-US" altLang="zh-CN" sz="20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4" name="Text Box 9">
                  <a:extLst>
                    <a:ext uri="{FF2B5EF4-FFF2-40B4-BE49-F238E27FC236}">
                      <a16:creationId xmlns:a16="http://schemas.microsoft.com/office/drawing/2014/main" id="{001C1F91-2B0C-62DC-DE26-FBFF5A593A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65198" y="2866007"/>
                  <a:ext cx="670375" cy="400110"/>
                </a:xfrm>
                <a:prstGeom prst="rect">
                  <a:avLst/>
                </a:prstGeom>
                <a:blipFill>
                  <a:blip r:embed="rId21"/>
                  <a:stretch>
                    <a:fillRect b="-1515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Text Box 9">
                  <a:extLst>
                    <a:ext uri="{FF2B5EF4-FFF2-40B4-BE49-F238E27FC236}">
                      <a16:creationId xmlns:a16="http://schemas.microsoft.com/office/drawing/2014/main" id="{D11B3AA9-E1DF-E7CB-E325-2278DA434A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29464" y="1992121"/>
                  <a:ext cx="670375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kumimoji="1" lang="en-US" altLang="zh-CN" sz="20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5" name="Text Box 9">
                  <a:extLst>
                    <a:ext uri="{FF2B5EF4-FFF2-40B4-BE49-F238E27FC236}">
                      <a16:creationId xmlns:a16="http://schemas.microsoft.com/office/drawing/2014/main" id="{D11B3AA9-E1DF-E7CB-E325-2278DA434A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29464" y="1992121"/>
                  <a:ext cx="670375" cy="400110"/>
                </a:xfrm>
                <a:prstGeom prst="rect">
                  <a:avLst/>
                </a:prstGeom>
                <a:blipFill>
                  <a:blip r:embed="rId22"/>
                  <a:stretch>
                    <a:fillRect b="-16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6" name="Text Box 9">
                  <a:extLst>
                    <a:ext uri="{FF2B5EF4-FFF2-40B4-BE49-F238E27FC236}">
                      <a16:creationId xmlns:a16="http://schemas.microsoft.com/office/drawing/2014/main" id="{C9925864-ACB1-1B68-31F6-516D9592E78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76685" y="2552145"/>
                  <a:ext cx="670375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1/1</m:t>
                        </m:r>
                      </m:oMath>
                    </m:oMathPara>
                  </a14:m>
                  <a:endParaRPr kumimoji="1" lang="en-US" altLang="zh-CN" sz="20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6" name="Text Box 9">
                  <a:extLst>
                    <a:ext uri="{FF2B5EF4-FFF2-40B4-BE49-F238E27FC236}">
                      <a16:creationId xmlns:a16="http://schemas.microsoft.com/office/drawing/2014/main" id="{C9925864-ACB1-1B68-31F6-516D9592E7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76685" y="2552145"/>
                  <a:ext cx="670375" cy="400110"/>
                </a:xfrm>
                <a:prstGeom prst="rect">
                  <a:avLst/>
                </a:prstGeom>
                <a:blipFill>
                  <a:blip r:embed="rId23"/>
                  <a:stretch>
                    <a:fillRect b="-16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7" name="Text Box 9">
                  <a:extLst>
                    <a:ext uri="{FF2B5EF4-FFF2-40B4-BE49-F238E27FC236}">
                      <a16:creationId xmlns:a16="http://schemas.microsoft.com/office/drawing/2014/main" id="{C10628DD-573B-0780-BC75-1658CE36FF3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472133" y="2866006"/>
                  <a:ext cx="670375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kumimoji="1" lang="en-US" altLang="zh-CN" sz="20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7" name="Text Box 9">
                  <a:extLst>
                    <a:ext uri="{FF2B5EF4-FFF2-40B4-BE49-F238E27FC236}">
                      <a16:creationId xmlns:a16="http://schemas.microsoft.com/office/drawing/2014/main" id="{C10628DD-573B-0780-BC75-1658CE36FF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72133" y="2866006"/>
                  <a:ext cx="670375" cy="400110"/>
                </a:xfrm>
                <a:prstGeom prst="rect">
                  <a:avLst/>
                </a:prstGeom>
                <a:blipFill>
                  <a:blip r:embed="rId24"/>
                  <a:stretch>
                    <a:fillRect b="-1515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8" name="Text Box 9">
                  <a:extLst>
                    <a:ext uri="{FF2B5EF4-FFF2-40B4-BE49-F238E27FC236}">
                      <a16:creationId xmlns:a16="http://schemas.microsoft.com/office/drawing/2014/main" id="{6F3FC880-2B7C-087F-5BEB-F7FAB98630B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72447" y="2552145"/>
                  <a:ext cx="670375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kumimoji="1" lang="en-US" altLang="zh-CN" sz="20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8" name="Text Box 9">
                  <a:extLst>
                    <a:ext uri="{FF2B5EF4-FFF2-40B4-BE49-F238E27FC236}">
                      <a16:creationId xmlns:a16="http://schemas.microsoft.com/office/drawing/2014/main" id="{6F3FC880-2B7C-087F-5BEB-F7FAB98630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72447" y="2552145"/>
                  <a:ext cx="670375" cy="400110"/>
                </a:xfrm>
                <a:prstGeom prst="rect">
                  <a:avLst/>
                </a:prstGeom>
                <a:blipFill>
                  <a:blip r:embed="rId25"/>
                  <a:stretch>
                    <a:fillRect b="-16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9" name="Text Box 9">
                  <a:extLst>
                    <a:ext uri="{FF2B5EF4-FFF2-40B4-BE49-F238E27FC236}">
                      <a16:creationId xmlns:a16="http://schemas.microsoft.com/office/drawing/2014/main" id="{16B43877-3CC0-F40D-9FDD-B980447AEE3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40840" y="3903528"/>
                  <a:ext cx="670375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kumimoji="1" lang="en-US" altLang="zh-CN" sz="20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9" name="Text Box 9">
                  <a:extLst>
                    <a:ext uri="{FF2B5EF4-FFF2-40B4-BE49-F238E27FC236}">
                      <a16:creationId xmlns:a16="http://schemas.microsoft.com/office/drawing/2014/main" id="{16B43877-3CC0-F40D-9FDD-B980447AEE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40840" y="3903528"/>
                  <a:ext cx="670375" cy="400110"/>
                </a:xfrm>
                <a:prstGeom prst="rect">
                  <a:avLst/>
                </a:prstGeom>
                <a:blipFill>
                  <a:blip r:embed="rId26"/>
                  <a:stretch>
                    <a:fillRect b="-1515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0" name="Text Box 9">
                  <a:extLst>
                    <a:ext uri="{FF2B5EF4-FFF2-40B4-BE49-F238E27FC236}">
                      <a16:creationId xmlns:a16="http://schemas.microsoft.com/office/drawing/2014/main" id="{CFE452D8-436C-B9B0-6D9F-1F7C13314FC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72523" y="3809204"/>
                  <a:ext cx="670375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kumimoji="1" lang="en-US" altLang="zh-CN" sz="20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20" name="Text Box 9">
                  <a:extLst>
                    <a:ext uri="{FF2B5EF4-FFF2-40B4-BE49-F238E27FC236}">
                      <a16:creationId xmlns:a16="http://schemas.microsoft.com/office/drawing/2014/main" id="{CFE452D8-436C-B9B0-6D9F-1F7C13314F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272523" y="3809204"/>
                  <a:ext cx="670375" cy="400110"/>
                </a:xfrm>
                <a:prstGeom prst="rect">
                  <a:avLst/>
                </a:prstGeom>
                <a:blipFill>
                  <a:blip r:embed="rId27"/>
                  <a:stretch>
                    <a:fillRect b="-1515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Text Box 9">
                  <a:extLst>
                    <a:ext uri="{FF2B5EF4-FFF2-40B4-BE49-F238E27FC236}">
                      <a16:creationId xmlns:a16="http://schemas.microsoft.com/office/drawing/2014/main" id="{E4C769E1-5081-3648-8942-E068E912D6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34101" y="4430211"/>
                  <a:ext cx="670375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kumimoji="1" lang="en-US" altLang="zh-CN" sz="20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21" name="Text Box 9">
                  <a:extLst>
                    <a:ext uri="{FF2B5EF4-FFF2-40B4-BE49-F238E27FC236}">
                      <a16:creationId xmlns:a16="http://schemas.microsoft.com/office/drawing/2014/main" id="{E4C769E1-5081-3648-8942-E068E912D6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34101" y="4430211"/>
                  <a:ext cx="670375" cy="400110"/>
                </a:xfrm>
                <a:prstGeom prst="rect">
                  <a:avLst/>
                </a:prstGeom>
                <a:blipFill>
                  <a:blip r:embed="rId28"/>
                  <a:stretch>
                    <a:fillRect b="-16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2" name="Text Box 9">
                  <a:extLst>
                    <a:ext uri="{FF2B5EF4-FFF2-40B4-BE49-F238E27FC236}">
                      <a16:creationId xmlns:a16="http://schemas.microsoft.com/office/drawing/2014/main" id="{FC6A06F1-BA85-28D1-0D05-5F90748EBF1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80182" y="3814770"/>
                  <a:ext cx="670375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kumimoji="1" lang="en-US" altLang="zh-CN" sz="20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22" name="Text Box 9">
                  <a:extLst>
                    <a:ext uri="{FF2B5EF4-FFF2-40B4-BE49-F238E27FC236}">
                      <a16:creationId xmlns:a16="http://schemas.microsoft.com/office/drawing/2014/main" id="{FC6A06F1-BA85-28D1-0D05-5F90748EBF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80182" y="3814770"/>
                  <a:ext cx="670375" cy="400110"/>
                </a:xfrm>
                <a:prstGeom prst="rect">
                  <a:avLst/>
                </a:prstGeom>
                <a:blipFill>
                  <a:blip r:embed="rId29"/>
                  <a:stretch>
                    <a:fillRect b="-16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27" name="组合 226">
              <a:extLst>
                <a:ext uri="{FF2B5EF4-FFF2-40B4-BE49-F238E27FC236}">
                  <a16:creationId xmlns:a16="http://schemas.microsoft.com/office/drawing/2014/main" id="{3056A3DB-26F4-6C5B-22EB-C0F114F197D8}"/>
                </a:ext>
              </a:extLst>
            </p:cNvPr>
            <p:cNvGrpSpPr/>
            <p:nvPr/>
          </p:nvGrpSpPr>
          <p:grpSpPr>
            <a:xfrm>
              <a:off x="471143" y="3429000"/>
              <a:ext cx="1440243" cy="756716"/>
              <a:chOff x="1277708" y="2006354"/>
              <a:chExt cx="1440243" cy="75671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8" name="Text Box 9">
                    <a:extLst>
                      <a:ext uri="{FF2B5EF4-FFF2-40B4-BE49-F238E27FC236}">
                        <a16:creationId xmlns:a16="http://schemas.microsoft.com/office/drawing/2014/main" id="{EC5E3BC9-4ACF-8563-141E-C24BCC521D9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19784" y="2006354"/>
                    <a:ext cx="792205" cy="4616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>
                      <a:spcAft>
                        <a:spcPct val="20000"/>
                      </a:spcAft>
                      <a:buChar char="•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Aft>
                        <a:spcPct val="20000"/>
                      </a:spcAft>
                      <a:buChar char="–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Aft>
                        <a:spcPct val="2000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Aft>
                        <a:spcPct val="2000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Aft>
                        <a:spcPct val="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oMath>
                      </m:oMathPara>
                    </a14:m>
                    <a:endParaRPr kumimoji="1" lang="en-US" altLang="zh-CN" sz="2400" b="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28" name="Text Box 9">
                    <a:extLst>
                      <a:ext uri="{FF2B5EF4-FFF2-40B4-BE49-F238E27FC236}">
                        <a16:creationId xmlns:a16="http://schemas.microsoft.com/office/drawing/2014/main" id="{EC5E3BC9-4ACF-8563-141E-C24BCC521D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819784" y="2006354"/>
                    <a:ext cx="792205" cy="461665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b="-18667"/>
                    </a:stretch>
                  </a:blipFill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9" name="Oval 45">
                    <a:extLst>
                      <a:ext uri="{FF2B5EF4-FFF2-40B4-BE49-F238E27FC236}">
                        <a16:creationId xmlns:a16="http://schemas.microsoft.com/office/drawing/2014/main" id="{6249A67F-7176-B04F-77ED-ADF78B9D74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77708" y="2164023"/>
                    <a:ext cx="599047" cy="599047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Aft>
                        <a:spcPct val="20000"/>
                      </a:spcAft>
                      <a:buChar char="•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Aft>
                        <a:spcPct val="20000"/>
                      </a:spcAft>
                      <a:buChar char="–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Aft>
                        <a:spcPct val="2000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Aft>
                        <a:spcPct val="2000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Aft>
                        <a:spcPct val="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oMath>
                      </m:oMathPara>
                    </a14:m>
                    <a:endParaRPr lang="en-US" altLang="zh-CN" sz="2400" b="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29" name="Oval 45">
                    <a:extLst>
                      <a:ext uri="{FF2B5EF4-FFF2-40B4-BE49-F238E27FC236}">
                        <a16:creationId xmlns:a16="http://schemas.microsoft.com/office/drawing/2014/main" id="{6249A67F-7176-B04F-77ED-ADF78B9D743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277708" y="2164023"/>
                    <a:ext cx="599047" cy="599047"/>
                  </a:xfrm>
                  <a:prstGeom prst="ellipse">
                    <a:avLst/>
                  </a:prstGeom>
                  <a:blipFill>
                    <a:blip r:embed="rId31"/>
                    <a:stretch>
                      <a:fillRect/>
                    </a:stretch>
                  </a:blip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30" name="直接箭头连接符 229">
                <a:extLst>
                  <a:ext uri="{FF2B5EF4-FFF2-40B4-BE49-F238E27FC236}">
                    <a16:creationId xmlns:a16="http://schemas.microsoft.com/office/drawing/2014/main" id="{49BD80ED-7F0E-5F75-DBFB-564BA95FC78E}"/>
                  </a:ext>
                </a:extLst>
              </p:cNvPr>
              <p:cNvCxnSpPr>
                <a:cxnSpLocks/>
                <a:stCxn id="229" idx="6"/>
              </p:cNvCxnSpPr>
              <p:nvPr/>
            </p:nvCxnSpPr>
            <p:spPr>
              <a:xfrm>
                <a:off x="1876755" y="2463547"/>
                <a:ext cx="841196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5" name="标题 1">
            <a:extLst>
              <a:ext uri="{FF2B5EF4-FFF2-40B4-BE49-F238E27FC236}">
                <a16:creationId xmlns:a16="http://schemas.microsoft.com/office/drawing/2014/main" id="{A30E8763-6556-61AE-2193-740891AC0E3B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03783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1930A-3C28-C632-701A-DCE071257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>
            <a:extLst>
              <a:ext uri="{FF2B5EF4-FFF2-40B4-BE49-F238E27FC236}">
                <a16:creationId xmlns:a16="http://schemas.microsoft.com/office/drawing/2014/main" id="{2B8A8BFD-395A-3A7C-C866-59FBDE4A1B61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D9E186A0-11A4-416F-476C-D5B1D921DBCA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" name="箭头: 五边形 46">
                <a:extLst>
                  <a:ext uri="{FF2B5EF4-FFF2-40B4-BE49-F238E27FC236}">
                    <a16:creationId xmlns:a16="http://schemas.microsoft.com/office/drawing/2014/main" id="{375EB47A-BC24-196D-553E-E77CB61BE7E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箭头: V 形 47">
                <a:extLst>
                  <a:ext uri="{FF2B5EF4-FFF2-40B4-BE49-F238E27FC236}">
                    <a16:creationId xmlns:a16="http://schemas.microsoft.com/office/drawing/2014/main" id="{0B3AA6E9-6881-9214-B6EB-4E0C92F5ED11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6" name="灯片编号占位符 3">
              <a:extLst>
                <a:ext uri="{FF2B5EF4-FFF2-40B4-BE49-F238E27FC236}">
                  <a16:creationId xmlns:a16="http://schemas.microsoft.com/office/drawing/2014/main" id="{4C1AB9FD-37D7-F6B8-7A4B-A6B299DDD12D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F890C3C-9DDA-618E-075F-F8A4DF038A0C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10995761" cy="10917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可逆六进制计数器的设计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选择触发器，写出激励方程（选择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JK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J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p>
                      </m:e>
                    </m:acc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K</m:t>
                        </m:r>
                      </m:e>
                    </m:acc>
                    <m:sSup>
                      <m:s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F890C3C-9DDA-618E-075F-F8A4DF038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10995761" cy="1091709"/>
              </a:xfrm>
              <a:prstGeom prst="rect">
                <a:avLst/>
              </a:prstGeom>
              <a:blipFill>
                <a:blip r:embed="rId3"/>
                <a:stretch>
                  <a:fillRect l="-1109" t="-2235" b="-122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35F86990-2599-A95E-80EC-47C0190FDDEA}"/>
                  </a:ext>
                </a:extLst>
              </p:cNvPr>
              <p:cNvSpPr txBox="1"/>
              <p:nvPr/>
            </p:nvSpPr>
            <p:spPr>
              <a:xfrm>
                <a:off x="360000" y="4320000"/>
                <a:ext cx="7620448" cy="4432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m:rPr>
                        <m:sty m:val="p"/>
                      </m:rPr>
                      <a:rPr lang="en-US" altLang="zh-C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a:rPr lang="en-US" altLang="zh-CN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Sup>
                              <m:sSubSupPr>
                                <m:ctrlPr>
                                  <a:rPr lang="en-US" altLang="zh-CN" sz="20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</m:sup>
                            </m:sSubSup>
                          </m:e>
                        </m:acc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</m:t>
                            </m:r>
                          </m:e>
                        </m:acc>
                      </m:e>
                    </m:d>
                    <m:r>
                      <a:rPr lang="en-US" altLang="zh-CN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̅"/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Sup>
                              <m:sSubSupPr>
                                <m:ctrlPr>
                                  <a:rPr lang="en-US" altLang="zh-CN" sz="20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</m:sup>
                            </m:sSubSup>
                          </m:e>
                        </m:acc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</m:t>
                            </m:r>
                          </m:e>
                        </m:acc>
                      </m:e>
                    </m:d>
                    <m:r>
                      <a:rPr lang="en-US" altLang="zh-CN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Sup>
                      <m:sSubSup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CN" sz="2000" i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  </a:t>
                </a: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A9CF1F32-810B-D4D2-1EA1-4B961DB3F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320000"/>
                <a:ext cx="7620448" cy="443263"/>
              </a:xfrm>
              <a:prstGeom prst="rect">
                <a:avLst/>
              </a:prstGeom>
              <a:blipFill>
                <a:blip r:embed="rId4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26297537-8181-967A-BE2D-CC3C5ABB709F}"/>
                  </a:ext>
                </a:extLst>
              </p:cNvPr>
              <p:cNvSpPr txBox="1"/>
              <p:nvPr/>
            </p:nvSpPr>
            <p:spPr>
              <a:xfrm>
                <a:off x="360000" y="5220000"/>
                <a:ext cx="3433796" cy="4432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C</m:t>
                    </m:r>
                    <m:r>
                      <a:rPr lang="en-US" altLang="zh-CN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bSup>
                      <m:sSubSup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0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BA375ECB-FD86-CD40-6031-AA67FBD03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220000"/>
                <a:ext cx="3433796" cy="443262"/>
              </a:xfrm>
              <a:prstGeom prst="rect">
                <a:avLst/>
              </a:prstGeom>
              <a:blipFill>
                <a:blip r:embed="rId5"/>
                <a:stretch>
                  <a:fillRect b="-109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9DBC69B-F77D-C5C2-BB71-F2D7F96E1DF7}"/>
                  </a:ext>
                </a:extLst>
              </p:cNvPr>
              <p:cNvSpPr txBox="1"/>
              <p:nvPr/>
            </p:nvSpPr>
            <p:spPr>
              <a:xfrm>
                <a:off x="360000" y="1894923"/>
                <a:ext cx="9464578" cy="4432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sSubSup>
                      <m:sSubSup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sSubSup>
                      <m:sSubSup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0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sSubSup>
                      <m:sSubSup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a:rPr lang="en-US" altLang="zh-CN" sz="20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  <m:acc>
                          <m:accPr>
                            <m:chr m:val="̅"/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Sup>
                              <m:sSubSupPr>
                                <m:ctrlPr>
                                  <a:rPr lang="en-US" altLang="zh-CN" sz="20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</m:sup>
                            </m:sSubSup>
                          </m:e>
                        </m:acc>
                        <m: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  <m:r>
                          <a:rPr lang="en-US" altLang="zh-CN" sz="20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Sup>
                              <m:sSubSupPr>
                                <m:ctrlPr>
                                  <a:rPr lang="en-US" altLang="zh-CN" sz="20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</m:sup>
                            </m:sSubSup>
                          </m:e>
                        </m:acc>
                        <m:sSubSup>
                          <m:sSubSupPr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  <m:acc>
                          <m:accPr>
                            <m:chr m:val="̅"/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</m:t>
                            </m:r>
                          </m:e>
                        </m:acc>
                      </m:e>
                    </m:d>
                    <m:d>
                      <m:dPr>
                        <m:ctrlPr>
                          <a:rPr lang="en-US" altLang="zh-CN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Sup>
                              <m:sSubSupPr>
                                <m:ctrlPr>
                                  <a:rPr lang="en-US" altLang="zh-CN" sz="20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0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</m:sup>
                            </m:sSubSup>
                          </m:e>
                        </m:acc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d>
                    <m:r>
                      <a:rPr lang="en-US" altLang="zh-CN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sSubSup>
                      <m:sSubSup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sSubSup>
                      <m:sSubSup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CN" sz="20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2B2F88D-F15E-F567-27DD-C9A8663A4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894923"/>
                <a:ext cx="9464578" cy="443263"/>
              </a:xfrm>
              <a:prstGeom prst="rect">
                <a:avLst/>
              </a:prstGeom>
              <a:blipFill>
                <a:blip r:embed="rId6"/>
                <a:stretch>
                  <a:fillRect b="-6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6DEB444-A585-2961-3AFC-90D0A5865423}"/>
                  </a:ext>
                </a:extLst>
              </p:cNvPr>
              <p:cNvSpPr txBox="1"/>
              <p:nvPr/>
            </p:nvSpPr>
            <p:spPr>
              <a:xfrm>
                <a:off x="360001" y="2376000"/>
                <a:ext cx="6512288" cy="4432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0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  <m:acc>
                          <m:accPr>
                            <m:chr m:val="̅"/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Sup>
                              <m:sSubSupPr>
                                <m:ctrlPr>
                                  <a:rPr lang="en-US" altLang="zh-CN" sz="20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</m:sup>
                            </m:sSubSup>
                          </m:e>
                        </m:acc>
                        <m: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  <m: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Sup>
                              <m:sSubSupPr>
                                <m:ctrlPr>
                                  <a:rPr lang="en-US" altLang="zh-CN" sz="20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</m:sup>
                            </m:sSubSup>
                          </m:e>
                        </m:acc>
                        <m:sSubSup>
                          <m:sSubSupPr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  <m:acc>
                          <m:accPr>
                            <m:chr m:val="̅"/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</m:t>
                            </m:r>
                          </m:e>
                        </m:acc>
                      </m:e>
                    </m:d>
                    <m:r>
                      <a:rPr lang="en-US" altLang="zh-CN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̅"/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  <m: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  <m:acc>
                          <m:accPr>
                            <m:chr m:val="̅"/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</m:t>
                            </m:r>
                          </m:e>
                        </m:acc>
                      </m:e>
                    </m:d>
                    <m:r>
                      <a:rPr lang="en-US" altLang="zh-CN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Sup>
                      <m:sSubSup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CN" sz="20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6DEB444-A585-2961-3AFC-90D0A5865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2376000"/>
                <a:ext cx="6512288" cy="443263"/>
              </a:xfrm>
              <a:prstGeom prst="rect">
                <a:avLst/>
              </a:prstGeom>
              <a:blipFill>
                <a:blip r:embed="rId7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CEE81D0-0961-9A36-C507-5702D120B3E1}"/>
                  </a:ext>
                </a:extLst>
              </p:cNvPr>
              <p:cNvSpPr txBox="1"/>
              <p:nvPr/>
            </p:nvSpPr>
            <p:spPr>
              <a:xfrm>
                <a:off x="360000" y="3312000"/>
                <a:ext cx="7551175" cy="4432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a:rPr lang="en-US" altLang="zh-CN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m:rPr>
                        <m:sty m:val="p"/>
                      </m:rPr>
                      <a:rPr lang="en-US" altLang="zh-C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0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  <m:acc>
                          <m:accPr>
                            <m:chr m:val="̅"/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</m:t>
                            </m:r>
                          </m:e>
                        </m:acc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Sup>
                              <m:sSubSupPr>
                                <m:ctrlPr>
                                  <a:rPr lang="en-US" altLang="zh-CN" sz="20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</m:sup>
                            </m:sSubSup>
                          </m:e>
                        </m:acc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d>
                    <m:r>
                      <a:rPr lang="en-US" altLang="zh-CN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̅"/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  <m:acc>
                          <m:accPr>
                            <m:chr m:val="̅"/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</m:t>
                            </m:r>
                          </m:e>
                        </m:acc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Sup>
                              <m:sSubSupPr>
                                <m:ctrlPr>
                                  <a:rPr lang="en-US" altLang="zh-CN" sz="20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0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</m:sup>
                            </m:sSubSup>
                          </m:e>
                        </m:acc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d>
                    <m:r>
                      <a:rPr lang="en-US" altLang="zh-CN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Sup>
                      <m:sSubSup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CN" sz="20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0AB1FEB-18B1-71E0-2BAB-ABAD50727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312000"/>
                <a:ext cx="7551175" cy="443263"/>
              </a:xfrm>
              <a:prstGeom prst="rect">
                <a:avLst/>
              </a:prstGeom>
              <a:blipFill>
                <a:blip r:embed="rId9"/>
                <a:stretch>
                  <a:fillRect b="-6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11882DCC-6FAB-09F0-4BDF-C05F2A062BA0}"/>
                  </a:ext>
                </a:extLst>
              </p:cNvPr>
              <p:cNvSpPr txBox="1"/>
              <p:nvPr/>
            </p:nvSpPr>
            <p:spPr>
              <a:xfrm>
                <a:off x="7560000" y="4690971"/>
                <a:ext cx="4338335" cy="545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K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J</m:t>
                              </m:r>
                            </m:e>
                            <m:sub>
                              <m:r>
                                <a:rPr lang="en-US" altLang="zh-CN" sz="20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altLang="zh-CN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sSubSup>
                                <m:sSubSupPr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p>
                              </m:sSubSup>
                            </m:e>
                          </m:acc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A</m:t>
                              </m:r>
                            </m:e>
                          </m:acc>
                        </m:e>
                      </m:acc>
                      <m:r>
                        <a:rPr lang="en-US" altLang="zh-CN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p>
                          </m:sSubSup>
                        </m:e>
                      </m:acc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  <m:r>
                        <a:rPr lang="en-US" altLang="zh-CN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acc>
                        <m:accPr>
                          <m:chr m:val="̅"/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</m:e>
                      </m:acc>
                    </m:oMath>
                  </m:oMathPara>
                </a14:m>
                <a:endPara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11882DCC-6FAB-09F0-4BDF-C05F2A062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000" y="4690971"/>
                <a:ext cx="4338335" cy="54598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>
            <a:extLst>
              <a:ext uri="{FF2B5EF4-FFF2-40B4-BE49-F238E27FC236}">
                <a16:creationId xmlns:a16="http://schemas.microsoft.com/office/drawing/2014/main" id="{DA5F8DF2-E9CA-3F1D-2C1F-2C4BEA58558F}"/>
              </a:ext>
            </a:extLst>
          </p:cNvPr>
          <p:cNvSpPr txBox="1"/>
          <p:nvPr/>
        </p:nvSpPr>
        <p:spPr>
          <a:xfrm>
            <a:off x="360000" y="5832000"/>
            <a:ext cx="5244558" cy="49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画出逻辑图（略）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93037E81-18A7-0C55-757C-223720C57153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79CA440-329F-C131-1974-D0DEC820A2D4}"/>
                  </a:ext>
                </a:extLst>
              </p:cNvPr>
              <p:cNvSpPr txBox="1"/>
              <p:nvPr/>
            </p:nvSpPr>
            <p:spPr>
              <a:xfrm>
                <a:off x="2575142" y="2814212"/>
                <a:ext cx="5948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J</m:t>
                          </m:r>
                        </m:e>
                        <m:sub>
                          <m:r>
                            <a:rPr lang="en-US" altLang="zh-CN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79CA440-329F-C131-1974-D0DEC820A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142" y="2814212"/>
                <a:ext cx="594865" cy="400110"/>
              </a:xfrm>
              <a:prstGeom prst="rect">
                <a:avLst/>
              </a:prstGeom>
              <a:blipFill>
                <a:blip r:embed="rId11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6622CC1E-F48B-1F67-A9BD-25031486E152}"/>
              </a:ext>
            </a:extLst>
          </p:cNvPr>
          <p:cNvSpPr/>
          <p:nvPr/>
        </p:nvSpPr>
        <p:spPr>
          <a:xfrm>
            <a:off x="1757342" y="2376000"/>
            <a:ext cx="2164556" cy="44326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4481197-B925-C2EF-F2F8-914B547D7B5F}"/>
              </a:ext>
            </a:extLst>
          </p:cNvPr>
          <p:cNvSpPr/>
          <p:nvPr/>
        </p:nvSpPr>
        <p:spPr>
          <a:xfrm>
            <a:off x="4648936" y="2378138"/>
            <a:ext cx="1508955" cy="44326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FD679D0-17B3-DBD4-5B51-9AAE43B53A8C}"/>
                  </a:ext>
                </a:extLst>
              </p:cNvPr>
              <p:cNvSpPr txBox="1"/>
              <p:nvPr/>
            </p:nvSpPr>
            <p:spPr>
              <a:xfrm>
                <a:off x="5127433" y="2814213"/>
                <a:ext cx="5948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altLang="zh-CN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FD679D0-17B3-DBD4-5B51-9AAE43B53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7433" y="2814213"/>
                <a:ext cx="594865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08690F5-E3D3-6652-6892-24C7319012BD}"/>
                  </a:ext>
                </a:extLst>
              </p:cNvPr>
              <p:cNvSpPr txBox="1"/>
              <p:nvPr/>
            </p:nvSpPr>
            <p:spPr>
              <a:xfrm>
                <a:off x="7560000" y="2765318"/>
                <a:ext cx="3821292" cy="453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K</m:t>
                          </m:r>
                        </m:e>
                        <m:sub>
                          <m:r>
                            <a:rPr lang="en-US" altLang="zh-CN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altLang="zh-CN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  <m:r>
                            <a:rPr lang="en-US" altLang="zh-CN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altLang="zh-CN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p>
                          </m:sSubSup>
                          <m:acc>
                            <m:accPr>
                              <m:chr m:val="̅"/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A</m:t>
                              </m:r>
                            </m:e>
                          </m:acc>
                        </m:e>
                      </m:acc>
                      <m:r>
                        <a:rPr lang="en-US" altLang="zh-CN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altLang="zh-CN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p>
                          </m:sSubSup>
                        </m:e>
                      </m:acc>
                      <m:r>
                        <m:rPr>
                          <m:sty m:val="p"/>
                        </m:rPr>
                        <a:rPr lang="en-US" altLang="zh-CN" sz="2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altLang="zh-CN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p>
                          </m:sSubSup>
                        </m:e>
                      </m:acc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</m:e>
                      </m:acc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08690F5-E3D3-6652-6892-24C731901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000" y="2765318"/>
                <a:ext cx="3821292" cy="453137"/>
              </a:xfrm>
              <a:prstGeom prst="rect">
                <a:avLst/>
              </a:prstGeom>
              <a:blipFill>
                <a:blip r:embed="rId13"/>
                <a:stretch>
                  <a:fillRect r="-4785" b="-94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>
            <a:extLst>
              <a:ext uri="{FF2B5EF4-FFF2-40B4-BE49-F238E27FC236}">
                <a16:creationId xmlns:a16="http://schemas.microsoft.com/office/drawing/2014/main" id="{5FA807B4-75A7-87FF-018B-D6021980F53A}"/>
              </a:ext>
            </a:extLst>
          </p:cNvPr>
          <p:cNvSpPr/>
          <p:nvPr/>
        </p:nvSpPr>
        <p:spPr>
          <a:xfrm>
            <a:off x="3307045" y="3312000"/>
            <a:ext cx="1508955" cy="44326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DAFC94D-2385-0B00-FB08-03525551399D}"/>
                  </a:ext>
                </a:extLst>
              </p:cNvPr>
              <p:cNvSpPr txBox="1"/>
              <p:nvPr/>
            </p:nvSpPr>
            <p:spPr>
              <a:xfrm>
                <a:off x="3764089" y="3751200"/>
                <a:ext cx="5948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J</m:t>
                          </m:r>
                        </m:e>
                        <m:sub>
                          <m:r>
                            <a:rPr lang="en-US" altLang="zh-CN" sz="2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DAFC94D-2385-0B00-FB08-035255513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4089" y="3751200"/>
                <a:ext cx="594865" cy="400110"/>
              </a:xfrm>
              <a:prstGeom prst="rect">
                <a:avLst/>
              </a:prstGeom>
              <a:blipFill>
                <a:blip r:embed="rId14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C5D75880-AB5B-2F1A-62E7-3B9F1B646C85}"/>
              </a:ext>
            </a:extLst>
          </p:cNvPr>
          <p:cNvSpPr/>
          <p:nvPr/>
        </p:nvSpPr>
        <p:spPr>
          <a:xfrm>
            <a:off x="5547097" y="3316172"/>
            <a:ext cx="1508955" cy="44326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C441A918-1419-74A5-33C1-268AA92F366F}"/>
                  </a:ext>
                </a:extLst>
              </p:cNvPr>
              <p:cNvSpPr txBox="1"/>
              <p:nvPr/>
            </p:nvSpPr>
            <p:spPr>
              <a:xfrm>
                <a:off x="6004141" y="3751200"/>
                <a:ext cx="5948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altLang="zh-CN" sz="20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C441A918-1419-74A5-33C1-268AA92F3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141" y="3751200"/>
                <a:ext cx="594865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7B6D05EB-5F6E-6F86-B8CE-1445F66838A7}"/>
                  </a:ext>
                </a:extLst>
              </p:cNvPr>
              <p:cNvSpPr txBox="1"/>
              <p:nvPr/>
            </p:nvSpPr>
            <p:spPr>
              <a:xfrm>
                <a:off x="7560000" y="3681419"/>
                <a:ext cx="4267271" cy="5479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K</m:t>
                          </m:r>
                        </m:e>
                        <m:sub>
                          <m:r>
                            <a:rPr lang="en-US" altLang="zh-C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J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altLang="zh-CN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p>
                          </m:sSubSup>
                          <m:acc>
                            <m:accPr>
                              <m:chr m:val="̅"/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A</m:t>
                              </m:r>
                            </m:e>
                          </m:acc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sSubSup>
                                <m:sSubSupPr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p>
                              </m:sSubSup>
                            </m:e>
                          </m:acc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</m:e>
                      </m:acc>
                      <m:r>
                        <a:rPr lang="en-US" altLang="zh-CN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p>
                          </m:sSubSup>
                        </m:e>
                      </m:acc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0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</m:e>
                      </m:acc>
                      <m:r>
                        <a:rPr lang="en-US" altLang="zh-CN" sz="2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</m:oMath>
                  </m:oMathPara>
                </a14:m>
                <a:endPara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7B6D05EB-5F6E-6F86-B8CE-1445F6683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000" y="3681419"/>
                <a:ext cx="4267271" cy="54790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矩形 25">
            <a:extLst>
              <a:ext uri="{FF2B5EF4-FFF2-40B4-BE49-F238E27FC236}">
                <a16:creationId xmlns:a16="http://schemas.microsoft.com/office/drawing/2014/main" id="{5E984256-2F7F-F5A5-8552-64BE78ED7C0A}"/>
              </a:ext>
            </a:extLst>
          </p:cNvPr>
          <p:cNvSpPr/>
          <p:nvPr/>
        </p:nvSpPr>
        <p:spPr>
          <a:xfrm>
            <a:off x="3374021" y="4320000"/>
            <a:ext cx="1547149" cy="44326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D12F286-99FE-19A9-A209-1204CFD19766}"/>
                  </a:ext>
                </a:extLst>
              </p:cNvPr>
              <p:cNvSpPr txBox="1"/>
              <p:nvPr/>
            </p:nvSpPr>
            <p:spPr>
              <a:xfrm>
                <a:off x="3838154" y="4759200"/>
                <a:ext cx="5948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J</m:t>
                          </m:r>
                        </m:e>
                        <m:sub>
                          <m:r>
                            <a:rPr lang="en-US" altLang="zh-CN" sz="2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D12F286-99FE-19A9-A209-1204CFD19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8154" y="4759200"/>
                <a:ext cx="594865" cy="400110"/>
              </a:xfrm>
              <a:prstGeom prst="rect">
                <a:avLst/>
              </a:prstGeom>
              <a:blipFill>
                <a:blip r:embed="rId17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矩形 27">
            <a:extLst>
              <a:ext uri="{FF2B5EF4-FFF2-40B4-BE49-F238E27FC236}">
                <a16:creationId xmlns:a16="http://schemas.microsoft.com/office/drawing/2014/main" id="{773E354B-5023-E87F-805C-C98DBB2C50A5}"/>
              </a:ext>
            </a:extLst>
          </p:cNvPr>
          <p:cNvSpPr/>
          <p:nvPr/>
        </p:nvSpPr>
        <p:spPr>
          <a:xfrm>
            <a:off x="5669694" y="4315828"/>
            <a:ext cx="1547149" cy="44326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5BDB5C58-C779-89F7-F5E5-AE6BC2B4FF5A}"/>
                  </a:ext>
                </a:extLst>
              </p:cNvPr>
              <p:cNvSpPr txBox="1"/>
              <p:nvPr/>
            </p:nvSpPr>
            <p:spPr>
              <a:xfrm>
                <a:off x="6145835" y="4759200"/>
                <a:ext cx="5948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altLang="zh-CN" sz="20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5BDB5C58-C779-89F7-F5E5-AE6BC2B4F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5835" y="4759200"/>
                <a:ext cx="594865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1397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5" grpId="0"/>
      <p:bldP spid="6" grpId="0" animBg="1"/>
      <p:bldP spid="8" grpId="0" animBg="1"/>
      <p:bldP spid="9" grpId="0"/>
      <p:bldP spid="20" grpId="0"/>
      <p:bldP spid="21" grpId="0" animBg="1"/>
      <p:bldP spid="22" grpId="0"/>
      <p:bldP spid="23" grpId="0" animBg="1"/>
      <p:bldP spid="24" grpId="0"/>
      <p:bldP spid="25" grpId="0"/>
      <p:bldP spid="26" grpId="0" animBg="1"/>
      <p:bldP spid="27" grpId="0"/>
      <p:bldP spid="28" grpId="0" animBg="1"/>
      <p:bldP spid="2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>
            <a:extLst>
              <a:ext uri="{FF2B5EF4-FFF2-40B4-BE49-F238E27FC236}">
                <a16:creationId xmlns:a16="http://schemas.microsoft.com/office/drawing/2014/main" id="{18085404-9264-1764-1E95-39A7047F1C0A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确定激励方程的另一种方法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表格 14">
                <a:extLst>
                  <a:ext uri="{FF2B5EF4-FFF2-40B4-BE49-F238E27FC236}">
                    <a16:creationId xmlns:a16="http://schemas.microsoft.com/office/drawing/2014/main" id="{1DB87042-68AF-9E69-FED8-B1447C3023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2418895"/>
                  </p:ext>
                </p:extLst>
              </p:nvPr>
            </p:nvGraphicFramePr>
            <p:xfrm>
              <a:off x="881422" y="1152000"/>
              <a:ext cx="2510414" cy="2042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48418">
                      <a:extLst>
                        <a:ext uri="{9D8B030D-6E8A-4147-A177-3AD203B41FA5}">
                          <a16:colId xmlns:a16="http://schemas.microsoft.com/office/drawing/2014/main" val="3683292140"/>
                        </a:ext>
                      </a:extLst>
                    </a:gridCol>
                    <a:gridCol w="861996">
                      <a:extLst>
                        <a:ext uri="{9D8B030D-6E8A-4147-A177-3AD203B41FA5}">
                          <a16:colId xmlns:a16="http://schemas.microsoft.com/office/drawing/2014/main" val="4673611"/>
                        </a:ext>
                      </a:extLst>
                    </a:gridCol>
                  </a:tblGrid>
                  <a:tr h="2729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D</m:t>
                              </m:r>
                            </m:oMath>
                          </a14:m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3383002"/>
                      </a:ext>
                    </a:extLst>
                  </a:tr>
                  <a:tr h="2365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73212042"/>
                      </a:ext>
                    </a:extLst>
                  </a:tr>
                  <a:tr h="2365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93334096"/>
                      </a:ext>
                    </a:extLst>
                  </a:tr>
                  <a:tr h="2365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21452017"/>
                      </a:ext>
                    </a:extLst>
                  </a:tr>
                  <a:tr h="2365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15145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表格 14">
                <a:extLst>
                  <a:ext uri="{FF2B5EF4-FFF2-40B4-BE49-F238E27FC236}">
                    <a16:creationId xmlns:a16="http://schemas.microsoft.com/office/drawing/2014/main" id="{1DB87042-68AF-9E69-FED8-B1447C3023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2418895"/>
                  </p:ext>
                </p:extLst>
              </p:nvPr>
            </p:nvGraphicFramePr>
            <p:xfrm>
              <a:off x="881422" y="1152000"/>
              <a:ext cx="2510414" cy="2042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48418">
                      <a:extLst>
                        <a:ext uri="{9D8B030D-6E8A-4147-A177-3AD203B41FA5}">
                          <a16:colId xmlns:a16="http://schemas.microsoft.com/office/drawing/2014/main" val="3683292140"/>
                        </a:ext>
                      </a:extLst>
                    </a:gridCol>
                    <a:gridCol w="861996">
                      <a:extLst>
                        <a:ext uri="{9D8B030D-6E8A-4147-A177-3AD203B41FA5}">
                          <a16:colId xmlns:a16="http://schemas.microsoft.com/office/drawing/2014/main" val="467361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9" t="-1333" r="-53137" b="-3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1549" t="-1333" r="-1408" b="-37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33830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7321204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9333409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2145201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1514519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6" name="组合 15">
            <a:extLst>
              <a:ext uri="{FF2B5EF4-FFF2-40B4-BE49-F238E27FC236}">
                <a16:creationId xmlns:a16="http://schemas.microsoft.com/office/drawing/2014/main" id="{4EB34A1B-0606-509E-D9FF-35679FFBCB34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EDC5AFF9-C1E4-478B-5071-A35F5AE75ABB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9" name="箭头: 五边形 18">
                <a:extLst>
                  <a:ext uri="{FF2B5EF4-FFF2-40B4-BE49-F238E27FC236}">
                    <a16:creationId xmlns:a16="http://schemas.microsoft.com/office/drawing/2014/main" id="{3B3FE3C1-C160-1AA8-4427-DFECF86A815C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" name="箭头: V 形 19">
                <a:extLst>
                  <a:ext uri="{FF2B5EF4-FFF2-40B4-BE49-F238E27FC236}">
                    <a16:creationId xmlns:a16="http://schemas.microsoft.com/office/drawing/2014/main" id="{196544B4-C21F-0252-4CBE-3C28CE84C61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" name="灯片编号占位符 3">
              <a:extLst>
                <a:ext uri="{FF2B5EF4-FFF2-40B4-BE49-F238E27FC236}">
                  <a16:creationId xmlns:a16="http://schemas.microsoft.com/office/drawing/2014/main" id="{72B906F5-0E0B-22F6-6787-48214D2F540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526D7DDD-68FE-2D6D-D1F5-CCA2FF3F95B9}"/>
              </a:ext>
            </a:extLst>
          </p:cNvPr>
          <p:cNvSpPr txBox="1"/>
          <p:nvPr/>
        </p:nvSpPr>
        <p:spPr>
          <a:xfrm>
            <a:off x="881422" y="720000"/>
            <a:ext cx="25104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触发器状态表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表格 21">
                <a:extLst>
                  <a:ext uri="{FF2B5EF4-FFF2-40B4-BE49-F238E27FC236}">
                    <a16:creationId xmlns:a16="http://schemas.microsoft.com/office/drawing/2014/main" id="{065EA115-84C6-7641-684B-52893084D3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64849"/>
                  </p:ext>
                </p:extLst>
              </p:nvPr>
            </p:nvGraphicFramePr>
            <p:xfrm>
              <a:off x="4279942" y="1152000"/>
              <a:ext cx="3632116" cy="2042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725378">
                      <a:extLst>
                        <a:ext uri="{9D8B030D-6E8A-4147-A177-3AD203B41FA5}">
                          <a16:colId xmlns:a16="http://schemas.microsoft.com/office/drawing/2014/main" val="3683292140"/>
                        </a:ext>
                      </a:extLst>
                    </a:gridCol>
                    <a:gridCol w="906738">
                      <a:extLst>
                        <a:ext uri="{9D8B030D-6E8A-4147-A177-3AD203B41FA5}">
                          <a16:colId xmlns:a16="http://schemas.microsoft.com/office/drawing/2014/main" val="4673611"/>
                        </a:ext>
                      </a:extLst>
                    </a:gridCol>
                  </a:tblGrid>
                  <a:tr h="2729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J</m:t>
                              </m:r>
                            </m:oMath>
                          </a14:m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K</m:t>
                              </m:r>
                            </m:oMath>
                          </a14:m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3383002"/>
                      </a:ext>
                    </a:extLst>
                  </a:tr>
                  <a:tr h="2365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0        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73212042"/>
                      </a:ext>
                    </a:extLst>
                  </a:tr>
                  <a:tr h="2365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1        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93334096"/>
                      </a:ext>
                    </a:extLst>
                  </a:tr>
                  <a:tr h="2365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  x 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21452017"/>
                      </a:ext>
                    </a:extLst>
                  </a:tr>
                  <a:tr h="2365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  x 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15145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表格 21">
                <a:extLst>
                  <a:ext uri="{FF2B5EF4-FFF2-40B4-BE49-F238E27FC236}">
                    <a16:creationId xmlns:a16="http://schemas.microsoft.com/office/drawing/2014/main" id="{065EA115-84C6-7641-684B-52893084D3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64849"/>
                  </p:ext>
                </p:extLst>
              </p:nvPr>
            </p:nvGraphicFramePr>
            <p:xfrm>
              <a:off x="4279942" y="1152000"/>
              <a:ext cx="3632116" cy="2042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725378">
                      <a:extLst>
                        <a:ext uri="{9D8B030D-6E8A-4147-A177-3AD203B41FA5}">
                          <a16:colId xmlns:a16="http://schemas.microsoft.com/office/drawing/2014/main" val="3683292140"/>
                        </a:ext>
                      </a:extLst>
                    </a:gridCol>
                    <a:gridCol w="906738">
                      <a:extLst>
                        <a:ext uri="{9D8B030D-6E8A-4147-A177-3AD203B41FA5}">
                          <a16:colId xmlns:a16="http://schemas.microsoft.com/office/drawing/2014/main" val="467361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4" t="-1333" r="-33781" b="-3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671" t="-1333" r="-1342" b="-37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33830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0        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7321204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1        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9333409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  x 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2145201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  x 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151451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表格 23">
                <a:extLst>
                  <a:ext uri="{FF2B5EF4-FFF2-40B4-BE49-F238E27FC236}">
                    <a16:creationId xmlns:a16="http://schemas.microsoft.com/office/drawing/2014/main" id="{EC6EBF64-D667-3296-0783-CEB1A4AC33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8986482"/>
                  </p:ext>
                </p:extLst>
              </p:nvPr>
            </p:nvGraphicFramePr>
            <p:xfrm>
              <a:off x="8800164" y="1152000"/>
              <a:ext cx="2510414" cy="2042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48418">
                      <a:extLst>
                        <a:ext uri="{9D8B030D-6E8A-4147-A177-3AD203B41FA5}">
                          <a16:colId xmlns:a16="http://schemas.microsoft.com/office/drawing/2014/main" val="3683292140"/>
                        </a:ext>
                      </a:extLst>
                    </a:gridCol>
                    <a:gridCol w="861996">
                      <a:extLst>
                        <a:ext uri="{9D8B030D-6E8A-4147-A177-3AD203B41FA5}">
                          <a16:colId xmlns:a16="http://schemas.microsoft.com/office/drawing/2014/main" val="4673611"/>
                        </a:ext>
                      </a:extLst>
                    </a:gridCol>
                  </a:tblGrid>
                  <a:tr h="2729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T</m:t>
                              </m:r>
                            </m:oMath>
                          </a14:m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3383002"/>
                      </a:ext>
                    </a:extLst>
                  </a:tr>
                  <a:tr h="2365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73212042"/>
                      </a:ext>
                    </a:extLst>
                  </a:tr>
                  <a:tr h="2365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93334096"/>
                      </a:ext>
                    </a:extLst>
                  </a:tr>
                  <a:tr h="2365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21452017"/>
                      </a:ext>
                    </a:extLst>
                  </a:tr>
                  <a:tr h="2365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15145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表格 23">
                <a:extLst>
                  <a:ext uri="{FF2B5EF4-FFF2-40B4-BE49-F238E27FC236}">
                    <a16:creationId xmlns:a16="http://schemas.microsoft.com/office/drawing/2014/main" id="{EC6EBF64-D667-3296-0783-CEB1A4AC33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8986482"/>
                  </p:ext>
                </p:extLst>
              </p:nvPr>
            </p:nvGraphicFramePr>
            <p:xfrm>
              <a:off x="8800164" y="1152000"/>
              <a:ext cx="2510414" cy="2042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48418">
                      <a:extLst>
                        <a:ext uri="{9D8B030D-6E8A-4147-A177-3AD203B41FA5}">
                          <a16:colId xmlns:a16="http://schemas.microsoft.com/office/drawing/2014/main" val="3683292140"/>
                        </a:ext>
                      </a:extLst>
                    </a:gridCol>
                    <a:gridCol w="861996">
                      <a:extLst>
                        <a:ext uri="{9D8B030D-6E8A-4147-A177-3AD203B41FA5}">
                          <a16:colId xmlns:a16="http://schemas.microsoft.com/office/drawing/2014/main" val="467361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69" t="-1333" r="-53137" b="-3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91549" t="-1333" r="-1408" b="-37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33830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7321204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9333409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2145201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15145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46BF3ACC-1163-E0A3-1AFB-7E77EF4823DF}"/>
              </a:ext>
            </a:extLst>
          </p:cNvPr>
          <p:cNvSpPr txBox="1"/>
          <p:nvPr/>
        </p:nvSpPr>
        <p:spPr>
          <a:xfrm>
            <a:off x="8800164" y="720000"/>
            <a:ext cx="25104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 </a:t>
            </a: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触发器状态表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5C53C6F-A7D0-845B-329D-CF94EADCBE94}"/>
              </a:ext>
            </a:extLst>
          </p:cNvPr>
          <p:cNvSpPr txBox="1"/>
          <p:nvPr/>
        </p:nvSpPr>
        <p:spPr>
          <a:xfrm>
            <a:off x="4279942" y="720000"/>
            <a:ext cx="36321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 </a:t>
            </a: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触发器状态表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23D3FFA-0AFB-05BC-7307-CCE81097DA8B}"/>
                  </a:ext>
                </a:extLst>
              </p:cNvPr>
              <p:cNvSpPr txBox="1"/>
              <p:nvPr/>
            </p:nvSpPr>
            <p:spPr>
              <a:xfrm>
                <a:off x="881422" y="3240000"/>
                <a:ext cx="251041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p>
                          <m: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sup>
                      </m:sSup>
                      <m:r>
                        <a:rPr lang="en-US" altLang="zh-CN" sz="28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</m:oMath>
                  </m:oMathPara>
                </a14:m>
                <a:endParaRPr lang="zh-CN" altLang="en-US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23D3FFA-0AFB-05BC-7307-CCE81097DA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422" y="3240000"/>
                <a:ext cx="251041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6DC9D0E-C3C9-731E-A074-E62B076B2729}"/>
                  </a:ext>
                </a:extLst>
              </p:cNvPr>
              <p:cNvSpPr txBox="1"/>
              <p:nvPr/>
            </p:nvSpPr>
            <p:spPr>
              <a:xfrm>
                <a:off x="4279942" y="3240000"/>
                <a:ext cx="363211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p>
                          <m: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sup>
                      </m:sSup>
                      <m:r>
                        <a:rPr lang="en-US" altLang="zh-CN" sz="28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J</m:t>
                      </m:r>
                      <m: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Q</m:t>
                              </m:r>
                            </m:e>
                            <m:sup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p>
                          </m:sSup>
                        </m:e>
                      </m:acc>
                      <m: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K</m:t>
                          </m:r>
                        </m:e>
                      </m:acc>
                      <m:sSup>
                        <m:sSup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p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6DC9D0E-C3C9-731E-A074-E62B076B2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9942" y="3240000"/>
                <a:ext cx="363211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BD0B7E5-29DD-1E23-87C1-AC40555739B2}"/>
                  </a:ext>
                </a:extLst>
              </p:cNvPr>
              <p:cNvSpPr txBox="1"/>
              <p:nvPr/>
            </p:nvSpPr>
            <p:spPr>
              <a:xfrm>
                <a:off x="8400882" y="3240000"/>
                <a:ext cx="3308978" cy="524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p>
                          <m: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sup>
                      </m:sSup>
                      <m:r>
                        <a:rPr lang="en-US" altLang="zh-CN" sz="28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T</m:t>
                      </m:r>
                      <m: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Q</m:t>
                              </m:r>
                            </m:e>
                            <m:sup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p>
                          </m:sSup>
                        </m:e>
                      </m:acc>
                      <m: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</m:acc>
                      <m:sSup>
                        <m:sSup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p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BD0B7E5-29DD-1E23-87C1-AC4055573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0882" y="3240000"/>
                <a:ext cx="3308978" cy="52411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5" name="表格 34">
                <a:extLst>
                  <a:ext uri="{FF2B5EF4-FFF2-40B4-BE49-F238E27FC236}">
                    <a16:creationId xmlns:a16="http://schemas.microsoft.com/office/drawing/2014/main" id="{EF8F17BD-6F2F-289D-7C1D-1BA5683226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9603034"/>
                  </p:ext>
                </p:extLst>
              </p:nvPr>
            </p:nvGraphicFramePr>
            <p:xfrm>
              <a:off x="881422" y="4390201"/>
              <a:ext cx="2510414" cy="2042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48418">
                      <a:extLst>
                        <a:ext uri="{9D8B030D-6E8A-4147-A177-3AD203B41FA5}">
                          <a16:colId xmlns:a16="http://schemas.microsoft.com/office/drawing/2014/main" val="3683292140"/>
                        </a:ext>
                      </a:extLst>
                    </a:gridCol>
                    <a:gridCol w="861996">
                      <a:extLst>
                        <a:ext uri="{9D8B030D-6E8A-4147-A177-3AD203B41FA5}">
                          <a16:colId xmlns:a16="http://schemas.microsoft.com/office/drawing/2014/main" val="4673611"/>
                        </a:ext>
                      </a:extLst>
                    </a:gridCol>
                  </a:tblGrid>
                  <a:tr h="2729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ea typeface="微软雅黑" panose="020B0503020204020204" pitchFamily="34" charset="-122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p>
                            </m:oMath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400" i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D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3383002"/>
                      </a:ext>
                    </a:extLst>
                  </a:tr>
                  <a:tr h="2365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73212042"/>
                      </a:ext>
                    </a:extLst>
                  </a:tr>
                  <a:tr h="2365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93334096"/>
                      </a:ext>
                    </a:extLst>
                  </a:tr>
                  <a:tr h="2365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21452017"/>
                      </a:ext>
                    </a:extLst>
                  </a:tr>
                  <a:tr h="2365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15145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5" name="表格 34">
                <a:extLst>
                  <a:ext uri="{FF2B5EF4-FFF2-40B4-BE49-F238E27FC236}">
                    <a16:creationId xmlns:a16="http://schemas.microsoft.com/office/drawing/2014/main" id="{EF8F17BD-6F2F-289D-7C1D-1BA5683226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9603034"/>
                  </p:ext>
                </p:extLst>
              </p:nvPr>
            </p:nvGraphicFramePr>
            <p:xfrm>
              <a:off x="881422" y="4390201"/>
              <a:ext cx="2510414" cy="2042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48418">
                      <a:extLst>
                        <a:ext uri="{9D8B030D-6E8A-4147-A177-3AD203B41FA5}">
                          <a16:colId xmlns:a16="http://schemas.microsoft.com/office/drawing/2014/main" val="3683292140"/>
                        </a:ext>
                      </a:extLst>
                    </a:gridCol>
                    <a:gridCol w="861996">
                      <a:extLst>
                        <a:ext uri="{9D8B030D-6E8A-4147-A177-3AD203B41FA5}">
                          <a16:colId xmlns:a16="http://schemas.microsoft.com/office/drawing/2014/main" val="467361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69" t="-1333" r="-53137" b="-37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91549" t="-1333" r="-1408" b="-37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33830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7321204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9333409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2145201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151451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6" name="表格 35">
                <a:extLst>
                  <a:ext uri="{FF2B5EF4-FFF2-40B4-BE49-F238E27FC236}">
                    <a16:creationId xmlns:a16="http://schemas.microsoft.com/office/drawing/2014/main" id="{8D0D9C98-99BA-959A-BFEF-5F62C4FF7A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3818607"/>
                  </p:ext>
                </p:extLst>
              </p:nvPr>
            </p:nvGraphicFramePr>
            <p:xfrm>
              <a:off x="4279942" y="4390200"/>
              <a:ext cx="3632116" cy="2042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93442">
                      <a:extLst>
                        <a:ext uri="{9D8B030D-6E8A-4147-A177-3AD203B41FA5}">
                          <a16:colId xmlns:a16="http://schemas.microsoft.com/office/drawing/2014/main" val="3683292140"/>
                        </a:ext>
                      </a:extLst>
                    </a:gridCol>
                    <a:gridCol w="1638674">
                      <a:extLst>
                        <a:ext uri="{9D8B030D-6E8A-4147-A177-3AD203B41FA5}">
                          <a16:colId xmlns:a16="http://schemas.microsoft.com/office/drawing/2014/main" val="4673611"/>
                        </a:ext>
                      </a:extLst>
                    </a:gridCol>
                  </a:tblGrid>
                  <a:tr h="272955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400" dirty="0">
                              <a:ea typeface="微软雅黑" panose="020B0503020204020204" pitchFamily="34" charset="-122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zh-CN" altLang="en-US" sz="2400" baseline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</a:t>
                          </a:r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p>
                            </m:oMath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400" b="0" dirty="0">
                              <a:ea typeface="微软雅黑" panose="020B0503020204020204" pitchFamily="34" charset="-122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J</m:t>
                              </m:r>
                            </m:oMath>
                          </a14:m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K</m:t>
                              </m:r>
                            </m:oMath>
                          </a14:m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3383002"/>
                      </a:ext>
                    </a:extLst>
                  </a:tr>
                  <a:tr h="23656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0         0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     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73212042"/>
                      </a:ext>
                    </a:extLst>
                  </a:tr>
                  <a:tr h="23656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0         1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     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93334096"/>
                      </a:ext>
                    </a:extLst>
                  </a:tr>
                  <a:tr h="23656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1         0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1514519"/>
                      </a:ext>
                    </a:extLst>
                  </a:tr>
                  <a:tr h="23656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1         1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995891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6" name="表格 35">
                <a:extLst>
                  <a:ext uri="{FF2B5EF4-FFF2-40B4-BE49-F238E27FC236}">
                    <a16:creationId xmlns:a16="http://schemas.microsoft.com/office/drawing/2014/main" id="{8D0D9C98-99BA-959A-BFEF-5F62C4FF7A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3818607"/>
                  </p:ext>
                </p:extLst>
              </p:nvPr>
            </p:nvGraphicFramePr>
            <p:xfrm>
              <a:off x="4279942" y="4390200"/>
              <a:ext cx="3632116" cy="2042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93442">
                      <a:extLst>
                        <a:ext uri="{9D8B030D-6E8A-4147-A177-3AD203B41FA5}">
                          <a16:colId xmlns:a16="http://schemas.microsoft.com/office/drawing/2014/main" val="3683292140"/>
                        </a:ext>
                      </a:extLst>
                    </a:gridCol>
                    <a:gridCol w="1638674">
                      <a:extLst>
                        <a:ext uri="{9D8B030D-6E8A-4147-A177-3AD203B41FA5}">
                          <a16:colId xmlns:a16="http://schemas.microsoft.com/office/drawing/2014/main" val="467361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306" t="-1333" r="-82875" b="-37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121933" t="-1333" r="-743" b="-37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33830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0         0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     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7321204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0         1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     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9333409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1         0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151451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1         1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9958919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9" name="表格 38">
                <a:extLst>
                  <a:ext uri="{FF2B5EF4-FFF2-40B4-BE49-F238E27FC236}">
                    <a16:creationId xmlns:a16="http://schemas.microsoft.com/office/drawing/2014/main" id="{87BD73BD-8A5E-EA05-EC02-3994EB91A6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0242604"/>
                  </p:ext>
                </p:extLst>
              </p:nvPr>
            </p:nvGraphicFramePr>
            <p:xfrm>
              <a:off x="8800164" y="4390201"/>
              <a:ext cx="2510414" cy="2042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48418">
                      <a:extLst>
                        <a:ext uri="{9D8B030D-6E8A-4147-A177-3AD203B41FA5}">
                          <a16:colId xmlns:a16="http://schemas.microsoft.com/office/drawing/2014/main" val="3683292140"/>
                        </a:ext>
                      </a:extLst>
                    </a:gridCol>
                    <a:gridCol w="861996">
                      <a:extLst>
                        <a:ext uri="{9D8B030D-6E8A-4147-A177-3AD203B41FA5}">
                          <a16:colId xmlns:a16="http://schemas.microsoft.com/office/drawing/2014/main" val="4673611"/>
                        </a:ext>
                      </a:extLst>
                    </a:gridCol>
                  </a:tblGrid>
                  <a:tr h="2729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ea typeface="微软雅黑" panose="020B0503020204020204" pitchFamily="34" charset="-122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p>
                            </m:oMath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T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3383002"/>
                      </a:ext>
                    </a:extLst>
                  </a:tr>
                  <a:tr h="2365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73212042"/>
                      </a:ext>
                    </a:extLst>
                  </a:tr>
                  <a:tr h="2365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93334096"/>
                      </a:ext>
                    </a:extLst>
                  </a:tr>
                  <a:tr h="2365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1514519"/>
                      </a:ext>
                    </a:extLst>
                  </a:tr>
                  <a:tr h="2365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97826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9" name="表格 38">
                <a:extLst>
                  <a:ext uri="{FF2B5EF4-FFF2-40B4-BE49-F238E27FC236}">
                    <a16:creationId xmlns:a16="http://schemas.microsoft.com/office/drawing/2014/main" id="{87BD73BD-8A5E-EA05-EC02-3994EB91A6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0242604"/>
                  </p:ext>
                </p:extLst>
              </p:nvPr>
            </p:nvGraphicFramePr>
            <p:xfrm>
              <a:off x="8800164" y="4390201"/>
              <a:ext cx="2510414" cy="2042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48418">
                      <a:extLst>
                        <a:ext uri="{9D8B030D-6E8A-4147-A177-3AD203B41FA5}">
                          <a16:colId xmlns:a16="http://schemas.microsoft.com/office/drawing/2014/main" val="3683292140"/>
                        </a:ext>
                      </a:extLst>
                    </a:gridCol>
                    <a:gridCol w="861996">
                      <a:extLst>
                        <a:ext uri="{9D8B030D-6E8A-4147-A177-3AD203B41FA5}">
                          <a16:colId xmlns:a16="http://schemas.microsoft.com/office/drawing/2014/main" val="467361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0"/>
                          <a:stretch>
                            <a:fillRect l="-369" t="-1333" r="-53137" b="-37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0"/>
                          <a:stretch>
                            <a:fillRect l="-191549" t="-1333" r="-1408" b="-37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33830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7321204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9333409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151451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9782634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0" name="文本框 39">
            <a:extLst>
              <a:ext uri="{FF2B5EF4-FFF2-40B4-BE49-F238E27FC236}">
                <a16:creationId xmlns:a16="http://schemas.microsoft.com/office/drawing/2014/main" id="{6947D688-CD5B-96D1-1760-40BED5A06A75}"/>
              </a:ext>
            </a:extLst>
          </p:cNvPr>
          <p:cNvSpPr txBox="1"/>
          <p:nvPr/>
        </p:nvSpPr>
        <p:spPr>
          <a:xfrm>
            <a:off x="881422" y="3960000"/>
            <a:ext cx="25104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触发器激励表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98BC6F5-B960-4BCB-B3C7-377923779A37}"/>
              </a:ext>
            </a:extLst>
          </p:cNvPr>
          <p:cNvSpPr txBox="1"/>
          <p:nvPr/>
        </p:nvSpPr>
        <p:spPr>
          <a:xfrm>
            <a:off x="4279942" y="3960000"/>
            <a:ext cx="36321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 </a:t>
            </a: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触发器激励表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584BE04-578E-43EC-DED5-C6B306BB7AA1}"/>
              </a:ext>
            </a:extLst>
          </p:cNvPr>
          <p:cNvSpPr txBox="1"/>
          <p:nvPr/>
        </p:nvSpPr>
        <p:spPr>
          <a:xfrm>
            <a:off x="8800164" y="3960000"/>
            <a:ext cx="25104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 </a:t>
            </a: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触发器激励表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72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9A4BD-1337-96D8-62E6-045C9C15D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F00AC846-47E0-61FA-5A51-9B1D6BFD786E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AA65396D-B247-60F5-6209-FC0F88785A60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9" name="箭头: 五边形 18">
                <a:extLst>
                  <a:ext uri="{FF2B5EF4-FFF2-40B4-BE49-F238E27FC236}">
                    <a16:creationId xmlns:a16="http://schemas.microsoft.com/office/drawing/2014/main" id="{3D13D3EA-5D5C-A23F-B023-1AF128E9F2AB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" name="箭头: V 形 19">
                <a:extLst>
                  <a:ext uri="{FF2B5EF4-FFF2-40B4-BE49-F238E27FC236}">
                    <a16:creationId xmlns:a16="http://schemas.microsoft.com/office/drawing/2014/main" id="{13F249BA-46F5-D2D0-732D-3B4A4AC4732C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" name="灯片编号占位符 3">
              <a:extLst>
                <a:ext uri="{FF2B5EF4-FFF2-40B4-BE49-F238E27FC236}">
                  <a16:creationId xmlns:a16="http://schemas.microsoft.com/office/drawing/2014/main" id="{1A027C33-836A-9CB7-0618-DCC27837AC55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CDA21418-A704-782F-7B7E-0790718DBA3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221415" y="1637024"/>
              <a:ext cx="4178661" cy="409276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92887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</a:tblGrid>
                  <a:tr h="392758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</m:t>
                              </m:r>
                            </m:oMath>
                          </a14:m>
                          <a:r>
                            <a:rPr lang="zh-CN" altLang="en-US" sz="2400" i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392758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29827461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52075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901B1321-6791-5080-5B08-0FFEB6BA03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8638177"/>
                  </p:ext>
                </p:extLst>
              </p:nvPr>
            </p:nvGraphicFramePr>
            <p:xfrm>
              <a:off x="7221415" y="1637024"/>
              <a:ext cx="4178661" cy="409276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92887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392887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</a:tblGrid>
                  <a:tr h="465646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37" t="-658" r="-200873" b="-353947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18" t="-1316" r="-437" b="-80789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437" t="-101316" r="-100873" b="-7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437" t="-101316" r="-873" b="-7078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1/0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2982746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1/0</a:t>
                          </a:r>
                          <a:endParaRPr lang="zh-CN" altLang="en-US" sz="20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52075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9687097E-846B-C787-F40A-A9F8CA208A11}"/>
              </a:ext>
            </a:extLst>
          </p:cNvPr>
          <p:cNvSpPr txBox="1"/>
          <p:nvPr/>
        </p:nvSpPr>
        <p:spPr>
          <a:xfrm>
            <a:off x="7200000" y="1168504"/>
            <a:ext cx="4178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状态表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5DE5A9E-667A-1F01-1192-704904418B95}"/>
              </a:ext>
            </a:extLst>
          </p:cNvPr>
          <p:cNvSpPr txBox="1"/>
          <p:nvPr/>
        </p:nvSpPr>
        <p:spPr>
          <a:xfrm>
            <a:off x="360000" y="828000"/>
            <a:ext cx="7089332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示例：可逆六进制计数器的激励方程推导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095EA206-FD47-844C-8700-26792D9D0232}"/>
                  </a:ext>
                </a:extLst>
              </p:cNvPr>
              <p:cNvSpPr txBox="1"/>
              <p:nvPr/>
            </p:nvSpPr>
            <p:spPr>
              <a:xfrm>
                <a:off x="509685" y="5331682"/>
                <a:ext cx="6254692" cy="13567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J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K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J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K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endParaRPr lang="en-US" altLang="zh-CN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J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K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3B9D4C8-F0E6-75AC-489B-27D049619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85" y="5331682"/>
                <a:ext cx="6254692" cy="1356718"/>
              </a:xfrm>
              <a:prstGeom prst="rect">
                <a:avLst/>
              </a:prstGeom>
              <a:blipFill>
                <a:blip r:embed="rId4"/>
                <a:stretch>
                  <a:fillRect l="-585" t="-1351" r="-2047" b="-8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>
            <a:extLst>
              <a:ext uri="{FF2B5EF4-FFF2-40B4-BE49-F238E27FC236}">
                <a16:creationId xmlns:a16="http://schemas.microsoft.com/office/drawing/2014/main" id="{E0ED13A3-6040-A6F9-D34A-D8B9D4DAA8AA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确定激励方程的另一种方法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496474F-3782-09B0-CFFF-0CD1EDCF90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8000" y="2376000"/>
            <a:ext cx="3444325" cy="18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8DAD6462-3AC7-AE55-3173-10A94F1DC1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3207062"/>
                  </p:ext>
                </p:extLst>
              </p:nvPr>
            </p:nvGraphicFramePr>
            <p:xfrm>
              <a:off x="360000" y="2201137"/>
              <a:ext cx="2630850" cy="2042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52950">
                      <a:extLst>
                        <a:ext uri="{9D8B030D-6E8A-4147-A177-3AD203B41FA5}">
                          <a16:colId xmlns:a16="http://schemas.microsoft.com/office/drawing/2014/main" val="3683292140"/>
                        </a:ext>
                      </a:extLst>
                    </a:gridCol>
                    <a:gridCol w="977900">
                      <a:extLst>
                        <a:ext uri="{9D8B030D-6E8A-4147-A177-3AD203B41FA5}">
                          <a16:colId xmlns:a16="http://schemas.microsoft.com/office/drawing/2014/main" val="4673611"/>
                        </a:ext>
                      </a:extLst>
                    </a:gridCol>
                  </a:tblGrid>
                  <a:tr h="33689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400" dirty="0">
                              <a:ea typeface="微软雅黑" panose="020B0503020204020204" pitchFamily="34" charset="-122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zh-CN" altLang="en-US" sz="2400" baseline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p>
                            </m:oMath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400" b="0" dirty="0"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J</m:t>
                              </m:r>
                            </m:oMath>
                          </a14:m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K</m:t>
                              </m:r>
                            </m:oMath>
                          </a14:m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3383002"/>
                      </a:ext>
                    </a:extLst>
                  </a:tr>
                  <a:tr h="29197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0       0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73212042"/>
                      </a:ext>
                    </a:extLst>
                  </a:tr>
                  <a:tr h="29197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0       1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93334096"/>
                      </a:ext>
                    </a:extLst>
                  </a:tr>
                  <a:tr h="29197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1       0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1514519"/>
                      </a:ext>
                    </a:extLst>
                  </a:tr>
                  <a:tr h="29197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1       1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9146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8DAD6462-3AC7-AE55-3173-10A94F1DC1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3207062"/>
                  </p:ext>
                </p:extLst>
              </p:nvPr>
            </p:nvGraphicFramePr>
            <p:xfrm>
              <a:off x="360000" y="2201137"/>
              <a:ext cx="2630850" cy="2042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52950">
                      <a:extLst>
                        <a:ext uri="{9D8B030D-6E8A-4147-A177-3AD203B41FA5}">
                          <a16:colId xmlns:a16="http://schemas.microsoft.com/office/drawing/2014/main" val="3683292140"/>
                        </a:ext>
                      </a:extLst>
                    </a:gridCol>
                    <a:gridCol w="977900">
                      <a:extLst>
                        <a:ext uri="{9D8B030D-6E8A-4147-A177-3AD203B41FA5}">
                          <a16:colId xmlns:a16="http://schemas.microsoft.com/office/drawing/2014/main" val="467361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369" t="-1333" r="-60148" b="-37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68944" t="-1333" r="-1242" b="-37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33830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0       0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7321204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0       1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9333409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1       0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151451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1       1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91465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E3A339AE-7EFC-A3AA-BFA6-878EC8EF4A80}"/>
              </a:ext>
            </a:extLst>
          </p:cNvPr>
          <p:cNvSpPr txBox="1"/>
          <p:nvPr/>
        </p:nvSpPr>
        <p:spPr>
          <a:xfrm>
            <a:off x="360000" y="1800000"/>
            <a:ext cx="26308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 </a:t>
            </a:r>
            <a:r>
              <a:rPr kumimoji="1"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触发器激励表</a:t>
            </a:r>
            <a:endParaRPr lang="zh-CN" altLang="en-US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9561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45E2A-C19C-FDEF-056B-4E5376D75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8362A2B1-087F-8080-6D13-25C33D1E0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000" y="2376000"/>
            <a:ext cx="3444325" cy="1800000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4B7E9A-1D69-E875-586D-E55E6336126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CEEDE735-D912-166D-ACB9-DAD566FAD895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9" name="箭头: 五边形 18">
                <a:extLst>
                  <a:ext uri="{FF2B5EF4-FFF2-40B4-BE49-F238E27FC236}">
                    <a16:creationId xmlns:a16="http://schemas.microsoft.com/office/drawing/2014/main" id="{7582846D-B2DD-9F6F-99E4-F7F5DD53DB06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" name="箭头: V 形 19">
                <a:extLst>
                  <a:ext uri="{FF2B5EF4-FFF2-40B4-BE49-F238E27FC236}">
                    <a16:creationId xmlns:a16="http://schemas.microsoft.com/office/drawing/2014/main" id="{4ED47E1F-1226-0D75-398A-B6478751B0B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" name="灯片编号占位符 3">
              <a:extLst>
                <a:ext uri="{FF2B5EF4-FFF2-40B4-BE49-F238E27FC236}">
                  <a16:creationId xmlns:a16="http://schemas.microsoft.com/office/drawing/2014/main" id="{0B502B53-AE28-6607-3E27-A686225489D2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047B9FCA-7E9B-B497-2A03-770FEABA68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2741422"/>
                  </p:ext>
                </p:extLst>
              </p:nvPr>
            </p:nvGraphicFramePr>
            <p:xfrm>
              <a:off x="6723014" y="1637024"/>
              <a:ext cx="5179691" cy="396932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06099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2261435098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304593438"/>
                        </a:ext>
                      </a:extLst>
                    </a:gridCol>
                  </a:tblGrid>
                  <a:tr h="392758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</m:t>
                              </m:r>
                            </m:oMath>
                          </a14:m>
                          <a:r>
                            <a:rPr lang="zh-CN" altLang="en-US" sz="2000" i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J</m:t>
                                    </m:r>
                                  </m:e>
                                  <m:sub>
                                    <m: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J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J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392758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0 1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0x1x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1x0x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0 1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0xx0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0xx1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1xx0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0xx0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x0x1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x1x0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x00x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x01x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x10x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x00x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x1x1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x1x1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29827461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1x1x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1x1x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52075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047B9FCA-7E9B-B497-2A03-770FEABA68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2741422"/>
                  </p:ext>
                </p:extLst>
              </p:nvPr>
            </p:nvGraphicFramePr>
            <p:xfrm>
              <a:off x="6723014" y="1637024"/>
              <a:ext cx="5179691" cy="396932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06099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2261435098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304593438"/>
                        </a:ext>
                      </a:extLst>
                    </a:gridCol>
                  </a:tblGrid>
                  <a:tr h="403162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06" t="-763" r="-416970" b="-411450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8397" t="-1515" r="-100583" b="-91515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8397" t="-1515" r="-583" b="-91515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6512" t="-103077" r="-300000" b="-8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7661" t="-103077" r="-201754" b="-8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95930" t="-103077" r="-100581" b="-8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98246" t="-103077" r="-1170" b="-82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0 1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0x1x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1x0x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0 1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0xx0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0xx1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1xx0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0xx0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x0x1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x1x0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x00x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x01x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x10x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x00x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x1x1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x1x1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2982746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1x1x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1x1x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52075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D7214A50-1889-C2F4-034D-766F0792CD1D}"/>
              </a:ext>
            </a:extLst>
          </p:cNvPr>
          <p:cNvSpPr/>
          <p:nvPr/>
        </p:nvSpPr>
        <p:spPr>
          <a:xfrm>
            <a:off x="9814663" y="1637024"/>
            <a:ext cx="2088039" cy="3969322"/>
          </a:xfrm>
          <a:prstGeom prst="rect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EAC56D8-DBA4-98C0-CDAD-384FD113DD97}"/>
                  </a:ext>
                </a:extLst>
              </p:cNvPr>
              <p:cNvSpPr txBox="1"/>
              <p:nvPr/>
            </p:nvSpPr>
            <p:spPr>
              <a:xfrm>
                <a:off x="509685" y="5331682"/>
                <a:ext cx="6254692" cy="13567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J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K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J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K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endParaRPr lang="en-US" altLang="zh-CN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J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K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8D58BC19-3159-24C2-A443-BF7033481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85" y="5331682"/>
                <a:ext cx="6254692" cy="1356718"/>
              </a:xfrm>
              <a:prstGeom prst="rect">
                <a:avLst/>
              </a:prstGeom>
              <a:blipFill>
                <a:blip r:embed="rId4"/>
                <a:stretch>
                  <a:fillRect l="-585" t="-1351" r="-2047" b="-8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76780DF2-1B18-9280-F614-1B105A1D50BD}"/>
              </a:ext>
            </a:extLst>
          </p:cNvPr>
          <p:cNvSpPr txBox="1"/>
          <p:nvPr/>
        </p:nvSpPr>
        <p:spPr>
          <a:xfrm>
            <a:off x="7200000" y="1168504"/>
            <a:ext cx="4178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状态表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3194F0-2839-F497-EFD5-64C6C8A4501B}"/>
              </a:ext>
            </a:extLst>
          </p:cNvPr>
          <p:cNvSpPr txBox="1"/>
          <p:nvPr/>
        </p:nvSpPr>
        <p:spPr>
          <a:xfrm>
            <a:off x="360000" y="828000"/>
            <a:ext cx="7089332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示例：可逆六进制计数器的激励方程推导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2782489A-9BAC-76FB-505A-99941225FAE6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确定激励方程的另一种方法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EA6DFEF3-5EF9-F5C1-637C-B233D844B2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71509570"/>
                  </p:ext>
                </p:extLst>
              </p:nvPr>
            </p:nvGraphicFramePr>
            <p:xfrm>
              <a:off x="360000" y="2201137"/>
              <a:ext cx="2630850" cy="2042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52950">
                      <a:extLst>
                        <a:ext uri="{9D8B030D-6E8A-4147-A177-3AD203B41FA5}">
                          <a16:colId xmlns:a16="http://schemas.microsoft.com/office/drawing/2014/main" val="3683292140"/>
                        </a:ext>
                      </a:extLst>
                    </a:gridCol>
                    <a:gridCol w="977900">
                      <a:extLst>
                        <a:ext uri="{9D8B030D-6E8A-4147-A177-3AD203B41FA5}">
                          <a16:colId xmlns:a16="http://schemas.microsoft.com/office/drawing/2014/main" val="4673611"/>
                        </a:ext>
                      </a:extLst>
                    </a:gridCol>
                  </a:tblGrid>
                  <a:tr h="33689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400" dirty="0">
                              <a:ea typeface="微软雅黑" panose="020B0503020204020204" pitchFamily="34" charset="-122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zh-CN" altLang="en-US" sz="2400" baseline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p>
                            </m:oMath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400" b="0" dirty="0"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J</m:t>
                              </m:r>
                            </m:oMath>
                          </a14:m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K</m:t>
                              </m:r>
                            </m:oMath>
                          </a14:m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3383002"/>
                      </a:ext>
                    </a:extLst>
                  </a:tr>
                  <a:tr h="29197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0       0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73212042"/>
                      </a:ext>
                    </a:extLst>
                  </a:tr>
                  <a:tr h="29197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0       1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93334096"/>
                      </a:ext>
                    </a:extLst>
                  </a:tr>
                  <a:tr h="29197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1       0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1514519"/>
                      </a:ext>
                    </a:extLst>
                  </a:tr>
                  <a:tr h="29197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1       1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9146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EA6DFEF3-5EF9-F5C1-637C-B233D844B2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71509570"/>
                  </p:ext>
                </p:extLst>
              </p:nvPr>
            </p:nvGraphicFramePr>
            <p:xfrm>
              <a:off x="360000" y="2201137"/>
              <a:ext cx="2630850" cy="2042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52950">
                      <a:extLst>
                        <a:ext uri="{9D8B030D-6E8A-4147-A177-3AD203B41FA5}">
                          <a16:colId xmlns:a16="http://schemas.microsoft.com/office/drawing/2014/main" val="3683292140"/>
                        </a:ext>
                      </a:extLst>
                    </a:gridCol>
                    <a:gridCol w="977900">
                      <a:extLst>
                        <a:ext uri="{9D8B030D-6E8A-4147-A177-3AD203B41FA5}">
                          <a16:colId xmlns:a16="http://schemas.microsoft.com/office/drawing/2014/main" val="467361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69" t="-1333" r="-60148" b="-37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68944" t="-1333" r="-1242" b="-37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33830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0       0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7321204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0       1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9333409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1       0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151451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1       1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91465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9294FB4A-EDE2-929A-AD51-546441819D8F}"/>
              </a:ext>
            </a:extLst>
          </p:cNvPr>
          <p:cNvSpPr txBox="1"/>
          <p:nvPr/>
        </p:nvSpPr>
        <p:spPr>
          <a:xfrm>
            <a:off x="360000" y="1800000"/>
            <a:ext cx="26308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 </a:t>
            </a:r>
            <a:r>
              <a:rPr kumimoji="1"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触发器激励表</a:t>
            </a:r>
            <a:endParaRPr lang="zh-CN" altLang="en-US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9169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85398-63D1-1E63-0715-15E409779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578DDC0D-658B-26AD-F1BF-F04E01C8C63D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AD6AEEA6-131B-A08F-686C-313E5970372D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9" name="箭头: 五边形 18">
                <a:extLst>
                  <a:ext uri="{FF2B5EF4-FFF2-40B4-BE49-F238E27FC236}">
                    <a16:creationId xmlns:a16="http://schemas.microsoft.com/office/drawing/2014/main" id="{06EF649D-6BA5-D031-3F85-CA882DA6305C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" name="箭头: V 形 19">
                <a:extLst>
                  <a:ext uri="{FF2B5EF4-FFF2-40B4-BE49-F238E27FC236}">
                    <a16:creationId xmlns:a16="http://schemas.microsoft.com/office/drawing/2014/main" id="{4331AE6B-9A5A-CD55-DDCC-4FEA81271B72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" name="灯片编号占位符 3">
              <a:extLst>
                <a:ext uri="{FF2B5EF4-FFF2-40B4-BE49-F238E27FC236}">
                  <a16:creationId xmlns:a16="http://schemas.microsoft.com/office/drawing/2014/main" id="{046D4C2E-4045-25BB-4F0F-E25E857EB8A7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15CEDF6C-C63F-DDDA-1BBF-CC2D68BCC63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23014" y="1637024"/>
              <a:ext cx="5179691" cy="396932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06099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2261435098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304593438"/>
                        </a:ext>
                      </a:extLst>
                    </a:gridCol>
                  </a:tblGrid>
                  <a:tr h="392758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</m:t>
                              </m:r>
                            </m:oMath>
                          </a14:m>
                          <a:r>
                            <a:rPr lang="zh-CN" altLang="en-US" sz="2000" i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J</m:t>
                                    </m:r>
                                  </m:e>
                                  <m:sub>
                                    <m: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J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J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392758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0 1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0x1x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1x0x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0 1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0xx0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0xx1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1xx0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0xx0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x0x1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x1x0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x00x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x01x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x10x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x00x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x1x1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x1x1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29827461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1x1x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1x1x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52075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15CEDF6C-C63F-DDDA-1BBF-CC2D68BCC63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23014" y="1637024"/>
              <a:ext cx="5179691" cy="396932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06099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2261435098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304593438"/>
                        </a:ext>
                      </a:extLst>
                    </a:gridCol>
                  </a:tblGrid>
                  <a:tr h="403162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6" t="-763" r="-416970" b="-411450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8397" t="-1515" r="-100583" b="-91515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8397" t="-1515" r="-583" b="-91515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6512" t="-103077" r="-300000" b="-8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7661" t="-103077" r="-201754" b="-8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5930" t="-103077" r="-100581" b="-8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8246" t="-103077" r="-1170" b="-82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0 1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0x1x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1x0x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0 1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0xx0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0xx1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1xx0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0xx0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x0x1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x1x0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x00x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x01x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x10x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x00x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x1x1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x1x1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2982746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1x1x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1x1x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52075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2B617214-7B96-E39F-B06C-7B6C5438925F}"/>
              </a:ext>
            </a:extLst>
          </p:cNvPr>
          <p:cNvSpPr/>
          <p:nvPr/>
        </p:nvSpPr>
        <p:spPr>
          <a:xfrm>
            <a:off x="9814663" y="1637024"/>
            <a:ext cx="2088039" cy="3969322"/>
          </a:xfrm>
          <a:prstGeom prst="rect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261CA1A-553C-61B9-C088-F3DD1D9A57C9}"/>
                  </a:ext>
                </a:extLst>
              </p:cNvPr>
              <p:cNvSpPr txBox="1"/>
              <p:nvPr/>
            </p:nvSpPr>
            <p:spPr>
              <a:xfrm>
                <a:off x="509685" y="5331682"/>
                <a:ext cx="6254692" cy="13567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J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K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J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K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endParaRPr lang="en-US" altLang="zh-CN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J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K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8D58BC19-3159-24C2-A443-BF7033481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85" y="5331682"/>
                <a:ext cx="6254692" cy="1356718"/>
              </a:xfrm>
              <a:prstGeom prst="rect">
                <a:avLst/>
              </a:prstGeom>
              <a:blipFill>
                <a:blip r:embed="rId4"/>
                <a:stretch>
                  <a:fillRect l="-585" t="-1351" r="-2047" b="-8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1F5539BB-9E2D-62D4-6DC7-B8377C60806F}"/>
              </a:ext>
            </a:extLst>
          </p:cNvPr>
          <p:cNvSpPr txBox="1"/>
          <p:nvPr/>
        </p:nvSpPr>
        <p:spPr>
          <a:xfrm>
            <a:off x="7200000" y="1168504"/>
            <a:ext cx="4178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状态表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838605-5FB1-B0DC-60E9-1CE153E6A204}"/>
              </a:ext>
            </a:extLst>
          </p:cNvPr>
          <p:cNvSpPr txBox="1"/>
          <p:nvPr/>
        </p:nvSpPr>
        <p:spPr>
          <a:xfrm>
            <a:off x="360000" y="828000"/>
            <a:ext cx="7089332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示例：可逆六进制计数器的激励方程推导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559C2252-8FB2-F972-41E2-2A8BEB655B6F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确定激励方程的另一种方法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D273D6A-60C6-3AC8-53AD-9EEF9ECE34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325736"/>
              </p:ext>
            </p:extLst>
          </p:nvPr>
        </p:nvGraphicFramePr>
        <p:xfrm>
          <a:off x="1345405" y="2263790"/>
          <a:ext cx="2046092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182143636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201667155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555876208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096902984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377841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43940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090145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534781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15736CD0-8675-81A3-0A2C-6E15494CB9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868795"/>
              </p:ext>
            </p:extLst>
          </p:nvPr>
        </p:nvGraphicFramePr>
        <p:xfrm>
          <a:off x="919514" y="2263790"/>
          <a:ext cx="507779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7779">
                  <a:extLst>
                    <a:ext uri="{9D8B030D-6E8A-4147-A177-3AD203B41FA5}">
                      <a16:colId xmlns:a16="http://schemas.microsoft.com/office/drawing/2014/main" val="2383079681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0148879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732342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8144220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3289079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773FBD2-C762-7003-8CDA-8E5E2F8C2E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449075"/>
              </p:ext>
            </p:extLst>
          </p:nvPr>
        </p:nvGraphicFramePr>
        <p:xfrm>
          <a:off x="1345405" y="1912425"/>
          <a:ext cx="2046092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307255290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685997691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49169052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1635232657"/>
                    </a:ext>
                  </a:extLst>
                </a:gridCol>
              </a:tblGrid>
              <a:tr h="3149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097716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FD0491-D762-862B-3E09-F758A1C7D1BF}"/>
                  </a:ext>
                </a:extLst>
              </p:cNvPr>
              <p:cNvSpPr txBox="1"/>
              <p:nvPr/>
            </p:nvSpPr>
            <p:spPr>
              <a:xfrm>
                <a:off x="1029051" y="1658661"/>
                <a:ext cx="68068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FD0491-D762-862B-3E09-F758A1C7D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051" y="1658661"/>
                <a:ext cx="680684" cy="400110"/>
              </a:xfrm>
              <a:prstGeom prst="rect">
                <a:avLst/>
              </a:prstGeom>
              <a:blipFill>
                <a:blip r:embed="rId5"/>
                <a:stretch>
                  <a:fillRect l="-901"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8CA61CA-98C9-9C1C-8F52-6D9C925F547F}"/>
                  </a:ext>
                </a:extLst>
              </p:cNvPr>
              <p:cNvSpPr txBox="1"/>
              <p:nvPr/>
            </p:nvSpPr>
            <p:spPr>
              <a:xfrm>
                <a:off x="335498" y="1884746"/>
                <a:ext cx="9003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8CA61CA-98C9-9C1C-8F52-6D9C925F5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98" y="1884746"/>
                <a:ext cx="900344" cy="400110"/>
              </a:xfrm>
              <a:prstGeom prst="rect">
                <a:avLst/>
              </a:prstGeom>
              <a:blipFill>
                <a:blip r:embed="rId6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E109532-63C7-CEE4-BC1B-6C624657EDA8}"/>
              </a:ext>
            </a:extLst>
          </p:cNvPr>
          <p:cNvCxnSpPr>
            <a:cxnSpLocks/>
          </p:cNvCxnSpPr>
          <p:nvPr/>
        </p:nvCxnSpPr>
        <p:spPr>
          <a:xfrm flipH="1" flipV="1">
            <a:off x="1005575" y="1836800"/>
            <a:ext cx="339830" cy="4269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1672C1D-E9AA-CC27-0B90-105E06FA95B0}"/>
                  </a:ext>
                </a:extLst>
              </p:cNvPr>
              <p:cNvSpPr txBox="1"/>
              <p:nvPr/>
            </p:nvSpPr>
            <p:spPr>
              <a:xfrm>
                <a:off x="384691" y="1448088"/>
                <a:ext cx="90034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J</m:t>
                          </m:r>
                        </m:e>
                        <m:sub>
                          <m:r>
                            <a:rPr lang="en-US" altLang="zh-CN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1672C1D-E9AA-CC27-0B90-105E06FA9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691" y="1448088"/>
                <a:ext cx="900344" cy="461665"/>
              </a:xfrm>
              <a:prstGeom prst="rect">
                <a:avLst/>
              </a:prstGeom>
              <a:blipFill>
                <a:blip r:embed="rId7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44">
            <a:extLst>
              <a:ext uri="{FF2B5EF4-FFF2-40B4-BE49-F238E27FC236}">
                <a16:creationId xmlns:a16="http://schemas.microsoft.com/office/drawing/2014/main" id="{FF507B99-EC07-A7BE-7C13-1843C1338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8092" y="2707516"/>
            <a:ext cx="341259" cy="693606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63B1E5B8-1050-CB19-3C56-5DFF5EA050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684533"/>
              </p:ext>
            </p:extLst>
          </p:nvPr>
        </p:nvGraphicFramePr>
        <p:xfrm>
          <a:off x="4401404" y="2263790"/>
          <a:ext cx="2046092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182143636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201667155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555876208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096902984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377841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43940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090145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534781"/>
                  </a:ext>
                </a:extLst>
              </a:tr>
            </a:tbl>
          </a:graphicData>
        </a:graphic>
      </p:graphicFrame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533043E6-9250-DA6E-2F4A-067F9372C2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871236"/>
              </p:ext>
            </p:extLst>
          </p:nvPr>
        </p:nvGraphicFramePr>
        <p:xfrm>
          <a:off x="3975513" y="2263790"/>
          <a:ext cx="507779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7779">
                  <a:extLst>
                    <a:ext uri="{9D8B030D-6E8A-4147-A177-3AD203B41FA5}">
                      <a16:colId xmlns:a16="http://schemas.microsoft.com/office/drawing/2014/main" val="2383079681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0148879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732342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8144220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3289079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AE858C61-FCD6-462D-72BB-215C58FC4D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128387"/>
              </p:ext>
            </p:extLst>
          </p:nvPr>
        </p:nvGraphicFramePr>
        <p:xfrm>
          <a:off x="4401404" y="1912425"/>
          <a:ext cx="2046092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307255290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685997691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49169052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1635232657"/>
                    </a:ext>
                  </a:extLst>
                </a:gridCol>
              </a:tblGrid>
              <a:tr h="3149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097716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789FE7B-F51C-E2B7-F1CF-06B46A62F921}"/>
                  </a:ext>
                </a:extLst>
              </p:cNvPr>
              <p:cNvSpPr txBox="1"/>
              <p:nvPr/>
            </p:nvSpPr>
            <p:spPr>
              <a:xfrm>
                <a:off x="4085050" y="1658661"/>
                <a:ext cx="68068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789FE7B-F51C-E2B7-F1CF-06B46A62F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050" y="1658661"/>
                <a:ext cx="680684" cy="400110"/>
              </a:xfrm>
              <a:prstGeom prst="rect">
                <a:avLst/>
              </a:prstGeom>
              <a:blipFill>
                <a:blip r:embed="rId8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868D270E-B91D-00F9-D209-F8DCB520AC7E}"/>
                  </a:ext>
                </a:extLst>
              </p:cNvPr>
              <p:cNvSpPr txBox="1"/>
              <p:nvPr/>
            </p:nvSpPr>
            <p:spPr>
              <a:xfrm>
                <a:off x="3391497" y="1884746"/>
                <a:ext cx="9003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868D270E-B91D-00F9-D209-F8DCB520A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1497" y="1884746"/>
                <a:ext cx="900344" cy="400110"/>
              </a:xfrm>
              <a:prstGeom prst="rect">
                <a:avLst/>
              </a:prstGeom>
              <a:blipFill>
                <a:blip r:embed="rId9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D344FE6F-AFA7-22D7-D971-EC67029F1022}"/>
              </a:ext>
            </a:extLst>
          </p:cNvPr>
          <p:cNvCxnSpPr>
            <a:cxnSpLocks/>
          </p:cNvCxnSpPr>
          <p:nvPr/>
        </p:nvCxnSpPr>
        <p:spPr>
          <a:xfrm flipH="1" flipV="1">
            <a:off x="4061574" y="1836800"/>
            <a:ext cx="339830" cy="4269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CA970799-11EB-F682-B8D1-0FF64AAFE4C6}"/>
                  </a:ext>
                </a:extLst>
              </p:cNvPr>
              <p:cNvSpPr txBox="1"/>
              <p:nvPr/>
            </p:nvSpPr>
            <p:spPr>
              <a:xfrm>
                <a:off x="3440690" y="1448088"/>
                <a:ext cx="90034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K</m:t>
                          </m:r>
                        </m:e>
                        <m:sub>
                          <m:r>
                            <a:rPr lang="en-US" altLang="zh-CN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CA970799-11EB-F682-B8D1-0FF64AAFE4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0690" y="1448088"/>
                <a:ext cx="900344" cy="461665"/>
              </a:xfrm>
              <a:prstGeom prst="rect">
                <a:avLst/>
              </a:prstGeom>
              <a:blipFill>
                <a:blip r:embed="rId10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左中括号 29">
            <a:extLst>
              <a:ext uri="{FF2B5EF4-FFF2-40B4-BE49-F238E27FC236}">
                <a16:creationId xmlns:a16="http://schemas.microsoft.com/office/drawing/2014/main" id="{4F7BABD5-A331-C67A-4F41-0F149BDB2E48}"/>
              </a:ext>
            </a:extLst>
          </p:cNvPr>
          <p:cNvSpPr/>
          <p:nvPr/>
        </p:nvSpPr>
        <p:spPr>
          <a:xfrm rot="16200000">
            <a:off x="2948448" y="2245114"/>
            <a:ext cx="377737" cy="338012"/>
          </a:xfrm>
          <a:prstGeom prst="leftBracket">
            <a:avLst>
              <a:gd name="adj" fmla="val 0"/>
            </a:avLst>
          </a:prstGeom>
          <a:ln w="50800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左中括号 30">
            <a:extLst>
              <a:ext uri="{FF2B5EF4-FFF2-40B4-BE49-F238E27FC236}">
                <a16:creationId xmlns:a16="http://schemas.microsoft.com/office/drawing/2014/main" id="{0CAA4DFB-3AA8-A32E-F3EA-36AEDCC69F65}"/>
              </a:ext>
            </a:extLst>
          </p:cNvPr>
          <p:cNvSpPr/>
          <p:nvPr/>
        </p:nvSpPr>
        <p:spPr>
          <a:xfrm rot="5400000" flipV="1">
            <a:off x="2948448" y="3530147"/>
            <a:ext cx="377737" cy="338012"/>
          </a:xfrm>
          <a:prstGeom prst="leftBracket">
            <a:avLst>
              <a:gd name="adj" fmla="val 0"/>
            </a:avLst>
          </a:prstGeom>
          <a:ln w="50800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Rectangle 44">
            <a:extLst>
              <a:ext uri="{FF2B5EF4-FFF2-40B4-BE49-F238E27FC236}">
                <a16:creationId xmlns:a16="http://schemas.microsoft.com/office/drawing/2014/main" id="{A79358C5-EAEC-FF51-B4E0-5AB939838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0701" y="2335714"/>
            <a:ext cx="341259" cy="1461482"/>
          </a:xfrm>
          <a:prstGeom prst="rect">
            <a:avLst/>
          </a:prstGeom>
          <a:noFill/>
          <a:ln w="50800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33" name="左中括号 32">
            <a:extLst>
              <a:ext uri="{FF2B5EF4-FFF2-40B4-BE49-F238E27FC236}">
                <a16:creationId xmlns:a16="http://schemas.microsoft.com/office/drawing/2014/main" id="{6551E8E9-7FBC-D45E-9393-572E4A6A9DF6}"/>
              </a:ext>
            </a:extLst>
          </p:cNvPr>
          <p:cNvSpPr/>
          <p:nvPr/>
        </p:nvSpPr>
        <p:spPr>
          <a:xfrm rot="5400000" flipV="1">
            <a:off x="5235581" y="3268354"/>
            <a:ext cx="377737" cy="861599"/>
          </a:xfrm>
          <a:prstGeom prst="leftBracket">
            <a:avLst>
              <a:gd name="adj" fmla="val 0"/>
            </a:avLst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左中括号 33">
            <a:extLst>
              <a:ext uri="{FF2B5EF4-FFF2-40B4-BE49-F238E27FC236}">
                <a16:creationId xmlns:a16="http://schemas.microsoft.com/office/drawing/2014/main" id="{F8E68239-794F-BDC1-A457-4B18415676AF}"/>
              </a:ext>
            </a:extLst>
          </p:cNvPr>
          <p:cNvSpPr/>
          <p:nvPr/>
        </p:nvSpPr>
        <p:spPr>
          <a:xfrm rot="16200000">
            <a:off x="5235580" y="1983321"/>
            <a:ext cx="377737" cy="861599"/>
          </a:xfrm>
          <a:prstGeom prst="leftBracket">
            <a:avLst>
              <a:gd name="adj" fmla="val 0"/>
            </a:avLst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2E866D0-5D08-19A2-BFF9-F2C859B05F7A}"/>
                  </a:ext>
                </a:extLst>
              </p:cNvPr>
              <p:cNvSpPr txBox="1"/>
              <p:nvPr/>
            </p:nvSpPr>
            <p:spPr>
              <a:xfrm>
                <a:off x="509685" y="4248333"/>
                <a:ext cx="2914257" cy="463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J</m:t>
                        </m:r>
                      </m:e>
                      <m:sub>
                        <m:r>
                          <a:rPr lang="en-US" altLang="zh-CN" sz="2200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2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sSubSup>
                      <m:sSubSupPr>
                        <m:ctrlP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2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2E866D0-5D08-19A2-BFF9-F2C859B05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85" y="4248333"/>
                <a:ext cx="2914257" cy="463910"/>
              </a:xfrm>
              <a:prstGeom prst="rect">
                <a:avLst/>
              </a:prstGeom>
              <a:blipFill>
                <a:blip r:embed="rId11"/>
                <a:stretch>
                  <a:fillRect l="-1255" r="-10460"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F9C05D1-8E32-00F0-0646-274E9EFFF2E0}"/>
                  </a:ext>
                </a:extLst>
              </p:cNvPr>
              <p:cNvSpPr txBox="1"/>
              <p:nvPr/>
            </p:nvSpPr>
            <p:spPr>
              <a:xfrm>
                <a:off x="4191496" y="4248333"/>
                <a:ext cx="2471983" cy="463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K</m:t>
                        </m:r>
                      </m:e>
                      <m:sub>
                        <m: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m:rPr>
                        <m:sty m:val="p"/>
                      </m:rPr>
                      <a:rPr lang="en-US" altLang="zh-CN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2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F9C05D1-8E32-00F0-0646-274E9EFFF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496" y="4248333"/>
                <a:ext cx="2471983" cy="463910"/>
              </a:xfrm>
              <a:prstGeom prst="rect">
                <a:avLst/>
              </a:prstGeom>
              <a:blipFill>
                <a:blip r:embed="rId12"/>
                <a:stretch>
                  <a:fillRect l="-247" r="-7901"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3389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  <p:bldP spid="3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BFD94-B73B-5B2D-5A7D-03BAE4E6C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F535DF98-7E69-00CB-6033-2E6B7921E6C6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2DA2BD6A-3005-9E73-A4B3-690979D6F954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9" name="箭头: 五边形 18">
                <a:extLst>
                  <a:ext uri="{FF2B5EF4-FFF2-40B4-BE49-F238E27FC236}">
                    <a16:creationId xmlns:a16="http://schemas.microsoft.com/office/drawing/2014/main" id="{530D6A37-1AF4-8CE8-693F-C0A9DEC81348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" name="箭头: V 形 19">
                <a:extLst>
                  <a:ext uri="{FF2B5EF4-FFF2-40B4-BE49-F238E27FC236}">
                    <a16:creationId xmlns:a16="http://schemas.microsoft.com/office/drawing/2014/main" id="{021E5A97-9598-52D7-86A5-FADA57F38B2B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" name="灯片编号占位符 3">
              <a:extLst>
                <a:ext uri="{FF2B5EF4-FFF2-40B4-BE49-F238E27FC236}">
                  <a16:creationId xmlns:a16="http://schemas.microsoft.com/office/drawing/2014/main" id="{67D21E29-7D57-5751-A5E4-F4C4D6C43130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20F7AF61-D926-7F30-2900-7B6DBA5E1A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8780948"/>
                  </p:ext>
                </p:extLst>
              </p:nvPr>
            </p:nvGraphicFramePr>
            <p:xfrm>
              <a:off x="6723014" y="1637024"/>
              <a:ext cx="5179691" cy="396932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06099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2261435098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304593438"/>
                        </a:ext>
                      </a:extLst>
                    </a:gridCol>
                  </a:tblGrid>
                  <a:tr h="392758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</m:t>
                              </m:r>
                            </m:oMath>
                          </a14:m>
                          <a:r>
                            <a:rPr lang="zh-CN" altLang="en-US" sz="2000" i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J</m:t>
                                    </m:r>
                                  </m:e>
                                  <m:sub>
                                    <m:r>
                                      <a:rPr lang="en-US" altLang="zh-CN" sz="2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 altLang="zh-CN" sz="2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000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J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J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392758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29827461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52075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20F7AF61-D926-7F30-2900-7B6DBA5E1A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8780948"/>
                  </p:ext>
                </p:extLst>
              </p:nvPr>
            </p:nvGraphicFramePr>
            <p:xfrm>
              <a:off x="6723014" y="1637024"/>
              <a:ext cx="5179691" cy="396932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06099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2261435098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304593438"/>
                        </a:ext>
                      </a:extLst>
                    </a:gridCol>
                  </a:tblGrid>
                  <a:tr h="403162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6" t="-763" r="-416970" b="-411450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8397" t="-1515" r="-100583" b="-91515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8397" t="-1515" r="-583" b="-91515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6512" t="-103077" r="-300000" b="-8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7661" t="-103077" r="-201754" b="-8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5930" t="-103077" r="-100581" b="-8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8246" t="-103077" r="-1170" b="-82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2982746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52075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31DEB3A1-C1A9-399A-2501-503C99CD8A34}"/>
              </a:ext>
            </a:extLst>
          </p:cNvPr>
          <p:cNvSpPr/>
          <p:nvPr/>
        </p:nvSpPr>
        <p:spPr>
          <a:xfrm>
            <a:off x="9814663" y="1637024"/>
            <a:ext cx="2088039" cy="3969322"/>
          </a:xfrm>
          <a:prstGeom prst="rect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813CE12-C510-00A4-A767-0D1BB343DB58}"/>
                  </a:ext>
                </a:extLst>
              </p:cNvPr>
              <p:cNvSpPr txBox="1"/>
              <p:nvPr/>
            </p:nvSpPr>
            <p:spPr>
              <a:xfrm>
                <a:off x="509685" y="5331682"/>
                <a:ext cx="6254692" cy="13567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J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K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J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K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endParaRPr lang="en-US" altLang="zh-CN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J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K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8D58BC19-3159-24C2-A443-BF7033481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85" y="5331682"/>
                <a:ext cx="6254692" cy="1356718"/>
              </a:xfrm>
              <a:prstGeom prst="rect">
                <a:avLst/>
              </a:prstGeom>
              <a:blipFill>
                <a:blip r:embed="rId4"/>
                <a:stretch>
                  <a:fillRect l="-585" t="-1351" r="-2047" b="-8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8B15C828-3AB7-DC4B-093F-6A0D4CF471B4}"/>
              </a:ext>
            </a:extLst>
          </p:cNvPr>
          <p:cNvSpPr txBox="1"/>
          <p:nvPr/>
        </p:nvSpPr>
        <p:spPr>
          <a:xfrm>
            <a:off x="7200000" y="1168504"/>
            <a:ext cx="4178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状态表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A45238A-0DA4-D765-AA4A-1FB0A83091E5}"/>
              </a:ext>
            </a:extLst>
          </p:cNvPr>
          <p:cNvSpPr txBox="1"/>
          <p:nvPr/>
        </p:nvSpPr>
        <p:spPr>
          <a:xfrm>
            <a:off x="360000" y="828000"/>
            <a:ext cx="7089332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示例：可逆六进制计数器的激励方程推导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31C9C3A0-CB10-6FB2-8D3F-63857AB7BA82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确定激励方程的另一种方法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9FE9890-B363-5264-75E1-EFF83964C8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8000" y="2376000"/>
            <a:ext cx="3444325" cy="18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916145F8-485E-A3FF-9D43-5B3295F248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3207062"/>
                  </p:ext>
                </p:extLst>
              </p:nvPr>
            </p:nvGraphicFramePr>
            <p:xfrm>
              <a:off x="360000" y="2201137"/>
              <a:ext cx="2630850" cy="2042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52950">
                      <a:extLst>
                        <a:ext uri="{9D8B030D-6E8A-4147-A177-3AD203B41FA5}">
                          <a16:colId xmlns:a16="http://schemas.microsoft.com/office/drawing/2014/main" val="3683292140"/>
                        </a:ext>
                      </a:extLst>
                    </a:gridCol>
                    <a:gridCol w="977900">
                      <a:extLst>
                        <a:ext uri="{9D8B030D-6E8A-4147-A177-3AD203B41FA5}">
                          <a16:colId xmlns:a16="http://schemas.microsoft.com/office/drawing/2014/main" val="4673611"/>
                        </a:ext>
                      </a:extLst>
                    </a:gridCol>
                  </a:tblGrid>
                  <a:tr h="33689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400" dirty="0">
                              <a:ea typeface="微软雅黑" panose="020B0503020204020204" pitchFamily="34" charset="-122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zh-CN" altLang="en-US" sz="2400" baseline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p>
                            </m:oMath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400" b="0" dirty="0"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J</m:t>
                              </m:r>
                            </m:oMath>
                          </a14:m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K</m:t>
                              </m:r>
                            </m:oMath>
                          </a14:m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3383002"/>
                      </a:ext>
                    </a:extLst>
                  </a:tr>
                  <a:tr h="29197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0       0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73212042"/>
                      </a:ext>
                    </a:extLst>
                  </a:tr>
                  <a:tr h="29197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0       1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93334096"/>
                      </a:ext>
                    </a:extLst>
                  </a:tr>
                  <a:tr h="29197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1       0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1514519"/>
                      </a:ext>
                    </a:extLst>
                  </a:tr>
                  <a:tr h="29197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1       1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9146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916145F8-485E-A3FF-9D43-5B3295F248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3207062"/>
                  </p:ext>
                </p:extLst>
              </p:nvPr>
            </p:nvGraphicFramePr>
            <p:xfrm>
              <a:off x="360000" y="2201137"/>
              <a:ext cx="2630850" cy="2042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52950">
                      <a:extLst>
                        <a:ext uri="{9D8B030D-6E8A-4147-A177-3AD203B41FA5}">
                          <a16:colId xmlns:a16="http://schemas.microsoft.com/office/drawing/2014/main" val="3683292140"/>
                        </a:ext>
                      </a:extLst>
                    </a:gridCol>
                    <a:gridCol w="977900">
                      <a:extLst>
                        <a:ext uri="{9D8B030D-6E8A-4147-A177-3AD203B41FA5}">
                          <a16:colId xmlns:a16="http://schemas.microsoft.com/office/drawing/2014/main" val="467361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369" t="-1333" r="-60148" b="-37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68944" t="-1333" r="-1242" b="-37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33830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0       0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7321204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0       1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9333409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1       0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151451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1       1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91465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41A1A7A4-203A-FBBE-2110-B500EF21F70E}"/>
              </a:ext>
            </a:extLst>
          </p:cNvPr>
          <p:cNvSpPr txBox="1"/>
          <p:nvPr/>
        </p:nvSpPr>
        <p:spPr>
          <a:xfrm>
            <a:off x="360000" y="1800000"/>
            <a:ext cx="26308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 </a:t>
            </a:r>
            <a:r>
              <a:rPr kumimoji="1"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触发器激励表</a:t>
            </a:r>
            <a:endParaRPr lang="zh-CN" altLang="en-US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12352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D2F17-0C6A-57E3-0E24-E014D5A0F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53E7BC39-4286-6512-818C-A326F483CD3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C6DABFEB-70A1-4D2A-0D21-64BCA92AD32A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9" name="箭头: 五边形 18">
                <a:extLst>
                  <a:ext uri="{FF2B5EF4-FFF2-40B4-BE49-F238E27FC236}">
                    <a16:creationId xmlns:a16="http://schemas.microsoft.com/office/drawing/2014/main" id="{D4CAA608-71F8-7559-CF11-54680931CADE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" name="箭头: V 形 19">
                <a:extLst>
                  <a:ext uri="{FF2B5EF4-FFF2-40B4-BE49-F238E27FC236}">
                    <a16:creationId xmlns:a16="http://schemas.microsoft.com/office/drawing/2014/main" id="{E587B17A-ACBC-AD51-F39A-ABF850B7B77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" name="灯片编号占位符 3">
              <a:extLst>
                <a:ext uri="{FF2B5EF4-FFF2-40B4-BE49-F238E27FC236}">
                  <a16:creationId xmlns:a16="http://schemas.microsoft.com/office/drawing/2014/main" id="{0AE72B01-9BD9-1C05-0F1D-C9B2A4BAAD92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9949CA81-A3EB-40A8-A92C-09A3A128679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23014" y="1637024"/>
              <a:ext cx="5179691" cy="396932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06099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2261435098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304593438"/>
                        </a:ext>
                      </a:extLst>
                    </a:gridCol>
                  </a:tblGrid>
                  <a:tr h="392758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</m:t>
                              </m:r>
                            </m:oMath>
                          </a14:m>
                          <a:r>
                            <a:rPr lang="zh-CN" altLang="en-US" sz="2000" i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J</m:t>
                                    </m:r>
                                  </m:e>
                                  <m:sub>
                                    <m:r>
                                      <a:rPr lang="en-US" altLang="zh-CN" sz="2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 altLang="zh-CN" sz="2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000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J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J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392758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29827461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52075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9949CA81-A3EB-40A8-A92C-09A3A128679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23014" y="1637024"/>
              <a:ext cx="5179691" cy="396932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06099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2261435098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304593438"/>
                        </a:ext>
                      </a:extLst>
                    </a:gridCol>
                  </a:tblGrid>
                  <a:tr h="403162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6" t="-763" r="-416970" b="-411450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8397" t="-1515" r="-100583" b="-91515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8397" t="-1515" r="-583" b="-91515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6512" t="-103077" r="-300000" b="-8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7661" t="-103077" r="-201754" b="-8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5930" t="-103077" r="-100581" b="-8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8246" t="-103077" r="-1170" b="-82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 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2982746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endParaRPr lang="zh-CN" altLang="en-US" sz="2000" kern="1200" dirty="0">
                            <a:solidFill>
                              <a:schemeClr val="bg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52075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2EDBDEBA-0172-DDC9-6F9D-6BD3FD40337D}"/>
              </a:ext>
            </a:extLst>
          </p:cNvPr>
          <p:cNvSpPr/>
          <p:nvPr/>
        </p:nvSpPr>
        <p:spPr>
          <a:xfrm>
            <a:off x="9814663" y="1637024"/>
            <a:ext cx="2088039" cy="3969322"/>
          </a:xfrm>
          <a:prstGeom prst="rect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C3AADE3-8455-8D7E-6777-50B724D437CB}"/>
                  </a:ext>
                </a:extLst>
              </p:cNvPr>
              <p:cNvSpPr txBox="1"/>
              <p:nvPr/>
            </p:nvSpPr>
            <p:spPr>
              <a:xfrm>
                <a:off x="509685" y="5331682"/>
                <a:ext cx="6254692" cy="13567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J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K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J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K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endParaRPr lang="en-US" altLang="zh-CN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J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K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8D58BC19-3159-24C2-A443-BF7033481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85" y="5331682"/>
                <a:ext cx="6254692" cy="1356718"/>
              </a:xfrm>
              <a:prstGeom prst="rect">
                <a:avLst/>
              </a:prstGeom>
              <a:blipFill>
                <a:blip r:embed="rId4"/>
                <a:stretch>
                  <a:fillRect l="-585" t="-1351" r="-2047" b="-8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E3541235-3E29-3A1C-D9FD-F5670FFC6525}"/>
              </a:ext>
            </a:extLst>
          </p:cNvPr>
          <p:cNvSpPr txBox="1"/>
          <p:nvPr/>
        </p:nvSpPr>
        <p:spPr>
          <a:xfrm>
            <a:off x="7200000" y="1168504"/>
            <a:ext cx="4178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状态表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89DADD8-FB31-B8FB-167D-63DA3AF9331C}"/>
              </a:ext>
            </a:extLst>
          </p:cNvPr>
          <p:cNvSpPr txBox="1"/>
          <p:nvPr/>
        </p:nvSpPr>
        <p:spPr>
          <a:xfrm>
            <a:off x="360000" y="828000"/>
            <a:ext cx="7089332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示例：可逆六进制计数器的激励方程推导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415CF6B-AEAB-DB70-4B94-4804723C6DFA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确定激励方程的另一种方法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CA9B0B9-54D3-22AD-B245-D867635ED2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217153"/>
              </p:ext>
            </p:extLst>
          </p:nvPr>
        </p:nvGraphicFramePr>
        <p:xfrm>
          <a:off x="1345405" y="2263790"/>
          <a:ext cx="2046092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182143636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201667155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555876208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096902984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377841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43940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090145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534781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DBFB514E-9AD6-085B-2F4A-258406F19A72}"/>
              </a:ext>
            </a:extLst>
          </p:cNvPr>
          <p:cNvGraphicFramePr>
            <a:graphicFrameLocks noGrp="1"/>
          </p:cNvGraphicFramePr>
          <p:nvPr/>
        </p:nvGraphicFramePr>
        <p:xfrm>
          <a:off x="919514" y="2263790"/>
          <a:ext cx="507779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7779">
                  <a:extLst>
                    <a:ext uri="{9D8B030D-6E8A-4147-A177-3AD203B41FA5}">
                      <a16:colId xmlns:a16="http://schemas.microsoft.com/office/drawing/2014/main" val="2383079681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0148879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732342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8144220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3289079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455C0A0D-AA7D-8F4C-E0E6-DA5B9B17C3E7}"/>
              </a:ext>
            </a:extLst>
          </p:cNvPr>
          <p:cNvGraphicFramePr>
            <a:graphicFrameLocks noGrp="1"/>
          </p:cNvGraphicFramePr>
          <p:nvPr/>
        </p:nvGraphicFramePr>
        <p:xfrm>
          <a:off x="1345405" y="1912425"/>
          <a:ext cx="2046092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307255290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685997691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49169052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1635232657"/>
                    </a:ext>
                  </a:extLst>
                </a:gridCol>
              </a:tblGrid>
              <a:tr h="3149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097716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2696970-8A2E-5C7C-C643-101996123F0F}"/>
                  </a:ext>
                </a:extLst>
              </p:cNvPr>
              <p:cNvSpPr txBox="1"/>
              <p:nvPr/>
            </p:nvSpPr>
            <p:spPr>
              <a:xfrm>
                <a:off x="1029051" y="1658661"/>
                <a:ext cx="68068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2696970-8A2E-5C7C-C643-101996123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051" y="1658661"/>
                <a:ext cx="680684" cy="400110"/>
              </a:xfrm>
              <a:prstGeom prst="rect">
                <a:avLst/>
              </a:prstGeom>
              <a:blipFill>
                <a:blip r:embed="rId5"/>
                <a:stretch>
                  <a:fillRect l="-901"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57AD28B-32F8-DF0D-FB2B-094F6839DDC3}"/>
                  </a:ext>
                </a:extLst>
              </p:cNvPr>
              <p:cNvSpPr txBox="1"/>
              <p:nvPr/>
            </p:nvSpPr>
            <p:spPr>
              <a:xfrm>
                <a:off x="335498" y="1884746"/>
                <a:ext cx="9003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57AD28B-32F8-DF0D-FB2B-094F6839D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98" y="1884746"/>
                <a:ext cx="900344" cy="400110"/>
              </a:xfrm>
              <a:prstGeom prst="rect">
                <a:avLst/>
              </a:prstGeom>
              <a:blipFill>
                <a:blip r:embed="rId6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B817F67-A420-F193-22D7-1C6AEEC10D12}"/>
              </a:ext>
            </a:extLst>
          </p:cNvPr>
          <p:cNvCxnSpPr>
            <a:cxnSpLocks/>
          </p:cNvCxnSpPr>
          <p:nvPr/>
        </p:nvCxnSpPr>
        <p:spPr>
          <a:xfrm flipH="1" flipV="1">
            <a:off x="1005575" y="1836800"/>
            <a:ext cx="339830" cy="4269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F7B8745-4FCC-EFDB-F005-5F626EB28377}"/>
                  </a:ext>
                </a:extLst>
              </p:cNvPr>
              <p:cNvSpPr txBox="1"/>
              <p:nvPr/>
            </p:nvSpPr>
            <p:spPr>
              <a:xfrm>
                <a:off x="384691" y="1448088"/>
                <a:ext cx="90034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J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F7B8745-4FCC-EFDB-F005-5F626EB28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691" y="1448088"/>
                <a:ext cx="900344" cy="461665"/>
              </a:xfrm>
              <a:prstGeom prst="rect">
                <a:avLst/>
              </a:prstGeom>
              <a:blipFill>
                <a:blip r:embed="rId7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C4EE3065-11A3-A56F-4BE0-5850840FF4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179049"/>
              </p:ext>
            </p:extLst>
          </p:nvPr>
        </p:nvGraphicFramePr>
        <p:xfrm>
          <a:off x="4401404" y="2263790"/>
          <a:ext cx="2046092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182143636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201667155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555876208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096902984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377841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43940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090145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534781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DA836D8F-C568-9565-4CD6-530264846EE5}"/>
              </a:ext>
            </a:extLst>
          </p:cNvPr>
          <p:cNvGraphicFramePr>
            <a:graphicFrameLocks noGrp="1"/>
          </p:cNvGraphicFramePr>
          <p:nvPr/>
        </p:nvGraphicFramePr>
        <p:xfrm>
          <a:off x="3975513" y="2263790"/>
          <a:ext cx="507779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7779">
                  <a:extLst>
                    <a:ext uri="{9D8B030D-6E8A-4147-A177-3AD203B41FA5}">
                      <a16:colId xmlns:a16="http://schemas.microsoft.com/office/drawing/2014/main" val="2383079681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0148879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732342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8144220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3289079"/>
                  </a:ext>
                </a:extLst>
              </a:tr>
            </a:tbl>
          </a:graphicData>
        </a:graphic>
      </p:graphicFrame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4FA57F69-41EE-2125-9BFF-40E4F57CA120}"/>
              </a:ext>
            </a:extLst>
          </p:cNvPr>
          <p:cNvGraphicFramePr>
            <a:graphicFrameLocks noGrp="1"/>
          </p:cNvGraphicFramePr>
          <p:nvPr/>
        </p:nvGraphicFramePr>
        <p:xfrm>
          <a:off x="4401404" y="1912425"/>
          <a:ext cx="2046092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307255290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685997691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49169052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1635232657"/>
                    </a:ext>
                  </a:extLst>
                </a:gridCol>
              </a:tblGrid>
              <a:tr h="3149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097716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27A84D72-7AE6-6D82-5CE6-CC973A3F8D42}"/>
                  </a:ext>
                </a:extLst>
              </p:cNvPr>
              <p:cNvSpPr txBox="1"/>
              <p:nvPr/>
            </p:nvSpPr>
            <p:spPr>
              <a:xfrm>
                <a:off x="4085050" y="1658661"/>
                <a:ext cx="68068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27A84D72-7AE6-6D82-5CE6-CC973A3F8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050" y="1658661"/>
                <a:ext cx="680684" cy="400110"/>
              </a:xfrm>
              <a:prstGeom prst="rect">
                <a:avLst/>
              </a:prstGeom>
              <a:blipFill>
                <a:blip r:embed="rId8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F80EF10B-511D-F5C5-1E05-3A7CD27BDA15}"/>
                  </a:ext>
                </a:extLst>
              </p:cNvPr>
              <p:cNvSpPr txBox="1"/>
              <p:nvPr/>
            </p:nvSpPr>
            <p:spPr>
              <a:xfrm>
                <a:off x="3391497" y="1884746"/>
                <a:ext cx="9003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F80EF10B-511D-F5C5-1E05-3A7CD27BD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1497" y="1884746"/>
                <a:ext cx="900344" cy="400110"/>
              </a:xfrm>
              <a:prstGeom prst="rect">
                <a:avLst/>
              </a:prstGeom>
              <a:blipFill>
                <a:blip r:embed="rId9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2C963ACF-843A-830B-F23E-84DF098D553D}"/>
              </a:ext>
            </a:extLst>
          </p:cNvPr>
          <p:cNvCxnSpPr>
            <a:cxnSpLocks/>
          </p:cNvCxnSpPr>
          <p:nvPr/>
        </p:nvCxnSpPr>
        <p:spPr>
          <a:xfrm flipH="1" flipV="1">
            <a:off x="4061574" y="1836800"/>
            <a:ext cx="339830" cy="4269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2E023D8-BCF6-5AEB-3745-5F0689E1C2E4}"/>
                  </a:ext>
                </a:extLst>
              </p:cNvPr>
              <p:cNvSpPr txBox="1"/>
              <p:nvPr/>
            </p:nvSpPr>
            <p:spPr>
              <a:xfrm>
                <a:off x="3440690" y="1448088"/>
                <a:ext cx="90034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K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2E023D8-BCF6-5AEB-3745-5F0689E1C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0690" y="1448088"/>
                <a:ext cx="900344" cy="461665"/>
              </a:xfrm>
              <a:prstGeom prst="rect">
                <a:avLst/>
              </a:prstGeom>
              <a:blipFill>
                <a:blip r:embed="rId10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9F9A80D7-A019-3970-F519-27C192181C8B}"/>
                  </a:ext>
                </a:extLst>
              </p:cNvPr>
              <p:cNvSpPr txBox="1"/>
              <p:nvPr/>
            </p:nvSpPr>
            <p:spPr>
              <a:xfrm>
                <a:off x="4191496" y="4248333"/>
                <a:ext cx="2471983" cy="4617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K</m:t>
                        </m:r>
                      </m:e>
                      <m:sub>
                        <m: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a:rPr lang="en-US" altLang="zh-CN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r>
                  <a:rPr lang="en-US" altLang="zh-CN" sz="22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9F9A80D7-A019-3970-F519-27C192181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496" y="4248333"/>
                <a:ext cx="2471983" cy="461793"/>
              </a:xfrm>
              <a:prstGeom prst="rect">
                <a:avLst/>
              </a:prstGeom>
              <a:blipFill>
                <a:blip r:embed="rId11"/>
                <a:stretch>
                  <a:fillRect l="-247"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534AA9D-BDA4-4725-1D9C-223C8BD38CA7}"/>
                  </a:ext>
                </a:extLst>
              </p:cNvPr>
              <p:cNvSpPr txBox="1"/>
              <p:nvPr/>
            </p:nvSpPr>
            <p:spPr>
              <a:xfrm>
                <a:off x="509685" y="4248333"/>
                <a:ext cx="2914257" cy="463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J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a:rPr lang="en-US" altLang="zh-CN" sz="2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r>
                  <a:rPr lang="en-US" altLang="zh-CN" sz="22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534AA9D-BDA4-4725-1D9C-223C8BD38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85" y="4248333"/>
                <a:ext cx="2914257" cy="463910"/>
              </a:xfrm>
              <a:prstGeom prst="rect">
                <a:avLst/>
              </a:prstGeom>
              <a:blipFill>
                <a:blip r:embed="rId12"/>
                <a:stretch>
                  <a:fillRect l="-1255"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44">
            <a:extLst>
              <a:ext uri="{FF2B5EF4-FFF2-40B4-BE49-F238E27FC236}">
                <a16:creationId xmlns:a16="http://schemas.microsoft.com/office/drawing/2014/main" id="{776809A1-08B1-4283-7B03-CA88A06CF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813" y="2313227"/>
            <a:ext cx="299732" cy="1477638"/>
          </a:xfrm>
          <a:prstGeom prst="rect">
            <a:avLst/>
          </a:prstGeom>
          <a:noFill/>
          <a:ln w="50800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32" name="左中括号 31">
            <a:extLst>
              <a:ext uri="{FF2B5EF4-FFF2-40B4-BE49-F238E27FC236}">
                <a16:creationId xmlns:a16="http://schemas.microsoft.com/office/drawing/2014/main" id="{100C4D9B-A308-1E68-53A0-47787A6E01D8}"/>
              </a:ext>
            </a:extLst>
          </p:cNvPr>
          <p:cNvSpPr/>
          <p:nvPr/>
        </p:nvSpPr>
        <p:spPr>
          <a:xfrm rot="10800000">
            <a:off x="1262507" y="3109493"/>
            <a:ext cx="482968" cy="681372"/>
          </a:xfrm>
          <a:prstGeom prst="leftBracket">
            <a:avLst>
              <a:gd name="adj" fmla="val 0"/>
            </a:avLst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左中括号 32">
            <a:extLst>
              <a:ext uri="{FF2B5EF4-FFF2-40B4-BE49-F238E27FC236}">
                <a16:creationId xmlns:a16="http://schemas.microsoft.com/office/drawing/2014/main" id="{CDDBFEC9-E307-6EC0-B2F8-42D965C7F3F7}"/>
              </a:ext>
            </a:extLst>
          </p:cNvPr>
          <p:cNvSpPr/>
          <p:nvPr/>
        </p:nvSpPr>
        <p:spPr>
          <a:xfrm rot="10800000" flipH="1">
            <a:off x="2991427" y="3109493"/>
            <a:ext cx="482968" cy="681372"/>
          </a:xfrm>
          <a:prstGeom prst="leftBracket">
            <a:avLst>
              <a:gd name="adj" fmla="val 0"/>
            </a:avLst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左中括号 33">
            <a:extLst>
              <a:ext uri="{FF2B5EF4-FFF2-40B4-BE49-F238E27FC236}">
                <a16:creationId xmlns:a16="http://schemas.microsoft.com/office/drawing/2014/main" id="{EA130C9D-1B3D-A5B7-6E44-16CCCED385D2}"/>
              </a:ext>
            </a:extLst>
          </p:cNvPr>
          <p:cNvSpPr/>
          <p:nvPr/>
        </p:nvSpPr>
        <p:spPr>
          <a:xfrm rot="10800000">
            <a:off x="4323907" y="2319344"/>
            <a:ext cx="482968" cy="681372"/>
          </a:xfrm>
          <a:prstGeom prst="leftBracket">
            <a:avLst>
              <a:gd name="adj" fmla="val 0"/>
            </a:avLst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左中括号 34">
            <a:extLst>
              <a:ext uri="{FF2B5EF4-FFF2-40B4-BE49-F238E27FC236}">
                <a16:creationId xmlns:a16="http://schemas.microsoft.com/office/drawing/2014/main" id="{E9C92151-A20C-9661-BBFD-C62182C4618A}"/>
              </a:ext>
            </a:extLst>
          </p:cNvPr>
          <p:cNvSpPr/>
          <p:nvPr/>
        </p:nvSpPr>
        <p:spPr>
          <a:xfrm rot="10800000" flipH="1">
            <a:off x="6042025" y="2319345"/>
            <a:ext cx="482968" cy="681372"/>
          </a:xfrm>
          <a:prstGeom prst="leftBracket">
            <a:avLst>
              <a:gd name="adj" fmla="val 0"/>
            </a:avLst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Rectangle 44">
            <a:extLst>
              <a:ext uri="{FF2B5EF4-FFF2-40B4-BE49-F238E27FC236}">
                <a16:creationId xmlns:a16="http://schemas.microsoft.com/office/drawing/2014/main" id="{52BD0D1F-5B4C-9BB2-7052-F59E42773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9348" y="2308665"/>
            <a:ext cx="299732" cy="1477638"/>
          </a:xfrm>
          <a:prstGeom prst="rect">
            <a:avLst/>
          </a:prstGeom>
          <a:noFill/>
          <a:ln w="50800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883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F19BA-4F26-80D9-C87B-36F14B5DB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326AE260-0E16-A653-0CFB-DEABED09C2AD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08D9274D-044F-2403-7EAE-10A861ADA45B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9" name="箭头: 五边形 18">
                <a:extLst>
                  <a:ext uri="{FF2B5EF4-FFF2-40B4-BE49-F238E27FC236}">
                    <a16:creationId xmlns:a16="http://schemas.microsoft.com/office/drawing/2014/main" id="{B291BC28-D199-7604-2B71-FA04A789A2E2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" name="箭头: V 形 19">
                <a:extLst>
                  <a:ext uri="{FF2B5EF4-FFF2-40B4-BE49-F238E27FC236}">
                    <a16:creationId xmlns:a16="http://schemas.microsoft.com/office/drawing/2014/main" id="{F0D339AF-68C3-B778-7202-605C7B568E5D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" name="灯片编号占位符 3">
              <a:extLst>
                <a:ext uri="{FF2B5EF4-FFF2-40B4-BE49-F238E27FC236}">
                  <a16:creationId xmlns:a16="http://schemas.microsoft.com/office/drawing/2014/main" id="{7D722D71-8B2F-5731-7538-1BDAC6D03C5F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2E727C41-65D3-C965-D301-79CD379875B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4852453"/>
                  </p:ext>
                </p:extLst>
              </p:nvPr>
            </p:nvGraphicFramePr>
            <p:xfrm>
              <a:off x="6723014" y="1637024"/>
              <a:ext cx="5179691" cy="396932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06099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2261435098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304593438"/>
                        </a:ext>
                      </a:extLst>
                    </a:gridCol>
                  </a:tblGrid>
                  <a:tr h="392758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</m:t>
                              </m:r>
                            </m:oMath>
                          </a14:m>
                          <a:r>
                            <a:rPr lang="zh-CN" altLang="en-US" sz="2000" i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J</m:t>
                                    </m:r>
                                  </m:e>
                                  <m:sub>
                                    <m:r>
                                      <a:rPr lang="en-US" altLang="zh-CN" sz="2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 altLang="zh-CN" sz="2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000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J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J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392758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0 0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0x1x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1 0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x01x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x0x0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x0x1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x1x0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x0x0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0xx1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1xx0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0xx1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0xx1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29827461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x11x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x11x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52075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2E727C41-65D3-C965-D301-79CD379875B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4852453"/>
                  </p:ext>
                </p:extLst>
              </p:nvPr>
            </p:nvGraphicFramePr>
            <p:xfrm>
              <a:off x="6723014" y="1637024"/>
              <a:ext cx="5179691" cy="396932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06099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2261435098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304593438"/>
                        </a:ext>
                      </a:extLst>
                    </a:gridCol>
                  </a:tblGrid>
                  <a:tr h="403162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6" t="-763" r="-416970" b="-411450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8397" t="-1515" r="-100583" b="-91515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8397" t="-1515" r="-583" b="-91515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6512" t="-103077" r="-300000" b="-8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7661" t="-103077" r="-201754" b="-8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5930" t="-103077" r="-100581" b="-8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8246" t="-103077" r="-1170" b="-82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0 0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0x1x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1 0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x01x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x0x0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x0x1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x1x0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x0x0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0xx1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1xx0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0xx1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0xx1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2982746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x11x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x11x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52075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CD6B6458-BEBE-6761-6B24-6C1DF651BBF2}"/>
              </a:ext>
            </a:extLst>
          </p:cNvPr>
          <p:cNvSpPr/>
          <p:nvPr/>
        </p:nvSpPr>
        <p:spPr>
          <a:xfrm>
            <a:off x="9814663" y="1637024"/>
            <a:ext cx="2088039" cy="3969322"/>
          </a:xfrm>
          <a:prstGeom prst="rect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C6AD1B5-D8C6-1E85-EE04-9387CF2A86F3}"/>
                  </a:ext>
                </a:extLst>
              </p:cNvPr>
              <p:cNvSpPr txBox="1"/>
              <p:nvPr/>
            </p:nvSpPr>
            <p:spPr>
              <a:xfrm>
                <a:off x="509685" y="5331682"/>
                <a:ext cx="6254692" cy="13567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J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K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J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K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endParaRPr lang="en-US" altLang="zh-CN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J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K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8D58BC19-3159-24C2-A443-BF7033481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85" y="5331682"/>
                <a:ext cx="6254692" cy="1356718"/>
              </a:xfrm>
              <a:prstGeom prst="rect">
                <a:avLst/>
              </a:prstGeom>
              <a:blipFill>
                <a:blip r:embed="rId4"/>
                <a:stretch>
                  <a:fillRect l="-585" t="-1351" r="-2047" b="-8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346D63A4-005B-3F5F-4A55-DBAF3CA34613}"/>
              </a:ext>
            </a:extLst>
          </p:cNvPr>
          <p:cNvSpPr txBox="1"/>
          <p:nvPr/>
        </p:nvSpPr>
        <p:spPr>
          <a:xfrm>
            <a:off x="7200000" y="1168504"/>
            <a:ext cx="4178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状态表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D36729D-209B-8DA8-0037-3665F6373AFE}"/>
              </a:ext>
            </a:extLst>
          </p:cNvPr>
          <p:cNvSpPr txBox="1"/>
          <p:nvPr/>
        </p:nvSpPr>
        <p:spPr>
          <a:xfrm>
            <a:off x="360000" y="828000"/>
            <a:ext cx="7089332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示例：可逆六进制计数器的激励方程推导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56CBE742-FB5D-CC70-CD67-6079E306E208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确定激励方程的另一种方法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EABCD42-C599-3ED1-B716-ED24DB48F2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8000" y="2376000"/>
            <a:ext cx="3444325" cy="18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7E0D0A3F-6E98-036E-D1B3-7DCA2C9021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3207062"/>
                  </p:ext>
                </p:extLst>
              </p:nvPr>
            </p:nvGraphicFramePr>
            <p:xfrm>
              <a:off x="360000" y="2201137"/>
              <a:ext cx="2630850" cy="2042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52950">
                      <a:extLst>
                        <a:ext uri="{9D8B030D-6E8A-4147-A177-3AD203B41FA5}">
                          <a16:colId xmlns:a16="http://schemas.microsoft.com/office/drawing/2014/main" val="3683292140"/>
                        </a:ext>
                      </a:extLst>
                    </a:gridCol>
                    <a:gridCol w="977900">
                      <a:extLst>
                        <a:ext uri="{9D8B030D-6E8A-4147-A177-3AD203B41FA5}">
                          <a16:colId xmlns:a16="http://schemas.microsoft.com/office/drawing/2014/main" val="4673611"/>
                        </a:ext>
                      </a:extLst>
                    </a:gridCol>
                  </a:tblGrid>
                  <a:tr h="33689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400" dirty="0">
                              <a:ea typeface="微软雅黑" panose="020B0503020204020204" pitchFamily="34" charset="-122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zh-CN" altLang="en-US" sz="2400" baseline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p>
                            </m:oMath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400" b="0" dirty="0"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J</m:t>
                              </m:r>
                            </m:oMath>
                          </a14:m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K</m:t>
                              </m:r>
                            </m:oMath>
                          </a14:m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3383002"/>
                      </a:ext>
                    </a:extLst>
                  </a:tr>
                  <a:tr h="29197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0       0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73212042"/>
                      </a:ext>
                    </a:extLst>
                  </a:tr>
                  <a:tr h="29197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0       1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93334096"/>
                      </a:ext>
                    </a:extLst>
                  </a:tr>
                  <a:tr h="29197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1       0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1514519"/>
                      </a:ext>
                    </a:extLst>
                  </a:tr>
                  <a:tr h="29197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1       1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9146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7E0D0A3F-6E98-036E-D1B3-7DCA2C9021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3207062"/>
                  </p:ext>
                </p:extLst>
              </p:nvPr>
            </p:nvGraphicFramePr>
            <p:xfrm>
              <a:off x="360000" y="2201137"/>
              <a:ext cx="2630850" cy="2042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52950">
                      <a:extLst>
                        <a:ext uri="{9D8B030D-6E8A-4147-A177-3AD203B41FA5}">
                          <a16:colId xmlns:a16="http://schemas.microsoft.com/office/drawing/2014/main" val="3683292140"/>
                        </a:ext>
                      </a:extLst>
                    </a:gridCol>
                    <a:gridCol w="977900">
                      <a:extLst>
                        <a:ext uri="{9D8B030D-6E8A-4147-A177-3AD203B41FA5}">
                          <a16:colId xmlns:a16="http://schemas.microsoft.com/office/drawing/2014/main" val="467361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369" t="-1333" r="-60148" b="-37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68944" t="-1333" r="-1242" b="-37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33830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0       0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7321204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0       1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9333409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1       0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151451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1       1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91465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B14939A6-B93F-8FA6-20AB-E49A7F32AEB4}"/>
              </a:ext>
            </a:extLst>
          </p:cNvPr>
          <p:cNvSpPr txBox="1"/>
          <p:nvPr/>
        </p:nvSpPr>
        <p:spPr>
          <a:xfrm>
            <a:off x="360000" y="1800000"/>
            <a:ext cx="26308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 </a:t>
            </a:r>
            <a:r>
              <a:rPr kumimoji="1"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触发器激励表</a:t>
            </a:r>
            <a:endParaRPr lang="zh-CN" altLang="en-US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8246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C62A9-861D-FBBE-5564-8802F7528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794BCBEA-9ED8-53BF-20CD-3548E190F88D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F72C5036-8506-8E38-4833-52E8F64B9EB5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9" name="箭头: 五边形 18">
                <a:extLst>
                  <a:ext uri="{FF2B5EF4-FFF2-40B4-BE49-F238E27FC236}">
                    <a16:creationId xmlns:a16="http://schemas.microsoft.com/office/drawing/2014/main" id="{39008CBC-7192-7F7C-2F4E-AFA02002EC12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" name="箭头: V 形 19">
                <a:extLst>
                  <a:ext uri="{FF2B5EF4-FFF2-40B4-BE49-F238E27FC236}">
                    <a16:creationId xmlns:a16="http://schemas.microsoft.com/office/drawing/2014/main" id="{2BF90D74-476D-8A71-2478-562CF79F33F1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" name="灯片编号占位符 3">
              <a:extLst>
                <a:ext uri="{FF2B5EF4-FFF2-40B4-BE49-F238E27FC236}">
                  <a16:creationId xmlns:a16="http://schemas.microsoft.com/office/drawing/2014/main" id="{27E4B006-FC91-D243-9F11-B30BC47AFC1C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0085E092-26D3-952E-5542-7C4E61CEE66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23014" y="1637024"/>
              <a:ext cx="5179691" cy="396932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06099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2261435098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304593438"/>
                        </a:ext>
                      </a:extLst>
                    </a:gridCol>
                  </a:tblGrid>
                  <a:tr h="392758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</m:t>
                              </m:r>
                            </m:oMath>
                          </a14:m>
                          <a:r>
                            <a:rPr lang="zh-CN" altLang="en-US" sz="2000" i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J</m:t>
                                    </m:r>
                                  </m:e>
                                  <m:sub>
                                    <m:r>
                                      <a:rPr lang="en-US" altLang="zh-CN" sz="2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 altLang="zh-CN" sz="2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000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J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J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392758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0 0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0x1x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1 0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x01x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x0x0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x0x1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2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x1x0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x0x0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0xx1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1xx0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0xx1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0xx1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29827461"/>
                      </a:ext>
                    </a:extLst>
                  </a:tr>
                  <a:tr h="1341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x11x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x11x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52075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0085E092-26D3-952E-5542-7C4E61CEE66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23014" y="1637024"/>
              <a:ext cx="5179691" cy="396932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06099">
                      <a:extLst>
                        <a:ext uri="{9D8B030D-6E8A-4147-A177-3AD203B41FA5}">
                          <a16:colId xmlns:a16="http://schemas.microsoft.com/office/drawing/2014/main" val="2658989208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2505362095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3172447166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2261435098"/>
                        </a:ext>
                      </a:extLst>
                    </a:gridCol>
                    <a:gridCol w="1043398">
                      <a:extLst>
                        <a:ext uri="{9D8B030D-6E8A-4147-A177-3AD203B41FA5}">
                          <a16:colId xmlns:a16="http://schemas.microsoft.com/office/drawing/2014/main" val="304593438"/>
                        </a:ext>
                      </a:extLst>
                    </a:gridCol>
                  </a:tblGrid>
                  <a:tr h="403162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6" t="-763" r="-416970" b="-411450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8397" t="-1515" r="-100583" b="-91515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8397" t="-1515" r="-583" b="-91515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4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12132083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6512" t="-103077" r="-300000" b="-8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7661" t="-103077" r="-201754" b="-8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5930" t="-103077" r="-100581" b="-8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8246" t="-103077" r="-1170" b="-82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789295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0 0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0x1x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11626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1 0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08799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x01x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x10x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876151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x0x0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x0x1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37362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x1x0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x0x0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08215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0xx1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1xx0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04946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0xx1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0xx1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2982746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x11x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chemeClr val="bg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x11x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1x</a:t>
                          </a:r>
                          <a:endParaRPr lang="zh-CN" altLang="en-US" sz="2000" kern="1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52075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4E6E42F0-E59F-FDED-2E34-78D0691AFA4B}"/>
              </a:ext>
            </a:extLst>
          </p:cNvPr>
          <p:cNvSpPr/>
          <p:nvPr/>
        </p:nvSpPr>
        <p:spPr>
          <a:xfrm>
            <a:off x="9814663" y="1637024"/>
            <a:ext cx="2088039" cy="3969322"/>
          </a:xfrm>
          <a:prstGeom prst="rect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DC347898-C1F5-A46A-E6D8-F2CED2080569}"/>
                  </a:ext>
                </a:extLst>
              </p:cNvPr>
              <p:cNvSpPr txBox="1"/>
              <p:nvPr/>
            </p:nvSpPr>
            <p:spPr>
              <a:xfrm>
                <a:off x="509685" y="5331682"/>
                <a:ext cx="6254692" cy="13567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J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K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J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K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endParaRPr lang="en-US" altLang="zh-CN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J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K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8D58BC19-3159-24C2-A443-BF7033481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85" y="5331682"/>
                <a:ext cx="6254692" cy="1356718"/>
              </a:xfrm>
              <a:prstGeom prst="rect">
                <a:avLst/>
              </a:prstGeom>
              <a:blipFill>
                <a:blip r:embed="rId4"/>
                <a:stretch>
                  <a:fillRect l="-585" t="-1351" r="-2047" b="-8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00580E7E-1BF1-D42B-434E-0EBF5B048C3B}"/>
              </a:ext>
            </a:extLst>
          </p:cNvPr>
          <p:cNvSpPr txBox="1"/>
          <p:nvPr/>
        </p:nvSpPr>
        <p:spPr>
          <a:xfrm>
            <a:off x="7200000" y="1168504"/>
            <a:ext cx="4178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状态表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44122E-F226-71CD-1D33-138968020046}"/>
              </a:ext>
            </a:extLst>
          </p:cNvPr>
          <p:cNvSpPr txBox="1"/>
          <p:nvPr/>
        </p:nvSpPr>
        <p:spPr>
          <a:xfrm>
            <a:off x="360000" y="828000"/>
            <a:ext cx="7089332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示例：可逆六进制计数器的激励方程推导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8720E209-33DD-FA2C-26AC-1B51826DDA1A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同步时序逻辑电路的设计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确定激励方程的另一种方法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019E78F-BBE0-432A-DB8F-4770D22C84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172635"/>
              </p:ext>
            </p:extLst>
          </p:nvPr>
        </p:nvGraphicFramePr>
        <p:xfrm>
          <a:off x="1345405" y="2263790"/>
          <a:ext cx="2046092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182143636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201667155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555876208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096902984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377841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43940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090145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534781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F3B23F5C-A12D-02F2-00A1-CFC51FC8CB78}"/>
              </a:ext>
            </a:extLst>
          </p:cNvPr>
          <p:cNvGraphicFramePr>
            <a:graphicFrameLocks noGrp="1"/>
          </p:cNvGraphicFramePr>
          <p:nvPr/>
        </p:nvGraphicFramePr>
        <p:xfrm>
          <a:off x="919514" y="2263790"/>
          <a:ext cx="507779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7779">
                  <a:extLst>
                    <a:ext uri="{9D8B030D-6E8A-4147-A177-3AD203B41FA5}">
                      <a16:colId xmlns:a16="http://schemas.microsoft.com/office/drawing/2014/main" val="2383079681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0148879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732342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8144220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3289079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25E06C78-094B-1DA1-97F8-01C864C0B4D1}"/>
              </a:ext>
            </a:extLst>
          </p:cNvPr>
          <p:cNvGraphicFramePr>
            <a:graphicFrameLocks noGrp="1"/>
          </p:cNvGraphicFramePr>
          <p:nvPr/>
        </p:nvGraphicFramePr>
        <p:xfrm>
          <a:off x="1345405" y="1912425"/>
          <a:ext cx="2046092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307255290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685997691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49169052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1635232657"/>
                    </a:ext>
                  </a:extLst>
                </a:gridCol>
              </a:tblGrid>
              <a:tr h="3149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097716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03B46B9-D4B4-39BF-C6A5-3DF26143C701}"/>
                  </a:ext>
                </a:extLst>
              </p:cNvPr>
              <p:cNvSpPr txBox="1"/>
              <p:nvPr/>
            </p:nvSpPr>
            <p:spPr>
              <a:xfrm>
                <a:off x="1029051" y="1658661"/>
                <a:ext cx="68068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03B46B9-D4B4-39BF-C6A5-3DF26143C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051" y="1658661"/>
                <a:ext cx="680684" cy="400110"/>
              </a:xfrm>
              <a:prstGeom prst="rect">
                <a:avLst/>
              </a:prstGeom>
              <a:blipFill>
                <a:blip r:embed="rId5"/>
                <a:stretch>
                  <a:fillRect l="-901"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BA2EFAA-7155-574A-3755-BAFFA242993B}"/>
                  </a:ext>
                </a:extLst>
              </p:cNvPr>
              <p:cNvSpPr txBox="1"/>
              <p:nvPr/>
            </p:nvSpPr>
            <p:spPr>
              <a:xfrm>
                <a:off x="335498" y="1884746"/>
                <a:ext cx="9003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BA2EFAA-7155-574A-3755-BAFFA2429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98" y="1884746"/>
                <a:ext cx="900344" cy="400110"/>
              </a:xfrm>
              <a:prstGeom prst="rect">
                <a:avLst/>
              </a:prstGeom>
              <a:blipFill>
                <a:blip r:embed="rId6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CF0AF04-2B0E-3A2A-41BC-9D8F1AEF395E}"/>
              </a:ext>
            </a:extLst>
          </p:cNvPr>
          <p:cNvCxnSpPr>
            <a:cxnSpLocks/>
          </p:cNvCxnSpPr>
          <p:nvPr/>
        </p:nvCxnSpPr>
        <p:spPr>
          <a:xfrm flipH="1" flipV="1">
            <a:off x="1005575" y="1836800"/>
            <a:ext cx="339830" cy="4269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6CDB5BA-4FFE-6EBC-AAD8-D0D6BA69741D}"/>
                  </a:ext>
                </a:extLst>
              </p:cNvPr>
              <p:cNvSpPr txBox="1"/>
              <p:nvPr/>
            </p:nvSpPr>
            <p:spPr>
              <a:xfrm>
                <a:off x="384691" y="1448088"/>
                <a:ext cx="90034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J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6CDB5BA-4FFE-6EBC-AAD8-D0D6BA697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691" y="1448088"/>
                <a:ext cx="900344" cy="461665"/>
              </a:xfrm>
              <a:prstGeom prst="rect">
                <a:avLst/>
              </a:prstGeom>
              <a:blipFill>
                <a:blip r:embed="rId7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3B8A4D28-135F-8BB2-B86D-CFCD02164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583580"/>
              </p:ext>
            </p:extLst>
          </p:nvPr>
        </p:nvGraphicFramePr>
        <p:xfrm>
          <a:off x="4401404" y="2263790"/>
          <a:ext cx="2046092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182143636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201667155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555876208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096902984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377841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43940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090145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534781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5C58F55C-9BAB-96DD-30C3-7787757C83EC}"/>
              </a:ext>
            </a:extLst>
          </p:cNvPr>
          <p:cNvGraphicFramePr>
            <a:graphicFrameLocks noGrp="1"/>
          </p:cNvGraphicFramePr>
          <p:nvPr/>
        </p:nvGraphicFramePr>
        <p:xfrm>
          <a:off x="3975513" y="2263790"/>
          <a:ext cx="507779" cy="1585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7779">
                  <a:extLst>
                    <a:ext uri="{9D8B030D-6E8A-4147-A177-3AD203B41FA5}">
                      <a16:colId xmlns:a16="http://schemas.microsoft.com/office/drawing/2014/main" val="2383079681"/>
                    </a:ext>
                  </a:extLst>
                </a:gridCol>
              </a:tblGrid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0148879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7323423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8144220"/>
                  </a:ext>
                </a:extLst>
              </a:tr>
              <a:tr h="39642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3289079"/>
                  </a:ext>
                </a:extLst>
              </a:tr>
            </a:tbl>
          </a:graphicData>
        </a:graphic>
      </p:graphicFrame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BABBB880-31D4-76B5-9349-D00349B1BBD3}"/>
              </a:ext>
            </a:extLst>
          </p:cNvPr>
          <p:cNvGraphicFramePr>
            <a:graphicFrameLocks noGrp="1"/>
          </p:cNvGraphicFramePr>
          <p:nvPr/>
        </p:nvGraphicFramePr>
        <p:xfrm>
          <a:off x="4401404" y="1912425"/>
          <a:ext cx="2046092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3">
                  <a:extLst>
                    <a:ext uri="{9D8B030D-6E8A-4147-A177-3AD203B41FA5}">
                      <a16:colId xmlns:a16="http://schemas.microsoft.com/office/drawing/2014/main" val="307255290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3685997691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2491690523"/>
                    </a:ext>
                  </a:extLst>
                </a:gridCol>
                <a:gridCol w="511523">
                  <a:extLst>
                    <a:ext uri="{9D8B030D-6E8A-4147-A177-3AD203B41FA5}">
                      <a16:colId xmlns:a16="http://schemas.microsoft.com/office/drawing/2014/main" val="1635232657"/>
                    </a:ext>
                  </a:extLst>
                </a:gridCol>
              </a:tblGrid>
              <a:tr h="3149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097716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AA90874-1CEB-C99E-CDD4-7EC2DF44BA02}"/>
                  </a:ext>
                </a:extLst>
              </p:cNvPr>
              <p:cNvSpPr txBox="1"/>
              <p:nvPr/>
            </p:nvSpPr>
            <p:spPr>
              <a:xfrm>
                <a:off x="4085050" y="1658661"/>
                <a:ext cx="68068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AA90874-1CEB-C99E-CDD4-7EC2DF44BA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050" y="1658661"/>
                <a:ext cx="680684" cy="400110"/>
              </a:xfrm>
              <a:prstGeom prst="rect">
                <a:avLst/>
              </a:prstGeom>
              <a:blipFill>
                <a:blip r:embed="rId8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B1CFAD3-65DF-A7CB-7514-0DE34ED689BA}"/>
                  </a:ext>
                </a:extLst>
              </p:cNvPr>
              <p:cNvSpPr txBox="1"/>
              <p:nvPr/>
            </p:nvSpPr>
            <p:spPr>
              <a:xfrm>
                <a:off x="3391497" y="1884746"/>
                <a:ext cx="9003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B1CFAD3-65DF-A7CB-7514-0DE34ED68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1497" y="1884746"/>
                <a:ext cx="900344" cy="400110"/>
              </a:xfrm>
              <a:prstGeom prst="rect">
                <a:avLst/>
              </a:prstGeom>
              <a:blipFill>
                <a:blip r:embed="rId9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7751122-E66C-AAEB-E075-A1033D143E73}"/>
              </a:ext>
            </a:extLst>
          </p:cNvPr>
          <p:cNvCxnSpPr>
            <a:cxnSpLocks/>
          </p:cNvCxnSpPr>
          <p:nvPr/>
        </p:nvCxnSpPr>
        <p:spPr>
          <a:xfrm flipH="1" flipV="1">
            <a:off x="4061574" y="1836800"/>
            <a:ext cx="339830" cy="4269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1EB48DDA-230A-CECE-205E-31F1A5C54D2B}"/>
                  </a:ext>
                </a:extLst>
              </p:cNvPr>
              <p:cNvSpPr txBox="1"/>
              <p:nvPr/>
            </p:nvSpPr>
            <p:spPr>
              <a:xfrm>
                <a:off x="3440690" y="1448088"/>
                <a:ext cx="90034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K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1EB48DDA-230A-CECE-205E-31F1A5C54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0690" y="1448088"/>
                <a:ext cx="900344" cy="461665"/>
              </a:xfrm>
              <a:prstGeom prst="rect">
                <a:avLst/>
              </a:prstGeom>
              <a:blipFill>
                <a:blip r:embed="rId10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AF006E11-11BB-5F99-5637-F2F1F762BE3A}"/>
                  </a:ext>
                </a:extLst>
              </p:cNvPr>
              <p:cNvSpPr txBox="1"/>
              <p:nvPr/>
            </p:nvSpPr>
            <p:spPr>
              <a:xfrm>
                <a:off x="4191496" y="4248333"/>
                <a:ext cx="2471983" cy="4617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K</m:t>
                        </m:r>
                      </m:e>
                      <m:sub>
                        <m:r>
                          <a:rPr lang="en-US" altLang="zh-CN" sz="22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2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AF006E11-11BB-5F99-5637-F2F1F762B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496" y="4248333"/>
                <a:ext cx="2471983" cy="461793"/>
              </a:xfrm>
              <a:prstGeom prst="rect">
                <a:avLst/>
              </a:prstGeom>
              <a:blipFill>
                <a:blip r:embed="rId11"/>
                <a:stretch>
                  <a:fillRect l="-247" r="-10370"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80EC8CA8-6731-2AA3-651C-54A1900D95F8}"/>
                  </a:ext>
                </a:extLst>
              </p:cNvPr>
              <p:cNvSpPr txBox="1"/>
              <p:nvPr/>
            </p:nvSpPr>
            <p:spPr>
              <a:xfrm>
                <a:off x="509685" y="4248333"/>
                <a:ext cx="2914257" cy="4614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J</m:t>
                        </m:r>
                      </m:e>
                      <m:sub>
                        <m:r>
                          <a:rPr lang="en-US" altLang="zh-CN" sz="2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2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80EC8CA8-6731-2AA3-651C-54A1900D9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85" y="4248333"/>
                <a:ext cx="2914257" cy="461473"/>
              </a:xfrm>
              <a:prstGeom prst="rect">
                <a:avLst/>
              </a:prstGeom>
              <a:blipFill>
                <a:blip r:embed="rId12"/>
                <a:stretch>
                  <a:fillRect l="-1255"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44">
            <a:extLst>
              <a:ext uri="{FF2B5EF4-FFF2-40B4-BE49-F238E27FC236}">
                <a16:creationId xmlns:a16="http://schemas.microsoft.com/office/drawing/2014/main" id="{8064994B-CEA0-0BBB-0293-B37739D34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8525" y="3113390"/>
            <a:ext cx="816314" cy="677475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32" name="左中括号 31">
            <a:extLst>
              <a:ext uri="{FF2B5EF4-FFF2-40B4-BE49-F238E27FC236}">
                <a16:creationId xmlns:a16="http://schemas.microsoft.com/office/drawing/2014/main" id="{687DC2F3-1DED-9DC8-7781-2E2EAA7CB379}"/>
              </a:ext>
            </a:extLst>
          </p:cNvPr>
          <p:cNvSpPr/>
          <p:nvPr/>
        </p:nvSpPr>
        <p:spPr>
          <a:xfrm rot="10800000" flipH="1">
            <a:off x="6024063" y="2713403"/>
            <a:ext cx="482968" cy="681372"/>
          </a:xfrm>
          <a:prstGeom prst="leftBracket">
            <a:avLst>
              <a:gd name="adj" fmla="val 0"/>
            </a:avLst>
          </a:prstGeom>
          <a:ln w="50800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半闭框 32">
            <a:extLst>
              <a:ext uri="{FF2B5EF4-FFF2-40B4-BE49-F238E27FC236}">
                <a16:creationId xmlns:a16="http://schemas.microsoft.com/office/drawing/2014/main" id="{4E245D5D-9E66-27FF-C499-A20B16225B2C}"/>
              </a:ext>
            </a:extLst>
          </p:cNvPr>
          <p:cNvSpPr/>
          <p:nvPr/>
        </p:nvSpPr>
        <p:spPr>
          <a:xfrm>
            <a:off x="2959849" y="3512815"/>
            <a:ext cx="464093" cy="359276"/>
          </a:xfrm>
          <a:prstGeom prst="halfFrame">
            <a:avLst>
              <a:gd name="adj1" fmla="val 0"/>
              <a:gd name="adj2" fmla="val 0"/>
            </a:avLst>
          </a:prstGeom>
          <a:noFill/>
          <a:ln w="508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半闭框 33">
            <a:extLst>
              <a:ext uri="{FF2B5EF4-FFF2-40B4-BE49-F238E27FC236}">
                <a16:creationId xmlns:a16="http://schemas.microsoft.com/office/drawing/2014/main" id="{FCCB6A94-2786-DC4C-360C-1839F88E8136}"/>
              </a:ext>
            </a:extLst>
          </p:cNvPr>
          <p:cNvSpPr/>
          <p:nvPr/>
        </p:nvSpPr>
        <p:spPr>
          <a:xfrm flipV="1">
            <a:off x="2959849" y="2236518"/>
            <a:ext cx="464093" cy="359276"/>
          </a:xfrm>
          <a:prstGeom prst="halfFrame">
            <a:avLst>
              <a:gd name="adj1" fmla="val 0"/>
              <a:gd name="adj2" fmla="val 0"/>
            </a:avLst>
          </a:prstGeom>
          <a:noFill/>
          <a:ln w="508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半闭框 34">
            <a:extLst>
              <a:ext uri="{FF2B5EF4-FFF2-40B4-BE49-F238E27FC236}">
                <a16:creationId xmlns:a16="http://schemas.microsoft.com/office/drawing/2014/main" id="{7D7E47D8-7819-8A6E-0F54-7DC1B6FF7E00}"/>
              </a:ext>
            </a:extLst>
          </p:cNvPr>
          <p:cNvSpPr/>
          <p:nvPr/>
        </p:nvSpPr>
        <p:spPr>
          <a:xfrm flipH="1">
            <a:off x="1312124" y="3512815"/>
            <a:ext cx="464093" cy="359276"/>
          </a:xfrm>
          <a:prstGeom prst="halfFrame">
            <a:avLst>
              <a:gd name="adj1" fmla="val 0"/>
              <a:gd name="adj2" fmla="val 0"/>
            </a:avLst>
          </a:prstGeom>
          <a:noFill/>
          <a:ln w="508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半闭框 35">
            <a:extLst>
              <a:ext uri="{FF2B5EF4-FFF2-40B4-BE49-F238E27FC236}">
                <a16:creationId xmlns:a16="http://schemas.microsoft.com/office/drawing/2014/main" id="{A059CE21-534D-4CCF-A503-FF332F92253A}"/>
              </a:ext>
            </a:extLst>
          </p:cNvPr>
          <p:cNvSpPr/>
          <p:nvPr/>
        </p:nvSpPr>
        <p:spPr>
          <a:xfrm flipH="1" flipV="1">
            <a:off x="1312124" y="2236518"/>
            <a:ext cx="464093" cy="359276"/>
          </a:xfrm>
          <a:prstGeom prst="halfFrame">
            <a:avLst>
              <a:gd name="adj1" fmla="val 0"/>
              <a:gd name="adj2" fmla="val 0"/>
            </a:avLst>
          </a:prstGeom>
          <a:noFill/>
          <a:ln w="508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7" name="Rectangle 44">
            <a:extLst>
              <a:ext uri="{FF2B5EF4-FFF2-40B4-BE49-F238E27FC236}">
                <a16:creationId xmlns:a16="http://schemas.microsoft.com/office/drawing/2014/main" id="{E7145EF5-50F1-06BD-3DCE-4A38FFDE0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293" y="2321292"/>
            <a:ext cx="816314" cy="677475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38" name="左中括号 37">
            <a:extLst>
              <a:ext uri="{FF2B5EF4-FFF2-40B4-BE49-F238E27FC236}">
                <a16:creationId xmlns:a16="http://schemas.microsoft.com/office/drawing/2014/main" id="{43481095-CC3D-ABBA-9C32-CE5AED19009F}"/>
              </a:ext>
            </a:extLst>
          </p:cNvPr>
          <p:cNvSpPr/>
          <p:nvPr/>
        </p:nvSpPr>
        <p:spPr>
          <a:xfrm rot="10800000">
            <a:off x="4341869" y="2715950"/>
            <a:ext cx="482968" cy="681372"/>
          </a:xfrm>
          <a:prstGeom prst="leftBracket">
            <a:avLst>
              <a:gd name="adj" fmla="val 0"/>
            </a:avLst>
          </a:prstGeom>
          <a:ln w="50800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891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FEB142-39A8-3D14-10FB-AE69E3443E4A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作业</a:t>
            </a:r>
            <a:endParaRPr lang="zh-CN" altLang="en-US" sz="3000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1FC8834-D7F0-D28B-6D88-3C76ACA31D57}"/>
              </a:ext>
            </a:extLst>
          </p:cNvPr>
          <p:cNvSpPr txBox="1"/>
          <p:nvPr/>
        </p:nvSpPr>
        <p:spPr>
          <a:xfrm>
            <a:off x="360001" y="828000"/>
            <a:ext cx="6012224" cy="3549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电子技术基础（数字部分）</a:t>
            </a:r>
            <a:endParaRPr lang="en-US" altLang="zh-CN" sz="2800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29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日的作业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P323 - 324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6.3.3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6.3.5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6.3.7</a:t>
            </a:r>
          </a:p>
        </p:txBody>
      </p:sp>
    </p:spTree>
    <p:extLst>
      <p:ext uri="{BB962C8B-B14F-4D97-AF65-F5344CB8AC3E}">
        <p14:creationId xmlns:p14="http://schemas.microsoft.com/office/powerpoint/2010/main" val="1841518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25290</TotalTime>
  <Words>5948</Words>
  <Application>Microsoft Office PowerPoint</Application>
  <PresentationFormat>宽屏</PresentationFormat>
  <Paragraphs>1998</Paragraphs>
  <Slides>36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3" baseType="lpstr">
      <vt:lpstr>等线</vt:lpstr>
      <vt:lpstr>微软雅黑</vt:lpstr>
      <vt:lpstr>Arial</vt:lpstr>
      <vt:lpstr>Cambria Math</vt:lpstr>
      <vt:lpstr>Candara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 Liao</dc:creator>
  <cp:lastModifiedBy>QF</cp:lastModifiedBy>
  <cp:revision>1203</cp:revision>
  <dcterms:created xsi:type="dcterms:W3CDTF">2024-12-23T04:28:42Z</dcterms:created>
  <dcterms:modified xsi:type="dcterms:W3CDTF">2025-11-03T07:25:29Z</dcterms:modified>
</cp:coreProperties>
</file>