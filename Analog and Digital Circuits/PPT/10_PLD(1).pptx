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1354" r:id="rId2"/>
    <p:sldId id="6935" r:id="rId3"/>
    <p:sldId id="7030" r:id="rId4"/>
    <p:sldId id="7032" r:id="rId5"/>
    <p:sldId id="7031" r:id="rId6"/>
    <p:sldId id="7033" r:id="rId7"/>
    <p:sldId id="7034" r:id="rId8"/>
    <p:sldId id="7037" r:id="rId9"/>
    <p:sldId id="7038" r:id="rId10"/>
    <p:sldId id="7040" r:id="rId11"/>
    <p:sldId id="7041" r:id="rId12"/>
    <p:sldId id="700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6" autoAdjust="0"/>
    <p:restoredTop sz="53705" autoAdjust="0"/>
  </p:normalViewPr>
  <p:slideViewPr>
    <p:cSldViewPr snapToGrid="0">
      <p:cViewPr>
        <p:scale>
          <a:sx n="36" d="100"/>
          <a:sy n="36" d="100"/>
        </p:scale>
        <p:origin x="224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230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36B957-0C23-1CDE-A2B8-044701C667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7E1FBC-070D-8861-8D9C-258144CAC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2CA61-C7A7-44C1-8225-2F3B25FCEFE9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964B15-02A6-96D1-7025-FFA5019E5E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ABE5DA-4AAF-6256-556A-73DB14F76B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A6520-B727-41E0-BB1B-FA4B49A62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041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499D7-817A-4BF8-98BA-7E2BFEC27B52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8E926-3218-4A05-BE3C-00B734B06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0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EC6D-DB1F-44A4-BAF7-4CD4248B20A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0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83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en-US" altLang="zh-CN" dirty="0"/>
              <a:t>PLD </a:t>
            </a:r>
            <a:r>
              <a:rPr kumimoji="1" lang="zh-CN" altLang="en-US" dirty="0"/>
              <a:t>是 </a:t>
            </a:r>
            <a:r>
              <a:rPr kumimoji="1" lang="en-US" altLang="zh-CN" dirty="0"/>
              <a:t>70 </a:t>
            </a:r>
            <a:r>
              <a:rPr kumimoji="1" lang="zh-CN" altLang="en-US" dirty="0"/>
              <a:t>年代发展起来的新型逻辑器件，相继出现了 </a:t>
            </a:r>
            <a:r>
              <a:rPr kumimoji="1" lang="en-US" altLang="zh-CN" dirty="0"/>
              <a:t>PROM</a:t>
            </a:r>
            <a:r>
              <a:rPr kumimoji="1" lang="zh-CN" altLang="en-US" dirty="0"/>
              <a:t>、</a:t>
            </a:r>
            <a:r>
              <a:rPr kumimoji="1" lang="en-US" altLang="zh-CN" dirty="0"/>
              <a:t>PLA</a:t>
            </a:r>
            <a:r>
              <a:rPr kumimoji="1" lang="zh-CN" altLang="en-US" dirty="0"/>
              <a:t>、</a:t>
            </a:r>
            <a:r>
              <a:rPr kumimoji="1" lang="en-US" altLang="zh-CN" dirty="0"/>
              <a:t>PAL</a:t>
            </a:r>
            <a:r>
              <a:rPr kumimoji="1" lang="zh-CN" altLang="en-US" dirty="0"/>
              <a:t>、</a:t>
            </a:r>
            <a:r>
              <a:rPr kumimoji="1" lang="en-US" altLang="zh-CN" dirty="0"/>
              <a:t>GAL</a:t>
            </a:r>
            <a:r>
              <a:rPr kumimoji="1" lang="zh-CN" altLang="en-US" dirty="0"/>
              <a:t>、</a:t>
            </a:r>
            <a:r>
              <a:rPr kumimoji="1" lang="en-US" altLang="zh-CN" dirty="0"/>
              <a:t>CPLD </a:t>
            </a:r>
            <a:r>
              <a:rPr kumimoji="1" lang="zh-CN" altLang="en-US" dirty="0"/>
              <a:t>和 </a:t>
            </a:r>
            <a:r>
              <a:rPr kumimoji="1" lang="en-US" altLang="zh-CN" dirty="0"/>
              <a:t>FPGA </a:t>
            </a:r>
            <a:r>
              <a:rPr kumimoji="1" lang="zh-CN" altLang="en-US" dirty="0"/>
              <a:t>等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0000FF"/>
                </a:solidFill>
              </a:rPr>
              <a:t>70 </a:t>
            </a:r>
            <a:r>
              <a:rPr lang="zh-CN" altLang="en-US" dirty="0">
                <a:solidFill>
                  <a:srgbClr val="0000FF"/>
                </a:solidFill>
              </a:rPr>
              <a:t>年代初期</a:t>
            </a:r>
            <a:r>
              <a:rPr lang="zh-CN" altLang="en-US" dirty="0"/>
              <a:t>主要是可编程只读存储器（</a:t>
            </a:r>
            <a:r>
              <a:rPr lang="en-US" altLang="zh-CN" dirty="0"/>
              <a:t>PROM</a:t>
            </a:r>
            <a:r>
              <a:rPr lang="zh-CN" altLang="en-US" dirty="0"/>
              <a:t>）和可编程逻辑阵列（</a:t>
            </a:r>
            <a:r>
              <a:rPr lang="en-US" altLang="zh-CN" dirty="0"/>
              <a:t>PLA</a:t>
            </a:r>
            <a:r>
              <a:rPr lang="zh-CN" altLang="en-US" dirty="0"/>
              <a:t>）</a:t>
            </a:r>
            <a:endParaRPr lang="en-US" altLang="zh-CN" dirty="0"/>
          </a:p>
          <a:p>
            <a:pPr eaLnBrk="1" hangingPunct="1"/>
            <a:r>
              <a:rPr lang="zh-CN" altLang="en-US" dirty="0"/>
              <a:t>在 </a:t>
            </a:r>
            <a:r>
              <a:rPr lang="en-US" altLang="zh-CN" dirty="0"/>
              <a:t>PROM </a:t>
            </a:r>
            <a:r>
              <a:rPr lang="zh-CN" altLang="en-US" dirty="0"/>
              <a:t>中，与门阵列是固定的，或门阵列是可编程的；器件采用熔断丝工艺，一次性编程使用</a:t>
            </a:r>
          </a:p>
          <a:p>
            <a:pPr eaLnBrk="1" hangingPunct="1"/>
            <a:endParaRPr lang="en-US" altLang="zh-CN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0000FF"/>
                </a:solidFill>
              </a:rPr>
              <a:t>70 </a:t>
            </a:r>
            <a:r>
              <a:rPr lang="zh-CN" altLang="en-US" dirty="0">
                <a:solidFill>
                  <a:srgbClr val="0000FF"/>
                </a:solidFill>
              </a:rPr>
              <a:t>年代末期</a:t>
            </a:r>
            <a:r>
              <a:rPr lang="zh-CN" altLang="en-US" dirty="0"/>
              <a:t>出现了可编程阵列逻辑（</a:t>
            </a:r>
            <a:r>
              <a:rPr lang="en-US" altLang="zh-CN" dirty="0"/>
              <a:t>PAL</a:t>
            </a:r>
            <a:r>
              <a:rPr lang="zh-CN" altLang="en-US" dirty="0"/>
              <a:t>）器件。在 </a:t>
            </a:r>
            <a:r>
              <a:rPr lang="en-US" altLang="zh-CN" dirty="0"/>
              <a:t>PAL </a:t>
            </a:r>
            <a:r>
              <a:rPr lang="zh-CN" altLang="en-US" dirty="0"/>
              <a:t>器件中，与门阵列是可编程的，或门阵列是固定连接的，它有多种输出和反馈结构，为数字逻辑设计带来了一定的灵活性</a:t>
            </a:r>
            <a:endParaRPr lang="en-US" altLang="zh-CN" dirty="0"/>
          </a:p>
          <a:p>
            <a:pPr eaLnBrk="1" hangingPunct="1"/>
            <a:r>
              <a:rPr lang="zh-CN" altLang="en-US" dirty="0"/>
              <a:t>但</a:t>
            </a:r>
            <a:r>
              <a:rPr lang="en-US" altLang="zh-CN" dirty="0"/>
              <a:t>PAL</a:t>
            </a:r>
            <a:r>
              <a:rPr lang="zh-CN" altLang="en-US" dirty="0"/>
              <a:t>仍采用熔断丝工艺，一次性编程使用</a:t>
            </a:r>
            <a:endParaRPr lang="en-US" altLang="zh-CN" dirty="0"/>
          </a:p>
          <a:p>
            <a:pPr eaLnBrk="1" hangingPunct="1"/>
            <a:endParaRPr lang="en-US" altLang="zh-CN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0000FF"/>
                </a:solidFill>
              </a:rPr>
              <a:t>80 </a:t>
            </a:r>
            <a:r>
              <a:rPr lang="zh-CN" altLang="en-US" dirty="0">
                <a:solidFill>
                  <a:srgbClr val="0000FF"/>
                </a:solidFill>
              </a:rPr>
              <a:t>年代中期</a:t>
            </a:r>
            <a:r>
              <a:rPr lang="zh-CN" altLang="en-US" dirty="0"/>
              <a:t>通用阵列逻辑（</a:t>
            </a:r>
            <a:r>
              <a:rPr lang="en-US" altLang="zh-CN" dirty="0"/>
              <a:t>GAL</a:t>
            </a:r>
            <a:r>
              <a:rPr lang="zh-CN" altLang="en-US" dirty="0"/>
              <a:t>）器件问世，并取代了 </a:t>
            </a:r>
            <a:r>
              <a:rPr lang="en-US" altLang="zh-CN" dirty="0"/>
              <a:t>PAL</a:t>
            </a:r>
            <a:r>
              <a:rPr lang="zh-CN" altLang="en-US" dirty="0"/>
              <a:t>；</a:t>
            </a:r>
            <a:endParaRPr lang="en-US" altLang="zh-CN" dirty="0"/>
          </a:p>
          <a:p>
            <a:pPr eaLnBrk="1" hangingPunct="1"/>
            <a:r>
              <a:rPr lang="en-US" altLang="zh-CN" dirty="0"/>
              <a:t>GAL </a:t>
            </a:r>
            <a:r>
              <a:rPr lang="zh-CN" altLang="en-US" dirty="0"/>
              <a:t>器件是在 </a:t>
            </a:r>
            <a:r>
              <a:rPr lang="en-US" altLang="zh-CN" dirty="0"/>
              <a:t>PAL </a:t>
            </a:r>
            <a:r>
              <a:rPr lang="zh-CN" altLang="en-US" dirty="0"/>
              <a:t>器件基础上发展起来的新一代器件；和 </a:t>
            </a:r>
            <a:r>
              <a:rPr lang="en-US" altLang="zh-CN" dirty="0"/>
              <a:t>PAL </a:t>
            </a:r>
            <a:r>
              <a:rPr lang="zh-CN" altLang="en-US" dirty="0"/>
              <a:t>一样，它的与门阵列是可编程的，或门阵列是固定的</a:t>
            </a:r>
            <a:endParaRPr lang="en-US" altLang="zh-CN" dirty="0"/>
          </a:p>
          <a:p>
            <a:pPr eaLnBrk="1" hangingPunct="1"/>
            <a:r>
              <a:rPr lang="zh-CN" altLang="en-US" dirty="0"/>
              <a:t>但由于采用了高速电可擦 </a:t>
            </a:r>
            <a:r>
              <a:rPr lang="en-US" altLang="zh-CN" dirty="0"/>
              <a:t>CMOS </a:t>
            </a:r>
            <a:r>
              <a:rPr lang="zh-CN" altLang="en-US" dirty="0"/>
              <a:t>工艺，可以反复擦除和改写，很适宜于样机的研制</a:t>
            </a:r>
            <a:endParaRPr lang="en-US" altLang="zh-CN" dirty="0"/>
          </a:p>
          <a:p>
            <a:pPr eaLnBrk="1" hangingPunct="1"/>
            <a:r>
              <a:rPr lang="zh-CN" altLang="en-US" dirty="0"/>
              <a:t>它具有 </a:t>
            </a:r>
            <a:r>
              <a:rPr lang="en-US" altLang="zh-CN" dirty="0"/>
              <a:t>CMOS </a:t>
            </a:r>
            <a:r>
              <a:rPr lang="zh-CN" altLang="en-US" dirty="0"/>
              <a:t>低功耗特性，且速度可以与 </a:t>
            </a:r>
            <a:r>
              <a:rPr lang="en-US" altLang="zh-CN" dirty="0"/>
              <a:t>TTL </a:t>
            </a:r>
            <a:r>
              <a:rPr lang="zh-CN" altLang="en-US" dirty="0"/>
              <a:t>可编程器件相比。特别是在结构上采用了“输出逻辑宏单元”电路，为用户提供了逻辑设计和使用上的较大灵活性</a:t>
            </a:r>
            <a:endParaRPr lang="en-US" altLang="zh-CN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en-US" altLang="zh-CN" dirty="0"/>
              <a:t>80 </a:t>
            </a:r>
            <a:r>
              <a:rPr lang="zh-CN" altLang="en-US" dirty="0"/>
              <a:t>年代后期问世的 </a:t>
            </a:r>
            <a:r>
              <a:rPr lang="en-US" altLang="zh-CN" dirty="0"/>
              <a:t>CPLD</a:t>
            </a:r>
            <a:r>
              <a:rPr lang="zh-CN" altLang="en-US" dirty="0"/>
              <a:t>（复杂可编程逻辑器件）和 </a:t>
            </a:r>
            <a:r>
              <a:rPr lang="en-US" altLang="zh-CN" dirty="0"/>
              <a:t>FPGA</a:t>
            </a:r>
            <a:r>
              <a:rPr lang="zh-CN" altLang="en-US" dirty="0"/>
              <a:t>（现场可编程门阵列）器件属于较高密度的 </a:t>
            </a:r>
            <a:r>
              <a:rPr lang="en-US" altLang="zh-CN" dirty="0"/>
              <a:t>PLD </a:t>
            </a:r>
            <a:r>
              <a:rPr lang="zh-CN" altLang="en-US" dirty="0"/>
              <a:t>器件</a:t>
            </a:r>
            <a:endParaRPr lang="zh-CN" altLang="en-US" b="1" dirty="0">
              <a:solidFill>
                <a:srgbClr val="FFFF00"/>
              </a:solidFill>
            </a:endParaRP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集成度在 </a:t>
            </a:r>
            <a:r>
              <a:rPr lang="en-US" altLang="zh-CN" dirty="0"/>
              <a:t>1000 </a:t>
            </a:r>
            <a:r>
              <a:rPr lang="zh-CN" altLang="en-US" dirty="0"/>
              <a:t>门</a:t>
            </a:r>
            <a:r>
              <a:rPr lang="en-US" altLang="zh-CN" dirty="0"/>
              <a:t>/</a:t>
            </a:r>
            <a:r>
              <a:rPr lang="zh-CN" altLang="en-US" dirty="0"/>
              <a:t>片以下的 </a:t>
            </a:r>
            <a:r>
              <a:rPr lang="en-US" altLang="zh-CN" dirty="0"/>
              <a:t>PLD </a:t>
            </a:r>
            <a:r>
              <a:rPr lang="zh-CN" altLang="en-US" dirty="0"/>
              <a:t>称为低密度 </a:t>
            </a:r>
            <a:r>
              <a:rPr lang="en-US" altLang="zh-CN" dirty="0"/>
              <a:t>PLD</a:t>
            </a:r>
            <a:r>
              <a:rPr lang="zh-CN" altLang="en-US" dirty="0"/>
              <a:t>，如 </a:t>
            </a:r>
            <a:r>
              <a:rPr lang="en-US" altLang="zh-CN" dirty="0"/>
              <a:t>PROM</a:t>
            </a:r>
            <a:r>
              <a:rPr lang="zh-CN" altLang="en-US" dirty="0"/>
              <a:t>、</a:t>
            </a:r>
            <a:r>
              <a:rPr lang="en-US" altLang="zh-CN" dirty="0"/>
              <a:t>PLA</a:t>
            </a:r>
            <a:r>
              <a:rPr lang="zh-CN" altLang="en-US" dirty="0"/>
              <a:t>、</a:t>
            </a:r>
            <a:r>
              <a:rPr lang="en-US" altLang="zh-CN" dirty="0"/>
              <a:t>PAL </a:t>
            </a:r>
            <a:r>
              <a:rPr lang="zh-CN" altLang="en-US" dirty="0"/>
              <a:t>和 </a:t>
            </a:r>
            <a:r>
              <a:rPr lang="en-US" altLang="zh-CN" dirty="0"/>
              <a:t>GAL </a:t>
            </a:r>
            <a:r>
              <a:rPr lang="zh-CN" altLang="en-US" dirty="0"/>
              <a:t>等</a:t>
            </a:r>
          </a:p>
          <a:p>
            <a:pPr eaLnBrk="1" hangingPunct="1"/>
            <a:r>
              <a:rPr lang="zh-CN" altLang="en-US" dirty="0"/>
              <a:t>高密度 </a:t>
            </a:r>
            <a:r>
              <a:rPr lang="en-US" altLang="zh-CN" dirty="0"/>
              <a:t>PLD </a:t>
            </a:r>
            <a:r>
              <a:rPr lang="zh-CN" altLang="en-US" dirty="0"/>
              <a:t>是指集成度在 </a:t>
            </a:r>
            <a:r>
              <a:rPr lang="en-US" altLang="zh-CN" dirty="0"/>
              <a:t>1000</a:t>
            </a:r>
            <a:r>
              <a:rPr lang="zh-CN" altLang="en-US" dirty="0"/>
              <a:t>门</a:t>
            </a:r>
            <a:r>
              <a:rPr lang="en-US" altLang="zh-CN" dirty="0"/>
              <a:t>/</a:t>
            </a:r>
            <a:r>
              <a:rPr lang="zh-CN" altLang="en-US" dirty="0"/>
              <a:t>片以上的 </a:t>
            </a:r>
            <a:r>
              <a:rPr lang="en-US" altLang="zh-CN" dirty="0"/>
              <a:t>PLD</a:t>
            </a:r>
            <a:r>
              <a:rPr lang="zh-CN" altLang="en-US" dirty="0"/>
              <a:t>，如 </a:t>
            </a:r>
            <a:r>
              <a:rPr lang="en-US" altLang="zh-CN" dirty="0"/>
              <a:t>EPLD</a:t>
            </a:r>
            <a:r>
              <a:rPr lang="zh-CN" altLang="en-US" dirty="0"/>
              <a:t>、</a:t>
            </a:r>
            <a:r>
              <a:rPr lang="en-US" altLang="zh-CN" dirty="0"/>
              <a:t>CPLD </a:t>
            </a:r>
            <a:r>
              <a:rPr lang="zh-CN" altLang="en-US" dirty="0"/>
              <a:t>和 </a:t>
            </a:r>
            <a:r>
              <a:rPr lang="en-US" altLang="zh-CN" dirty="0"/>
              <a:t>FPGA </a:t>
            </a:r>
            <a:r>
              <a:rPr lang="zh-CN" altLang="en-US" dirty="0"/>
              <a:t>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854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1200" dirty="0"/>
              <a:t>Programmable Read Only Memory</a:t>
            </a:r>
            <a:r>
              <a:rPr lang="zh-CN" altLang="en-US" sz="1200" dirty="0"/>
              <a:t>，可编程只读存储器</a:t>
            </a:r>
          </a:p>
          <a:p>
            <a:pPr eaLnBrk="1" hangingPunct="1"/>
            <a:r>
              <a:rPr lang="zh-CN" altLang="en-US" sz="1200" dirty="0"/>
              <a:t>固定的全译码的与阵列，可编程的或阵列</a:t>
            </a:r>
          </a:p>
          <a:p>
            <a:pPr eaLnBrk="1" hangingPunct="1"/>
            <a:r>
              <a:rPr lang="zh-CN" altLang="en-US" sz="1200" dirty="0"/>
              <a:t>器件规模将随着输入信号数量增加成指数级增长</a:t>
            </a:r>
          </a:p>
          <a:p>
            <a:pPr eaLnBrk="1" hangingPunct="1"/>
            <a:endParaRPr lang="zh-CN" altLang="en-US" sz="1200" dirty="0"/>
          </a:p>
          <a:p>
            <a:pPr eaLnBrk="1" hangingPunct="1"/>
            <a:r>
              <a:rPr lang="en-US" altLang="zh-CN" sz="1200" dirty="0"/>
              <a:t>Programmable Logic Array，</a:t>
            </a:r>
            <a:r>
              <a:rPr lang="zh-CN" altLang="en-US" sz="1200" dirty="0"/>
              <a:t>可编程逻辑阵列</a:t>
            </a:r>
          </a:p>
          <a:p>
            <a:pPr eaLnBrk="1" hangingPunct="1"/>
            <a:r>
              <a:rPr lang="zh-CN" altLang="en-US" dirty="0">
                <a:solidFill>
                  <a:srgbClr val="FFFF00"/>
                </a:solidFill>
              </a:rPr>
              <a:t>由</a:t>
            </a:r>
            <a:r>
              <a:rPr lang="zh-CN" altLang="en-US" dirty="0"/>
              <a:t>可编程</a:t>
            </a:r>
            <a:r>
              <a:rPr lang="zh-CN" altLang="en-US" dirty="0">
                <a:solidFill>
                  <a:srgbClr val="FFFF00"/>
                </a:solidFill>
              </a:rPr>
              <a:t>的与阵列和</a:t>
            </a:r>
            <a:r>
              <a:rPr lang="zh-CN" altLang="en-US" dirty="0"/>
              <a:t>可编程</a:t>
            </a:r>
            <a:r>
              <a:rPr lang="zh-CN" altLang="en-US" dirty="0">
                <a:solidFill>
                  <a:srgbClr val="FFFF00"/>
                </a:solidFill>
              </a:rPr>
              <a:t>的或阵列组成。与 </a:t>
            </a:r>
            <a:r>
              <a:rPr lang="en-US" altLang="zh-CN" dirty="0">
                <a:solidFill>
                  <a:srgbClr val="FFFF00"/>
                </a:solidFill>
              </a:rPr>
              <a:t>PROM </a:t>
            </a:r>
            <a:r>
              <a:rPr lang="zh-CN" altLang="en-US" dirty="0">
                <a:solidFill>
                  <a:srgbClr val="FFFF00"/>
                </a:solidFill>
              </a:rPr>
              <a:t>相比，阵列规模有了很大的减小，提高了芯片的利用率。</a:t>
            </a:r>
          </a:p>
          <a:p>
            <a:pPr eaLnBrk="1" hangingPunct="1"/>
            <a:r>
              <a:rPr lang="zh-CN" altLang="en-US" dirty="0">
                <a:solidFill>
                  <a:srgbClr val="FF9900"/>
                </a:solidFill>
              </a:rPr>
              <a:t>由于编程复杂，支持 </a:t>
            </a:r>
            <a:r>
              <a:rPr lang="en-US" altLang="zh-CN" dirty="0">
                <a:solidFill>
                  <a:srgbClr val="FF9900"/>
                </a:solidFill>
              </a:rPr>
              <a:t>PLA </a:t>
            </a:r>
            <a:r>
              <a:rPr lang="zh-CN" altLang="en-US" dirty="0">
                <a:solidFill>
                  <a:srgbClr val="FF9900"/>
                </a:solidFill>
              </a:rPr>
              <a:t>的开发软件存在一定的难度，因此这种器件没有得到广泛的应用。</a:t>
            </a:r>
          </a:p>
          <a:p>
            <a:pPr eaLnBrk="1" hangingPunct="1"/>
            <a:endParaRPr lang="zh-CN" altLang="en-US" sz="1200" dirty="0"/>
          </a:p>
          <a:p>
            <a:pPr eaLnBrk="1" hangingPunct="1"/>
            <a:r>
              <a:rPr lang="en-US" altLang="zh-CN" sz="1200" dirty="0"/>
              <a:t>Programmable Array Logic</a:t>
            </a:r>
            <a:r>
              <a:rPr lang="zh-CN" altLang="en-US" sz="1200" dirty="0"/>
              <a:t>，可编程阵列逻辑</a:t>
            </a:r>
          </a:p>
          <a:p>
            <a:pPr eaLnBrk="1" hangingPunct="1"/>
            <a:r>
              <a:rPr lang="zh-CN" altLang="en-US" sz="1200" dirty="0"/>
              <a:t>与阵列可编程使输入项选择灵活（相对于 </a:t>
            </a:r>
            <a:r>
              <a:rPr lang="en-US" altLang="zh-CN" sz="1200" dirty="0"/>
              <a:t>PROM</a:t>
            </a:r>
            <a:r>
              <a:rPr lang="zh-CN" altLang="en-US" sz="1200" dirty="0"/>
              <a:t>），或阵列固定使器件简化（相对于 </a:t>
            </a:r>
            <a:r>
              <a:rPr lang="en-US" altLang="zh-CN" sz="1200" dirty="0"/>
              <a:t>PLA</a:t>
            </a:r>
            <a:r>
              <a:rPr lang="zh-CN" altLang="en-US" sz="1200" dirty="0"/>
              <a:t>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678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任何逻辑函数都可以表示为与</a:t>
            </a:r>
            <a:r>
              <a:rPr lang="en-US" altLang="zh-CN" dirty="0"/>
              <a:t>-</a:t>
            </a:r>
            <a:r>
              <a:rPr lang="zh-CN" altLang="en-US" dirty="0"/>
              <a:t>或表达式，因此通过对与、或阵列编程就可以实现所需的组合逻辑功能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463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1200" dirty="0"/>
              <a:t>Programmable Read Only Memory</a:t>
            </a:r>
            <a:r>
              <a:rPr lang="zh-CN" altLang="en-US" sz="1200" dirty="0"/>
              <a:t>，可编程只读存储器</a:t>
            </a:r>
          </a:p>
          <a:p>
            <a:pPr eaLnBrk="1" hangingPunct="1"/>
            <a:r>
              <a:rPr lang="zh-CN" altLang="en-US" sz="1200" dirty="0"/>
              <a:t>固定的全译码的与阵列（即提供所有的最小项），可编程的或阵列</a:t>
            </a:r>
          </a:p>
          <a:p>
            <a:pPr eaLnBrk="1" hangingPunct="1"/>
            <a:r>
              <a:rPr lang="zh-CN" altLang="en-US" sz="1200" dirty="0"/>
              <a:t>器件规模将随着输入信号数量增加成指数级增长</a:t>
            </a:r>
          </a:p>
          <a:p>
            <a:pPr eaLnBrk="1" hangingPunct="1"/>
            <a:endParaRPr lang="zh-CN" altLang="en-US" sz="1200" dirty="0"/>
          </a:p>
          <a:p>
            <a:pPr eaLnBrk="1" hangingPunct="1"/>
            <a:r>
              <a:rPr lang="en-US" altLang="zh-CN" sz="1200" dirty="0"/>
              <a:t>Programmable Logic Array，</a:t>
            </a:r>
            <a:r>
              <a:rPr lang="zh-CN" altLang="en-US" sz="1200" dirty="0"/>
              <a:t>可编程逻辑阵列</a:t>
            </a:r>
          </a:p>
          <a:p>
            <a:pPr eaLnBrk="1" hangingPunct="1"/>
            <a:r>
              <a:rPr lang="zh-CN" altLang="en-US" dirty="0">
                <a:solidFill>
                  <a:srgbClr val="FFFF00"/>
                </a:solidFill>
              </a:rPr>
              <a:t>由</a:t>
            </a:r>
            <a:r>
              <a:rPr lang="zh-CN" altLang="en-US" dirty="0"/>
              <a:t>可编程</a:t>
            </a:r>
            <a:r>
              <a:rPr lang="zh-CN" altLang="en-US" dirty="0">
                <a:solidFill>
                  <a:srgbClr val="FFFF00"/>
                </a:solidFill>
              </a:rPr>
              <a:t>的与阵列和</a:t>
            </a:r>
            <a:r>
              <a:rPr lang="zh-CN" altLang="en-US" dirty="0"/>
              <a:t>可编程</a:t>
            </a:r>
            <a:r>
              <a:rPr lang="zh-CN" altLang="en-US" dirty="0">
                <a:solidFill>
                  <a:srgbClr val="FFFF00"/>
                </a:solidFill>
              </a:rPr>
              <a:t>的或阵列组成。与 </a:t>
            </a:r>
            <a:r>
              <a:rPr lang="en-US" altLang="zh-CN" dirty="0">
                <a:solidFill>
                  <a:srgbClr val="FFFF00"/>
                </a:solidFill>
              </a:rPr>
              <a:t>PROM </a:t>
            </a:r>
            <a:r>
              <a:rPr lang="zh-CN" altLang="en-US" dirty="0">
                <a:solidFill>
                  <a:srgbClr val="FFFF00"/>
                </a:solidFill>
              </a:rPr>
              <a:t>相比，阵列规模有了很大的减小，提高了芯片的利用率。</a:t>
            </a:r>
          </a:p>
          <a:p>
            <a:pPr eaLnBrk="1" hangingPunct="1"/>
            <a:r>
              <a:rPr lang="zh-CN" altLang="en-US" dirty="0">
                <a:solidFill>
                  <a:srgbClr val="FF9900"/>
                </a:solidFill>
              </a:rPr>
              <a:t>由于编程复杂，支持 </a:t>
            </a:r>
            <a:r>
              <a:rPr lang="en-US" altLang="zh-CN" dirty="0">
                <a:solidFill>
                  <a:srgbClr val="FF9900"/>
                </a:solidFill>
              </a:rPr>
              <a:t>PLA </a:t>
            </a:r>
            <a:r>
              <a:rPr lang="zh-CN" altLang="en-US" dirty="0">
                <a:solidFill>
                  <a:srgbClr val="FF9900"/>
                </a:solidFill>
              </a:rPr>
              <a:t>的开发软件存在一定的难度，因此这种器件没有得到广泛的应用。</a:t>
            </a:r>
          </a:p>
          <a:p>
            <a:pPr eaLnBrk="1" hangingPunct="1"/>
            <a:endParaRPr lang="zh-CN" altLang="en-US" sz="1200" dirty="0"/>
          </a:p>
          <a:p>
            <a:pPr eaLnBrk="1" hangingPunct="1"/>
            <a:r>
              <a:rPr lang="en-US" altLang="zh-CN" sz="1200" dirty="0"/>
              <a:t>Programmable Array Logic</a:t>
            </a:r>
            <a:r>
              <a:rPr lang="zh-CN" altLang="en-US" sz="1200" dirty="0"/>
              <a:t>，可编程阵列逻辑</a:t>
            </a:r>
          </a:p>
          <a:p>
            <a:pPr eaLnBrk="1" hangingPunct="1"/>
            <a:r>
              <a:rPr lang="zh-CN" altLang="en-US" sz="1200" dirty="0"/>
              <a:t>与阵列可编程使输入项选择灵活（相对于 </a:t>
            </a:r>
            <a:r>
              <a:rPr lang="en-US" altLang="zh-CN" sz="1200" dirty="0"/>
              <a:t>PROM</a:t>
            </a:r>
            <a:r>
              <a:rPr lang="zh-CN" altLang="en-US" sz="1200" dirty="0"/>
              <a:t>），或阵列固定使器件简化（相对于 </a:t>
            </a:r>
            <a:r>
              <a:rPr lang="en-US" altLang="zh-CN" sz="1200" dirty="0"/>
              <a:t>PLA</a:t>
            </a:r>
            <a:r>
              <a:rPr lang="zh-CN" altLang="en-US" sz="1200" dirty="0"/>
              <a:t>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0329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任何组合逻辑关系都可以变成与</a:t>
            </a:r>
            <a:r>
              <a:rPr lang="en-US" altLang="zh-CN" dirty="0"/>
              <a:t>-</a:t>
            </a:r>
            <a:r>
              <a:rPr lang="zh-CN" altLang="en-US" dirty="0"/>
              <a:t>或表达式，因此，通过 </a:t>
            </a:r>
            <a:r>
              <a:rPr lang="en-US" altLang="zh-CN" dirty="0"/>
              <a:t>PLD </a:t>
            </a:r>
            <a:r>
              <a:rPr lang="zh-CN" altLang="en-US" dirty="0"/>
              <a:t>的与、或阵列可以实现任意一个逻辑函数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PROM </a:t>
            </a:r>
            <a:r>
              <a:rPr lang="zh-CN" altLang="en-US" dirty="0"/>
              <a:t>在与阵列上提供了输入变量的所有最小项组合，因此可以实现输入变量的任何逻辑函数电路</a:t>
            </a:r>
            <a:endParaRPr lang="en-US" altLang="zh-CN" dirty="0"/>
          </a:p>
          <a:p>
            <a:r>
              <a:rPr lang="zh-CN" altLang="en-US" dirty="0"/>
              <a:t>但是很多电路只用到了部分最小项，因此芯片的利用率通常不高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2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E97B3-17A4-9D2D-3991-29B0D3CA6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03F881-DE0F-B153-0EF7-ACC431C54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D26A18-C328-5F43-520B-726DD8A84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C_O </a:t>
            </a:r>
            <a:r>
              <a:rPr lang="zh-CN" altLang="en-US" dirty="0"/>
              <a:t>中，</a:t>
            </a:r>
            <a:r>
              <a:rPr lang="en-US" altLang="zh-CN" dirty="0"/>
              <a:t>AB = AB + ABC_I +ABC_I, </a:t>
            </a:r>
            <a:r>
              <a:rPr lang="zh-CN" altLang="en-US" dirty="0"/>
              <a:t>多出的两个与项分别用于化简 </a:t>
            </a:r>
            <a:r>
              <a:rPr lang="en-US" altLang="zh-CN" dirty="0"/>
              <a:t>/ABC_I </a:t>
            </a:r>
            <a:r>
              <a:rPr lang="zh-CN" altLang="en-US" dirty="0"/>
              <a:t>和 </a:t>
            </a:r>
            <a:r>
              <a:rPr lang="en-US" altLang="zh-CN" dirty="0"/>
              <a:t>A/BC_I</a:t>
            </a:r>
          </a:p>
          <a:p>
            <a:r>
              <a:rPr lang="en-US" altLang="zh-CN" dirty="0"/>
              <a:t>C_O </a:t>
            </a:r>
            <a:r>
              <a:rPr lang="zh-CN" altLang="en-US" dirty="0"/>
              <a:t>也可以用卡诺图化简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691A50-6236-2B1D-F875-5311AC34C4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684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E5272-C68B-E7C0-3032-7E6E7A997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973A1F-F97A-95B8-655A-BF0E360C1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EF8382-6589-3C74-97FC-2BA2EC525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请注意 </a:t>
            </a:r>
            <a:r>
              <a:rPr kumimoji="1" lang="en-US" altLang="zh-CN" dirty="0"/>
              <a:t>Y_0 </a:t>
            </a:r>
            <a:r>
              <a:rPr kumimoji="1" lang="zh-CN" altLang="en-US" dirty="0"/>
              <a:t>和 </a:t>
            </a:r>
            <a:r>
              <a:rPr kumimoji="1" lang="en-US" altLang="zh-CN" dirty="0"/>
              <a:t>Y_2</a:t>
            </a:r>
            <a:r>
              <a:rPr kumimoji="1" lang="zh-CN" altLang="en-US" dirty="0"/>
              <a:t>，全为 </a:t>
            </a:r>
            <a:r>
              <a:rPr kumimoji="1" lang="en-US" altLang="zh-CN" dirty="0"/>
              <a:t>0 </a:t>
            </a:r>
            <a:r>
              <a:rPr kumimoji="1" lang="zh-CN" altLang="en-US" dirty="0"/>
              <a:t>的两个与门必须要接，否则出现输入为“高阻不确定态”，导致输出为“不确定态”</a:t>
            </a:r>
          </a:p>
          <a:p>
            <a:r>
              <a:rPr kumimoji="1" lang="zh-CN" altLang="en-US" dirty="0"/>
              <a:t>这里在与门中画 </a:t>
            </a:r>
            <a:r>
              <a:rPr kumimoji="1" lang="en-US" altLang="zh-CN" dirty="0"/>
              <a:t>X </a:t>
            </a:r>
            <a:r>
              <a:rPr kumimoji="1" lang="zh-CN" altLang="en-US" dirty="0"/>
              <a:t>表示从 </a:t>
            </a:r>
            <a:r>
              <a:rPr kumimoji="1" lang="en-US" altLang="zh-CN" dirty="0"/>
              <a:t>1-10 </a:t>
            </a:r>
            <a:r>
              <a:rPr kumimoji="1" lang="zh-CN" altLang="en-US" dirty="0"/>
              <a:t>全部都接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CB8A06-F148-921D-96F5-49A92A7E8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369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A08CB-24C5-A7DE-165A-7074163E4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734E90-55D9-F253-EFAB-B9093413B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61EF51-EB3D-C93E-FC00-C844FB9D4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C197F7-6FDF-00D6-1D03-939CF01EA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121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17FE6-7B50-CC75-B19B-427C238F0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3E9070-017C-E11E-C87D-38EC6CC84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ABBB112-BFAA-3FF7-D835-935810D9A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由于大规模可编程器件的发展与应用，无论是 </a:t>
            </a:r>
            <a:r>
              <a:rPr lang="en-US" altLang="zh-CN" dirty="0"/>
              <a:t>PLA</a:t>
            </a:r>
            <a:r>
              <a:rPr lang="zh-CN" altLang="en-US" dirty="0"/>
              <a:t>、</a:t>
            </a:r>
            <a:r>
              <a:rPr lang="en-US" altLang="zh-CN" dirty="0"/>
              <a:t>PAL</a:t>
            </a:r>
            <a:r>
              <a:rPr lang="zh-CN" altLang="en-US" dirty="0"/>
              <a:t> 还是 </a:t>
            </a:r>
            <a:r>
              <a:rPr lang="en-US" altLang="zh-CN" dirty="0"/>
              <a:t>GAL</a:t>
            </a:r>
            <a:r>
              <a:rPr lang="zh-CN" altLang="en-US" dirty="0"/>
              <a:t>，都如同中规模集成器件一样，已逐渐退出历史舞台。</a:t>
            </a:r>
            <a:endParaRPr lang="en-US" altLang="zh-CN" dirty="0"/>
          </a:p>
          <a:p>
            <a:r>
              <a:rPr lang="zh-CN" altLang="en-US" dirty="0"/>
              <a:t>这一课件内容是为了便于理解可编程器件实现组合逻辑的基本原理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13817F-A01B-71C1-6465-B648022EC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133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bg3">
            <a:extLst>
              <a:ext uri="{FF2B5EF4-FFF2-40B4-BE49-F238E27FC236}">
                <a16:creationId xmlns:a16="http://schemas.microsoft.com/office/drawing/2014/main" id="{3C12D28E-7FDA-416A-89CF-B41CFE8C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80031" b="16504"/>
          <a:stretch>
            <a:fillRect/>
          </a:stretch>
        </p:blipFill>
        <p:spPr bwMode="auto">
          <a:xfrm flipV="1">
            <a:off x="0" y="1711615"/>
            <a:ext cx="12192000" cy="4378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</p:pic>
      <p:pic>
        <p:nvPicPr>
          <p:cNvPr id="9" name="Picture 17" descr="bg3">
            <a:extLst>
              <a:ext uri="{FF2B5EF4-FFF2-40B4-BE49-F238E27FC236}">
                <a16:creationId xmlns:a16="http://schemas.microsoft.com/office/drawing/2014/main" id="{6256C6DD-5C6C-4934-AE0F-6E767F3C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48767" b="15891"/>
          <a:stretch>
            <a:fillRect/>
          </a:stretch>
        </p:blipFill>
        <p:spPr bwMode="auto">
          <a:xfrm>
            <a:off x="0" y="1930558"/>
            <a:ext cx="12192000" cy="277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2">
            <a:extLst>
              <a:ext uri="{FF2B5EF4-FFF2-40B4-BE49-F238E27FC236}">
                <a16:creationId xmlns:a16="http://schemas.microsoft.com/office/drawing/2014/main" id="{12F893B6-5430-4116-B41C-027E149AB2E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E8E8EA"/>
              </a:clrFrom>
              <a:clrTo>
                <a:srgbClr val="E8E8EA">
                  <a:alpha val="0"/>
                </a:srgbClr>
              </a:clrTo>
            </a:clrChange>
          </a:blip>
          <a:srcRect l="3981" t="5824" r="52233" b="80846"/>
          <a:stretch/>
        </p:blipFill>
        <p:spPr bwMode="auto">
          <a:xfrm>
            <a:off x="0" y="278392"/>
            <a:ext cx="4244196" cy="91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5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bg2">
            <a:extLst>
              <a:ext uri="{FF2B5EF4-FFF2-40B4-BE49-F238E27FC236}">
                <a16:creationId xmlns:a16="http://schemas.microsoft.com/office/drawing/2014/main" id="{B5E88CDA-D72A-4EE5-A041-54DDE04C08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31108" b="84377"/>
          <a:stretch/>
        </p:blipFill>
        <p:spPr bwMode="auto">
          <a:xfrm>
            <a:off x="0" y="1"/>
            <a:ext cx="12192000" cy="5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75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05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10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0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56.png"/><Relationship Id="rId18" Type="http://schemas.openxmlformats.org/officeDocument/2006/relationships/image" Target="../media/image67.png"/><Relationship Id="rId3" Type="http://schemas.openxmlformats.org/officeDocument/2006/relationships/image" Target="../media/image53.png"/><Relationship Id="rId7" Type="http://schemas.openxmlformats.org/officeDocument/2006/relationships/image" Target="../media/image62.png"/><Relationship Id="rId12" Type="http://schemas.openxmlformats.org/officeDocument/2006/relationships/image" Target="../media/image55.png"/><Relationship Id="rId17" Type="http://schemas.openxmlformats.org/officeDocument/2006/relationships/image" Target="../media/image6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54.png"/><Relationship Id="rId5" Type="http://schemas.openxmlformats.org/officeDocument/2006/relationships/image" Target="../media/image60.png"/><Relationship Id="rId15" Type="http://schemas.openxmlformats.org/officeDocument/2006/relationships/image" Target="../media/image58.png"/><Relationship Id="rId10" Type="http://schemas.openxmlformats.org/officeDocument/2006/relationships/image" Target="../media/image65.png"/><Relationship Id="rId9" Type="http://schemas.openxmlformats.org/officeDocument/2006/relationships/image" Target="../media/image64.png"/><Relationship Id="rId14" Type="http://schemas.openxmlformats.org/officeDocument/2006/relationships/image" Target="../media/image5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9.png"/><Relationship Id="rId18" Type="http://schemas.openxmlformats.org/officeDocument/2006/relationships/image" Target="../media/image74.png"/><Relationship Id="rId3" Type="http://schemas.openxmlformats.org/officeDocument/2006/relationships/image" Target="../media/image76.png"/><Relationship Id="rId17" Type="http://schemas.openxmlformats.org/officeDocument/2006/relationships/image" Target="../media/image73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68.png"/><Relationship Id="rId15" Type="http://schemas.openxmlformats.org/officeDocument/2006/relationships/image" Target="../media/image71.png"/><Relationship Id="rId19" Type="http://schemas.openxmlformats.org/officeDocument/2006/relationships/image" Target="../media/image75.png"/><Relationship Id="rId4" Type="http://schemas.openxmlformats.org/officeDocument/2006/relationships/image" Target="../media/image77.png"/><Relationship Id="rId14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9.png"/><Relationship Id="rId18" Type="http://schemas.openxmlformats.org/officeDocument/2006/relationships/image" Target="../media/image74.png"/><Relationship Id="rId3" Type="http://schemas.openxmlformats.org/officeDocument/2006/relationships/image" Target="../media/image76.png"/><Relationship Id="rId17" Type="http://schemas.openxmlformats.org/officeDocument/2006/relationships/image" Target="../media/image7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68.png"/><Relationship Id="rId15" Type="http://schemas.openxmlformats.org/officeDocument/2006/relationships/image" Target="../media/image71.png"/><Relationship Id="rId19" Type="http://schemas.openxmlformats.org/officeDocument/2006/relationships/image" Target="../media/image75.png"/><Relationship Id="rId4" Type="http://schemas.openxmlformats.org/officeDocument/2006/relationships/image" Target="../media/image77.png"/><Relationship Id="rId14" Type="http://schemas.openxmlformats.org/officeDocument/2006/relationships/image" Target="../media/image7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9073248-787E-5D40-AE5E-610E41D0A30C}"/>
              </a:ext>
            </a:extLst>
          </p:cNvPr>
          <p:cNvSpPr txBox="1">
            <a:spLocks/>
          </p:cNvSpPr>
          <p:nvPr/>
        </p:nvSpPr>
        <p:spPr>
          <a:xfrm>
            <a:off x="0" y="2817091"/>
            <a:ext cx="12191999" cy="1226516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可编程逻辑器件 </a:t>
            </a:r>
            <a:r>
              <a:rPr lang="en-US" altLang="zh-CN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PLD</a:t>
            </a:r>
            <a:r>
              <a:rPr lang="zh-CN" altLang="en-US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 </a:t>
            </a:r>
            <a:r>
              <a:rPr lang="en-US" altLang="zh-CN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(1)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2438B-9455-BCBC-7490-250107AE8BAC}"/>
              </a:ext>
            </a:extLst>
          </p:cNvPr>
          <p:cNvSpPr/>
          <p:nvPr/>
        </p:nvSpPr>
        <p:spPr>
          <a:xfrm>
            <a:off x="0" y="252787"/>
            <a:ext cx="427137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03BB9C-92C3-DE18-5792-0E22FDDAA0A4}"/>
              </a:ext>
            </a:extLst>
          </p:cNvPr>
          <p:cNvSpPr/>
          <p:nvPr/>
        </p:nvSpPr>
        <p:spPr>
          <a:xfrm>
            <a:off x="4115280" y="5040000"/>
            <a:ext cx="3961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数电 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P189 – 195</a:t>
            </a:r>
          </a:p>
        </p:txBody>
      </p:sp>
      <p:pic>
        <p:nvPicPr>
          <p:cNvPr id="12" name="图片 11" descr="图片包含 图形用户界面&#10;&#10;描述已自动生成">
            <a:extLst>
              <a:ext uri="{FF2B5EF4-FFF2-40B4-BE49-F238E27FC236}">
                <a16:creationId xmlns:a16="http://schemas.microsoft.com/office/drawing/2014/main" id="{36B95622-439B-2F01-3763-4744D210F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t="27915" r="8682" b="26692"/>
          <a:stretch/>
        </p:blipFill>
        <p:spPr>
          <a:xfrm>
            <a:off x="0" y="0"/>
            <a:ext cx="4405745" cy="9984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570352-420A-0C13-044B-FD4A338CD6AA}"/>
              </a:ext>
            </a:extLst>
          </p:cNvPr>
          <p:cNvSpPr txBox="1"/>
          <p:nvPr/>
        </p:nvSpPr>
        <p:spPr>
          <a:xfrm>
            <a:off x="0" y="1931813"/>
            <a:ext cx="9531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模拟与数字电路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(Analog and Digital Circuits)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F3C51-ACC3-CEB4-0CD3-FB5FA64AEC1C}"/>
              </a:ext>
            </a:extLst>
          </p:cNvPr>
          <p:cNvSpPr/>
          <p:nvPr/>
        </p:nvSpPr>
        <p:spPr>
          <a:xfrm>
            <a:off x="0" y="6352426"/>
            <a:ext cx="12192000" cy="505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计算机科学与技术学院本科课程</a:t>
            </a:r>
          </a:p>
        </p:txBody>
      </p:sp>
    </p:spTree>
    <p:extLst>
      <p:ext uri="{BB962C8B-B14F-4D97-AF65-F5344CB8AC3E}">
        <p14:creationId xmlns:p14="http://schemas.microsoft.com/office/powerpoint/2010/main" val="253319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4A8A429-A57A-A971-5B68-36C274978AD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内容提纲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45B4BAD-F1AF-DA8F-D325-2AEA1322389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CADB5B-DD68-FB6B-CE4A-4D568A53302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D9CA2CB5-31A5-2271-2D0D-B793AF350D1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015BBDD1-4572-5612-26B6-27B8BA88897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98A25324-8856-1585-AC55-264ACE01D50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38B271C0-253F-A873-6F16-D83A60FF2D44}"/>
              </a:ext>
            </a:extLst>
          </p:cNvPr>
          <p:cNvSpPr txBox="1"/>
          <p:nvPr/>
        </p:nvSpPr>
        <p:spPr>
          <a:xfrm>
            <a:off x="1296000" y="1296000"/>
            <a:ext cx="9410986" cy="2338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可编程逻辑器件的定义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可编程逻辑器件的基本单元和分类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可编程逻辑器件的组合逻辑电路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43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91F9FC2-607E-B824-22A9-AA97EA115B46}"/>
              </a:ext>
            </a:extLst>
          </p:cNvPr>
          <p:cNvSpPr txBox="1"/>
          <p:nvPr/>
        </p:nvSpPr>
        <p:spPr>
          <a:xfrm>
            <a:off x="360000" y="828000"/>
            <a:ext cx="11229800" cy="3304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可编程逻辑器件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Programmable Logic Device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PLD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）：一种可以由用户定义和设置逻辑功能的器件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与中小规模通用逻辑器件相比，</a:t>
            </a:r>
            <a:r>
              <a:rPr kumimoji="1"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PLD </a:t>
            </a: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集成度高、速度快、功耗低、可靠性高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与其他专用集成电路相比，</a:t>
            </a:r>
            <a:r>
              <a:rPr kumimoji="1"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PLD </a:t>
            </a: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产品开发周期短、用户投资风险小、小批量生产成本低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03767C5-49D9-B6C0-BB0C-7EC85E8728B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7F515742-6DFE-54F8-1A70-7A0E55998E6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12D38543-607A-D779-BBC5-EFED55A3B19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F91E1708-C28B-9943-FD58-F9293BC86568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A73D6CD9-9503-4895-3A8E-CBC9F69574D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9" name="标题 1">
            <a:extLst>
              <a:ext uri="{FF2B5EF4-FFF2-40B4-BE49-F238E27FC236}">
                <a16:creationId xmlns:a16="http://schemas.microsoft.com/office/drawing/2014/main" id="{317B4A2E-079A-AFA9-0D6F-DC13F5ABF5C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可编程逻辑器件的定义</a:t>
            </a:r>
          </a:p>
        </p:txBody>
      </p:sp>
    </p:spTree>
    <p:extLst>
      <p:ext uri="{BB962C8B-B14F-4D97-AF65-F5344CB8AC3E}">
        <p14:creationId xmlns:p14="http://schemas.microsoft.com/office/powerpoint/2010/main" val="1078705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C6808EC-A509-BA9E-AD14-57907FB7609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7EA4E534-9390-10E7-9094-C6CCC1AC693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561C8F9A-4A26-B47F-1846-AE05438FF19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48A6A2B4-AA9A-ABB7-B316-4E3646CDE4E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C844A70B-7BFC-2D03-7E04-A443803AD2C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F9DF53D6-ADB2-C0A8-2879-645BAF9F56CE}"/>
              </a:ext>
            </a:extLst>
          </p:cNvPr>
          <p:cNvSpPr txBox="1"/>
          <p:nvPr/>
        </p:nvSpPr>
        <p:spPr>
          <a:xfrm>
            <a:off x="360000" y="828000"/>
            <a:ext cx="11539474" cy="442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按集成度分类：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低密度 </a:t>
            </a:r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PLD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PAL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GAL</a:t>
            </a:r>
          </a:p>
          <a:p>
            <a:pPr lvl="2">
              <a:lnSpc>
                <a:spcPct val="120000"/>
              </a:lnSpc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Programmable Read Only Memory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，可编程只读存储器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PLA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Programmable Logic Array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，可编程逻辑阵列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PAL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Programmable Array Logic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，可编程阵列逻辑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GAL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Gate Array Logic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，门阵列逻辑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高密度 </a:t>
            </a:r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PLD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CPLD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FPGA</a:t>
            </a:r>
          </a:p>
          <a:p>
            <a:pPr lvl="2"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CPLD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Complex Programmable Logic Device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，复杂可编程逻辑器件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FPGA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Field Programmable Gate Array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，现场可编程门阵列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019EDE5B-B73B-6BFD-243F-E8949CDD90B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可编程逻辑器件的分类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1F6B5A9-FB75-A2D0-A4CC-E84220F4C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000" y="5400000"/>
            <a:ext cx="3240000" cy="1362706"/>
          </a:xfrm>
          <a:prstGeom prst="rect">
            <a:avLst/>
          </a:prstGeom>
          <a:effectLst>
            <a:softEdge rad="76200"/>
          </a:effectLst>
        </p:spPr>
      </p:pic>
    </p:spTree>
    <p:extLst>
      <p:ext uri="{BB962C8B-B14F-4D97-AF65-F5344CB8AC3E}">
        <p14:creationId xmlns:p14="http://schemas.microsoft.com/office/powerpoint/2010/main" val="42321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ADCED9C-7DE7-4301-5430-3232B99257E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E2AB3F2-F184-AEEC-9E98-42EC622EF1E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7FC9871A-D302-0F52-CE81-46AFFC1C179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A03C2DB7-FDB6-B533-DF3A-65893700CA8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AE7C0D5A-4F6F-C144-F099-9D1D9729165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F669A32-5DC6-6DE8-3D88-211934DB324A}"/>
              </a:ext>
            </a:extLst>
          </p:cNvPr>
          <p:cNvSpPr txBox="1"/>
          <p:nvPr/>
        </p:nvSpPr>
        <p:spPr>
          <a:xfrm>
            <a:off x="360000" y="828000"/>
            <a:ext cx="3423435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的基本门电路：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01BD34E-EBE5-80D6-8CE3-2BF448425599}"/>
              </a:ext>
            </a:extLst>
          </p:cNvPr>
          <p:cNvSpPr txBox="1"/>
          <p:nvPr/>
        </p:nvSpPr>
        <p:spPr>
          <a:xfrm>
            <a:off x="360000" y="1656000"/>
            <a:ext cx="18327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与门：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AF16F445-8B36-41F9-F2BA-408390BD969E}"/>
              </a:ext>
            </a:extLst>
          </p:cNvPr>
          <p:cNvSpPr txBox="1"/>
          <p:nvPr/>
        </p:nvSpPr>
        <p:spPr>
          <a:xfrm>
            <a:off x="360000" y="3096000"/>
            <a:ext cx="18327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或门：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C37E862-83AC-B527-8245-FE6C3D63B5CD}"/>
              </a:ext>
            </a:extLst>
          </p:cNvPr>
          <p:cNvGrpSpPr/>
          <p:nvPr/>
        </p:nvGrpSpPr>
        <p:grpSpPr>
          <a:xfrm>
            <a:off x="7375806" y="1613566"/>
            <a:ext cx="1810476" cy="565654"/>
            <a:chOff x="7662404" y="1807042"/>
            <a:chExt cx="1810476" cy="565654"/>
          </a:xfrm>
        </p:grpSpPr>
        <p:sp>
          <p:nvSpPr>
            <p:cNvPr id="167" name="流程图: 延期 166">
              <a:extLst>
                <a:ext uri="{FF2B5EF4-FFF2-40B4-BE49-F238E27FC236}">
                  <a16:creationId xmlns:a16="http://schemas.microsoft.com/office/drawing/2014/main" id="{E181BFE5-17A7-ECD7-DA9D-CF4EC7DAB2DD}"/>
                </a:ext>
              </a:extLst>
            </p:cNvPr>
            <p:cNvSpPr/>
            <p:nvPr/>
          </p:nvSpPr>
          <p:spPr>
            <a:xfrm>
              <a:off x="8679290" y="1809178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68" name="Line 27">
              <a:extLst>
                <a:ext uri="{FF2B5EF4-FFF2-40B4-BE49-F238E27FC236}">
                  <a16:creationId xmlns:a16="http://schemas.microsoft.com/office/drawing/2014/main" id="{8CF7E4BE-6426-992D-F6A1-345D532AA9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62404" y="2083497"/>
              <a:ext cx="10060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9" name="Line 27">
              <a:extLst>
                <a:ext uri="{FF2B5EF4-FFF2-40B4-BE49-F238E27FC236}">
                  <a16:creationId xmlns:a16="http://schemas.microsoft.com/office/drawing/2014/main" id="{C567D595-15CA-5A1F-5AD0-1E1C364B91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3531" y="2083735"/>
              <a:ext cx="25934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70" name="Line 27">
              <a:extLst>
                <a:ext uri="{FF2B5EF4-FFF2-40B4-BE49-F238E27FC236}">
                  <a16:creationId xmlns:a16="http://schemas.microsoft.com/office/drawing/2014/main" id="{3D0993E6-1428-3062-0EFB-4BD33D1810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135098" y="2089869"/>
              <a:ext cx="565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" name="Line 27">
              <a:extLst>
                <a:ext uri="{FF2B5EF4-FFF2-40B4-BE49-F238E27FC236}">
                  <a16:creationId xmlns:a16="http://schemas.microsoft.com/office/drawing/2014/main" id="{0F2FDDB9-8BAA-661A-DAA5-16C75497BA3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866803" y="2089869"/>
              <a:ext cx="565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" name="Line 27">
              <a:extLst>
                <a:ext uri="{FF2B5EF4-FFF2-40B4-BE49-F238E27FC236}">
                  <a16:creationId xmlns:a16="http://schemas.microsoft.com/office/drawing/2014/main" id="{15C7AC4F-603E-EF92-92B0-5156F9FB23D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02595" y="2089869"/>
              <a:ext cx="565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7" name="Line 27">
              <a:extLst>
                <a:ext uri="{FF2B5EF4-FFF2-40B4-BE49-F238E27FC236}">
                  <a16:creationId xmlns:a16="http://schemas.microsoft.com/office/drawing/2014/main" id="{58EC60B7-203C-5301-8DAA-C9C9380020B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8676293" y="2083497"/>
              <a:ext cx="4763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" name="Line 27">
              <a:extLst>
                <a:ext uri="{FF2B5EF4-FFF2-40B4-BE49-F238E27FC236}">
                  <a16:creationId xmlns:a16="http://schemas.microsoft.com/office/drawing/2014/main" id="{2628BD05-4E78-4048-5B86-8A4D910CC88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8676293" y="2079079"/>
              <a:ext cx="47632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4D982B9-8EA5-D6A8-8289-9526EEFCF8BC}"/>
              </a:ext>
            </a:extLst>
          </p:cNvPr>
          <p:cNvGrpSpPr/>
          <p:nvPr/>
        </p:nvGrpSpPr>
        <p:grpSpPr>
          <a:xfrm>
            <a:off x="9953146" y="1608503"/>
            <a:ext cx="1810476" cy="565654"/>
            <a:chOff x="10239744" y="1801979"/>
            <a:chExt cx="1810476" cy="565654"/>
          </a:xfrm>
        </p:grpSpPr>
        <p:sp>
          <p:nvSpPr>
            <p:cNvPr id="180" name="流程图: 延期 179">
              <a:extLst>
                <a:ext uri="{FF2B5EF4-FFF2-40B4-BE49-F238E27FC236}">
                  <a16:creationId xmlns:a16="http://schemas.microsoft.com/office/drawing/2014/main" id="{C66F8D0F-2C60-5EF5-D53A-FB64E2807E89}"/>
                </a:ext>
              </a:extLst>
            </p:cNvPr>
            <p:cNvSpPr/>
            <p:nvPr/>
          </p:nvSpPr>
          <p:spPr>
            <a:xfrm>
              <a:off x="11256630" y="1804115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81" name="Line 27">
              <a:extLst>
                <a:ext uri="{FF2B5EF4-FFF2-40B4-BE49-F238E27FC236}">
                  <a16:creationId xmlns:a16="http://schemas.microsoft.com/office/drawing/2014/main" id="{EBA078A5-B6F7-B8B4-F27F-4F44C39C0F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39744" y="2078434"/>
              <a:ext cx="10060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2" name="Line 27">
              <a:extLst>
                <a:ext uri="{FF2B5EF4-FFF2-40B4-BE49-F238E27FC236}">
                  <a16:creationId xmlns:a16="http://schemas.microsoft.com/office/drawing/2014/main" id="{8C6A4F52-500E-31B1-47D9-601D92B09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90871" y="2078672"/>
              <a:ext cx="25934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3" name="Line 27">
              <a:extLst>
                <a:ext uri="{FF2B5EF4-FFF2-40B4-BE49-F238E27FC236}">
                  <a16:creationId xmlns:a16="http://schemas.microsoft.com/office/drawing/2014/main" id="{4A024437-E8AA-4DEE-ABC4-96EB64B4961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712438" y="2084806"/>
              <a:ext cx="565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" name="Line 27">
              <a:extLst>
                <a:ext uri="{FF2B5EF4-FFF2-40B4-BE49-F238E27FC236}">
                  <a16:creationId xmlns:a16="http://schemas.microsoft.com/office/drawing/2014/main" id="{568E81AE-1C09-D511-7DCB-D08F286F707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444143" y="2084806"/>
              <a:ext cx="565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" name="Line 27">
              <a:extLst>
                <a:ext uri="{FF2B5EF4-FFF2-40B4-BE49-F238E27FC236}">
                  <a16:creationId xmlns:a16="http://schemas.microsoft.com/office/drawing/2014/main" id="{9CD91998-0D2B-D263-7288-1ACD7C591D7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179935" y="2084806"/>
              <a:ext cx="565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" name="Line 27">
              <a:extLst>
                <a:ext uri="{FF2B5EF4-FFF2-40B4-BE49-F238E27FC236}">
                  <a16:creationId xmlns:a16="http://schemas.microsoft.com/office/drawing/2014/main" id="{214DCD77-50A7-58A9-6E2A-B7BCDD0AC57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10372615" y="2081050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9" name="Line 27">
              <a:extLst>
                <a:ext uri="{FF2B5EF4-FFF2-40B4-BE49-F238E27FC236}">
                  <a16:creationId xmlns:a16="http://schemas.microsoft.com/office/drawing/2014/main" id="{910747F2-268B-C5E6-42A1-0C2F722D1F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10372615" y="2079357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" name="Line 27">
              <a:extLst>
                <a:ext uri="{FF2B5EF4-FFF2-40B4-BE49-F238E27FC236}">
                  <a16:creationId xmlns:a16="http://schemas.microsoft.com/office/drawing/2014/main" id="{B1CB7778-20EB-84C7-506C-A3C6C952BE0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10637423" y="2079357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1" name="Line 27">
              <a:extLst>
                <a:ext uri="{FF2B5EF4-FFF2-40B4-BE49-F238E27FC236}">
                  <a16:creationId xmlns:a16="http://schemas.microsoft.com/office/drawing/2014/main" id="{E29397D8-B5AA-240B-C8B4-D205CA1A322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10637423" y="2077664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" name="Line 27">
              <a:extLst>
                <a:ext uri="{FF2B5EF4-FFF2-40B4-BE49-F238E27FC236}">
                  <a16:creationId xmlns:a16="http://schemas.microsoft.com/office/drawing/2014/main" id="{A7AA58C1-02BA-BDE5-3BC1-BD176A00059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10907327" y="2077664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3" name="Line 27">
              <a:extLst>
                <a:ext uri="{FF2B5EF4-FFF2-40B4-BE49-F238E27FC236}">
                  <a16:creationId xmlns:a16="http://schemas.microsoft.com/office/drawing/2014/main" id="{68E8E3D2-3AE2-79B4-4433-AE1E2E1A53F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10907327" y="2075971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D9291F9-3E38-C03B-7E6C-AECF8D829E58}"/>
              </a:ext>
            </a:extLst>
          </p:cNvPr>
          <p:cNvGrpSpPr/>
          <p:nvPr/>
        </p:nvGrpSpPr>
        <p:grpSpPr>
          <a:xfrm>
            <a:off x="1977251" y="3096000"/>
            <a:ext cx="2257491" cy="982230"/>
            <a:chOff x="1936028" y="3166938"/>
            <a:chExt cx="2257491" cy="982230"/>
          </a:xfrm>
        </p:grpSpPr>
        <p:sp>
          <p:nvSpPr>
            <p:cNvPr id="202" name="Arc 158">
              <a:extLst>
                <a:ext uri="{FF2B5EF4-FFF2-40B4-BE49-F238E27FC236}">
                  <a16:creationId xmlns:a16="http://schemas.microsoft.com/office/drawing/2014/main" id="{9F92B55A-56C2-3EFC-460B-64CFAF01273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286741" y="3019952"/>
              <a:ext cx="540228" cy="842290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3" name="Line 160">
              <a:extLst>
                <a:ext uri="{FF2B5EF4-FFF2-40B4-BE49-F238E27FC236}">
                  <a16:creationId xmlns:a16="http://schemas.microsoft.com/office/drawing/2014/main" id="{58D6AEFE-C281-E7C5-F2F9-121D727952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54742" y="3168082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4" name="Line 160">
              <a:extLst>
                <a:ext uri="{FF2B5EF4-FFF2-40B4-BE49-F238E27FC236}">
                  <a16:creationId xmlns:a16="http://schemas.microsoft.com/office/drawing/2014/main" id="{1AE0143D-E21A-489B-CCE2-C4FD6443DB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54742" y="3711212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5" name="Arc 156">
              <a:extLst>
                <a:ext uri="{FF2B5EF4-FFF2-40B4-BE49-F238E27FC236}">
                  <a16:creationId xmlns:a16="http://schemas.microsoft.com/office/drawing/2014/main" id="{6E39FB35-8311-011C-95E0-511A694C413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095513" y="3189333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6" name="Line 27">
              <a:extLst>
                <a:ext uri="{FF2B5EF4-FFF2-40B4-BE49-F238E27FC236}">
                  <a16:creationId xmlns:a16="http://schemas.microsoft.com/office/drawing/2014/main" id="{61F0D98A-F1EB-194A-432B-CB6272844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028" y="3441097"/>
              <a:ext cx="10367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8" name="Line 27">
              <a:extLst>
                <a:ext uri="{FF2B5EF4-FFF2-40B4-BE49-F238E27FC236}">
                  <a16:creationId xmlns:a16="http://schemas.microsoft.com/office/drawing/2014/main" id="{510EB5A0-6764-10C1-C148-575944B619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4985" y="3439670"/>
              <a:ext cx="27151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9" name="Arc 156">
              <a:extLst>
                <a:ext uri="{FF2B5EF4-FFF2-40B4-BE49-F238E27FC236}">
                  <a16:creationId xmlns:a16="http://schemas.microsoft.com/office/drawing/2014/main" id="{2E55DDDE-B0BE-3ED6-503B-F4075E51A0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3822" y="3168067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10" name="Line 27">
              <a:extLst>
                <a:ext uri="{FF2B5EF4-FFF2-40B4-BE49-F238E27FC236}">
                  <a16:creationId xmlns:a16="http://schemas.microsoft.com/office/drawing/2014/main" id="{5FA5FFB9-5AA5-F1CC-C752-D32428903C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08722" y="3450562"/>
              <a:ext cx="565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" name="Line 27">
              <a:extLst>
                <a:ext uri="{FF2B5EF4-FFF2-40B4-BE49-F238E27FC236}">
                  <a16:creationId xmlns:a16="http://schemas.microsoft.com/office/drawing/2014/main" id="{246314C0-EC11-E1C8-FD11-DE2545FBF0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42929" y="3449765"/>
              <a:ext cx="565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12" name="Line 27">
              <a:extLst>
                <a:ext uri="{FF2B5EF4-FFF2-40B4-BE49-F238E27FC236}">
                  <a16:creationId xmlns:a16="http://schemas.microsoft.com/office/drawing/2014/main" id="{557FC66C-7A15-1BF5-1955-227D742C5B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876789" y="3450562"/>
              <a:ext cx="565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" name="椭圆 212">
              <a:extLst>
                <a:ext uri="{FF2B5EF4-FFF2-40B4-BE49-F238E27FC236}">
                  <a16:creationId xmlns:a16="http://schemas.microsoft.com/office/drawing/2014/main" id="{C9C1C75B-19C5-CC4B-392A-54D60D49467E}"/>
                </a:ext>
              </a:extLst>
            </p:cNvPr>
            <p:cNvSpPr/>
            <p:nvPr/>
          </p:nvSpPr>
          <p:spPr>
            <a:xfrm>
              <a:off x="2644526" y="3392775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Line 27">
              <a:extLst>
                <a:ext uri="{FF2B5EF4-FFF2-40B4-BE49-F238E27FC236}">
                  <a16:creationId xmlns:a16="http://schemas.microsoft.com/office/drawing/2014/main" id="{122175DF-0286-F1F4-E9EE-36413CA696F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2068905" y="3442459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15" name="Line 27">
              <a:extLst>
                <a:ext uri="{FF2B5EF4-FFF2-40B4-BE49-F238E27FC236}">
                  <a16:creationId xmlns:a16="http://schemas.microsoft.com/office/drawing/2014/main" id="{FDEBF578-14C7-A286-B5F7-BB3B626737D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2068905" y="3440766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DA4414E1-82AE-EF02-C98B-AF5C78F7CD4D}"/>
                    </a:ext>
                  </a:extLst>
                </p:cNvPr>
                <p:cNvSpPr txBox="1"/>
                <p:nvPr/>
              </p:nvSpPr>
              <p:spPr>
                <a:xfrm>
                  <a:off x="1974670" y="3687503"/>
                  <a:ext cx="4502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16" name="文本框 215">
                  <a:extLst>
                    <a:ext uri="{FF2B5EF4-FFF2-40B4-BE49-F238E27FC236}">
                      <a16:creationId xmlns:a16="http://schemas.microsoft.com/office/drawing/2014/main" id="{DA4414E1-82AE-EF02-C98B-AF5C78F7CD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4670" y="3687503"/>
                  <a:ext cx="450256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文本框 216">
                  <a:extLst>
                    <a:ext uri="{FF2B5EF4-FFF2-40B4-BE49-F238E27FC236}">
                      <a16:creationId xmlns:a16="http://schemas.microsoft.com/office/drawing/2014/main" id="{FD6CA41A-56D1-2AFA-E8C8-0509C355769B}"/>
                    </a:ext>
                  </a:extLst>
                </p:cNvPr>
                <p:cNvSpPr txBox="1"/>
                <p:nvPr/>
              </p:nvSpPr>
              <p:spPr>
                <a:xfrm>
                  <a:off x="2241483" y="3686012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17" name="文本框 216">
                  <a:extLst>
                    <a:ext uri="{FF2B5EF4-FFF2-40B4-BE49-F238E27FC236}">
                      <a16:creationId xmlns:a16="http://schemas.microsoft.com/office/drawing/2014/main" id="{FD6CA41A-56D1-2AFA-E8C8-0509C35576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1483" y="3686012"/>
                  <a:ext cx="458075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8" name="文本框 217">
                  <a:extLst>
                    <a:ext uri="{FF2B5EF4-FFF2-40B4-BE49-F238E27FC236}">
                      <a16:creationId xmlns:a16="http://schemas.microsoft.com/office/drawing/2014/main" id="{483D294F-8DA9-4297-71BB-32E5A6BE266C}"/>
                    </a:ext>
                  </a:extLst>
                </p:cNvPr>
                <p:cNvSpPr txBox="1"/>
                <p:nvPr/>
              </p:nvSpPr>
              <p:spPr>
                <a:xfrm>
                  <a:off x="2506738" y="3686012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18" name="文本框 217">
                  <a:extLst>
                    <a:ext uri="{FF2B5EF4-FFF2-40B4-BE49-F238E27FC236}">
                      <a16:creationId xmlns:a16="http://schemas.microsoft.com/office/drawing/2014/main" id="{483D294F-8DA9-4297-71BB-32E5A6BE26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6738" y="3686012"/>
                  <a:ext cx="458075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9" name="文本框 218">
                  <a:extLst>
                    <a:ext uri="{FF2B5EF4-FFF2-40B4-BE49-F238E27FC236}">
                      <a16:creationId xmlns:a16="http://schemas.microsoft.com/office/drawing/2014/main" id="{7604F486-276F-C553-CA3E-61D7F8A9AF97}"/>
                    </a:ext>
                  </a:extLst>
                </p:cNvPr>
                <p:cNvSpPr txBox="1"/>
                <p:nvPr/>
              </p:nvSpPr>
              <p:spPr>
                <a:xfrm>
                  <a:off x="3735444" y="3230617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19" name="文本框 218">
                  <a:extLst>
                    <a:ext uri="{FF2B5EF4-FFF2-40B4-BE49-F238E27FC236}">
                      <a16:creationId xmlns:a16="http://schemas.microsoft.com/office/drawing/2014/main" id="{7604F486-276F-C553-CA3E-61D7F8A9AF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5444" y="3230617"/>
                  <a:ext cx="458075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3" name="文本框 222">
            <a:extLst>
              <a:ext uri="{FF2B5EF4-FFF2-40B4-BE49-F238E27FC236}">
                <a16:creationId xmlns:a16="http://schemas.microsoft.com/office/drawing/2014/main" id="{B8F475F1-CE53-53DB-566A-7996A1BB0715}"/>
              </a:ext>
            </a:extLst>
          </p:cNvPr>
          <p:cNvSpPr txBox="1"/>
          <p:nvPr/>
        </p:nvSpPr>
        <p:spPr>
          <a:xfrm>
            <a:off x="360000" y="4500000"/>
            <a:ext cx="36308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互补输出缓冲器：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8F9B731-538F-7BF1-D335-7F8CFA36C33B}"/>
              </a:ext>
            </a:extLst>
          </p:cNvPr>
          <p:cNvGrpSpPr/>
          <p:nvPr/>
        </p:nvGrpSpPr>
        <p:grpSpPr>
          <a:xfrm>
            <a:off x="4024143" y="4332532"/>
            <a:ext cx="1835083" cy="858156"/>
            <a:chOff x="4021516" y="4235842"/>
            <a:chExt cx="1835083" cy="858156"/>
          </a:xfrm>
        </p:grpSpPr>
        <p:sp>
          <p:nvSpPr>
            <p:cNvPr id="225" name="Line 27">
              <a:extLst>
                <a:ext uri="{FF2B5EF4-FFF2-40B4-BE49-F238E27FC236}">
                  <a16:creationId xmlns:a16="http://schemas.microsoft.com/office/drawing/2014/main" id="{3EA9FCFC-BFA5-B0A8-4A60-C595A91B16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1498" y="4627502"/>
              <a:ext cx="3811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6" name="等腰三角形 225">
              <a:extLst>
                <a:ext uri="{FF2B5EF4-FFF2-40B4-BE49-F238E27FC236}">
                  <a16:creationId xmlns:a16="http://schemas.microsoft.com/office/drawing/2014/main" id="{A98A2939-4FA5-D481-A040-17D18738D7F8}"/>
                </a:ext>
              </a:extLst>
            </p:cNvPr>
            <p:cNvSpPr/>
            <p:nvPr/>
          </p:nvSpPr>
          <p:spPr>
            <a:xfrm rot="16200000" flipH="1" flipV="1">
              <a:off x="4669827" y="4436888"/>
              <a:ext cx="462043" cy="381233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27" name="椭圆 226">
              <a:extLst>
                <a:ext uri="{FF2B5EF4-FFF2-40B4-BE49-F238E27FC236}">
                  <a16:creationId xmlns:a16="http://schemas.microsoft.com/office/drawing/2014/main" id="{CD8340F8-B63D-5F1E-65C8-022D5AE983D1}"/>
                </a:ext>
              </a:extLst>
            </p:cNvPr>
            <p:cNvSpPr/>
            <p:nvPr/>
          </p:nvSpPr>
          <p:spPr>
            <a:xfrm flipV="1">
              <a:off x="4874326" y="4745931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28" name="Line 27">
              <a:extLst>
                <a:ext uri="{FF2B5EF4-FFF2-40B4-BE49-F238E27FC236}">
                  <a16:creationId xmlns:a16="http://schemas.microsoft.com/office/drawing/2014/main" id="{BF7BBA00-C929-25CA-43F2-13537F2319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6961" y="4804699"/>
              <a:ext cx="4380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9" name="Line 27">
              <a:extLst>
                <a:ext uri="{FF2B5EF4-FFF2-40B4-BE49-F238E27FC236}">
                  <a16:creationId xmlns:a16="http://schemas.microsoft.com/office/drawing/2014/main" id="{94D723F6-4389-7F2F-E851-60A935A4E7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2523" y="4496226"/>
              <a:ext cx="5419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5211AA6E-F4F2-4F0D-D729-ACEFAC77A6CB}"/>
                    </a:ext>
                  </a:extLst>
                </p:cNvPr>
                <p:cNvSpPr txBox="1"/>
                <p:nvPr/>
              </p:nvSpPr>
              <p:spPr>
                <a:xfrm>
                  <a:off x="4021516" y="4393105"/>
                  <a:ext cx="32700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5211AA6E-F4F2-4F0D-D729-ACEFAC77A6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1516" y="4393105"/>
                  <a:ext cx="327005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240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14039C07-019F-FC98-1D85-CFC6C17394C4}"/>
                    </a:ext>
                  </a:extLst>
                </p:cNvPr>
                <p:cNvSpPr txBox="1"/>
                <p:nvPr/>
              </p:nvSpPr>
              <p:spPr>
                <a:xfrm>
                  <a:off x="5403871" y="4235842"/>
                  <a:ext cx="4502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14039C07-019F-FC98-1D85-CFC6C17394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3871" y="4235842"/>
                  <a:ext cx="450256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文本框 231">
                  <a:extLst>
                    <a:ext uri="{FF2B5EF4-FFF2-40B4-BE49-F238E27FC236}">
                      <a16:creationId xmlns:a16="http://schemas.microsoft.com/office/drawing/2014/main" id="{BF69117F-B16D-F5B6-69BC-0ECBC6F248C7}"/>
                    </a:ext>
                  </a:extLst>
                </p:cNvPr>
                <p:cNvSpPr txBox="1"/>
                <p:nvPr/>
              </p:nvSpPr>
              <p:spPr>
                <a:xfrm>
                  <a:off x="5406343" y="4668561"/>
                  <a:ext cx="450256" cy="4254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A</m:t>
                            </m:r>
                          </m:e>
                        </m:acc>
                      </m:oMath>
                    </m:oMathPara>
                  </a14:m>
                  <a:endParaRPr kumimoji="1" lang="en-US" altLang="zh-CN" sz="240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232" name="文本框 231">
                  <a:extLst>
                    <a:ext uri="{FF2B5EF4-FFF2-40B4-BE49-F238E27FC236}">
                      <a16:creationId xmlns:a16="http://schemas.microsoft.com/office/drawing/2014/main" id="{BF69117F-B16D-F5B6-69BC-0ECBC6F24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6343" y="4668561"/>
                  <a:ext cx="450256" cy="4254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E01639E-1548-E599-74B0-AEAE86E04AF3}"/>
              </a:ext>
            </a:extLst>
          </p:cNvPr>
          <p:cNvGrpSpPr/>
          <p:nvPr/>
        </p:nvGrpSpPr>
        <p:grpSpPr>
          <a:xfrm>
            <a:off x="1977251" y="1634238"/>
            <a:ext cx="2238532" cy="974779"/>
            <a:chOff x="1977251" y="1749932"/>
            <a:chExt cx="2238532" cy="974779"/>
          </a:xfrm>
        </p:grpSpPr>
        <p:sp>
          <p:nvSpPr>
            <p:cNvPr id="144" name="流程图: 延期 143">
              <a:extLst>
                <a:ext uri="{FF2B5EF4-FFF2-40B4-BE49-F238E27FC236}">
                  <a16:creationId xmlns:a16="http://schemas.microsoft.com/office/drawing/2014/main" id="{304008C7-97FD-8CB3-D767-21E71DC3EBBA}"/>
                </a:ext>
              </a:extLst>
            </p:cNvPr>
            <p:cNvSpPr/>
            <p:nvPr/>
          </p:nvSpPr>
          <p:spPr>
            <a:xfrm>
              <a:off x="2994137" y="1752068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45" name="Line 27">
              <a:extLst>
                <a:ext uri="{FF2B5EF4-FFF2-40B4-BE49-F238E27FC236}">
                  <a16:creationId xmlns:a16="http://schemas.microsoft.com/office/drawing/2014/main" id="{B0BD7178-7A03-7702-995D-A06E72D8BF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7251" y="2026387"/>
              <a:ext cx="10060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46" name="Line 27">
              <a:extLst>
                <a:ext uri="{FF2B5EF4-FFF2-40B4-BE49-F238E27FC236}">
                  <a16:creationId xmlns:a16="http://schemas.microsoft.com/office/drawing/2014/main" id="{16977A2A-3A9D-4F7C-1F4C-AA602C2EE1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8378" y="2026625"/>
              <a:ext cx="25934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47" name="Line 27">
              <a:extLst>
                <a:ext uri="{FF2B5EF4-FFF2-40B4-BE49-F238E27FC236}">
                  <a16:creationId xmlns:a16="http://schemas.microsoft.com/office/drawing/2014/main" id="{794DE4B8-1B33-7E85-6E82-FA7F6C3CA31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49945" y="2032759"/>
              <a:ext cx="565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Line 27">
              <a:extLst>
                <a:ext uri="{FF2B5EF4-FFF2-40B4-BE49-F238E27FC236}">
                  <a16:creationId xmlns:a16="http://schemas.microsoft.com/office/drawing/2014/main" id="{45414F7F-E0F3-0B44-E064-DECA08FC6BF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181650" y="2032759"/>
              <a:ext cx="565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B1DF151C-F35C-3AD1-2C99-B9B813AB955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917442" y="2032759"/>
              <a:ext cx="565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F2385D81-715C-8850-31AB-FB14ADE708B0}"/>
                </a:ext>
              </a:extLst>
            </p:cNvPr>
            <p:cNvSpPr/>
            <p:nvPr/>
          </p:nvSpPr>
          <p:spPr>
            <a:xfrm>
              <a:off x="2153045" y="1976742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Line 27">
              <a:extLst>
                <a:ext uri="{FF2B5EF4-FFF2-40B4-BE49-F238E27FC236}">
                  <a16:creationId xmlns:a16="http://schemas.microsoft.com/office/drawing/2014/main" id="{8DBADDDB-C594-0384-C587-73EBCE60DDB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2372604" y="2026756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Line 27">
              <a:extLst>
                <a:ext uri="{FF2B5EF4-FFF2-40B4-BE49-F238E27FC236}">
                  <a16:creationId xmlns:a16="http://schemas.microsoft.com/office/drawing/2014/main" id="{D1BCAFA7-AF62-AB05-C076-A16ED457CE4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2372604" y="2025063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文本框 233">
                  <a:extLst>
                    <a:ext uri="{FF2B5EF4-FFF2-40B4-BE49-F238E27FC236}">
                      <a16:creationId xmlns:a16="http://schemas.microsoft.com/office/drawing/2014/main" id="{403DD354-87BA-F7BF-9DD5-2AA3E3E285A5}"/>
                    </a:ext>
                  </a:extLst>
                </p:cNvPr>
                <p:cNvSpPr txBox="1"/>
                <p:nvPr/>
              </p:nvSpPr>
              <p:spPr>
                <a:xfrm>
                  <a:off x="2012687" y="2263046"/>
                  <a:ext cx="4502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34" name="文本框 233">
                  <a:extLst>
                    <a:ext uri="{FF2B5EF4-FFF2-40B4-BE49-F238E27FC236}">
                      <a16:creationId xmlns:a16="http://schemas.microsoft.com/office/drawing/2014/main" id="{403DD354-87BA-F7BF-9DD5-2AA3E3E285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2687" y="2263046"/>
                  <a:ext cx="450256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文本框 234">
                  <a:extLst>
                    <a:ext uri="{FF2B5EF4-FFF2-40B4-BE49-F238E27FC236}">
                      <a16:creationId xmlns:a16="http://schemas.microsoft.com/office/drawing/2014/main" id="{8B4EC957-91BE-2D57-E3AB-92FF40CF4781}"/>
                    </a:ext>
                  </a:extLst>
                </p:cNvPr>
                <p:cNvSpPr txBox="1"/>
                <p:nvPr/>
              </p:nvSpPr>
              <p:spPr>
                <a:xfrm>
                  <a:off x="2279500" y="2261555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35" name="文本框 234">
                  <a:extLst>
                    <a:ext uri="{FF2B5EF4-FFF2-40B4-BE49-F238E27FC236}">
                      <a16:creationId xmlns:a16="http://schemas.microsoft.com/office/drawing/2014/main" id="{8B4EC957-91BE-2D57-E3AB-92FF40CF47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9500" y="2261555"/>
                  <a:ext cx="458075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文本框 235">
                  <a:extLst>
                    <a:ext uri="{FF2B5EF4-FFF2-40B4-BE49-F238E27FC236}">
                      <a16:creationId xmlns:a16="http://schemas.microsoft.com/office/drawing/2014/main" id="{FA2F1A1D-A85D-4466-D7B0-C4476E84F37A}"/>
                    </a:ext>
                  </a:extLst>
                </p:cNvPr>
                <p:cNvSpPr txBox="1"/>
                <p:nvPr/>
              </p:nvSpPr>
              <p:spPr>
                <a:xfrm>
                  <a:off x="2544755" y="2261555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36" name="文本框 235">
                  <a:extLst>
                    <a:ext uri="{FF2B5EF4-FFF2-40B4-BE49-F238E27FC236}">
                      <a16:creationId xmlns:a16="http://schemas.microsoft.com/office/drawing/2014/main" id="{FA2F1A1D-A85D-4466-D7B0-C4476E84F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4755" y="2261555"/>
                  <a:ext cx="458075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6911B3BA-DD60-C615-5573-1E830AAB3087}"/>
                    </a:ext>
                  </a:extLst>
                </p:cNvPr>
                <p:cNvSpPr txBox="1"/>
                <p:nvPr/>
              </p:nvSpPr>
              <p:spPr>
                <a:xfrm>
                  <a:off x="3757708" y="179423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6911B3BA-DD60-C615-5573-1E830AAB30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7708" y="1794230"/>
                  <a:ext cx="458075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63ED22F-37B8-5D25-75BD-7638F750262C}"/>
              </a:ext>
            </a:extLst>
          </p:cNvPr>
          <p:cNvGrpSpPr/>
          <p:nvPr/>
        </p:nvGrpSpPr>
        <p:grpSpPr>
          <a:xfrm>
            <a:off x="4836072" y="2959223"/>
            <a:ext cx="2041604" cy="805957"/>
            <a:chOff x="4612292" y="3129230"/>
            <a:chExt cx="2041604" cy="805957"/>
          </a:xfrm>
        </p:grpSpPr>
        <p:sp>
          <p:nvSpPr>
            <p:cNvPr id="194" name="Arc 158">
              <a:extLst>
                <a:ext uri="{FF2B5EF4-FFF2-40B4-BE49-F238E27FC236}">
                  <a16:creationId xmlns:a16="http://schemas.microsoft.com/office/drawing/2014/main" id="{55DB7D82-00D9-4D0E-E03B-6E6422D18D4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763323" y="3115449"/>
              <a:ext cx="540228" cy="842290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5" name="Line 160">
              <a:extLst>
                <a:ext uri="{FF2B5EF4-FFF2-40B4-BE49-F238E27FC236}">
                  <a16:creationId xmlns:a16="http://schemas.microsoft.com/office/drawing/2014/main" id="{3C0B218C-427C-DF82-D01D-EE2863DB88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31324" y="3263579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6" name="Line 160">
              <a:extLst>
                <a:ext uri="{FF2B5EF4-FFF2-40B4-BE49-F238E27FC236}">
                  <a16:creationId xmlns:a16="http://schemas.microsoft.com/office/drawing/2014/main" id="{2C1E545E-9C81-0F24-0377-8E02FF9B26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31324" y="3806709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7" name="Arc 156">
              <a:extLst>
                <a:ext uri="{FF2B5EF4-FFF2-40B4-BE49-F238E27FC236}">
                  <a16:creationId xmlns:a16="http://schemas.microsoft.com/office/drawing/2014/main" id="{25D3A5BA-4ADB-6E2C-A026-6FE52E046EC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572095" y="3284830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8" name="Line 27">
              <a:extLst>
                <a:ext uri="{FF2B5EF4-FFF2-40B4-BE49-F238E27FC236}">
                  <a16:creationId xmlns:a16="http://schemas.microsoft.com/office/drawing/2014/main" id="{CAEBF463-A9D9-A623-7DCE-73D40D908B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5528" y="3385174"/>
              <a:ext cx="372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99" name="Line 27">
              <a:extLst>
                <a:ext uri="{FF2B5EF4-FFF2-40B4-BE49-F238E27FC236}">
                  <a16:creationId xmlns:a16="http://schemas.microsoft.com/office/drawing/2014/main" id="{F6E0179D-2E6F-1325-59B8-CC8254549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5528" y="3684677"/>
              <a:ext cx="372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" name="Line 27">
              <a:extLst>
                <a:ext uri="{FF2B5EF4-FFF2-40B4-BE49-F238E27FC236}">
                  <a16:creationId xmlns:a16="http://schemas.microsoft.com/office/drawing/2014/main" id="{5D4F0858-E0AB-616D-4B7D-5723CF6432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51567" y="3535167"/>
              <a:ext cx="2986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" name="Arc 156">
              <a:extLst>
                <a:ext uri="{FF2B5EF4-FFF2-40B4-BE49-F238E27FC236}">
                  <a16:creationId xmlns:a16="http://schemas.microsoft.com/office/drawing/2014/main" id="{EA58CA06-E1F6-B757-D7CD-B437EF847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0404" y="3263564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3EE810A6-8F32-9EC2-5BCA-7110C217E5F6}"/>
                    </a:ext>
                  </a:extLst>
                </p:cNvPr>
                <p:cNvSpPr txBox="1"/>
                <p:nvPr/>
              </p:nvSpPr>
              <p:spPr>
                <a:xfrm>
                  <a:off x="4708744" y="3129230"/>
                  <a:ext cx="4502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38" name="文本框 237">
                  <a:extLst>
                    <a:ext uri="{FF2B5EF4-FFF2-40B4-BE49-F238E27FC236}">
                      <a16:creationId xmlns:a16="http://schemas.microsoft.com/office/drawing/2014/main" id="{3EE810A6-8F32-9EC2-5BCA-7110C217E5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8744" y="3129230"/>
                  <a:ext cx="450256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D8D3A9E1-C9AD-CB78-372E-3FDFD9BC5C04}"/>
                    </a:ext>
                  </a:extLst>
                </p:cNvPr>
                <p:cNvSpPr txBox="1"/>
                <p:nvPr/>
              </p:nvSpPr>
              <p:spPr>
                <a:xfrm>
                  <a:off x="4708744" y="3473522"/>
                  <a:ext cx="4502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D8D3A9E1-C9AD-CB78-372E-3FDFD9BC5C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8744" y="3473522"/>
                  <a:ext cx="450256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13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文本框 239">
                  <a:extLst>
                    <a:ext uri="{FF2B5EF4-FFF2-40B4-BE49-F238E27FC236}">
                      <a16:creationId xmlns:a16="http://schemas.microsoft.com/office/drawing/2014/main" id="{C45359FF-C942-D4D8-B14F-A52C74086726}"/>
                    </a:ext>
                  </a:extLst>
                </p:cNvPr>
                <p:cNvSpPr txBox="1"/>
                <p:nvPr/>
              </p:nvSpPr>
              <p:spPr>
                <a:xfrm>
                  <a:off x="6195821" y="3314117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40" name="文本框 239">
                  <a:extLst>
                    <a:ext uri="{FF2B5EF4-FFF2-40B4-BE49-F238E27FC236}">
                      <a16:creationId xmlns:a16="http://schemas.microsoft.com/office/drawing/2014/main" id="{C45359FF-C942-D4D8-B14F-A52C74086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5821" y="3314117"/>
                  <a:ext cx="458075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57DA30B-C94F-E444-38E1-E70580718630}"/>
              </a:ext>
            </a:extLst>
          </p:cNvPr>
          <p:cNvGrpSpPr/>
          <p:nvPr/>
        </p:nvGrpSpPr>
        <p:grpSpPr>
          <a:xfrm>
            <a:off x="4940617" y="1513927"/>
            <a:ext cx="1953334" cy="805957"/>
            <a:chOff x="4724906" y="1689862"/>
            <a:chExt cx="1953334" cy="805957"/>
          </a:xfrm>
        </p:grpSpPr>
        <p:sp>
          <p:nvSpPr>
            <p:cNvPr id="160" name="流程图: 延期 159">
              <a:extLst>
                <a:ext uri="{FF2B5EF4-FFF2-40B4-BE49-F238E27FC236}">
                  <a16:creationId xmlns:a16="http://schemas.microsoft.com/office/drawing/2014/main" id="{362B7072-ADEE-89EB-ECF6-6F523E13E82A}"/>
                </a:ext>
              </a:extLst>
            </p:cNvPr>
            <p:cNvSpPr/>
            <p:nvPr/>
          </p:nvSpPr>
          <p:spPr>
            <a:xfrm>
              <a:off x="5394893" y="1807042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61" name="Line 27">
              <a:extLst>
                <a:ext uri="{FF2B5EF4-FFF2-40B4-BE49-F238E27FC236}">
                  <a16:creationId xmlns:a16="http://schemas.microsoft.com/office/drawing/2014/main" id="{670B63CF-0B54-2A4B-AC1A-E6FF9049E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7827" y="1941631"/>
              <a:ext cx="3170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2" name="Line 27">
              <a:extLst>
                <a:ext uri="{FF2B5EF4-FFF2-40B4-BE49-F238E27FC236}">
                  <a16:creationId xmlns:a16="http://schemas.microsoft.com/office/drawing/2014/main" id="{D29F5586-3BE5-7583-C4B5-F6209BB46A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7827" y="2248267"/>
              <a:ext cx="3170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63" name="Line 27">
              <a:extLst>
                <a:ext uri="{FF2B5EF4-FFF2-40B4-BE49-F238E27FC236}">
                  <a16:creationId xmlns:a16="http://schemas.microsoft.com/office/drawing/2014/main" id="{791EE544-4409-6C0F-C791-96725C83DE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9133" y="2082319"/>
              <a:ext cx="3323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2788521B-F295-056A-0F9E-75562CEB76C5}"/>
                    </a:ext>
                  </a:extLst>
                </p:cNvPr>
                <p:cNvSpPr txBox="1"/>
                <p:nvPr/>
              </p:nvSpPr>
              <p:spPr>
                <a:xfrm>
                  <a:off x="4724906" y="1689862"/>
                  <a:ext cx="4502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2788521B-F295-056A-0F9E-75562CEB7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4906" y="1689862"/>
                  <a:ext cx="450256" cy="461665"/>
                </a:xfrm>
                <a:prstGeom prst="rect">
                  <a:avLst/>
                </a:prstGeom>
                <a:blipFill>
                  <a:blip r:embed="rId17"/>
                  <a:stretch>
                    <a:fillRect l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3AA0D432-C9E7-0216-4451-6F2A0220B31B}"/>
                    </a:ext>
                  </a:extLst>
                </p:cNvPr>
                <p:cNvSpPr txBox="1"/>
                <p:nvPr/>
              </p:nvSpPr>
              <p:spPr>
                <a:xfrm>
                  <a:off x="4724906" y="2034154"/>
                  <a:ext cx="4502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3AA0D432-C9E7-0216-4451-6F2A0220B3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4906" y="2034154"/>
                  <a:ext cx="450256" cy="461665"/>
                </a:xfrm>
                <a:prstGeom prst="rect">
                  <a:avLst/>
                </a:prstGeom>
                <a:blipFill>
                  <a:blip r:embed="rId18"/>
                  <a:stretch>
                    <a:fillRect l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1" name="文本框 240">
                  <a:extLst>
                    <a:ext uri="{FF2B5EF4-FFF2-40B4-BE49-F238E27FC236}">
                      <a16:creationId xmlns:a16="http://schemas.microsoft.com/office/drawing/2014/main" id="{7CC2E140-EB96-261D-81B6-CA3570ECD72D}"/>
                    </a:ext>
                  </a:extLst>
                </p:cNvPr>
                <p:cNvSpPr txBox="1"/>
                <p:nvPr/>
              </p:nvSpPr>
              <p:spPr>
                <a:xfrm>
                  <a:off x="6220165" y="184399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41" name="文本框 240">
                  <a:extLst>
                    <a:ext uri="{FF2B5EF4-FFF2-40B4-BE49-F238E27FC236}">
                      <a16:creationId xmlns:a16="http://schemas.microsoft.com/office/drawing/2014/main" id="{7CC2E140-EB96-261D-81B6-CA3570ECD7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0165" y="1843991"/>
                  <a:ext cx="458075" cy="461665"/>
                </a:xfrm>
                <a:prstGeom prst="rect">
                  <a:avLst/>
                </a:prstGeom>
                <a:blipFill>
                  <a:blip r:embed="rId19"/>
                  <a:stretch>
                    <a:fillRect l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2" name="文本框 241">
            <a:extLst>
              <a:ext uri="{FF2B5EF4-FFF2-40B4-BE49-F238E27FC236}">
                <a16:creationId xmlns:a16="http://schemas.microsoft.com/office/drawing/2014/main" id="{4244BBFD-2536-4BCC-F3CA-110A39F631EF}"/>
              </a:ext>
            </a:extLst>
          </p:cNvPr>
          <p:cNvSpPr txBox="1"/>
          <p:nvPr/>
        </p:nvSpPr>
        <p:spPr>
          <a:xfrm>
            <a:off x="360000" y="5688000"/>
            <a:ext cx="36308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三态输出缓冲器：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" name="箭头: 左右 244">
            <a:extLst>
              <a:ext uri="{FF2B5EF4-FFF2-40B4-BE49-F238E27FC236}">
                <a16:creationId xmlns:a16="http://schemas.microsoft.com/office/drawing/2014/main" id="{1067574B-0C07-F4FF-676B-9CCDD7D5D1FC}"/>
              </a:ext>
            </a:extLst>
          </p:cNvPr>
          <p:cNvSpPr/>
          <p:nvPr/>
        </p:nvSpPr>
        <p:spPr>
          <a:xfrm>
            <a:off x="4251415" y="3222958"/>
            <a:ext cx="458075" cy="269304"/>
          </a:xfrm>
          <a:prstGeom prst="left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箭头: 左右 245">
            <a:extLst>
              <a:ext uri="{FF2B5EF4-FFF2-40B4-BE49-F238E27FC236}">
                <a16:creationId xmlns:a16="http://schemas.microsoft.com/office/drawing/2014/main" id="{E5A4FF1D-B126-2B3F-F8E7-756ABA16433E}"/>
              </a:ext>
            </a:extLst>
          </p:cNvPr>
          <p:cNvSpPr/>
          <p:nvPr/>
        </p:nvSpPr>
        <p:spPr>
          <a:xfrm>
            <a:off x="9343890" y="1761985"/>
            <a:ext cx="458075" cy="269304"/>
          </a:xfrm>
          <a:prstGeom prst="left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49B6CCA-F2ED-11B6-C69A-FCB02F889A17}"/>
              </a:ext>
            </a:extLst>
          </p:cNvPr>
          <p:cNvGrpSpPr/>
          <p:nvPr/>
        </p:nvGrpSpPr>
        <p:grpSpPr>
          <a:xfrm>
            <a:off x="4021516" y="5526693"/>
            <a:ext cx="1760931" cy="845834"/>
            <a:chOff x="4021516" y="5591778"/>
            <a:chExt cx="1760931" cy="845834"/>
          </a:xfrm>
        </p:grpSpPr>
        <p:sp>
          <p:nvSpPr>
            <p:cNvPr id="247" name="Line 27">
              <a:extLst>
                <a:ext uri="{FF2B5EF4-FFF2-40B4-BE49-F238E27FC236}">
                  <a16:creationId xmlns:a16="http://schemas.microsoft.com/office/drawing/2014/main" id="{0D06A499-BBA9-E06F-B007-B50C48E13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8521" y="5827113"/>
              <a:ext cx="9989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48" name="等腰三角形 247">
              <a:extLst>
                <a:ext uri="{FF2B5EF4-FFF2-40B4-BE49-F238E27FC236}">
                  <a16:creationId xmlns:a16="http://schemas.microsoft.com/office/drawing/2014/main" id="{4D26D0F1-1BB2-2757-271B-1E67920562BC}"/>
                </a:ext>
              </a:extLst>
            </p:cNvPr>
            <p:cNvSpPr/>
            <p:nvPr/>
          </p:nvSpPr>
          <p:spPr>
            <a:xfrm rot="16200000" flipH="1" flipV="1">
              <a:off x="4669827" y="5636499"/>
              <a:ext cx="462043" cy="381233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2" name="文本框 251">
                  <a:extLst>
                    <a:ext uri="{FF2B5EF4-FFF2-40B4-BE49-F238E27FC236}">
                      <a16:creationId xmlns:a16="http://schemas.microsoft.com/office/drawing/2014/main" id="{DCF4D3AA-7BF6-ED0C-41F6-1B4C356D9A5D}"/>
                    </a:ext>
                  </a:extLst>
                </p:cNvPr>
                <p:cNvSpPr txBox="1"/>
                <p:nvPr/>
              </p:nvSpPr>
              <p:spPr>
                <a:xfrm>
                  <a:off x="4021516" y="5592716"/>
                  <a:ext cx="32700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52" name="文本框 251">
                  <a:extLst>
                    <a:ext uri="{FF2B5EF4-FFF2-40B4-BE49-F238E27FC236}">
                      <a16:creationId xmlns:a16="http://schemas.microsoft.com/office/drawing/2014/main" id="{DCF4D3AA-7BF6-ED0C-41F6-1B4C356D9A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1516" y="5592716"/>
                  <a:ext cx="327005" cy="461665"/>
                </a:xfrm>
                <a:prstGeom prst="rect">
                  <a:avLst/>
                </a:prstGeom>
                <a:blipFill>
                  <a:blip r:embed="rId20"/>
                  <a:stretch>
                    <a:fillRect l="-264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CA3FACE7-4416-6364-923C-A34F908174A4}"/>
                    </a:ext>
                  </a:extLst>
                </p:cNvPr>
                <p:cNvSpPr txBox="1"/>
                <p:nvPr/>
              </p:nvSpPr>
              <p:spPr>
                <a:xfrm>
                  <a:off x="5332191" y="5591778"/>
                  <a:ext cx="4502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CA3FACE7-4416-6364-923C-A34F908174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2191" y="5591778"/>
                  <a:ext cx="450256" cy="461665"/>
                </a:xfrm>
                <a:prstGeom prst="rect">
                  <a:avLst/>
                </a:prstGeom>
                <a:blipFill>
                  <a:blip r:embed="rId21"/>
                  <a:stretch>
                    <a:fillRect l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0" name="Line 27">
              <a:extLst>
                <a:ext uri="{FF2B5EF4-FFF2-40B4-BE49-F238E27FC236}">
                  <a16:creationId xmlns:a16="http://schemas.microsoft.com/office/drawing/2014/main" id="{245283F0-8F50-D8E7-E3E4-177E2EE32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8521" y="6205970"/>
              <a:ext cx="5747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61" name="Line 27">
              <a:extLst>
                <a:ext uri="{FF2B5EF4-FFF2-40B4-BE49-F238E27FC236}">
                  <a16:creationId xmlns:a16="http://schemas.microsoft.com/office/drawing/2014/main" id="{0E12DBF9-F194-CDAD-2B05-2114F122136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771319" y="6076920"/>
              <a:ext cx="28031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2" name="文本框 261">
                  <a:extLst>
                    <a:ext uri="{FF2B5EF4-FFF2-40B4-BE49-F238E27FC236}">
                      <a16:creationId xmlns:a16="http://schemas.microsoft.com/office/drawing/2014/main" id="{9D068A51-BFE8-57AC-F71A-1BF65799D573}"/>
                    </a:ext>
                  </a:extLst>
                </p:cNvPr>
                <p:cNvSpPr txBox="1"/>
                <p:nvPr/>
              </p:nvSpPr>
              <p:spPr>
                <a:xfrm>
                  <a:off x="4021516" y="5975947"/>
                  <a:ext cx="32700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E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2" name="文本框 261">
                  <a:extLst>
                    <a:ext uri="{FF2B5EF4-FFF2-40B4-BE49-F238E27FC236}">
                      <a16:creationId xmlns:a16="http://schemas.microsoft.com/office/drawing/2014/main" id="{9D068A51-BFE8-57AC-F71A-1BF65799D5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1516" y="5975947"/>
                  <a:ext cx="327005" cy="461665"/>
                </a:xfrm>
                <a:prstGeom prst="rect">
                  <a:avLst/>
                </a:prstGeom>
                <a:blipFill>
                  <a:blip r:embed="rId22"/>
                  <a:stretch>
                    <a:fillRect l="-226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BE0780C-3CF1-639F-7DDE-9B5CE90A34B5}"/>
              </a:ext>
            </a:extLst>
          </p:cNvPr>
          <p:cNvGrpSpPr/>
          <p:nvPr/>
        </p:nvGrpSpPr>
        <p:grpSpPr>
          <a:xfrm>
            <a:off x="6273175" y="5514808"/>
            <a:ext cx="1771787" cy="869604"/>
            <a:chOff x="6311812" y="5591619"/>
            <a:chExt cx="1771787" cy="869604"/>
          </a:xfrm>
        </p:grpSpPr>
        <p:sp>
          <p:nvSpPr>
            <p:cNvPr id="263" name="Line 27">
              <a:extLst>
                <a:ext uri="{FF2B5EF4-FFF2-40B4-BE49-F238E27FC236}">
                  <a16:creationId xmlns:a16="http://schemas.microsoft.com/office/drawing/2014/main" id="{956B796D-26CD-59DE-71E3-5CDB95B5B3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9673" y="5826954"/>
              <a:ext cx="9989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64" name="等腰三角形 263">
              <a:extLst>
                <a:ext uri="{FF2B5EF4-FFF2-40B4-BE49-F238E27FC236}">
                  <a16:creationId xmlns:a16="http://schemas.microsoft.com/office/drawing/2014/main" id="{A9321D86-E247-46B2-FD80-12F71DA486D9}"/>
                </a:ext>
              </a:extLst>
            </p:cNvPr>
            <p:cNvSpPr/>
            <p:nvPr/>
          </p:nvSpPr>
          <p:spPr>
            <a:xfrm rot="16200000" flipH="1" flipV="1">
              <a:off x="6970979" y="5636340"/>
              <a:ext cx="462043" cy="381233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文本框 264">
                  <a:extLst>
                    <a:ext uri="{FF2B5EF4-FFF2-40B4-BE49-F238E27FC236}">
                      <a16:creationId xmlns:a16="http://schemas.microsoft.com/office/drawing/2014/main" id="{DA9C7AE2-A283-37D3-A089-539A2BA93225}"/>
                    </a:ext>
                  </a:extLst>
                </p:cNvPr>
                <p:cNvSpPr txBox="1"/>
                <p:nvPr/>
              </p:nvSpPr>
              <p:spPr>
                <a:xfrm>
                  <a:off x="6322668" y="5592557"/>
                  <a:ext cx="32700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5" name="文本框 264">
                  <a:extLst>
                    <a:ext uri="{FF2B5EF4-FFF2-40B4-BE49-F238E27FC236}">
                      <a16:creationId xmlns:a16="http://schemas.microsoft.com/office/drawing/2014/main" id="{DA9C7AE2-A283-37D3-A089-539A2BA932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2668" y="5592557"/>
                  <a:ext cx="327005" cy="461665"/>
                </a:xfrm>
                <a:prstGeom prst="rect">
                  <a:avLst/>
                </a:prstGeom>
                <a:blipFill>
                  <a:blip r:embed="rId23"/>
                  <a:stretch>
                    <a:fillRect l="-2452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文本框 265">
                  <a:extLst>
                    <a:ext uri="{FF2B5EF4-FFF2-40B4-BE49-F238E27FC236}">
                      <a16:creationId xmlns:a16="http://schemas.microsoft.com/office/drawing/2014/main" id="{52BF0D03-0993-FBFE-9546-3270A3156348}"/>
                    </a:ext>
                  </a:extLst>
                </p:cNvPr>
                <p:cNvSpPr txBox="1"/>
                <p:nvPr/>
              </p:nvSpPr>
              <p:spPr>
                <a:xfrm>
                  <a:off x="7633343" y="5591619"/>
                  <a:ext cx="4502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6" name="文本框 265">
                  <a:extLst>
                    <a:ext uri="{FF2B5EF4-FFF2-40B4-BE49-F238E27FC236}">
                      <a16:creationId xmlns:a16="http://schemas.microsoft.com/office/drawing/2014/main" id="{52BF0D03-0993-FBFE-9546-3270A31563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3343" y="5591619"/>
                  <a:ext cx="450256" cy="461665"/>
                </a:xfrm>
                <a:prstGeom prst="rect">
                  <a:avLst/>
                </a:prstGeom>
                <a:blipFill>
                  <a:blip r:embed="rId24"/>
                  <a:stretch>
                    <a:fillRect l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7" name="Line 27">
              <a:extLst>
                <a:ext uri="{FF2B5EF4-FFF2-40B4-BE49-F238E27FC236}">
                  <a16:creationId xmlns:a16="http://schemas.microsoft.com/office/drawing/2014/main" id="{02117F08-1B8C-4C2E-8E50-D93F081B1D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9673" y="6205811"/>
              <a:ext cx="5747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8326DAB2-9DEB-D16B-2087-2E2636AE60EF}"/>
                    </a:ext>
                  </a:extLst>
                </p:cNvPr>
                <p:cNvSpPr txBox="1"/>
                <p:nvPr/>
              </p:nvSpPr>
              <p:spPr>
                <a:xfrm>
                  <a:off x="6311812" y="5999558"/>
                  <a:ext cx="32700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E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8326DAB2-9DEB-D16B-2087-2E2636AE60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1812" y="5999558"/>
                  <a:ext cx="327005" cy="461665"/>
                </a:xfrm>
                <a:prstGeom prst="rect">
                  <a:avLst/>
                </a:prstGeom>
                <a:blipFill>
                  <a:blip r:embed="rId25"/>
                  <a:stretch>
                    <a:fillRect l="-222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8" name="Line 27">
              <a:extLst>
                <a:ext uri="{FF2B5EF4-FFF2-40B4-BE49-F238E27FC236}">
                  <a16:creationId xmlns:a16="http://schemas.microsoft.com/office/drawing/2014/main" id="{58F05D70-8C07-7CBA-960E-9BCE91CF20E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072471" y="6076761"/>
              <a:ext cx="28031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57" name="椭圆 256">
              <a:extLst>
                <a:ext uri="{FF2B5EF4-FFF2-40B4-BE49-F238E27FC236}">
                  <a16:creationId xmlns:a16="http://schemas.microsoft.com/office/drawing/2014/main" id="{8CEC8363-5659-5594-99B4-AE63758C7AC8}"/>
                </a:ext>
              </a:extLst>
            </p:cNvPr>
            <p:cNvSpPr/>
            <p:nvPr/>
          </p:nvSpPr>
          <p:spPr>
            <a:xfrm flipV="1">
              <a:off x="7154553" y="5945995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</p:grpSp>
      <p:graphicFrame>
        <p:nvGraphicFramePr>
          <p:cNvPr id="270" name="表格 269">
            <a:extLst>
              <a:ext uri="{FF2B5EF4-FFF2-40B4-BE49-F238E27FC236}">
                <a16:creationId xmlns:a16="http://schemas.microsoft.com/office/drawing/2014/main" id="{B4C4D14D-1CAD-68CC-C096-B235D874B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522518"/>
              </p:ext>
            </p:extLst>
          </p:nvPr>
        </p:nvGraphicFramePr>
        <p:xfrm>
          <a:off x="8568000" y="3168879"/>
          <a:ext cx="3280636" cy="21555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2677">
                  <a:extLst>
                    <a:ext uri="{9D8B030D-6E8A-4147-A177-3AD203B41FA5}">
                      <a16:colId xmlns:a16="http://schemas.microsoft.com/office/drawing/2014/main" val="1360551458"/>
                    </a:ext>
                  </a:extLst>
                </a:gridCol>
                <a:gridCol w="1927959">
                  <a:extLst>
                    <a:ext uri="{9D8B030D-6E8A-4147-A177-3AD203B41FA5}">
                      <a16:colId xmlns:a16="http://schemas.microsoft.com/office/drawing/2014/main" val="1147666010"/>
                    </a:ext>
                  </a:extLst>
                </a:gridCol>
              </a:tblGrid>
              <a:tr h="53889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连接方式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1291844"/>
                  </a:ext>
                </a:extLst>
              </a:tr>
              <a:tr h="538898">
                <a:tc>
                  <a:txBody>
                    <a:bodyPr/>
                    <a:lstStyle/>
                    <a:p>
                      <a:pPr algn="ctr"/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固定连接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0429023"/>
                  </a:ext>
                </a:extLst>
              </a:tr>
              <a:tr h="538898">
                <a:tc>
                  <a:txBody>
                    <a:bodyPr/>
                    <a:lstStyle/>
                    <a:p>
                      <a:pPr algn="ctr"/>
                      <a:endParaRPr lang="zh-CN" altLang="en-US" sz="2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可编程连接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764866"/>
                  </a:ext>
                </a:extLst>
              </a:tr>
              <a:tr h="538898">
                <a:tc>
                  <a:txBody>
                    <a:bodyPr/>
                    <a:lstStyle/>
                    <a:p>
                      <a:pPr algn="ctr"/>
                      <a:endParaRPr lang="zh-CN" altLang="en-US" sz="2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未连接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4200406"/>
                  </a:ext>
                </a:extLst>
              </a:tr>
            </a:tbl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6095C60B-269A-302C-F46A-E8D8E83C4FC4}"/>
              </a:ext>
            </a:extLst>
          </p:cNvPr>
          <p:cNvGrpSpPr/>
          <p:nvPr/>
        </p:nvGrpSpPr>
        <p:grpSpPr>
          <a:xfrm>
            <a:off x="9061558" y="3765180"/>
            <a:ext cx="411322" cy="433469"/>
            <a:chOff x="9061558" y="3765180"/>
            <a:chExt cx="411322" cy="433469"/>
          </a:xfrm>
        </p:grpSpPr>
        <p:sp>
          <p:nvSpPr>
            <p:cNvPr id="271" name="Line 27">
              <a:extLst>
                <a:ext uri="{FF2B5EF4-FFF2-40B4-BE49-F238E27FC236}">
                  <a16:creationId xmlns:a16="http://schemas.microsoft.com/office/drawing/2014/main" id="{F9A1411D-F3F4-2F1F-A58D-AFE03E4FAE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61558" y="3988185"/>
              <a:ext cx="41132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72" name="Line 27">
              <a:extLst>
                <a:ext uri="{FF2B5EF4-FFF2-40B4-BE49-F238E27FC236}">
                  <a16:creationId xmlns:a16="http://schemas.microsoft.com/office/drawing/2014/main" id="{AF5FA505-9082-BA83-14F1-1510031046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045908" y="3981915"/>
              <a:ext cx="4334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3" name="椭圆 272">
              <a:extLst>
                <a:ext uri="{FF2B5EF4-FFF2-40B4-BE49-F238E27FC236}">
                  <a16:creationId xmlns:a16="http://schemas.microsoft.com/office/drawing/2014/main" id="{B35F89DA-9059-DA1D-1BA3-55986584655D}"/>
                </a:ext>
              </a:extLst>
            </p:cNvPr>
            <p:cNvSpPr/>
            <p:nvPr/>
          </p:nvSpPr>
          <p:spPr>
            <a:xfrm>
              <a:off x="9208476" y="393390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825F5676-0842-A812-131E-326470D1404F}"/>
              </a:ext>
            </a:extLst>
          </p:cNvPr>
          <p:cNvGrpSpPr/>
          <p:nvPr/>
        </p:nvGrpSpPr>
        <p:grpSpPr>
          <a:xfrm>
            <a:off x="9061558" y="4298324"/>
            <a:ext cx="411322" cy="433469"/>
            <a:chOff x="9061558" y="4298324"/>
            <a:chExt cx="411322" cy="433469"/>
          </a:xfrm>
        </p:grpSpPr>
        <p:sp>
          <p:nvSpPr>
            <p:cNvPr id="274" name="Line 27">
              <a:extLst>
                <a:ext uri="{FF2B5EF4-FFF2-40B4-BE49-F238E27FC236}">
                  <a16:creationId xmlns:a16="http://schemas.microsoft.com/office/drawing/2014/main" id="{9143847E-46AA-8736-EEE7-8976CBDB4E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61558" y="4521329"/>
              <a:ext cx="41132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75" name="Line 27">
              <a:extLst>
                <a:ext uri="{FF2B5EF4-FFF2-40B4-BE49-F238E27FC236}">
                  <a16:creationId xmlns:a16="http://schemas.microsoft.com/office/drawing/2014/main" id="{4FC92811-53A9-6EE0-384C-1100B42B8AE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045908" y="4515059"/>
              <a:ext cx="4334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7" name="Line 27">
              <a:extLst>
                <a:ext uri="{FF2B5EF4-FFF2-40B4-BE49-F238E27FC236}">
                  <a16:creationId xmlns:a16="http://schemas.microsoft.com/office/drawing/2014/main" id="{E70141EA-31F4-02DD-B5EE-EE9A626BB0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9172957" y="4522432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8" name="Line 27">
              <a:extLst>
                <a:ext uri="{FF2B5EF4-FFF2-40B4-BE49-F238E27FC236}">
                  <a16:creationId xmlns:a16="http://schemas.microsoft.com/office/drawing/2014/main" id="{5A622719-79D4-FD23-47B5-125F6A92A3E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9172957" y="4520739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B542FE1-82B7-579D-B6E7-D80B9DCF7830}"/>
              </a:ext>
            </a:extLst>
          </p:cNvPr>
          <p:cNvGrpSpPr/>
          <p:nvPr/>
        </p:nvGrpSpPr>
        <p:grpSpPr>
          <a:xfrm>
            <a:off x="9061558" y="4837700"/>
            <a:ext cx="411322" cy="433469"/>
            <a:chOff x="9061558" y="4837700"/>
            <a:chExt cx="411322" cy="433469"/>
          </a:xfrm>
        </p:grpSpPr>
        <p:sp>
          <p:nvSpPr>
            <p:cNvPr id="279" name="Line 27">
              <a:extLst>
                <a:ext uri="{FF2B5EF4-FFF2-40B4-BE49-F238E27FC236}">
                  <a16:creationId xmlns:a16="http://schemas.microsoft.com/office/drawing/2014/main" id="{378C6C90-79F3-BA76-21B0-35D70BF7C7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61558" y="5060705"/>
              <a:ext cx="41132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80" name="Line 27">
              <a:extLst>
                <a:ext uri="{FF2B5EF4-FFF2-40B4-BE49-F238E27FC236}">
                  <a16:creationId xmlns:a16="http://schemas.microsoft.com/office/drawing/2014/main" id="{E1E25A08-2146-6EA2-068D-91B08054BE3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045908" y="5054435"/>
              <a:ext cx="4334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" name="标题 1">
            <a:extLst>
              <a:ext uri="{FF2B5EF4-FFF2-40B4-BE49-F238E27FC236}">
                <a16:creationId xmlns:a16="http://schemas.microsoft.com/office/drawing/2014/main" id="{B21E17BC-2F3A-3FAB-D663-5D59EBF35F9D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可编程逻辑器件的基本单元</a:t>
            </a:r>
          </a:p>
        </p:txBody>
      </p:sp>
      <p:sp>
        <p:nvSpPr>
          <p:cNvPr id="20" name="箭头: 左右 19">
            <a:extLst>
              <a:ext uri="{FF2B5EF4-FFF2-40B4-BE49-F238E27FC236}">
                <a16:creationId xmlns:a16="http://schemas.microsoft.com/office/drawing/2014/main" id="{7AB0EACE-020B-84D1-70FE-FC864F22640E}"/>
              </a:ext>
            </a:extLst>
          </p:cNvPr>
          <p:cNvSpPr/>
          <p:nvPr/>
        </p:nvSpPr>
        <p:spPr>
          <a:xfrm>
            <a:off x="4251415" y="1782958"/>
            <a:ext cx="458075" cy="269304"/>
          </a:xfrm>
          <a:prstGeom prst="left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279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0B72B52-CFB5-5FDD-BA69-D6AF280D7EC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9556D23A-2EF5-FDDA-3792-19A1CA1434A1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AB438092-B83A-6D51-EFE4-E45003E67A4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396E2ED3-5661-807E-8160-D1625A11CB8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D827D474-980D-753E-4575-E82499CFF6E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31" name="文本框 430">
            <a:extLst>
              <a:ext uri="{FF2B5EF4-FFF2-40B4-BE49-F238E27FC236}">
                <a16:creationId xmlns:a16="http://schemas.microsoft.com/office/drawing/2014/main" id="{8340EDC4-9557-099B-82FF-B9F9DFF62F18}"/>
              </a:ext>
            </a:extLst>
          </p:cNvPr>
          <p:cNvSpPr txBox="1"/>
          <p:nvPr/>
        </p:nvSpPr>
        <p:spPr>
          <a:xfrm>
            <a:off x="360000" y="828000"/>
            <a:ext cx="7208194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中的与、或阵列是否可编程分类：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3" name="文本框 432">
            <a:extLst>
              <a:ext uri="{FF2B5EF4-FFF2-40B4-BE49-F238E27FC236}">
                <a16:creationId xmlns:a16="http://schemas.microsoft.com/office/drawing/2014/main" id="{6B8EFEA2-DA23-F571-38B0-203A4A6D006B}"/>
              </a:ext>
            </a:extLst>
          </p:cNvPr>
          <p:cNvSpPr txBox="1"/>
          <p:nvPr/>
        </p:nvSpPr>
        <p:spPr>
          <a:xfrm>
            <a:off x="547998" y="5717469"/>
            <a:ext cx="33360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可编程只读存储器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 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基本结构</a:t>
            </a:r>
          </a:p>
        </p:txBody>
      </p:sp>
      <p:sp>
        <p:nvSpPr>
          <p:cNvPr id="434" name="文本框 433">
            <a:extLst>
              <a:ext uri="{FF2B5EF4-FFF2-40B4-BE49-F238E27FC236}">
                <a16:creationId xmlns:a16="http://schemas.microsoft.com/office/drawing/2014/main" id="{8F803D95-A8EC-A716-21F0-A9E79C6EAB27}"/>
              </a:ext>
            </a:extLst>
          </p:cNvPr>
          <p:cNvSpPr txBox="1"/>
          <p:nvPr/>
        </p:nvSpPr>
        <p:spPr>
          <a:xfrm>
            <a:off x="4978157" y="5717469"/>
            <a:ext cx="25690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可编程逻辑阵列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 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基本结构</a:t>
            </a:r>
            <a:endParaRPr lang="zh-CN" altLang="en-US" sz="2200" dirty="0">
              <a:solidFill>
                <a:srgbClr val="002060"/>
              </a:solidFill>
            </a:endParaRPr>
          </a:p>
        </p:txBody>
      </p:sp>
      <p:sp>
        <p:nvSpPr>
          <p:cNvPr id="435" name="文本框 434">
            <a:extLst>
              <a:ext uri="{FF2B5EF4-FFF2-40B4-BE49-F238E27FC236}">
                <a16:creationId xmlns:a16="http://schemas.microsoft.com/office/drawing/2014/main" id="{206AAFDA-268F-D189-BB02-48E4D2170634}"/>
              </a:ext>
            </a:extLst>
          </p:cNvPr>
          <p:cNvSpPr txBox="1"/>
          <p:nvPr/>
        </p:nvSpPr>
        <p:spPr>
          <a:xfrm>
            <a:off x="8961120" y="5717469"/>
            <a:ext cx="28837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可编程阵列逻辑</a:t>
            </a:r>
            <a:endParaRPr lang="en-US" altLang="zh-CN" sz="2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PAL </a:t>
            </a:r>
            <a:r>
              <a:rPr lang="zh-CN" altLang="en-US" sz="2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基本结构</a:t>
            </a:r>
            <a:endParaRPr lang="zh-CN" altLang="en-US" sz="2200" dirty="0">
              <a:solidFill>
                <a:srgbClr val="002060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E6DC749-E816-5BB3-9F5B-0CC3CA0FF4DB}"/>
              </a:ext>
            </a:extLst>
          </p:cNvPr>
          <p:cNvGrpSpPr/>
          <p:nvPr/>
        </p:nvGrpSpPr>
        <p:grpSpPr>
          <a:xfrm>
            <a:off x="4705385" y="1381718"/>
            <a:ext cx="3114572" cy="4249740"/>
            <a:chOff x="4705385" y="1381718"/>
            <a:chExt cx="3114572" cy="4249740"/>
          </a:xfrm>
        </p:grpSpPr>
        <p:sp>
          <p:nvSpPr>
            <p:cNvPr id="512" name="流程图: 延期 511">
              <a:extLst>
                <a:ext uri="{FF2B5EF4-FFF2-40B4-BE49-F238E27FC236}">
                  <a16:creationId xmlns:a16="http://schemas.microsoft.com/office/drawing/2014/main" id="{FA0AF823-8F9E-631E-6D5C-2280F0521452}"/>
                </a:ext>
              </a:extLst>
            </p:cNvPr>
            <p:cNvSpPr/>
            <p:nvPr/>
          </p:nvSpPr>
          <p:spPr>
            <a:xfrm>
              <a:off x="6239581" y="2439766"/>
              <a:ext cx="455268" cy="46753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513" name="Line 27">
              <a:extLst>
                <a:ext uri="{FF2B5EF4-FFF2-40B4-BE49-F238E27FC236}">
                  <a16:creationId xmlns:a16="http://schemas.microsoft.com/office/drawing/2014/main" id="{1BD3612D-BCF3-D76A-6DA2-EBAA535207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5386" y="2671562"/>
              <a:ext cx="15341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4" name="文本框 513">
                  <a:extLst>
                    <a:ext uri="{FF2B5EF4-FFF2-40B4-BE49-F238E27FC236}">
                      <a16:creationId xmlns:a16="http://schemas.microsoft.com/office/drawing/2014/main" id="{7019F1C5-1D51-12B8-C2D4-A3792081B4CD}"/>
                    </a:ext>
                  </a:extLst>
                </p:cNvPr>
                <p:cNvSpPr txBox="1"/>
                <p:nvPr/>
              </p:nvSpPr>
              <p:spPr>
                <a:xfrm>
                  <a:off x="4872544" y="1384186"/>
                  <a:ext cx="4502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14" name="文本框 513">
                  <a:extLst>
                    <a:ext uri="{FF2B5EF4-FFF2-40B4-BE49-F238E27FC236}">
                      <a16:creationId xmlns:a16="http://schemas.microsoft.com/office/drawing/2014/main" id="{7019F1C5-1D51-12B8-C2D4-A3792081B4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544" y="1384186"/>
                  <a:ext cx="450256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5" name="文本框 514">
                  <a:extLst>
                    <a:ext uri="{FF2B5EF4-FFF2-40B4-BE49-F238E27FC236}">
                      <a16:creationId xmlns:a16="http://schemas.microsoft.com/office/drawing/2014/main" id="{FDE99939-13F5-783C-1946-FA42468BA036}"/>
                    </a:ext>
                  </a:extLst>
                </p:cNvPr>
                <p:cNvSpPr txBox="1"/>
                <p:nvPr/>
              </p:nvSpPr>
              <p:spPr>
                <a:xfrm>
                  <a:off x="7316549" y="5169793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15" name="文本框 514">
                  <a:extLst>
                    <a:ext uri="{FF2B5EF4-FFF2-40B4-BE49-F238E27FC236}">
                      <a16:creationId xmlns:a16="http://schemas.microsoft.com/office/drawing/2014/main" id="{FDE99939-13F5-783C-1946-FA42468BA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6549" y="5169793"/>
                  <a:ext cx="458075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4667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6" name="等腰三角形 515">
              <a:extLst>
                <a:ext uri="{FF2B5EF4-FFF2-40B4-BE49-F238E27FC236}">
                  <a16:creationId xmlns:a16="http://schemas.microsoft.com/office/drawing/2014/main" id="{82BF1F8D-F91C-B1F4-59F6-1A9593CE57A8}"/>
                </a:ext>
              </a:extLst>
            </p:cNvPr>
            <p:cNvSpPr/>
            <p:nvPr/>
          </p:nvSpPr>
          <p:spPr>
            <a:xfrm flipH="1" flipV="1">
              <a:off x="5508704" y="1987248"/>
              <a:ext cx="501869" cy="448573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400" dirty="0"/>
            </a:p>
          </p:txBody>
        </p:sp>
        <p:sp>
          <p:nvSpPr>
            <p:cNvPr id="517" name="椭圆 516">
              <a:extLst>
                <a:ext uri="{FF2B5EF4-FFF2-40B4-BE49-F238E27FC236}">
                  <a16:creationId xmlns:a16="http://schemas.microsoft.com/office/drawing/2014/main" id="{868EEA9A-C0E8-D333-67F2-25DB1E29B964}"/>
                </a:ext>
              </a:extLst>
            </p:cNvPr>
            <p:cNvSpPr/>
            <p:nvPr/>
          </p:nvSpPr>
          <p:spPr>
            <a:xfrm flipV="1">
              <a:off x="5894486" y="2154951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18" name="流程图: 延期 517">
              <a:extLst>
                <a:ext uri="{FF2B5EF4-FFF2-40B4-BE49-F238E27FC236}">
                  <a16:creationId xmlns:a16="http://schemas.microsoft.com/office/drawing/2014/main" id="{3481F468-B92B-13E6-D87E-CA373BA22158}"/>
                </a:ext>
              </a:extLst>
            </p:cNvPr>
            <p:cNvSpPr/>
            <p:nvPr/>
          </p:nvSpPr>
          <p:spPr>
            <a:xfrm>
              <a:off x="6239581" y="2958298"/>
              <a:ext cx="455268" cy="46753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519" name="Line 27">
              <a:extLst>
                <a:ext uri="{FF2B5EF4-FFF2-40B4-BE49-F238E27FC236}">
                  <a16:creationId xmlns:a16="http://schemas.microsoft.com/office/drawing/2014/main" id="{52E34DC6-DD2F-3D33-E91F-992EADA6B5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5386" y="3190094"/>
              <a:ext cx="15341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20" name="流程图: 延期 519">
              <a:extLst>
                <a:ext uri="{FF2B5EF4-FFF2-40B4-BE49-F238E27FC236}">
                  <a16:creationId xmlns:a16="http://schemas.microsoft.com/office/drawing/2014/main" id="{10B29ECA-0A89-134D-9E8F-4610A83CD9A6}"/>
                </a:ext>
              </a:extLst>
            </p:cNvPr>
            <p:cNvSpPr/>
            <p:nvPr/>
          </p:nvSpPr>
          <p:spPr>
            <a:xfrm>
              <a:off x="6239581" y="3472885"/>
              <a:ext cx="455268" cy="46753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521" name="Line 27">
              <a:extLst>
                <a:ext uri="{FF2B5EF4-FFF2-40B4-BE49-F238E27FC236}">
                  <a16:creationId xmlns:a16="http://schemas.microsoft.com/office/drawing/2014/main" id="{1ADB694C-F3B8-2B7B-26D4-EFCAEB1802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5386" y="3704681"/>
              <a:ext cx="15341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22" name="流程图: 延期 521">
              <a:extLst>
                <a:ext uri="{FF2B5EF4-FFF2-40B4-BE49-F238E27FC236}">
                  <a16:creationId xmlns:a16="http://schemas.microsoft.com/office/drawing/2014/main" id="{60AD1028-26A3-A2A4-6E2C-7264A2259E93}"/>
                </a:ext>
              </a:extLst>
            </p:cNvPr>
            <p:cNvSpPr/>
            <p:nvPr/>
          </p:nvSpPr>
          <p:spPr>
            <a:xfrm>
              <a:off x="6239580" y="3987472"/>
              <a:ext cx="455268" cy="46753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523" name="Line 27">
              <a:extLst>
                <a:ext uri="{FF2B5EF4-FFF2-40B4-BE49-F238E27FC236}">
                  <a16:creationId xmlns:a16="http://schemas.microsoft.com/office/drawing/2014/main" id="{F439A5B8-9F03-F2FD-F0FB-3BE677DF8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5385" y="4219268"/>
              <a:ext cx="15341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24" name="Line 27">
              <a:extLst>
                <a:ext uri="{FF2B5EF4-FFF2-40B4-BE49-F238E27FC236}">
                  <a16:creationId xmlns:a16="http://schemas.microsoft.com/office/drawing/2014/main" id="{B750DDF4-6B5A-C001-A631-58C7BBBDE7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4849" y="2671562"/>
              <a:ext cx="10977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25" name="Line 27">
              <a:extLst>
                <a:ext uri="{FF2B5EF4-FFF2-40B4-BE49-F238E27FC236}">
                  <a16:creationId xmlns:a16="http://schemas.microsoft.com/office/drawing/2014/main" id="{23E5DF8A-BCA9-6D2D-EFDA-6BAED109A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4849" y="3190094"/>
              <a:ext cx="10977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26" name="Line 27">
              <a:extLst>
                <a:ext uri="{FF2B5EF4-FFF2-40B4-BE49-F238E27FC236}">
                  <a16:creationId xmlns:a16="http://schemas.microsoft.com/office/drawing/2014/main" id="{79EEDEE5-254D-C601-7236-1F1999B4A3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4849" y="3704681"/>
              <a:ext cx="10977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27" name="Line 27">
              <a:extLst>
                <a:ext uri="{FF2B5EF4-FFF2-40B4-BE49-F238E27FC236}">
                  <a16:creationId xmlns:a16="http://schemas.microsoft.com/office/drawing/2014/main" id="{BDAC99A1-72A2-2430-FD55-C322A046E4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4847" y="4219268"/>
              <a:ext cx="10977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28" name="Line 27">
              <a:extLst>
                <a:ext uri="{FF2B5EF4-FFF2-40B4-BE49-F238E27FC236}">
                  <a16:creationId xmlns:a16="http://schemas.microsoft.com/office/drawing/2014/main" id="{B9587954-518D-BBBE-B413-D76345CD80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840132" y="3390343"/>
              <a:ext cx="22282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29" name="Line 27">
              <a:extLst>
                <a:ext uri="{FF2B5EF4-FFF2-40B4-BE49-F238E27FC236}">
                  <a16:creationId xmlns:a16="http://schemas.microsoft.com/office/drawing/2014/main" id="{E41F81FB-54D3-E749-C8D8-43B28548D91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393967" y="3312089"/>
              <a:ext cx="2384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30" name="Line 27">
              <a:extLst>
                <a:ext uri="{FF2B5EF4-FFF2-40B4-BE49-F238E27FC236}">
                  <a16:creationId xmlns:a16="http://schemas.microsoft.com/office/drawing/2014/main" id="{D83AEB1A-6F1F-D128-5075-13AA31B3DE9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640681" y="1868552"/>
              <a:ext cx="2373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1" name="等腰三角形 530">
              <a:extLst>
                <a:ext uri="{FF2B5EF4-FFF2-40B4-BE49-F238E27FC236}">
                  <a16:creationId xmlns:a16="http://schemas.microsoft.com/office/drawing/2014/main" id="{200F0B53-6192-EF96-B566-AE9534E2A0D7}"/>
                </a:ext>
              </a:extLst>
            </p:cNvPr>
            <p:cNvSpPr/>
            <p:nvPr/>
          </p:nvSpPr>
          <p:spPr>
            <a:xfrm flipH="1" flipV="1">
              <a:off x="4806712" y="1987246"/>
              <a:ext cx="501869" cy="448573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400" dirty="0"/>
            </a:p>
          </p:txBody>
        </p:sp>
        <p:sp>
          <p:nvSpPr>
            <p:cNvPr id="532" name="椭圆 531">
              <a:extLst>
                <a:ext uri="{FF2B5EF4-FFF2-40B4-BE49-F238E27FC236}">
                  <a16:creationId xmlns:a16="http://schemas.microsoft.com/office/drawing/2014/main" id="{5626FA2D-884C-2C6A-80BC-690E47F421C0}"/>
                </a:ext>
              </a:extLst>
            </p:cNvPr>
            <p:cNvSpPr/>
            <p:nvPr/>
          </p:nvSpPr>
          <p:spPr>
            <a:xfrm flipV="1">
              <a:off x="5192494" y="2154949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33" name="Line 27">
              <a:extLst>
                <a:ext uri="{FF2B5EF4-FFF2-40B4-BE49-F238E27FC236}">
                  <a16:creationId xmlns:a16="http://schemas.microsoft.com/office/drawing/2014/main" id="{8CFC8F8D-3C5E-1479-76E5-724DA573C5B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38139" y="3390342"/>
              <a:ext cx="2228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34" name="Line 27">
              <a:extLst>
                <a:ext uri="{FF2B5EF4-FFF2-40B4-BE49-F238E27FC236}">
                  <a16:creationId xmlns:a16="http://schemas.microsoft.com/office/drawing/2014/main" id="{EAED3995-4473-AC12-A5B3-E8E552AC097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691975" y="3312086"/>
              <a:ext cx="238471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35" name="Line 27">
              <a:extLst>
                <a:ext uri="{FF2B5EF4-FFF2-40B4-BE49-F238E27FC236}">
                  <a16:creationId xmlns:a16="http://schemas.microsoft.com/office/drawing/2014/main" id="{E081EA29-2126-6299-8C5E-E0E5FEC227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38689" y="1868550"/>
              <a:ext cx="2373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36" name="组合 535">
              <a:extLst>
                <a:ext uri="{FF2B5EF4-FFF2-40B4-BE49-F238E27FC236}">
                  <a16:creationId xmlns:a16="http://schemas.microsoft.com/office/drawing/2014/main" id="{F9853F3D-B3B9-44FD-0657-00BA9BBCCBA7}"/>
                </a:ext>
              </a:extLst>
            </p:cNvPr>
            <p:cNvGrpSpPr/>
            <p:nvPr/>
          </p:nvGrpSpPr>
          <p:grpSpPr>
            <a:xfrm rot="5400000">
              <a:off x="5509937" y="3597715"/>
              <a:ext cx="2859971" cy="386078"/>
              <a:chOff x="2242865" y="3147614"/>
              <a:chExt cx="4023485" cy="543145"/>
            </a:xfrm>
          </p:grpSpPr>
          <p:sp>
            <p:nvSpPr>
              <p:cNvPr id="574" name="Arc 158">
                <a:extLst>
                  <a:ext uri="{FF2B5EF4-FFF2-40B4-BE49-F238E27FC236}">
                    <a16:creationId xmlns:a16="http://schemas.microsoft.com/office/drawing/2014/main" id="{61C27618-C13F-4759-88EC-048614AE59E7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779485" y="2999499"/>
                <a:ext cx="540228" cy="842290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75" name="Line 160">
                <a:extLst>
                  <a:ext uri="{FF2B5EF4-FFF2-40B4-BE49-F238E27FC236}">
                    <a16:creationId xmlns:a16="http://schemas.microsoft.com/office/drawing/2014/main" id="{BACC2A73-0C5A-B2BC-59A9-6B32D32CD9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47486" y="3147629"/>
                <a:ext cx="25954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76" name="Line 160">
                <a:extLst>
                  <a:ext uri="{FF2B5EF4-FFF2-40B4-BE49-F238E27FC236}">
                    <a16:creationId xmlns:a16="http://schemas.microsoft.com/office/drawing/2014/main" id="{4939E0FF-1031-C214-DCEC-3B3EB8BB79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47486" y="3690759"/>
                <a:ext cx="25954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77" name="Arc 156">
                <a:extLst>
                  <a:ext uri="{FF2B5EF4-FFF2-40B4-BE49-F238E27FC236}">
                    <a16:creationId xmlns:a16="http://schemas.microsoft.com/office/drawing/2014/main" id="{DB461C27-0FA9-70A3-4DAA-06D79286A06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5588257" y="3168880"/>
                <a:ext cx="391762" cy="521879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78" name="Line 27">
                <a:extLst>
                  <a:ext uri="{FF2B5EF4-FFF2-40B4-BE49-F238E27FC236}">
                    <a16:creationId xmlns:a16="http://schemas.microsoft.com/office/drawing/2014/main" id="{AF9196DF-987D-30EF-49A7-836F461BD0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2865" y="3419218"/>
                <a:ext cx="32278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579" name="Line 27">
                <a:extLst>
                  <a:ext uri="{FF2B5EF4-FFF2-40B4-BE49-F238E27FC236}">
                    <a16:creationId xmlns:a16="http://schemas.microsoft.com/office/drawing/2014/main" id="{A58E5C7C-BD9C-CF3B-1F6C-C2CB40A9B0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67729" y="3419217"/>
                <a:ext cx="2986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0" name="Arc 156">
                <a:extLst>
                  <a:ext uri="{FF2B5EF4-FFF2-40B4-BE49-F238E27FC236}">
                    <a16:creationId xmlns:a16="http://schemas.microsoft.com/office/drawing/2014/main" id="{38FC5052-40F3-CC75-32B4-FE118BC04D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6566" y="3147614"/>
                <a:ext cx="391762" cy="521879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537" name="组合 536">
              <a:extLst>
                <a:ext uri="{FF2B5EF4-FFF2-40B4-BE49-F238E27FC236}">
                  <a16:creationId xmlns:a16="http://schemas.microsoft.com/office/drawing/2014/main" id="{6AD94297-5B25-4AA9-54ED-86710788E983}"/>
                </a:ext>
              </a:extLst>
            </p:cNvPr>
            <p:cNvGrpSpPr/>
            <p:nvPr/>
          </p:nvGrpSpPr>
          <p:grpSpPr>
            <a:xfrm rot="5400000">
              <a:off x="6015189" y="3597715"/>
              <a:ext cx="2859971" cy="386078"/>
              <a:chOff x="2242865" y="3147614"/>
              <a:chExt cx="4023485" cy="543145"/>
            </a:xfrm>
          </p:grpSpPr>
          <p:sp>
            <p:nvSpPr>
              <p:cNvPr id="567" name="Arc 158">
                <a:extLst>
                  <a:ext uri="{FF2B5EF4-FFF2-40B4-BE49-F238E27FC236}">
                    <a16:creationId xmlns:a16="http://schemas.microsoft.com/office/drawing/2014/main" id="{29731363-430E-8A5E-52E1-63713200EC03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779485" y="2999499"/>
                <a:ext cx="540228" cy="842290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68" name="Line 160">
                <a:extLst>
                  <a:ext uri="{FF2B5EF4-FFF2-40B4-BE49-F238E27FC236}">
                    <a16:creationId xmlns:a16="http://schemas.microsoft.com/office/drawing/2014/main" id="{5E4F1185-5390-C5CE-CAE1-E62C5E132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47486" y="3147629"/>
                <a:ext cx="25954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69" name="Line 160">
                <a:extLst>
                  <a:ext uri="{FF2B5EF4-FFF2-40B4-BE49-F238E27FC236}">
                    <a16:creationId xmlns:a16="http://schemas.microsoft.com/office/drawing/2014/main" id="{6ACF8226-AF3A-CA3C-D8DF-A58B178BA7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47486" y="3690759"/>
                <a:ext cx="25954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70" name="Arc 156">
                <a:extLst>
                  <a:ext uri="{FF2B5EF4-FFF2-40B4-BE49-F238E27FC236}">
                    <a16:creationId xmlns:a16="http://schemas.microsoft.com/office/drawing/2014/main" id="{313A5D10-4858-6F34-ABEC-8A9151A5FFA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5588257" y="3168880"/>
                <a:ext cx="391762" cy="521879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71" name="Line 27">
                <a:extLst>
                  <a:ext uri="{FF2B5EF4-FFF2-40B4-BE49-F238E27FC236}">
                    <a16:creationId xmlns:a16="http://schemas.microsoft.com/office/drawing/2014/main" id="{DE1FD8F5-D168-7058-F0AE-FCEFFE3CBB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2865" y="3419218"/>
                <a:ext cx="32278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572" name="Line 27">
                <a:extLst>
                  <a:ext uri="{FF2B5EF4-FFF2-40B4-BE49-F238E27FC236}">
                    <a16:creationId xmlns:a16="http://schemas.microsoft.com/office/drawing/2014/main" id="{2D06D04B-E7D6-1949-48CA-2871998950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67729" y="3419217"/>
                <a:ext cx="2986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" name="Arc 156">
                <a:extLst>
                  <a:ext uri="{FF2B5EF4-FFF2-40B4-BE49-F238E27FC236}">
                    <a16:creationId xmlns:a16="http://schemas.microsoft.com/office/drawing/2014/main" id="{29CC04EF-612F-3751-1384-F6D2EE60BB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6566" y="3147614"/>
                <a:ext cx="391762" cy="521879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sp>
          <p:nvSpPr>
            <p:cNvPr id="545" name="Line 27">
              <a:extLst>
                <a:ext uri="{FF2B5EF4-FFF2-40B4-BE49-F238E27FC236}">
                  <a16:creationId xmlns:a16="http://schemas.microsoft.com/office/drawing/2014/main" id="{D8542316-F19A-7ED4-D53A-CA5DD64A9DD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6848645" y="4220961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6" name="Line 27">
              <a:extLst>
                <a:ext uri="{FF2B5EF4-FFF2-40B4-BE49-F238E27FC236}">
                  <a16:creationId xmlns:a16="http://schemas.microsoft.com/office/drawing/2014/main" id="{6BA41258-F51C-6D4D-EA8E-C53FE44436A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6848645" y="4219268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7" name="Line 27">
              <a:extLst>
                <a:ext uri="{FF2B5EF4-FFF2-40B4-BE49-F238E27FC236}">
                  <a16:creationId xmlns:a16="http://schemas.microsoft.com/office/drawing/2014/main" id="{944EAACE-D4E8-5F08-C1AA-2E2792C41C4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7356355" y="4220962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8" name="Line 27">
              <a:extLst>
                <a:ext uri="{FF2B5EF4-FFF2-40B4-BE49-F238E27FC236}">
                  <a16:creationId xmlns:a16="http://schemas.microsoft.com/office/drawing/2014/main" id="{5F14B932-A900-E588-AC2B-F9D2563CA48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7356355" y="4219269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9" name="Line 27">
              <a:extLst>
                <a:ext uri="{FF2B5EF4-FFF2-40B4-BE49-F238E27FC236}">
                  <a16:creationId xmlns:a16="http://schemas.microsoft.com/office/drawing/2014/main" id="{4BC5B09E-D612-3B16-95C1-ADA6B7070A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7356355" y="3703964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0" name="Line 27">
              <a:extLst>
                <a:ext uri="{FF2B5EF4-FFF2-40B4-BE49-F238E27FC236}">
                  <a16:creationId xmlns:a16="http://schemas.microsoft.com/office/drawing/2014/main" id="{45E103A9-D51B-75F6-00D5-A561E420BCE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7356355" y="3702271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1" name="Line 27">
              <a:extLst>
                <a:ext uri="{FF2B5EF4-FFF2-40B4-BE49-F238E27FC236}">
                  <a16:creationId xmlns:a16="http://schemas.microsoft.com/office/drawing/2014/main" id="{C42A68FA-7DE2-493B-4DBE-D59D4EC0CD2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6848646" y="3703963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2" name="Line 27">
              <a:extLst>
                <a:ext uri="{FF2B5EF4-FFF2-40B4-BE49-F238E27FC236}">
                  <a16:creationId xmlns:a16="http://schemas.microsoft.com/office/drawing/2014/main" id="{6E10B598-E40C-FE4F-1C19-DBD2B90B049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6848646" y="3702270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" name="Line 27">
              <a:extLst>
                <a:ext uri="{FF2B5EF4-FFF2-40B4-BE49-F238E27FC236}">
                  <a16:creationId xmlns:a16="http://schemas.microsoft.com/office/drawing/2014/main" id="{B722C858-CA04-FADE-8FCC-1454C0D5428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7353883" y="3191908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4" name="Line 27">
              <a:extLst>
                <a:ext uri="{FF2B5EF4-FFF2-40B4-BE49-F238E27FC236}">
                  <a16:creationId xmlns:a16="http://schemas.microsoft.com/office/drawing/2014/main" id="{400B07A6-8FB8-ED0B-BAC0-FF99F58227F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7353883" y="3190215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5" name="Line 27">
              <a:extLst>
                <a:ext uri="{FF2B5EF4-FFF2-40B4-BE49-F238E27FC236}">
                  <a16:creationId xmlns:a16="http://schemas.microsoft.com/office/drawing/2014/main" id="{F10F6CB8-9B6B-A7C9-B0CD-B74883FE548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6848645" y="3191908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6" name="Line 27">
              <a:extLst>
                <a:ext uri="{FF2B5EF4-FFF2-40B4-BE49-F238E27FC236}">
                  <a16:creationId xmlns:a16="http://schemas.microsoft.com/office/drawing/2014/main" id="{16DF8CFD-9E8E-B946-0C63-1B344F9578F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6848645" y="3190215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7" name="Line 27">
              <a:extLst>
                <a:ext uri="{FF2B5EF4-FFF2-40B4-BE49-F238E27FC236}">
                  <a16:creationId xmlns:a16="http://schemas.microsoft.com/office/drawing/2014/main" id="{68AAF998-BBEF-9E34-0DE6-C17619BD3E1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7355285" y="2671339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8" name="Line 27">
              <a:extLst>
                <a:ext uri="{FF2B5EF4-FFF2-40B4-BE49-F238E27FC236}">
                  <a16:creationId xmlns:a16="http://schemas.microsoft.com/office/drawing/2014/main" id="{0913F3E6-76D9-FC14-0BCB-EE92C3D683D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7355285" y="2669646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9" name="Line 27">
              <a:extLst>
                <a:ext uri="{FF2B5EF4-FFF2-40B4-BE49-F238E27FC236}">
                  <a16:creationId xmlns:a16="http://schemas.microsoft.com/office/drawing/2014/main" id="{021F8D7F-9F7F-F9F7-21A6-B960C8D8C40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6848645" y="2671339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0" name="Line 27">
              <a:extLst>
                <a:ext uri="{FF2B5EF4-FFF2-40B4-BE49-F238E27FC236}">
                  <a16:creationId xmlns:a16="http://schemas.microsoft.com/office/drawing/2014/main" id="{C120AD0C-BC3F-7977-B7F0-AE68DDCF2C7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6848645" y="2669646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1" name="文本框 560">
                  <a:extLst>
                    <a:ext uri="{FF2B5EF4-FFF2-40B4-BE49-F238E27FC236}">
                      <a16:creationId xmlns:a16="http://schemas.microsoft.com/office/drawing/2014/main" id="{3D9A1D28-BCDA-17A3-9253-E2F5EACA8D03}"/>
                    </a:ext>
                  </a:extLst>
                </p:cNvPr>
                <p:cNvSpPr txBox="1"/>
                <p:nvPr/>
              </p:nvSpPr>
              <p:spPr>
                <a:xfrm>
                  <a:off x="5573472" y="1381718"/>
                  <a:ext cx="4502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61" name="文本框 560">
                  <a:extLst>
                    <a:ext uri="{FF2B5EF4-FFF2-40B4-BE49-F238E27FC236}">
                      <a16:creationId xmlns:a16="http://schemas.microsoft.com/office/drawing/2014/main" id="{3D9A1D28-BCDA-17A3-9253-E2F5EACA8D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3472" y="1381718"/>
                  <a:ext cx="450256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2" name="文本框 561">
                  <a:extLst>
                    <a:ext uri="{FF2B5EF4-FFF2-40B4-BE49-F238E27FC236}">
                      <a16:creationId xmlns:a16="http://schemas.microsoft.com/office/drawing/2014/main" id="{059EA8DB-17A2-090B-9ECA-23D684BEA1BA}"/>
                    </a:ext>
                  </a:extLst>
                </p:cNvPr>
                <p:cNvSpPr txBox="1"/>
                <p:nvPr/>
              </p:nvSpPr>
              <p:spPr>
                <a:xfrm>
                  <a:off x="6809135" y="5169792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62" name="文本框 561">
                  <a:extLst>
                    <a:ext uri="{FF2B5EF4-FFF2-40B4-BE49-F238E27FC236}">
                      <a16:creationId xmlns:a16="http://schemas.microsoft.com/office/drawing/2014/main" id="{059EA8DB-17A2-090B-9ECA-23D684BEA1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9135" y="5169792"/>
                  <a:ext cx="458075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13333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3" name="左大括号 562">
              <a:extLst>
                <a:ext uri="{FF2B5EF4-FFF2-40B4-BE49-F238E27FC236}">
                  <a16:creationId xmlns:a16="http://schemas.microsoft.com/office/drawing/2014/main" id="{313B8CBF-4CE2-3736-4F41-FC6D78E7DE49}"/>
                </a:ext>
              </a:extLst>
            </p:cNvPr>
            <p:cNvSpPr/>
            <p:nvPr/>
          </p:nvSpPr>
          <p:spPr>
            <a:xfrm rot="16200000">
              <a:off x="5315885" y="4143235"/>
              <a:ext cx="206405" cy="1074420"/>
            </a:xfrm>
            <a:prstGeom prst="leftBrace">
              <a:avLst>
                <a:gd name="adj1" fmla="val 52419"/>
                <a:gd name="adj2" fmla="val 50000"/>
              </a:avLst>
            </a:prstGeom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4" name="文本框 563">
              <a:extLst>
                <a:ext uri="{FF2B5EF4-FFF2-40B4-BE49-F238E27FC236}">
                  <a16:creationId xmlns:a16="http://schemas.microsoft.com/office/drawing/2014/main" id="{362608C8-0028-8C36-AEEB-84B1C136B022}"/>
                </a:ext>
              </a:extLst>
            </p:cNvPr>
            <p:cNvSpPr txBox="1"/>
            <p:nvPr/>
          </p:nvSpPr>
          <p:spPr>
            <a:xfrm>
              <a:off x="4792939" y="4783648"/>
              <a:ext cx="125229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与阵列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可编程</a:t>
              </a:r>
              <a:endParaRPr lang="zh-CN" altLang="en-US" sz="2000" dirty="0"/>
            </a:p>
          </p:txBody>
        </p:sp>
        <p:sp>
          <p:nvSpPr>
            <p:cNvPr id="565" name="文本框 564">
              <a:extLst>
                <a:ext uri="{FF2B5EF4-FFF2-40B4-BE49-F238E27FC236}">
                  <a16:creationId xmlns:a16="http://schemas.microsoft.com/office/drawing/2014/main" id="{8EF7237A-1348-3685-5375-11573EFD8AF3}"/>
                </a:ext>
              </a:extLst>
            </p:cNvPr>
            <p:cNvSpPr txBox="1"/>
            <p:nvPr/>
          </p:nvSpPr>
          <p:spPr>
            <a:xfrm>
              <a:off x="6567661" y="1476290"/>
              <a:ext cx="125229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或阵列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可编程</a:t>
              </a:r>
              <a:endParaRPr lang="zh-CN" altLang="en-US" sz="2000" dirty="0"/>
            </a:p>
          </p:txBody>
        </p:sp>
        <p:sp>
          <p:nvSpPr>
            <p:cNvPr id="566" name="左大括号 565">
              <a:extLst>
                <a:ext uri="{FF2B5EF4-FFF2-40B4-BE49-F238E27FC236}">
                  <a16:creationId xmlns:a16="http://schemas.microsoft.com/office/drawing/2014/main" id="{2ABB2E46-AEC2-1C6C-46F3-08AD50401C34}"/>
                </a:ext>
              </a:extLst>
            </p:cNvPr>
            <p:cNvSpPr/>
            <p:nvPr/>
          </p:nvSpPr>
          <p:spPr>
            <a:xfrm rot="5400000" flipV="1">
              <a:off x="7090607" y="1920981"/>
              <a:ext cx="206405" cy="664796"/>
            </a:xfrm>
            <a:prstGeom prst="leftBrace">
              <a:avLst>
                <a:gd name="adj1" fmla="val 52419"/>
                <a:gd name="adj2" fmla="val 50000"/>
              </a:avLst>
            </a:prstGeom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3" name="Line 27">
              <a:extLst>
                <a:ext uri="{FF2B5EF4-FFF2-40B4-BE49-F238E27FC236}">
                  <a16:creationId xmlns:a16="http://schemas.microsoft.com/office/drawing/2014/main" id="{F100DD58-55DD-DDBD-8DDD-63CF3A7F00A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4793487" y="2672881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" name="Line 27">
              <a:extLst>
                <a:ext uri="{FF2B5EF4-FFF2-40B4-BE49-F238E27FC236}">
                  <a16:creationId xmlns:a16="http://schemas.microsoft.com/office/drawing/2014/main" id="{3889DC3B-D4DF-0579-F815-A1B60106C83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4793487" y="2671188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7" name="Line 27">
              <a:extLst>
                <a:ext uri="{FF2B5EF4-FFF2-40B4-BE49-F238E27FC236}">
                  <a16:creationId xmlns:a16="http://schemas.microsoft.com/office/drawing/2014/main" id="{93D4D955-06EE-4115-C7C2-2CA4ACEF20C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4793488" y="3190094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8" name="Line 27">
              <a:extLst>
                <a:ext uri="{FF2B5EF4-FFF2-40B4-BE49-F238E27FC236}">
                  <a16:creationId xmlns:a16="http://schemas.microsoft.com/office/drawing/2014/main" id="{151A7C70-BA65-313B-9E80-9E594B43516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4793488" y="3188401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9" name="Line 27">
              <a:extLst>
                <a:ext uri="{FF2B5EF4-FFF2-40B4-BE49-F238E27FC236}">
                  <a16:creationId xmlns:a16="http://schemas.microsoft.com/office/drawing/2014/main" id="{ED1D1C96-37E6-E634-8F27-8DBDDB27584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4793488" y="3705491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0" name="Line 27">
              <a:extLst>
                <a:ext uri="{FF2B5EF4-FFF2-40B4-BE49-F238E27FC236}">
                  <a16:creationId xmlns:a16="http://schemas.microsoft.com/office/drawing/2014/main" id="{C19AC494-FFE0-D778-FFCF-628516D36F7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4793488" y="3703798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1" name="Line 27">
              <a:extLst>
                <a:ext uri="{FF2B5EF4-FFF2-40B4-BE49-F238E27FC236}">
                  <a16:creationId xmlns:a16="http://schemas.microsoft.com/office/drawing/2014/main" id="{5EF52CE0-BB29-CC1A-576D-3BEDFAF2DEA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4793487" y="4219824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2" name="Line 27">
              <a:extLst>
                <a:ext uri="{FF2B5EF4-FFF2-40B4-BE49-F238E27FC236}">
                  <a16:creationId xmlns:a16="http://schemas.microsoft.com/office/drawing/2014/main" id="{F418BADC-C671-C310-BE9F-BF0BB933E9A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4793487" y="4218131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3" name="Line 27">
              <a:extLst>
                <a:ext uri="{FF2B5EF4-FFF2-40B4-BE49-F238E27FC236}">
                  <a16:creationId xmlns:a16="http://schemas.microsoft.com/office/drawing/2014/main" id="{B448770D-3225-16BA-6D34-FA6DEBB0A95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5162939" y="2674705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" name="Line 27">
              <a:extLst>
                <a:ext uri="{FF2B5EF4-FFF2-40B4-BE49-F238E27FC236}">
                  <a16:creationId xmlns:a16="http://schemas.microsoft.com/office/drawing/2014/main" id="{59986FD8-7B2D-1E10-E6CC-908E925DB82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5162939" y="2673012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5" name="Line 27">
              <a:extLst>
                <a:ext uri="{FF2B5EF4-FFF2-40B4-BE49-F238E27FC236}">
                  <a16:creationId xmlns:a16="http://schemas.microsoft.com/office/drawing/2014/main" id="{171DF705-122E-7896-E54F-F46092BF45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5162940" y="3191918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6" name="Line 27">
              <a:extLst>
                <a:ext uri="{FF2B5EF4-FFF2-40B4-BE49-F238E27FC236}">
                  <a16:creationId xmlns:a16="http://schemas.microsoft.com/office/drawing/2014/main" id="{08C332CE-C1CC-2141-820D-22D95E7E41E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5162940" y="3190225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7" name="Line 27">
              <a:extLst>
                <a:ext uri="{FF2B5EF4-FFF2-40B4-BE49-F238E27FC236}">
                  <a16:creationId xmlns:a16="http://schemas.microsoft.com/office/drawing/2014/main" id="{696BDF66-7E63-15F6-26F7-59902060366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5162940" y="3707315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8" name="Line 27">
              <a:extLst>
                <a:ext uri="{FF2B5EF4-FFF2-40B4-BE49-F238E27FC236}">
                  <a16:creationId xmlns:a16="http://schemas.microsoft.com/office/drawing/2014/main" id="{17CA3F1E-DC75-1FAD-71EA-C1E1BCB6A3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5162940" y="3705622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9" name="Line 27">
              <a:extLst>
                <a:ext uri="{FF2B5EF4-FFF2-40B4-BE49-F238E27FC236}">
                  <a16:creationId xmlns:a16="http://schemas.microsoft.com/office/drawing/2014/main" id="{5C13569F-F7EB-FB13-2199-C599862C364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5162939" y="4221648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0" name="Line 27">
              <a:extLst>
                <a:ext uri="{FF2B5EF4-FFF2-40B4-BE49-F238E27FC236}">
                  <a16:creationId xmlns:a16="http://schemas.microsoft.com/office/drawing/2014/main" id="{D7929EDA-B017-16AF-C25C-0DE47DC1105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5162939" y="4219955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1" name="Line 27">
              <a:extLst>
                <a:ext uri="{FF2B5EF4-FFF2-40B4-BE49-F238E27FC236}">
                  <a16:creationId xmlns:a16="http://schemas.microsoft.com/office/drawing/2014/main" id="{8C5A2BC7-8A88-FEF3-961F-4C0A761C7AA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5498360" y="2674641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2" name="Line 27">
              <a:extLst>
                <a:ext uri="{FF2B5EF4-FFF2-40B4-BE49-F238E27FC236}">
                  <a16:creationId xmlns:a16="http://schemas.microsoft.com/office/drawing/2014/main" id="{434035AB-1D68-AF8F-3F83-9694513EC8D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5498360" y="2672948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3" name="Line 27">
              <a:extLst>
                <a:ext uri="{FF2B5EF4-FFF2-40B4-BE49-F238E27FC236}">
                  <a16:creationId xmlns:a16="http://schemas.microsoft.com/office/drawing/2014/main" id="{BF85C6CA-EDAD-6005-ECE8-6B4AED583B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5498361" y="3191854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" name="Line 27">
              <a:extLst>
                <a:ext uri="{FF2B5EF4-FFF2-40B4-BE49-F238E27FC236}">
                  <a16:creationId xmlns:a16="http://schemas.microsoft.com/office/drawing/2014/main" id="{FCD594FC-D6FE-C982-3356-B860B391D0E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5498361" y="3190161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5" name="Line 27">
              <a:extLst>
                <a:ext uri="{FF2B5EF4-FFF2-40B4-BE49-F238E27FC236}">
                  <a16:creationId xmlns:a16="http://schemas.microsoft.com/office/drawing/2014/main" id="{B2A986DA-0666-5696-AA68-94F4AF19F41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5498361" y="3707251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6" name="Line 27">
              <a:extLst>
                <a:ext uri="{FF2B5EF4-FFF2-40B4-BE49-F238E27FC236}">
                  <a16:creationId xmlns:a16="http://schemas.microsoft.com/office/drawing/2014/main" id="{F7E835EC-B8A3-7971-B8E1-701BF0ABFF5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5498361" y="3705558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7" name="Line 27">
              <a:extLst>
                <a:ext uri="{FF2B5EF4-FFF2-40B4-BE49-F238E27FC236}">
                  <a16:creationId xmlns:a16="http://schemas.microsoft.com/office/drawing/2014/main" id="{727C963B-1CC4-28B3-ACE9-4FEB8E9F7A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5498360" y="4221584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8" name="Line 27">
              <a:extLst>
                <a:ext uri="{FF2B5EF4-FFF2-40B4-BE49-F238E27FC236}">
                  <a16:creationId xmlns:a16="http://schemas.microsoft.com/office/drawing/2014/main" id="{82A7FADA-4631-3F2A-5A43-7EEAD1F4738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5498360" y="4219891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9" name="Line 27">
              <a:extLst>
                <a:ext uri="{FF2B5EF4-FFF2-40B4-BE49-F238E27FC236}">
                  <a16:creationId xmlns:a16="http://schemas.microsoft.com/office/drawing/2014/main" id="{820522AC-79C8-45F4-31C1-571A3730784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5864617" y="2674707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0" name="Line 27">
              <a:extLst>
                <a:ext uri="{FF2B5EF4-FFF2-40B4-BE49-F238E27FC236}">
                  <a16:creationId xmlns:a16="http://schemas.microsoft.com/office/drawing/2014/main" id="{D5F95706-EB98-BF09-B635-87567628C4F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5864617" y="2673014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1" name="Line 27">
              <a:extLst>
                <a:ext uri="{FF2B5EF4-FFF2-40B4-BE49-F238E27FC236}">
                  <a16:creationId xmlns:a16="http://schemas.microsoft.com/office/drawing/2014/main" id="{C495EC10-E552-7C28-C18C-73F3E43C3FA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5864618" y="3191920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2" name="Line 27">
              <a:extLst>
                <a:ext uri="{FF2B5EF4-FFF2-40B4-BE49-F238E27FC236}">
                  <a16:creationId xmlns:a16="http://schemas.microsoft.com/office/drawing/2014/main" id="{72A4B13C-C1BA-D030-10A7-6CA6265B0C7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5864618" y="3190227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3" name="Line 27">
              <a:extLst>
                <a:ext uri="{FF2B5EF4-FFF2-40B4-BE49-F238E27FC236}">
                  <a16:creationId xmlns:a16="http://schemas.microsoft.com/office/drawing/2014/main" id="{750E925A-08A8-65E1-DFC2-17DB30179A1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5864618" y="3707317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" name="Line 27">
              <a:extLst>
                <a:ext uri="{FF2B5EF4-FFF2-40B4-BE49-F238E27FC236}">
                  <a16:creationId xmlns:a16="http://schemas.microsoft.com/office/drawing/2014/main" id="{B09A828E-B4EF-455F-DF56-31429DC883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5864618" y="3705624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" name="Line 27">
              <a:extLst>
                <a:ext uri="{FF2B5EF4-FFF2-40B4-BE49-F238E27FC236}">
                  <a16:creationId xmlns:a16="http://schemas.microsoft.com/office/drawing/2014/main" id="{987F2438-DA81-D2E3-4869-8952F971BF6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5864617" y="4221650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" name="Line 27">
              <a:extLst>
                <a:ext uri="{FF2B5EF4-FFF2-40B4-BE49-F238E27FC236}">
                  <a16:creationId xmlns:a16="http://schemas.microsoft.com/office/drawing/2014/main" id="{7B52143E-0A28-DE8F-FE79-DC601E0FDD6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5864617" y="4219957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274C977-9663-D3A2-818D-EA641F35E0DA}"/>
              </a:ext>
            </a:extLst>
          </p:cNvPr>
          <p:cNvGrpSpPr/>
          <p:nvPr/>
        </p:nvGrpSpPr>
        <p:grpSpPr>
          <a:xfrm>
            <a:off x="8742218" y="1382675"/>
            <a:ext cx="3114572" cy="4249740"/>
            <a:chOff x="8742218" y="1382675"/>
            <a:chExt cx="3114572" cy="4249740"/>
          </a:xfrm>
        </p:grpSpPr>
        <p:sp>
          <p:nvSpPr>
            <p:cNvPr id="442" name="流程图: 延期 441">
              <a:extLst>
                <a:ext uri="{FF2B5EF4-FFF2-40B4-BE49-F238E27FC236}">
                  <a16:creationId xmlns:a16="http://schemas.microsoft.com/office/drawing/2014/main" id="{3B22AD01-AD1F-505C-0A87-F3F241BFC917}"/>
                </a:ext>
              </a:extLst>
            </p:cNvPr>
            <p:cNvSpPr/>
            <p:nvPr/>
          </p:nvSpPr>
          <p:spPr>
            <a:xfrm>
              <a:off x="10276414" y="2440723"/>
              <a:ext cx="455268" cy="46753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43" name="Line 27">
              <a:extLst>
                <a:ext uri="{FF2B5EF4-FFF2-40B4-BE49-F238E27FC236}">
                  <a16:creationId xmlns:a16="http://schemas.microsoft.com/office/drawing/2014/main" id="{C9E69BB7-09ED-F40B-2679-742827B83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42219" y="2672519"/>
              <a:ext cx="15341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4" name="文本框 443">
                  <a:extLst>
                    <a:ext uri="{FF2B5EF4-FFF2-40B4-BE49-F238E27FC236}">
                      <a16:creationId xmlns:a16="http://schemas.microsoft.com/office/drawing/2014/main" id="{28B64668-6239-8C68-716D-10ED0CC452E3}"/>
                    </a:ext>
                  </a:extLst>
                </p:cNvPr>
                <p:cNvSpPr txBox="1"/>
                <p:nvPr/>
              </p:nvSpPr>
              <p:spPr>
                <a:xfrm>
                  <a:off x="8909377" y="1385143"/>
                  <a:ext cx="4502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44" name="文本框 443">
                  <a:extLst>
                    <a:ext uri="{FF2B5EF4-FFF2-40B4-BE49-F238E27FC236}">
                      <a16:creationId xmlns:a16="http://schemas.microsoft.com/office/drawing/2014/main" id="{28B64668-6239-8C68-716D-10ED0CC452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9377" y="1385143"/>
                  <a:ext cx="450256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54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5" name="文本框 444">
                  <a:extLst>
                    <a:ext uri="{FF2B5EF4-FFF2-40B4-BE49-F238E27FC236}">
                      <a16:creationId xmlns:a16="http://schemas.microsoft.com/office/drawing/2014/main" id="{3792E8B2-8A52-7CB6-5FD6-61068ACA2664}"/>
                    </a:ext>
                  </a:extLst>
                </p:cNvPr>
                <p:cNvSpPr txBox="1"/>
                <p:nvPr/>
              </p:nvSpPr>
              <p:spPr>
                <a:xfrm>
                  <a:off x="11353382" y="517075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45" name="文本框 444">
                  <a:extLst>
                    <a:ext uri="{FF2B5EF4-FFF2-40B4-BE49-F238E27FC236}">
                      <a16:creationId xmlns:a16="http://schemas.microsoft.com/office/drawing/2014/main" id="{3792E8B2-8A52-7CB6-5FD6-61068ACA26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53382" y="5170750"/>
                  <a:ext cx="458075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3158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6" name="等腰三角形 445">
              <a:extLst>
                <a:ext uri="{FF2B5EF4-FFF2-40B4-BE49-F238E27FC236}">
                  <a16:creationId xmlns:a16="http://schemas.microsoft.com/office/drawing/2014/main" id="{2011FE0E-92E8-4BE2-795B-C82E917A6B80}"/>
                </a:ext>
              </a:extLst>
            </p:cNvPr>
            <p:cNvSpPr/>
            <p:nvPr/>
          </p:nvSpPr>
          <p:spPr>
            <a:xfrm flipH="1" flipV="1">
              <a:off x="9545537" y="1988205"/>
              <a:ext cx="501869" cy="448573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400" dirty="0"/>
            </a:p>
          </p:txBody>
        </p:sp>
        <p:sp>
          <p:nvSpPr>
            <p:cNvPr id="447" name="椭圆 446">
              <a:extLst>
                <a:ext uri="{FF2B5EF4-FFF2-40B4-BE49-F238E27FC236}">
                  <a16:creationId xmlns:a16="http://schemas.microsoft.com/office/drawing/2014/main" id="{5F462C81-2498-B18B-7C4D-9ECCE3962D1B}"/>
                </a:ext>
              </a:extLst>
            </p:cNvPr>
            <p:cNvSpPr/>
            <p:nvPr/>
          </p:nvSpPr>
          <p:spPr>
            <a:xfrm flipV="1">
              <a:off x="9931319" y="2155908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48" name="流程图: 延期 447">
              <a:extLst>
                <a:ext uri="{FF2B5EF4-FFF2-40B4-BE49-F238E27FC236}">
                  <a16:creationId xmlns:a16="http://schemas.microsoft.com/office/drawing/2014/main" id="{5F126ECD-248C-D0D7-E29A-E7BBBC793154}"/>
                </a:ext>
              </a:extLst>
            </p:cNvPr>
            <p:cNvSpPr/>
            <p:nvPr/>
          </p:nvSpPr>
          <p:spPr>
            <a:xfrm>
              <a:off x="10276414" y="2959255"/>
              <a:ext cx="455268" cy="46753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49" name="Line 27">
              <a:extLst>
                <a:ext uri="{FF2B5EF4-FFF2-40B4-BE49-F238E27FC236}">
                  <a16:creationId xmlns:a16="http://schemas.microsoft.com/office/drawing/2014/main" id="{F1191B94-4E24-82EB-17C9-E0BB2A8EDE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42219" y="3191051"/>
              <a:ext cx="15341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50" name="流程图: 延期 449">
              <a:extLst>
                <a:ext uri="{FF2B5EF4-FFF2-40B4-BE49-F238E27FC236}">
                  <a16:creationId xmlns:a16="http://schemas.microsoft.com/office/drawing/2014/main" id="{177D915B-2598-95C1-C0D4-0CA9F61A2D63}"/>
                </a:ext>
              </a:extLst>
            </p:cNvPr>
            <p:cNvSpPr/>
            <p:nvPr/>
          </p:nvSpPr>
          <p:spPr>
            <a:xfrm>
              <a:off x="10276414" y="3473842"/>
              <a:ext cx="455268" cy="46753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51" name="Line 27">
              <a:extLst>
                <a:ext uri="{FF2B5EF4-FFF2-40B4-BE49-F238E27FC236}">
                  <a16:creationId xmlns:a16="http://schemas.microsoft.com/office/drawing/2014/main" id="{EC2B89DC-CFCA-5E41-6434-C3A34A6AB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42219" y="3705638"/>
              <a:ext cx="15341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52" name="流程图: 延期 451">
              <a:extLst>
                <a:ext uri="{FF2B5EF4-FFF2-40B4-BE49-F238E27FC236}">
                  <a16:creationId xmlns:a16="http://schemas.microsoft.com/office/drawing/2014/main" id="{4495F6BF-D9E3-5273-04DE-15C0DCA862DB}"/>
                </a:ext>
              </a:extLst>
            </p:cNvPr>
            <p:cNvSpPr/>
            <p:nvPr/>
          </p:nvSpPr>
          <p:spPr>
            <a:xfrm>
              <a:off x="10276413" y="3988429"/>
              <a:ext cx="455268" cy="46753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53" name="Line 27">
              <a:extLst>
                <a:ext uri="{FF2B5EF4-FFF2-40B4-BE49-F238E27FC236}">
                  <a16:creationId xmlns:a16="http://schemas.microsoft.com/office/drawing/2014/main" id="{3424176E-1F9E-ED91-97B8-167BF7F0A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42218" y="4220225"/>
              <a:ext cx="15341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54" name="Line 27">
              <a:extLst>
                <a:ext uri="{FF2B5EF4-FFF2-40B4-BE49-F238E27FC236}">
                  <a16:creationId xmlns:a16="http://schemas.microsoft.com/office/drawing/2014/main" id="{B31EDD7E-FE92-B1DB-D2AF-663AF9D042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1682" y="2672519"/>
              <a:ext cx="10977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55" name="Line 27">
              <a:extLst>
                <a:ext uri="{FF2B5EF4-FFF2-40B4-BE49-F238E27FC236}">
                  <a16:creationId xmlns:a16="http://schemas.microsoft.com/office/drawing/2014/main" id="{0BED3238-1839-A154-B3DF-7C7A29C13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1682" y="3191051"/>
              <a:ext cx="10977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56" name="Line 27">
              <a:extLst>
                <a:ext uri="{FF2B5EF4-FFF2-40B4-BE49-F238E27FC236}">
                  <a16:creationId xmlns:a16="http://schemas.microsoft.com/office/drawing/2014/main" id="{FBAEEA3B-CE63-EB1E-A07A-E3B0450A10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1682" y="3705638"/>
              <a:ext cx="10977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57" name="Line 27">
              <a:extLst>
                <a:ext uri="{FF2B5EF4-FFF2-40B4-BE49-F238E27FC236}">
                  <a16:creationId xmlns:a16="http://schemas.microsoft.com/office/drawing/2014/main" id="{24791AD9-01C3-8972-5DCE-F708FE61EA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1680" y="4220225"/>
              <a:ext cx="10977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58" name="Line 27">
              <a:extLst>
                <a:ext uri="{FF2B5EF4-FFF2-40B4-BE49-F238E27FC236}">
                  <a16:creationId xmlns:a16="http://schemas.microsoft.com/office/drawing/2014/main" id="{17B73B2D-6152-5E7F-02D3-69E04846D6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876965" y="3391300"/>
              <a:ext cx="22282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59" name="Line 27">
              <a:extLst>
                <a:ext uri="{FF2B5EF4-FFF2-40B4-BE49-F238E27FC236}">
                  <a16:creationId xmlns:a16="http://schemas.microsoft.com/office/drawing/2014/main" id="{6ABA67D0-53E9-E226-0D80-F4FF09D86A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430800" y="3313046"/>
              <a:ext cx="2384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60" name="Line 27">
              <a:extLst>
                <a:ext uri="{FF2B5EF4-FFF2-40B4-BE49-F238E27FC236}">
                  <a16:creationId xmlns:a16="http://schemas.microsoft.com/office/drawing/2014/main" id="{DBC50C9A-99C9-AB59-1A11-CD210F78FAB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677514" y="1869509"/>
              <a:ext cx="2373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" name="等腰三角形 460">
              <a:extLst>
                <a:ext uri="{FF2B5EF4-FFF2-40B4-BE49-F238E27FC236}">
                  <a16:creationId xmlns:a16="http://schemas.microsoft.com/office/drawing/2014/main" id="{40A2A9BC-AB3C-3538-2E20-7C4151AE426A}"/>
                </a:ext>
              </a:extLst>
            </p:cNvPr>
            <p:cNvSpPr/>
            <p:nvPr/>
          </p:nvSpPr>
          <p:spPr>
            <a:xfrm flipH="1" flipV="1">
              <a:off x="8843545" y="1988203"/>
              <a:ext cx="501869" cy="448573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400" dirty="0"/>
            </a:p>
          </p:txBody>
        </p:sp>
        <p:sp>
          <p:nvSpPr>
            <p:cNvPr id="462" name="椭圆 461">
              <a:extLst>
                <a:ext uri="{FF2B5EF4-FFF2-40B4-BE49-F238E27FC236}">
                  <a16:creationId xmlns:a16="http://schemas.microsoft.com/office/drawing/2014/main" id="{C6D2CC79-07A3-E0CA-917A-951F94A091CB}"/>
                </a:ext>
              </a:extLst>
            </p:cNvPr>
            <p:cNvSpPr/>
            <p:nvPr/>
          </p:nvSpPr>
          <p:spPr>
            <a:xfrm flipV="1">
              <a:off x="9229327" y="2155906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63" name="Line 27">
              <a:extLst>
                <a:ext uri="{FF2B5EF4-FFF2-40B4-BE49-F238E27FC236}">
                  <a16:creationId xmlns:a16="http://schemas.microsoft.com/office/drawing/2014/main" id="{205FBF8A-2EED-2683-0C1F-922CAED603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174972" y="3391299"/>
              <a:ext cx="2228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64" name="Line 27">
              <a:extLst>
                <a:ext uri="{FF2B5EF4-FFF2-40B4-BE49-F238E27FC236}">
                  <a16:creationId xmlns:a16="http://schemas.microsoft.com/office/drawing/2014/main" id="{8343059C-31B2-5238-05A4-5CD95026766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728808" y="3313043"/>
              <a:ext cx="238471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65" name="Line 27">
              <a:extLst>
                <a:ext uri="{FF2B5EF4-FFF2-40B4-BE49-F238E27FC236}">
                  <a16:creationId xmlns:a16="http://schemas.microsoft.com/office/drawing/2014/main" id="{C52279BE-36BD-E678-2EC4-26B59390C65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975522" y="1869507"/>
              <a:ext cx="2373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66" name="组合 465">
              <a:extLst>
                <a:ext uri="{FF2B5EF4-FFF2-40B4-BE49-F238E27FC236}">
                  <a16:creationId xmlns:a16="http://schemas.microsoft.com/office/drawing/2014/main" id="{DED53395-742A-7C0D-261F-F2D8B7DC26F2}"/>
                </a:ext>
              </a:extLst>
            </p:cNvPr>
            <p:cNvGrpSpPr/>
            <p:nvPr/>
          </p:nvGrpSpPr>
          <p:grpSpPr>
            <a:xfrm rot="5400000">
              <a:off x="9546770" y="3598672"/>
              <a:ext cx="2859971" cy="386078"/>
              <a:chOff x="2242865" y="3147614"/>
              <a:chExt cx="4023485" cy="543145"/>
            </a:xfrm>
          </p:grpSpPr>
          <p:sp>
            <p:nvSpPr>
              <p:cNvPr id="504" name="Arc 158">
                <a:extLst>
                  <a:ext uri="{FF2B5EF4-FFF2-40B4-BE49-F238E27FC236}">
                    <a16:creationId xmlns:a16="http://schemas.microsoft.com/office/drawing/2014/main" id="{436D8C54-8F87-8CF9-B042-6B33E659B210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779485" y="2999499"/>
                <a:ext cx="540228" cy="842290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05" name="Line 160">
                <a:extLst>
                  <a:ext uri="{FF2B5EF4-FFF2-40B4-BE49-F238E27FC236}">
                    <a16:creationId xmlns:a16="http://schemas.microsoft.com/office/drawing/2014/main" id="{053E6A74-0F07-66EA-55D6-C8854AAE4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47486" y="3147629"/>
                <a:ext cx="25954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06" name="Line 160">
                <a:extLst>
                  <a:ext uri="{FF2B5EF4-FFF2-40B4-BE49-F238E27FC236}">
                    <a16:creationId xmlns:a16="http://schemas.microsoft.com/office/drawing/2014/main" id="{E0027996-4770-9817-111F-42730F50C5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47486" y="3690759"/>
                <a:ext cx="25954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07" name="Arc 156">
                <a:extLst>
                  <a:ext uri="{FF2B5EF4-FFF2-40B4-BE49-F238E27FC236}">
                    <a16:creationId xmlns:a16="http://schemas.microsoft.com/office/drawing/2014/main" id="{DA779623-E439-FFE1-C5F8-2D9196A39BC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5588257" y="3168880"/>
                <a:ext cx="391762" cy="521879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08" name="Line 27">
                <a:extLst>
                  <a:ext uri="{FF2B5EF4-FFF2-40B4-BE49-F238E27FC236}">
                    <a16:creationId xmlns:a16="http://schemas.microsoft.com/office/drawing/2014/main" id="{9BE61C74-5551-FD15-7DC4-DE34592884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2865" y="3419218"/>
                <a:ext cx="32278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509" name="Line 27">
                <a:extLst>
                  <a:ext uri="{FF2B5EF4-FFF2-40B4-BE49-F238E27FC236}">
                    <a16:creationId xmlns:a16="http://schemas.microsoft.com/office/drawing/2014/main" id="{AEBE0A49-8C21-0EB0-924F-9996D7D24D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67729" y="3419217"/>
                <a:ext cx="2986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0" name="Arc 156">
                <a:extLst>
                  <a:ext uri="{FF2B5EF4-FFF2-40B4-BE49-F238E27FC236}">
                    <a16:creationId xmlns:a16="http://schemas.microsoft.com/office/drawing/2014/main" id="{47EA7818-0C57-26C4-E16D-7B5F09A4EF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6566" y="3147614"/>
                <a:ext cx="391762" cy="521879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467" name="组合 466">
              <a:extLst>
                <a:ext uri="{FF2B5EF4-FFF2-40B4-BE49-F238E27FC236}">
                  <a16:creationId xmlns:a16="http://schemas.microsoft.com/office/drawing/2014/main" id="{B8ACFDA1-A82A-FEA1-94CF-99C5FAE72425}"/>
                </a:ext>
              </a:extLst>
            </p:cNvPr>
            <p:cNvGrpSpPr/>
            <p:nvPr/>
          </p:nvGrpSpPr>
          <p:grpSpPr>
            <a:xfrm rot="5400000">
              <a:off x="10052022" y="3598672"/>
              <a:ext cx="2859971" cy="386078"/>
              <a:chOff x="2242865" y="3147614"/>
              <a:chExt cx="4023485" cy="543145"/>
            </a:xfrm>
          </p:grpSpPr>
          <p:sp>
            <p:nvSpPr>
              <p:cNvPr id="497" name="Arc 158">
                <a:extLst>
                  <a:ext uri="{FF2B5EF4-FFF2-40B4-BE49-F238E27FC236}">
                    <a16:creationId xmlns:a16="http://schemas.microsoft.com/office/drawing/2014/main" id="{3F812A1C-6D0A-330D-4A29-492CD13C5C1C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779485" y="2999499"/>
                <a:ext cx="540228" cy="842290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98" name="Line 160">
                <a:extLst>
                  <a:ext uri="{FF2B5EF4-FFF2-40B4-BE49-F238E27FC236}">
                    <a16:creationId xmlns:a16="http://schemas.microsoft.com/office/drawing/2014/main" id="{85409C81-A502-D50B-78FC-9E0C22CA74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47486" y="3147629"/>
                <a:ext cx="25954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499" name="Line 160">
                <a:extLst>
                  <a:ext uri="{FF2B5EF4-FFF2-40B4-BE49-F238E27FC236}">
                    <a16:creationId xmlns:a16="http://schemas.microsoft.com/office/drawing/2014/main" id="{F9DA00E9-BCA2-0A0F-16D8-AE8B9ADBF7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47486" y="3690759"/>
                <a:ext cx="25954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00" name="Arc 156">
                <a:extLst>
                  <a:ext uri="{FF2B5EF4-FFF2-40B4-BE49-F238E27FC236}">
                    <a16:creationId xmlns:a16="http://schemas.microsoft.com/office/drawing/2014/main" id="{4B33332E-ABBF-A4F7-13C7-E97CCC842C7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5588257" y="3168880"/>
                <a:ext cx="391762" cy="521879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01" name="Line 27">
                <a:extLst>
                  <a:ext uri="{FF2B5EF4-FFF2-40B4-BE49-F238E27FC236}">
                    <a16:creationId xmlns:a16="http://schemas.microsoft.com/office/drawing/2014/main" id="{C1818BA9-2E96-FBC1-EEFC-E262C5A959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2865" y="3419218"/>
                <a:ext cx="32278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502" name="Line 27">
                <a:extLst>
                  <a:ext uri="{FF2B5EF4-FFF2-40B4-BE49-F238E27FC236}">
                    <a16:creationId xmlns:a16="http://schemas.microsoft.com/office/drawing/2014/main" id="{1DEC843C-B081-DD28-8784-D60D0955E3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67729" y="3419217"/>
                <a:ext cx="2986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3" name="Arc 156">
                <a:extLst>
                  <a:ext uri="{FF2B5EF4-FFF2-40B4-BE49-F238E27FC236}">
                    <a16:creationId xmlns:a16="http://schemas.microsoft.com/office/drawing/2014/main" id="{7EA2268F-E9AD-6F9E-C8B2-E77BF8B1BF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6566" y="3147614"/>
                <a:ext cx="391762" cy="521879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1" name="文本框 490">
                  <a:extLst>
                    <a:ext uri="{FF2B5EF4-FFF2-40B4-BE49-F238E27FC236}">
                      <a16:creationId xmlns:a16="http://schemas.microsoft.com/office/drawing/2014/main" id="{130B92D7-507A-99E8-FCAC-A19CCEB83DF0}"/>
                    </a:ext>
                  </a:extLst>
                </p:cNvPr>
                <p:cNvSpPr txBox="1"/>
                <p:nvPr/>
              </p:nvSpPr>
              <p:spPr>
                <a:xfrm>
                  <a:off x="9610305" y="1382675"/>
                  <a:ext cx="4502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91" name="文本框 490">
                  <a:extLst>
                    <a:ext uri="{FF2B5EF4-FFF2-40B4-BE49-F238E27FC236}">
                      <a16:creationId xmlns:a16="http://schemas.microsoft.com/office/drawing/2014/main" id="{130B92D7-507A-99E8-FCAC-A19CCEB83D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0305" y="1382675"/>
                  <a:ext cx="450256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2" name="文本框 491">
                  <a:extLst>
                    <a:ext uri="{FF2B5EF4-FFF2-40B4-BE49-F238E27FC236}">
                      <a16:creationId xmlns:a16="http://schemas.microsoft.com/office/drawing/2014/main" id="{1F749CFF-6CC2-D376-CD8A-245205D2E3FE}"/>
                    </a:ext>
                  </a:extLst>
                </p:cNvPr>
                <p:cNvSpPr txBox="1"/>
                <p:nvPr/>
              </p:nvSpPr>
              <p:spPr>
                <a:xfrm>
                  <a:off x="10845968" y="5170749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92" name="文本框 491">
                  <a:extLst>
                    <a:ext uri="{FF2B5EF4-FFF2-40B4-BE49-F238E27FC236}">
                      <a16:creationId xmlns:a16="http://schemas.microsoft.com/office/drawing/2014/main" id="{1F749CFF-6CC2-D376-CD8A-245205D2E3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5968" y="5170749"/>
                  <a:ext cx="458075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13333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3" name="左大括号 492">
              <a:extLst>
                <a:ext uri="{FF2B5EF4-FFF2-40B4-BE49-F238E27FC236}">
                  <a16:creationId xmlns:a16="http://schemas.microsoft.com/office/drawing/2014/main" id="{09A559FA-8F22-5EBC-19B7-959225B6AE38}"/>
                </a:ext>
              </a:extLst>
            </p:cNvPr>
            <p:cNvSpPr/>
            <p:nvPr/>
          </p:nvSpPr>
          <p:spPr>
            <a:xfrm rot="16200000">
              <a:off x="9352718" y="4144192"/>
              <a:ext cx="206405" cy="1074420"/>
            </a:xfrm>
            <a:prstGeom prst="leftBrace">
              <a:avLst>
                <a:gd name="adj1" fmla="val 52419"/>
                <a:gd name="adj2" fmla="val 50000"/>
              </a:avLst>
            </a:prstGeom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4" name="文本框 493">
              <a:extLst>
                <a:ext uri="{FF2B5EF4-FFF2-40B4-BE49-F238E27FC236}">
                  <a16:creationId xmlns:a16="http://schemas.microsoft.com/office/drawing/2014/main" id="{A146AEC9-E14D-7271-7681-C4C13E228003}"/>
                </a:ext>
              </a:extLst>
            </p:cNvPr>
            <p:cNvSpPr txBox="1"/>
            <p:nvPr/>
          </p:nvSpPr>
          <p:spPr>
            <a:xfrm>
              <a:off x="8829772" y="4784605"/>
              <a:ext cx="125229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与阵列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可编程</a:t>
              </a:r>
              <a:endParaRPr lang="zh-CN" altLang="en-US" sz="2000" dirty="0"/>
            </a:p>
          </p:txBody>
        </p:sp>
        <p:sp>
          <p:nvSpPr>
            <p:cNvPr id="495" name="文本框 494">
              <a:extLst>
                <a:ext uri="{FF2B5EF4-FFF2-40B4-BE49-F238E27FC236}">
                  <a16:creationId xmlns:a16="http://schemas.microsoft.com/office/drawing/2014/main" id="{BA4A5174-2089-1A9D-2B4F-E1E106A263CC}"/>
                </a:ext>
              </a:extLst>
            </p:cNvPr>
            <p:cNvSpPr txBox="1"/>
            <p:nvPr/>
          </p:nvSpPr>
          <p:spPr>
            <a:xfrm>
              <a:off x="10604494" y="1477247"/>
              <a:ext cx="125229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或阵列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</a:t>
              </a:r>
              <a:endParaRPr lang="zh-CN" altLang="en-US" sz="2000" dirty="0"/>
            </a:p>
          </p:txBody>
        </p:sp>
        <p:sp>
          <p:nvSpPr>
            <p:cNvPr id="496" name="左大括号 495">
              <a:extLst>
                <a:ext uri="{FF2B5EF4-FFF2-40B4-BE49-F238E27FC236}">
                  <a16:creationId xmlns:a16="http://schemas.microsoft.com/office/drawing/2014/main" id="{A6FB9926-1DE7-9D04-CCD1-B8C6989DCB53}"/>
                </a:ext>
              </a:extLst>
            </p:cNvPr>
            <p:cNvSpPr/>
            <p:nvPr/>
          </p:nvSpPr>
          <p:spPr>
            <a:xfrm rot="5400000" flipV="1">
              <a:off x="11127440" y="1921938"/>
              <a:ext cx="206405" cy="664796"/>
            </a:xfrm>
            <a:prstGeom prst="leftBrace">
              <a:avLst>
                <a:gd name="adj1" fmla="val 52419"/>
                <a:gd name="adj2" fmla="val 50000"/>
              </a:avLst>
            </a:prstGeom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8" name="Line 27">
              <a:extLst>
                <a:ext uri="{FF2B5EF4-FFF2-40B4-BE49-F238E27FC236}">
                  <a16:creationId xmlns:a16="http://schemas.microsoft.com/office/drawing/2014/main" id="{1C795BB6-6586-CFF7-461C-CF49B8C7B66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8834530" y="2674659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9" name="Line 27">
              <a:extLst>
                <a:ext uri="{FF2B5EF4-FFF2-40B4-BE49-F238E27FC236}">
                  <a16:creationId xmlns:a16="http://schemas.microsoft.com/office/drawing/2014/main" id="{397551F4-C419-0DB2-60FE-1C6E198D381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8834530" y="2672966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0" name="Line 27">
              <a:extLst>
                <a:ext uri="{FF2B5EF4-FFF2-40B4-BE49-F238E27FC236}">
                  <a16:creationId xmlns:a16="http://schemas.microsoft.com/office/drawing/2014/main" id="{340B6203-B733-C51C-ADFB-261362CDD03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8834531" y="3191872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1" name="Line 27">
              <a:extLst>
                <a:ext uri="{FF2B5EF4-FFF2-40B4-BE49-F238E27FC236}">
                  <a16:creationId xmlns:a16="http://schemas.microsoft.com/office/drawing/2014/main" id="{A0C2800D-967A-87F8-3466-B4B6F790CA0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8834531" y="3190179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2" name="Line 27">
              <a:extLst>
                <a:ext uri="{FF2B5EF4-FFF2-40B4-BE49-F238E27FC236}">
                  <a16:creationId xmlns:a16="http://schemas.microsoft.com/office/drawing/2014/main" id="{026B3E0A-2682-5464-E24A-25954C564B2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8834531" y="3707269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3" name="Line 27">
              <a:extLst>
                <a:ext uri="{FF2B5EF4-FFF2-40B4-BE49-F238E27FC236}">
                  <a16:creationId xmlns:a16="http://schemas.microsoft.com/office/drawing/2014/main" id="{6E01EF39-C6F4-54D5-C7EE-58ADEAEFBCD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8834531" y="3705576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" name="Line 27">
              <a:extLst>
                <a:ext uri="{FF2B5EF4-FFF2-40B4-BE49-F238E27FC236}">
                  <a16:creationId xmlns:a16="http://schemas.microsoft.com/office/drawing/2014/main" id="{45D1E119-1FAA-C75C-4141-9E2B922C1EF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8834530" y="4221602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" name="Line 27">
              <a:extLst>
                <a:ext uri="{FF2B5EF4-FFF2-40B4-BE49-F238E27FC236}">
                  <a16:creationId xmlns:a16="http://schemas.microsoft.com/office/drawing/2014/main" id="{D2DBB154-1140-60C1-3DF5-F65DEE485EE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8834530" y="4219909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6" name="Line 27">
              <a:extLst>
                <a:ext uri="{FF2B5EF4-FFF2-40B4-BE49-F238E27FC236}">
                  <a16:creationId xmlns:a16="http://schemas.microsoft.com/office/drawing/2014/main" id="{78943F89-4D91-B9B8-5F14-B1A8044B9FF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9200169" y="2675435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7" name="Line 27">
              <a:extLst>
                <a:ext uri="{FF2B5EF4-FFF2-40B4-BE49-F238E27FC236}">
                  <a16:creationId xmlns:a16="http://schemas.microsoft.com/office/drawing/2014/main" id="{D61C24A6-F21D-CB0C-C50E-8A209EB858F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9200169" y="2673742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8" name="Line 27">
              <a:extLst>
                <a:ext uri="{FF2B5EF4-FFF2-40B4-BE49-F238E27FC236}">
                  <a16:creationId xmlns:a16="http://schemas.microsoft.com/office/drawing/2014/main" id="{FEE73D4C-C715-0788-B9DE-FCBD9B0E65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9200170" y="3192648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9" name="Line 27">
              <a:extLst>
                <a:ext uri="{FF2B5EF4-FFF2-40B4-BE49-F238E27FC236}">
                  <a16:creationId xmlns:a16="http://schemas.microsoft.com/office/drawing/2014/main" id="{264EA636-2F81-9EBB-56EC-B237735B68D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9200170" y="3190955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0" name="Line 27">
              <a:extLst>
                <a:ext uri="{FF2B5EF4-FFF2-40B4-BE49-F238E27FC236}">
                  <a16:creationId xmlns:a16="http://schemas.microsoft.com/office/drawing/2014/main" id="{CC80DAA0-2A1B-A3B4-CF9A-9F0ABF209A9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9200170" y="3708045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1" name="Line 27">
              <a:extLst>
                <a:ext uri="{FF2B5EF4-FFF2-40B4-BE49-F238E27FC236}">
                  <a16:creationId xmlns:a16="http://schemas.microsoft.com/office/drawing/2014/main" id="{0B18D6FB-8F9F-A9D5-89EE-C444B4B9C7C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9200170" y="3706352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2" name="Line 27">
              <a:extLst>
                <a:ext uri="{FF2B5EF4-FFF2-40B4-BE49-F238E27FC236}">
                  <a16:creationId xmlns:a16="http://schemas.microsoft.com/office/drawing/2014/main" id="{05754F38-3558-C7D4-A67F-033077510A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9200169" y="4222378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3" name="Line 27">
              <a:extLst>
                <a:ext uri="{FF2B5EF4-FFF2-40B4-BE49-F238E27FC236}">
                  <a16:creationId xmlns:a16="http://schemas.microsoft.com/office/drawing/2014/main" id="{C8AEF574-E328-9574-E23C-DE719C69F0B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9200169" y="4220685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4" name="Line 27">
              <a:extLst>
                <a:ext uri="{FF2B5EF4-FFF2-40B4-BE49-F238E27FC236}">
                  <a16:creationId xmlns:a16="http://schemas.microsoft.com/office/drawing/2014/main" id="{82E4C1B8-3516-65BB-8900-7A4C0923CF1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9534254" y="2674659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" name="Line 27">
              <a:extLst>
                <a:ext uri="{FF2B5EF4-FFF2-40B4-BE49-F238E27FC236}">
                  <a16:creationId xmlns:a16="http://schemas.microsoft.com/office/drawing/2014/main" id="{8CFDC14F-9148-1D35-AA5C-6985B68C507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9534254" y="2672966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6" name="Line 27">
              <a:extLst>
                <a:ext uri="{FF2B5EF4-FFF2-40B4-BE49-F238E27FC236}">
                  <a16:creationId xmlns:a16="http://schemas.microsoft.com/office/drawing/2014/main" id="{3302C5B8-E830-36BA-A6F4-3DF0A6A7587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9534255" y="3191872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7" name="Line 27">
              <a:extLst>
                <a:ext uri="{FF2B5EF4-FFF2-40B4-BE49-F238E27FC236}">
                  <a16:creationId xmlns:a16="http://schemas.microsoft.com/office/drawing/2014/main" id="{018C9FDA-F4CF-B085-E518-F2A5040E69B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9534255" y="3190179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8" name="Line 27">
              <a:extLst>
                <a:ext uri="{FF2B5EF4-FFF2-40B4-BE49-F238E27FC236}">
                  <a16:creationId xmlns:a16="http://schemas.microsoft.com/office/drawing/2014/main" id="{B4A8540C-627E-6426-70A9-8357F46D3CE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9534255" y="3707269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9" name="Line 27">
              <a:extLst>
                <a:ext uri="{FF2B5EF4-FFF2-40B4-BE49-F238E27FC236}">
                  <a16:creationId xmlns:a16="http://schemas.microsoft.com/office/drawing/2014/main" id="{1F9D6441-5F0E-83FF-D610-467363EC6F0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9534255" y="3705576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0" name="Line 27">
              <a:extLst>
                <a:ext uri="{FF2B5EF4-FFF2-40B4-BE49-F238E27FC236}">
                  <a16:creationId xmlns:a16="http://schemas.microsoft.com/office/drawing/2014/main" id="{A9A597D8-B6D3-B823-3D1B-8E8F18AF34E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9534254" y="4221602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1" name="Line 27">
              <a:extLst>
                <a:ext uri="{FF2B5EF4-FFF2-40B4-BE49-F238E27FC236}">
                  <a16:creationId xmlns:a16="http://schemas.microsoft.com/office/drawing/2014/main" id="{63DDB3DD-3413-90DD-FCDA-41038155EAA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9534254" y="4219909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2" name="Line 27">
              <a:extLst>
                <a:ext uri="{FF2B5EF4-FFF2-40B4-BE49-F238E27FC236}">
                  <a16:creationId xmlns:a16="http://schemas.microsoft.com/office/drawing/2014/main" id="{35CEE44E-3A53-ABC3-9E3C-B780E5C3A6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9902161" y="2673074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3" name="Line 27">
              <a:extLst>
                <a:ext uri="{FF2B5EF4-FFF2-40B4-BE49-F238E27FC236}">
                  <a16:creationId xmlns:a16="http://schemas.microsoft.com/office/drawing/2014/main" id="{9FF33B79-DCB0-0A9B-0843-389C29A15A3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9902161" y="2671381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4" name="Line 27">
              <a:extLst>
                <a:ext uri="{FF2B5EF4-FFF2-40B4-BE49-F238E27FC236}">
                  <a16:creationId xmlns:a16="http://schemas.microsoft.com/office/drawing/2014/main" id="{4C8816E5-B53C-8D32-C281-18B89BB4255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9902162" y="3190287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5" name="Line 27">
              <a:extLst>
                <a:ext uri="{FF2B5EF4-FFF2-40B4-BE49-F238E27FC236}">
                  <a16:creationId xmlns:a16="http://schemas.microsoft.com/office/drawing/2014/main" id="{638E324A-DAB3-408F-C2E6-984DB9B23B3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9902162" y="3188594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6" name="Line 27">
              <a:extLst>
                <a:ext uri="{FF2B5EF4-FFF2-40B4-BE49-F238E27FC236}">
                  <a16:creationId xmlns:a16="http://schemas.microsoft.com/office/drawing/2014/main" id="{F554B2A6-C9B7-70BA-518A-647B9F697ED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9902162" y="3705684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7" name="Line 27">
              <a:extLst>
                <a:ext uri="{FF2B5EF4-FFF2-40B4-BE49-F238E27FC236}">
                  <a16:creationId xmlns:a16="http://schemas.microsoft.com/office/drawing/2014/main" id="{B2449803-66CC-F825-46FF-5E875EF07CB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9902162" y="3703991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8" name="Line 27">
              <a:extLst>
                <a:ext uri="{FF2B5EF4-FFF2-40B4-BE49-F238E27FC236}">
                  <a16:creationId xmlns:a16="http://schemas.microsoft.com/office/drawing/2014/main" id="{859CF969-F9AC-7847-661C-1F76538E26F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9902161" y="4220017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9" name="Line 27">
              <a:extLst>
                <a:ext uri="{FF2B5EF4-FFF2-40B4-BE49-F238E27FC236}">
                  <a16:creationId xmlns:a16="http://schemas.microsoft.com/office/drawing/2014/main" id="{687140E3-1F65-3954-61FC-C0D77F4CAFF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9902161" y="4218324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0" name="椭圆 649">
              <a:extLst>
                <a:ext uri="{FF2B5EF4-FFF2-40B4-BE49-F238E27FC236}">
                  <a16:creationId xmlns:a16="http://schemas.microsoft.com/office/drawing/2014/main" id="{368B44B6-960C-10C6-6335-C4C7D04F9718}"/>
                </a:ext>
              </a:extLst>
            </p:cNvPr>
            <p:cNvSpPr/>
            <p:nvPr/>
          </p:nvSpPr>
          <p:spPr>
            <a:xfrm>
              <a:off x="10926567" y="2624424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1" name="椭圆 650">
              <a:extLst>
                <a:ext uri="{FF2B5EF4-FFF2-40B4-BE49-F238E27FC236}">
                  <a16:creationId xmlns:a16="http://schemas.microsoft.com/office/drawing/2014/main" id="{4D5600B8-1261-824E-15DB-2EC3335C0343}"/>
                </a:ext>
              </a:extLst>
            </p:cNvPr>
            <p:cNvSpPr/>
            <p:nvPr/>
          </p:nvSpPr>
          <p:spPr>
            <a:xfrm>
              <a:off x="10926567" y="3142526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2" name="椭圆 651">
              <a:extLst>
                <a:ext uri="{FF2B5EF4-FFF2-40B4-BE49-F238E27FC236}">
                  <a16:creationId xmlns:a16="http://schemas.microsoft.com/office/drawing/2014/main" id="{B84E1F40-AFD6-4B86-3AF5-C27704E6DC6B}"/>
                </a:ext>
              </a:extLst>
            </p:cNvPr>
            <p:cNvSpPr/>
            <p:nvPr/>
          </p:nvSpPr>
          <p:spPr>
            <a:xfrm>
              <a:off x="11434177" y="3655352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3" name="椭圆 652">
              <a:extLst>
                <a:ext uri="{FF2B5EF4-FFF2-40B4-BE49-F238E27FC236}">
                  <a16:creationId xmlns:a16="http://schemas.microsoft.com/office/drawing/2014/main" id="{068BA6B2-4C72-5122-9116-2835B43B5F48}"/>
                </a:ext>
              </a:extLst>
            </p:cNvPr>
            <p:cNvSpPr/>
            <p:nvPr/>
          </p:nvSpPr>
          <p:spPr>
            <a:xfrm>
              <a:off x="11435934" y="4172108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56" name="组合 655">
            <a:extLst>
              <a:ext uri="{FF2B5EF4-FFF2-40B4-BE49-F238E27FC236}">
                <a16:creationId xmlns:a16="http://schemas.microsoft.com/office/drawing/2014/main" id="{78B36719-2DF1-E17C-3D92-227C97A0D17B}"/>
              </a:ext>
            </a:extLst>
          </p:cNvPr>
          <p:cNvGrpSpPr/>
          <p:nvPr/>
        </p:nvGrpSpPr>
        <p:grpSpPr>
          <a:xfrm>
            <a:off x="638850" y="1415351"/>
            <a:ext cx="3114572" cy="4249740"/>
            <a:chOff x="638850" y="1415351"/>
            <a:chExt cx="3114572" cy="4249740"/>
          </a:xfrm>
        </p:grpSpPr>
        <p:sp>
          <p:nvSpPr>
            <p:cNvPr id="13" name="流程图: 延期 12">
              <a:extLst>
                <a:ext uri="{FF2B5EF4-FFF2-40B4-BE49-F238E27FC236}">
                  <a16:creationId xmlns:a16="http://schemas.microsoft.com/office/drawing/2014/main" id="{7326D498-CE53-5F7F-0266-68E366BAC6ED}"/>
                </a:ext>
              </a:extLst>
            </p:cNvPr>
            <p:cNvSpPr/>
            <p:nvPr/>
          </p:nvSpPr>
          <p:spPr>
            <a:xfrm>
              <a:off x="2173046" y="2473399"/>
              <a:ext cx="455268" cy="46753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D257DAF8-2DF5-4B43-7573-AA18EB276B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851" y="2705195"/>
              <a:ext cx="15341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659CF539-EB57-3B60-8B0A-8C284B34A4DC}"/>
                    </a:ext>
                  </a:extLst>
                </p:cNvPr>
                <p:cNvSpPr txBox="1"/>
                <p:nvPr/>
              </p:nvSpPr>
              <p:spPr>
                <a:xfrm>
                  <a:off x="806009" y="1417819"/>
                  <a:ext cx="4502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659CF539-EB57-3B60-8B0A-8C284B34A4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009" y="1417819"/>
                  <a:ext cx="450256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A1A0801A-9AD1-1285-0A40-D20B7FC302C5}"/>
                    </a:ext>
                  </a:extLst>
                </p:cNvPr>
                <p:cNvSpPr txBox="1"/>
                <p:nvPr/>
              </p:nvSpPr>
              <p:spPr>
                <a:xfrm>
                  <a:off x="3250014" y="520342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A1A0801A-9AD1-1285-0A40-D20B7FC302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0014" y="5203426"/>
                  <a:ext cx="458075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14667"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等腰三角形 26">
              <a:extLst>
                <a:ext uri="{FF2B5EF4-FFF2-40B4-BE49-F238E27FC236}">
                  <a16:creationId xmlns:a16="http://schemas.microsoft.com/office/drawing/2014/main" id="{6DEE1C24-68DB-EE4F-B0A8-16C40F177B09}"/>
                </a:ext>
              </a:extLst>
            </p:cNvPr>
            <p:cNvSpPr/>
            <p:nvPr/>
          </p:nvSpPr>
          <p:spPr>
            <a:xfrm flipH="1" flipV="1">
              <a:off x="1442169" y="2020881"/>
              <a:ext cx="501869" cy="448573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400" dirty="0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4AC7DE72-B6A8-B83F-5060-2BFC73F9037F}"/>
                </a:ext>
              </a:extLst>
            </p:cNvPr>
            <p:cNvSpPr/>
            <p:nvPr/>
          </p:nvSpPr>
          <p:spPr>
            <a:xfrm flipV="1">
              <a:off x="1827951" y="2188584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7" name="流程图: 延期 36">
              <a:extLst>
                <a:ext uri="{FF2B5EF4-FFF2-40B4-BE49-F238E27FC236}">
                  <a16:creationId xmlns:a16="http://schemas.microsoft.com/office/drawing/2014/main" id="{2D8F2AB5-6E1D-2241-6145-E39C224D2EEA}"/>
                </a:ext>
              </a:extLst>
            </p:cNvPr>
            <p:cNvSpPr/>
            <p:nvPr/>
          </p:nvSpPr>
          <p:spPr>
            <a:xfrm>
              <a:off x="2173046" y="2991931"/>
              <a:ext cx="455268" cy="46753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BE669ACD-1334-3C06-67A6-174CE0D84B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851" y="3223727"/>
              <a:ext cx="15341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0" name="流程图: 延期 39">
              <a:extLst>
                <a:ext uri="{FF2B5EF4-FFF2-40B4-BE49-F238E27FC236}">
                  <a16:creationId xmlns:a16="http://schemas.microsoft.com/office/drawing/2014/main" id="{FEDDD03F-4C7C-A079-D181-7A165BDDCC1B}"/>
                </a:ext>
              </a:extLst>
            </p:cNvPr>
            <p:cNvSpPr/>
            <p:nvPr/>
          </p:nvSpPr>
          <p:spPr>
            <a:xfrm>
              <a:off x="2173046" y="3506518"/>
              <a:ext cx="455268" cy="46753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1" name="Line 27">
              <a:extLst>
                <a:ext uri="{FF2B5EF4-FFF2-40B4-BE49-F238E27FC236}">
                  <a16:creationId xmlns:a16="http://schemas.microsoft.com/office/drawing/2014/main" id="{78F4EE4D-46B3-1A62-7ADA-2A631DAEA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851" y="3738314"/>
              <a:ext cx="15341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3" name="流程图: 延期 42">
              <a:extLst>
                <a:ext uri="{FF2B5EF4-FFF2-40B4-BE49-F238E27FC236}">
                  <a16:creationId xmlns:a16="http://schemas.microsoft.com/office/drawing/2014/main" id="{2FEC5FC0-C8E2-4C09-7C47-7E66D226B2DE}"/>
                </a:ext>
              </a:extLst>
            </p:cNvPr>
            <p:cNvSpPr/>
            <p:nvPr/>
          </p:nvSpPr>
          <p:spPr>
            <a:xfrm>
              <a:off x="2173045" y="4021105"/>
              <a:ext cx="455268" cy="467538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4" name="Line 27">
              <a:extLst>
                <a:ext uri="{FF2B5EF4-FFF2-40B4-BE49-F238E27FC236}">
                  <a16:creationId xmlns:a16="http://schemas.microsoft.com/office/drawing/2014/main" id="{38C2D260-1EAF-A55A-4B81-8F4F51DB93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850" y="4252901"/>
              <a:ext cx="15341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5" name="Line 27">
              <a:extLst>
                <a:ext uri="{FF2B5EF4-FFF2-40B4-BE49-F238E27FC236}">
                  <a16:creationId xmlns:a16="http://schemas.microsoft.com/office/drawing/2014/main" id="{EB2F4F6B-FE76-D0B0-3EFE-680628480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314" y="2705195"/>
              <a:ext cx="10977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39" name="Line 27">
              <a:extLst>
                <a:ext uri="{FF2B5EF4-FFF2-40B4-BE49-F238E27FC236}">
                  <a16:creationId xmlns:a16="http://schemas.microsoft.com/office/drawing/2014/main" id="{D6DC6BFB-58A6-904D-9DFD-30E4E3E479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314" y="3223727"/>
              <a:ext cx="10977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D8F412A1-8C0D-9F7E-F359-B4F34806A5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314" y="3738314"/>
              <a:ext cx="10977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5" name="Line 27">
              <a:extLst>
                <a:ext uri="{FF2B5EF4-FFF2-40B4-BE49-F238E27FC236}">
                  <a16:creationId xmlns:a16="http://schemas.microsoft.com/office/drawing/2014/main" id="{FD23A8C3-0C7B-FD21-9D12-4038244A91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312" y="4252901"/>
              <a:ext cx="10977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6" name="Line 27">
              <a:extLst>
                <a:ext uri="{FF2B5EF4-FFF2-40B4-BE49-F238E27FC236}">
                  <a16:creationId xmlns:a16="http://schemas.microsoft.com/office/drawing/2014/main" id="{7B16C495-B409-91EF-D906-09D97EA155F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73597" y="3423976"/>
              <a:ext cx="22282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7" name="Line 27">
              <a:extLst>
                <a:ext uri="{FF2B5EF4-FFF2-40B4-BE49-F238E27FC236}">
                  <a16:creationId xmlns:a16="http://schemas.microsoft.com/office/drawing/2014/main" id="{B274862D-A5BB-1667-6B6B-93728D5D811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27432" y="3345722"/>
              <a:ext cx="2384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8" name="Line 27">
              <a:extLst>
                <a:ext uri="{FF2B5EF4-FFF2-40B4-BE49-F238E27FC236}">
                  <a16:creationId xmlns:a16="http://schemas.microsoft.com/office/drawing/2014/main" id="{8128813B-F889-3B03-19C4-663CCEFF27C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574146" y="1902185"/>
              <a:ext cx="2373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等腰三角形 48">
              <a:extLst>
                <a:ext uri="{FF2B5EF4-FFF2-40B4-BE49-F238E27FC236}">
                  <a16:creationId xmlns:a16="http://schemas.microsoft.com/office/drawing/2014/main" id="{E79EB713-887F-F541-4E49-5420E5328F75}"/>
                </a:ext>
              </a:extLst>
            </p:cNvPr>
            <p:cNvSpPr/>
            <p:nvPr/>
          </p:nvSpPr>
          <p:spPr>
            <a:xfrm flipH="1" flipV="1">
              <a:off x="740177" y="2020879"/>
              <a:ext cx="501869" cy="448573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400" dirty="0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3B1A6FAE-B49F-6046-4370-F6A44A447831}"/>
                </a:ext>
              </a:extLst>
            </p:cNvPr>
            <p:cNvSpPr/>
            <p:nvPr/>
          </p:nvSpPr>
          <p:spPr>
            <a:xfrm flipV="1">
              <a:off x="1125959" y="2188582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1" name="Line 27">
              <a:extLst>
                <a:ext uri="{FF2B5EF4-FFF2-40B4-BE49-F238E27FC236}">
                  <a16:creationId xmlns:a16="http://schemas.microsoft.com/office/drawing/2014/main" id="{D43E45EB-41CD-9AFC-1CEE-0E821406BC2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1604" y="3423975"/>
              <a:ext cx="2228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2" name="Line 27">
              <a:extLst>
                <a:ext uri="{FF2B5EF4-FFF2-40B4-BE49-F238E27FC236}">
                  <a16:creationId xmlns:a16="http://schemas.microsoft.com/office/drawing/2014/main" id="{7150FAAA-0230-7D5C-6140-045820FED62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-374560" y="3345719"/>
              <a:ext cx="238471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3" name="Line 27">
              <a:extLst>
                <a:ext uri="{FF2B5EF4-FFF2-40B4-BE49-F238E27FC236}">
                  <a16:creationId xmlns:a16="http://schemas.microsoft.com/office/drawing/2014/main" id="{5C189E90-7A3B-840F-482E-1C54C97551D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2154" y="1902183"/>
              <a:ext cx="2373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BBD3E0D0-620D-7E70-8B57-FC352ED9910B}"/>
                </a:ext>
              </a:extLst>
            </p:cNvPr>
            <p:cNvGrpSpPr/>
            <p:nvPr/>
          </p:nvGrpSpPr>
          <p:grpSpPr>
            <a:xfrm rot="5400000">
              <a:off x="1443402" y="3631348"/>
              <a:ext cx="2859971" cy="386078"/>
              <a:chOff x="2242865" y="3147614"/>
              <a:chExt cx="4023485" cy="543145"/>
            </a:xfrm>
          </p:grpSpPr>
          <p:sp>
            <p:nvSpPr>
              <p:cNvPr id="54" name="Arc 158">
                <a:extLst>
                  <a:ext uri="{FF2B5EF4-FFF2-40B4-BE49-F238E27FC236}">
                    <a16:creationId xmlns:a16="http://schemas.microsoft.com/office/drawing/2014/main" id="{D2E73D44-1AA1-46E4-97D4-3E0A4C76A4B4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779485" y="2999499"/>
                <a:ext cx="540228" cy="842290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5" name="Line 160">
                <a:extLst>
                  <a:ext uri="{FF2B5EF4-FFF2-40B4-BE49-F238E27FC236}">
                    <a16:creationId xmlns:a16="http://schemas.microsoft.com/office/drawing/2014/main" id="{D13441BC-1080-7F08-6215-8B6229FD32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47486" y="3147629"/>
                <a:ext cx="25954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6" name="Line 160">
                <a:extLst>
                  <a:ext uri="{FF2B5EF4-FFF2-40B4-BE49-F238E27FC236}">
                    <a16:creationId xmlns:a16="http://schemas.microsoft.com/office/drawing/2014/main" id="{79B58D9C-48DA-592C-DC81-82F1DF7432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47486" y="3690759"/>
                <a:ext cx="25954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7" name="Arc 156">
                <a:extLst>
                  <a:ext uri="{FF2B5EF4-FFF2-40B4-BE49-F238E27FC236}">
                    <a16:creationId xmlns:a16="http://schemas.microsoft.com/office/drawing/2014/main" id="{E281B18F-06E8-EF07-63F3-04EFCEB06A27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5588257" y="3168880"/>
                <a:ext cx="391762" cy="521879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58" name="Line 27">
                <a:extLst>
                  <a:ext uri="{FF2B5EF4-FFF2-40B4-BE49-F238E27FC236}">
                    <a16:creationId xmlns:a16="http://schemas.microsoft.com/office/drawing/2014/main" id="{C9DE9895-1D32-5E13-3405-9D014623A1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2865" y="3419218"/>
                <a:ext cx="32278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60" name="Line 27">
                <a:extLst>
                  <a:ext uri="{FF2B5EF4-FFF2-40B4-BE49-F238E27FC236}">
                    <a16:creationId xmlns:a16="http://schemas.microsoft.com/office/drawing/2014/main" id="{D6EF62FD-E149-F072-1ECC-A79E2401B8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67729" y="3419217"/>
                <a:ext cx="2986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Arc 156">
                <a:extLst>
                  <a:ext uri="{FF2B5EF4-FFF2-40B4-BE49-F238E27FC236}">
                    <a16:creationId xmlns:a16="http://schemas.microsoft.com/office/drawing/2014/main" id="{D5D5513E-2AFE-F18F-0EE9-7B68211809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6566" y="3147614"/>
                <a:ext cx="391762" cy="521879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57713439-48CB-5712-00D3-10010DAAD119}"/>
                </a:ext>
              </a:extLst>
            </p:cNvPr>
            <p:cNvGrpSpPr/>
            <p:nvPr/>
          </p:nvGrpSpPr>
          <p:grpSpPr>
            <a:xfrm rot="5400000">
              <a:off x="1948654" y="3631348"/>
              <a:ext cx="2859971" cy="386078"/>
              <a:chOff x="2242865" y="3147614"/>
              <a:chExt cx="4023485" cy="543145"/>
            </a:xfrm>
          </p:grpSpPr>
          <p:sp>
            <p:nvSpPr>
              <p:cNvPr id="68" name="Arc 158">
                <a:extLst>
                  <a:ext uri="{FF2B5EF4-FFF2-40B4-BE49-F238E27FC236}">
                    <a16:creationId xmlns:a16="http://schemas.microsoft.com/office/drawing/2014/main" id="{B8FE2C7A-E2CA-0FB6-9250-555219567644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779485" y="2999499"/>
                <a:ext cx="540228" cy="842290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69" name="Line 160">
                <a:extLst>
                  <a:ext uri="{FF2B5EF4-FFF2-40B4-BE49-F238E27FC236}">
                    <a16:creationId xmlns:a16="http://schemas.microsoft.com/office/drawing/2014/main" id="{DC05A007-600D-741B-40DA-AD5486B36A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47486" y="3147629"/>
                <a:ext cx="25954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70" name="Line 160">
                <a:extLst>
                  <a:ext uri="{FF2B5EF4-FFF2-40B4-BE49-F238E27FC236}">
                    <a16:creationId xmlns:a16="http://schemas.microsoft.com/office/drawing/2014/main" id="{0467B96C-F198-4A1D-E738-4DE61D0BBB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47486" y="3690759"/>
                <a:ext cx="25954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71" name="Arc 156">
                <a:extLst>
                  <a:ext uri="{FF2B5EF4-FFF2-40B4-BE49-F238E27FC236}">
                    <a16:creationId xmlns:a16="http://schemas.microsoft.com/office/drawing/2014/main" id="{A296AE18-923A-6DFC-C992-8D3C724F4C3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5588257" y="3168880"/>
                <a:ext cx="391762" cy="521879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72" name="Line 27">
                <a:extLst>
                  <a:ext uri="{FF2B5EF4-FFF2-40B4-BE49-F238E27FC236}">
                    <a16:creationId xmlns:a16="http://schemas.microsoft.com/office/drawing/2014/main" id="{3A69E843-C639-60C7-7B0D-ED713F518A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2865" y="3419218"/>
                <a:ext cx="32278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73" name="Line 27">
                <a:extLst>
                  <a:ext uri="{FF2B5EF4-FFF2-40B4-BE49-F238E27FC236}">
                    <a16:creationId xmlns:a16="http://schemas.microsoft.com/office/drawing/2014/main" id="{3F12243D-7BD9-2607-577B-60770284C2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67729" y="3419217"/>
                <a:ext cx="2986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" name="Arc 156">
                <a:extLst>
                  <a:ext uri="{FF2B5EF4-FFF2-40B4-BE49-F238E27FC236}">
                    <a16:creationId xmlns:a16="http://schemas.microsoft.com/office/drawing/2014/main" id="{4E5A51ED-614D-670C-9CA0-250369E849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6566" y="3147614"/>
                <a:ext cx="391762" cy="521879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p:grp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B51B4026-23D4-0123-1C98-1D17B54BA800}"/>
                </a:ext>
              </a:extLst>
            </p:cNvPr>
            <p:cNvSpPr/>
            <p:nvPr/>
          </p:nvSpPr>
          <p:spPr>
            <a:xfrm>
              <a:off x="769477" y="4204579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F5697D75-DD64-6C5D-6A45-9D72CF2FF315}"/>
                </a:ext>
              </a:extLst>
            </p:cNvPr>
            <p:cNvSpPr/>
            <p:nvPr/>
          </p:nvSpPr>
          <p:spPr>
            <a:xfrm>
              <a:off x="769476" y="3693937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7AEF4C59-63A3-F93D-5E15-AFAFDEDBAA4A}"/>
                </a:ext>
              </a:extLst>
            </p:cNvPr>
            <p:cNvSpPr/>
            <p:nvPr/>
          </p:nvSpPr>
          <p:spPr>
            <a:xfrm>
              <a:off x="1136979" y="2655551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7A200BBA-107F-D1B1-8979-7A0572DFAF52}"/>
                </a:ext>
              </a:extLst>
            </p:cNvPr>
            <p:cNvSpPr/>
            <p:nvPr/>
          </p:nvSpPr>
          <p:spPr>
            <a:xfrm>
              <a:off x="1470068" y="3174184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6C3ADAFB-01B1-FDF9-0E27-CE85353609CA}"/>
                </a:ext>
              </a:extLst>
            </p:cNvPr>
            <p:cNvSpPr/>
            <p:nvPr/>
          </p:nvSpPr>
          <p:spPr>
            <a:xfrm>
              <a:off x="1469912" y="4204578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70322260-2859-4BCD-2031-D3F068A8F7ED}"/>
                </a:ext>
              </a:extLst>
            </p:cNvPr>
            <p:cNvSpPr/>
            <p:nvPr/>
          </p:nvSpPr>
          <p:spPr>
            <a:xfrm>
              <a:off x="1839074" y="3687451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F9D9F7E3-85AA-97D9-A131-0F7D6508E204}"/>
                </a:ext>
              </a:extLst>
            </p:cNvPr>
            <p:cNvSpPr/>
            <p:nvPr/>
          </p:nvSpPr>
          <p:spPr>
            <a:xfrm>
              <a:off x="1838971" y="2651656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Line 27">
              <a:extLst>
                <a:ext uri="{FF2B5EF4-FFF2-40B4-BE49-F238E27FC236}">
                  <a16:creationId xmlns:a16="http://schemas.microsoft.com/office/drawing/2014/main" id="{7115156F-6304-6EC9-6349-B288BD4A37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2782110" y="4254594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Line 27">
              <a:extLst>
                <a:ext uri="{FF2B5EF4-FFF2-40B4-BE49-F238E27FC236}">
                  <a16:creationId xmlns:a16="http://schemas.microsoft.com/office/drawing/2014/main" id="{04723384-CB76-AC8C-FDF1-816867A9C90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2782110" y="4252901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Line 27">
              <a:extLst>
                <a:ext uri="{FF2B5EF4-FFF2-40B4-BE49-F238E27FC236}">
                  <a16:creationId xmlns:a16="http://schemas.microsoft.com/office/drawing/2014/main" id="{E56B6F77-7372-7BFF-F0F7-5150B3F009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3289820" y="4254595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340F86C2-867F-A579-015D-38B59D9C7F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3289820" y="4252902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1A4F2275-22F3-0233-DAD4-2129EDB3B0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3289820" y="3737597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27">
              <a:extLst>
                <a:ext uri="{FF2B5EF4-FFF2-40B4-BE49-F238E27FC236}">
                  <a16:creationId xmlns:a16="http://schemas.microsoft.com/office/drawing/2014/main" id="{9800B4AC-7E39-3E29-6E5D-4BBABE6463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3289820" y="3735904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Line 27">
              <a:extLst>
                <a:ext uri="{FF2B5EF4-FFF2-40B4-BE49-F238E27FC236}">
                  <a16:creationId xmlns:a16="http://schemas.microsoft.com/office/drawing/2014/main" id="{ED69430D-02E8-A9AD-FB5A-EE315F13DA3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2782111" y="3737596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Line 27">
              <a:extLst>
                <a:ext uri="{FF2B5EF4-FFF2-40B4-BE49-F238E27FC236}">
                  <a16:creationId xmlns:a16="http://schemas.microsoft.com/office/drawing/2014/main" id="{40653818-7AE7-E37D-0B24-A7E2BAADB5E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2782111" y="3735903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Line 27">
              <a:extLst>
                <a:ext uri="{FF2B5EF4-FFF2-40B4-BE49-F238E27FC236}">
                  <a16:creationId xmlns:a16="http://schemas.microsoft.com/office/drawing/2014/main" id="{CC02ED81-CD24-3E11-8EF2-D6B61F15CA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3287348" y="3225541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27">
              <a:extLst>
                <a:ext uri="{FF2B5EF4-FFF2-40B4-BE49-F238E27FC236}">
                  <a16:creationId xmlns:a16="http://schemas.microsoft.com/office/drawing/2014/main" id="{F8F8BC87-AE7F-D1D9-C10E-92B5E63CD08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3287348" y="3223848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27">
              <a:extLst>
                <a:ext uri="{FF2B5EF4-FFF2-40B4-BE49-F238E27FC236}">
                  <a16:creationId xmlns:a16="http://schemas.microsoft.com/office/drawing/2014/main" id="{929A5ADC-B00D-9DD4-E4DE-B141CE2808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2782110" y="3225541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Line 27">
              <a:extLst>
                <a:ext uri="{FF2B5EF4-FFF2-40B4-BE49-F238E27FC236}">
                  <a16:creationId xmlns:a16="http://schemas.microsoft.com/office/drawing/2014/main" id="{37AC9943-2474-21EC-60F4-6B2E9B0FFC6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2782110" y="3223848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27">
              <a:extLst>
                <a:ext uri="{FF2B5EF4-FFF2-40B4-BE49-F238E27FC236}">
                  <a16:creationId xmlns:a16="http://schemas.microsoft.com/office/drawing/2014/main" id="{47A8FD29-72B4-562F-854A-53E6B5E6410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3288750" y="2704972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Line 27">
              <a:extLst>
                <a:ext uri="{FF2B5EF4-FFF2-40B4-BE49-F238E27FC236}">
                  <a16:creationId xmlns:a16="http://schemas.microsoft.com/office/drawing/2014/main" id="{09DF44C9-0616-4A48-011E-133470A1F0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3288750" y="2703279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27">
              <a:extLst>
                <a:ext uri="{FF2B5EF4-FFF2-40B4-BE49-F238E27FC236}">
                  <a16:creationId xmlns:a16="http://schemas.microsoft.com/office/drawing/2014/main" id="{E429DF3F-6CF7-5D88-5065-38222FCE1FF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2782110" y="2704972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EF5F4013-6A86-5D74-4A59-255B25421A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2782110" y="2703279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F252F2E3-FF8F-A3B0-9283-300670CB958F}"/>
                    </a:ext>
                  </a:extLst>
                </p:cNvPr>
                <p:cNvSpPr txBox="1"/>
                <p:nvPr/>
              </p:nvSpPr>
              <p:spPr>
                <a:xfrm>
                  <a:off x="1506937" y="1415351"/>
                  <a:ext cx="4502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F252F2E3-FF8F-A3B0-9283-300670CB95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6937" y="1415351"/>
                  <a:ext cx="450256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7C422B07-2F93-E07B-ADCE-5964EDD57635}"/>
                    </a:ext>
                  </a:extLst>
                </p:cNvPr>
                <p:cNvSpPr txBox="1"/>
                <p:nvPr/>
              </p:nvSpPr>
              <p:spPr>
                <a:xfrm>
                  <a:off x="2742600" y="5203425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7C422B07-2F93-E07B-ADCE-5964EDD576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2600" y="5203425"/>
                  <a:ext cx="458075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13333"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6" name="左大括号 435">
              <a:extLst>
                <a:ext uri="{FF2B5EF4-FFF2-40B4-BE49-F238E27FC236}">
                  <a16:creationId xmlns:a16="http://schemas.microsoft.com/office/drawing/2014/main" id="{4A8D0D7A-FB43-B17C-8355-30CC47FF2B9A}"/>
                </a:ext>
              </a:extLst>
            </p:cNvPr>
            <p:cNvSpPr/>
            <p:nvPr/>
          </p:nvSpPr>
          <p:spPr>
            <a:xfrm rot="16200000">
              <a:off x="1249350" y="4176868"/>
              <a:ext cx="206405" cy="1074420"/>
            </a:xfrm>
            <a:prstGeom prst="leftBrace">
              <a:avLst>
                <a:gd name="adj1" fmla="val 52419"/>
                <a:gd name="adj2" fmla="val 50000"/>
              </a:avLst>
            </a:prstGeom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7" name="文本框 436">
              <a:extLst>
                <a:ext uri="{FF2B5EF4-FFF2-40B4-BE49-F238E27FC236}">
                  <a16:creationId xmlns:a16="http://schemas.microsoft.com/office/drawing/2014/main" id="{CD0CAF28-27C6-7509-1B36-8628D4118846}"/>
                </a:ext>
              </a:extLst>
            </p:cNvPr>
            <p:cNvSpPr txBox="1"/>
            <p:nvPr/>
          </p:nvSpPr>
          <p:spPr>
            <a:xfrm>
              <a:off x="726404" y="4817281"/>
              <a:ext cx="125229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与阵列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</a:t>
              </a:r>
              <a:endParaRPr lang="zh-CN" altLang="en-US" sz="2000" dirty="0"/>
            </a:p>
          </p:txBody>
        </p:sp>
        <p:sp>
          <p:nvSpPr>
            <p:cNvPr id="438" name="文本框 437">
              <a:extLst>
                <a:ext uri="{FF2B5EF4-FFF2-40B4-BE49-F238E27FC236}">
                  <a16:creationId xmlns:a16="http://schemas.microsoft.com/office/drawing/2014/main" id="{3AF2878E-B498-B52D-AC24-AC74822B66F4}"/>
                </a:ext>
              </a:extLst>
            </p:cNvPr>
            <p:cNvSpPr txBox="1"/>
            <p:nvPr/>
          </p:nvSpPr>
          <p:spPr>
            <a:xfrm>
              <a:off x="2501126" y="1509923"/>
              <a:ext cx="125229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或阵列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可编程</a:t>
              </a:r>
              <a:endParaRPr lang="zh-CN" altLang="en-US" sz="2000" dirty="0"/>
            </a:p>
          </p:txBody>
        </p:sp>
        <p:sp>
          <p:nvSpPr>
            <p:cNvPr id="439" name="左大括号 438">
              <a:extLst>
                <a:ext uri="{FF2B5EF4-FFF2-40B4-BE49-F238E27FC236}">
                  <a16:creationId xmlns:a16="http://schemas.microsoft.com/office/drawing/2014/main" id="{9FA44782-AA09-A9B8-D637-3FEE306D5AEC}"/>
                </a:ext>
              </a:extLst>
            </p:cNvPr>
            <p:cNvSpPr/>
            <p:nvPr/>
          </p:nvSpPr>
          <p:spPr>
            <a:xfrm rot="5400000" flipV="1">
              <a:off x="3024072" y="1954614"/>
              <a:ext cx="206405" cy="664796"/>
            </a:xfrm>
            <a:prstGeom prst="leftBrace">
              <a:avLst>
                <a:gd name="adj1" fmla="val 52419"/>
                <a:gd name="adj2" fmla="val 50000"/>
              </a:avLst>
            </a:prstGeom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5" name="椭圆 654">
              <a:extLst>
                <a:ext uri="{FF2B5EF4-FFF2-40B4-BE49-F238E27FC236}">
                  <a16:creationId xmlns:a16="http://schemas.microsoft.com/office/drawing/2014/main" id="{5414581B-DB5E-B019-47C1-C850F5BE9B77}"/>
                </a:ext>
              </a:extLst>
            </p:cNvPr>
            <p:cNvSpPr/>
            <p:nvPr/>
          </p:nvSpPr>
          <p:spPr>
            <a:xfrm>
              <a:off x="1137542" y="3172679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标题 1">
            <a:extLst>
              <a:ext uri="{FF2B5EF4-FFF2-40B4-BE49-F238E27FC236}">
                <a16:creationId xmlns:a16="http://schemas.microsoft.com/office/drawing/2014/main" id="{823D2315-93E8-481E-5A7D-457067B8048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可编程逻辑器件的分类</a:t>
            </a:r>
          </a:p>
        </p:txBody>
      </p:sp>
    </p:spTree>
    <p:extLst>
      <p:ext uri="{BB962C8B-B14F-4D97-AF65-F5344CB8AC3E}">
        <p14:creationId xmlns:p14="http://schemas.microsoft.com/office/powerpoint/2010/main" val="3618771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3E79A7B-38B8-D244-8412-B204AFBA841E}"/>
              </a:ext>
            </a:extLst>
          </p:cNvPr>
          <p:cNvSpPr txBox="1"/>
          <p:nvPr/>
        </p:nvSpPr>
        <p:spPr>
          <a:xfrm>
            <a:off x="360000" y="828000"/>
            <a:ext cx="5220145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的组合电路实现：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流程图: 延期 4">
            <a:extLst>
              <a:ext uri="{FF2B5EF4-FFF2-40B4-BE49-F238E27FC236}">
                <a16:creationId xmlns:a16="http://schemas.microsoft.com/office/drawing/2014/main" id="{E4EE2CBC-E738-C862-2004-02ADBFD9F4E7}"/>
              </a:ext>
            </a:extLst>
          </p:cNvPr>
          <p:cNvSpPr/>
          <p:nvPr/>
        </p:nvSpPr>
        <p:spPr>
          <a:xfrm>
            <a:off x="3019084" y="2924489"/>
            <a:ext cx="455268" cy="467538"/>
          </a:xfrm>
          <a:prstGeom prst="flowChartDelay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6" name="Line 27">
            <a:extLst>
              <a:ext uri="{FF2B5EF4-FFF2-40B4-BE49-F238E27FC236}">
                <a16:creationId xmlns:a16="http://schemas.microsoft.com/office/drawing/2014/main" id="{E4127570-38AA-2A9C-5F4B-0716ED81AE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4889" y="3156285"/>
            <a:ext cx="153419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1D8CB4C-460E-45AD-BD2E-14CC220F7EE8}"/>
                  </a:ext>
                </a:extLst>
              </p:cNvPr>
              <p:cNvSpPr txBox="1"/>
              <p:nvPr/>
            </p:nvSpPr>
            <p:spPr>
              <a:xfrm>
                <a:off x="1652047" y="1947897"/>
                <a:ext cx="4502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400">
                          <a:latin typeface="Cambria Math" panose="02040503050406030204" pitchFamily="18" charset="0"/>
                          <a:ea typeface="楷体_GB2312" pitchFamily="49" charset="-122"/>
                        </a:rPr>
                        <m:t>A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1D8CB4C-460E-45AD-BD2E-14CC220F7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047" y="1947897"/>
                <a:ext cx="450256" cy="461665"/>
              </a:xfrm>
              <a:prstGeom prst="rect">
                <a:avLst/>
              </a:prstGeom>
              <a:blipFill>
                <a:blip r:embed="rId3"/>
                <a:stretch>
                  <a:fillRect l="-40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8683806-1B40-0A0C-5AF5-64150A858FAE}"/>
                  </a:ext>
                </a:extLst>
              </p:cNvPr>
              <p:cNvSpPr txBox="1"/>
              <p:nvPr/>
            </p:nvSpPr>
            <p:spPr>
              <a:xfrm>
                <a:off x="4096052" y="5654516"/>
                <a:ext cx="4580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8683806-1B40-0A0C-5AF5-64150A858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052" y="5654516"/>
                <a:ext cx="458075" cy="461665"/>
              </a:xfrm>
              <a:prstGeom prst="rect">
                <a:avLst/>
              </a:prstGeom>
              <a:blipFill>
                <a:blip r:embed="rId4"/>
                <a:stretch>
                  <a:fillRect l="-13333"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等腰三角形 8">
            <a:extLst>
              <a:ext uri="{FF2B5EF4-FFF2-40B4-BE49-F238E27FC236}">
                <a16:creationId xmlns:a16="http://schemas.microsoft.com/office/drawing/2014/main" id="{6608BE2A-C7BA-ED29-508A-C1E9E9615C62}"/>
              </a:ext>
            </a:extLst>
          </p:cNvPr>
          <p:cNvSpPr/>
          <p:nvPr/>
        </p:nvSpPr>
        <p:spPr>
          <a:xfrm flipH="1" flipV="1">
            <a:off x="2288207" y="2471971"/>
            <a:ext cx="501869" cy="448573"/>
          </a:xfrm>
          <a:prstGeom prst="triangl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4E295F0-6E34-D3DD-9206-CABD16499324}"/>
              </a:ext>
            </a:extLst>
          </p:cNvPr>
          <p:cNvSpPr/>
          <p:nvPr/>
        </p:nvSpPr>
        <p:spPr>
          <a:xfrm flipV="1">
            <a:off x="2673989" y="2639674"/>
            <a:ext cx="116087" cy="12128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1" name="流程图: 延期 10">
            <a:extLst>
              <a:ext uri="{FF2B5EF4-FFF2-40B4-BE49-F238E27FC236}">
                <a16:creationId xmlns:a16="http://schemas.microsoft.com/office/drawing/2014/main" id="{1F48E42D-8948-E223-706A-B774363E35A7}"/>
              </a:ext>
            </a:extLst>
          </p:cNvPr>
          <p:cNvSpPr/>
          <p:nvPr/>
        </p:nvSpPr>
        <p:spPr>
          <a:xfrm>
            <a:off x="3019084" y="3443021"/>
            <a:ext cx="455268" cy="467538"/>
          </a:xfrm>
          <a:prstGeom prst="flowChartDelay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2" name="Line 27">
            <a:extLst>
              <a:ext uri="{FF2B5EF4-FFF2-40B4-BE49-F238E27FC236}">
                <a16:creationId xmlns:a16="http://schemas.microsoft.com/office/drawing/2014/main" id="{E55EBF09-4CC2-513F-87AD-1B7EACD68E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4889" y="3674817"/>
            <a:ext cx="153419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3" name="流程图: 延期 12">
            <a:extLst>
              <a:ext uri="{FF2B5EF4-FFF2-40B4-BE49-F238E27FC236}">
                <a16:creationId xmlns:a16="http://schemas.microsoft.com/office/drawing/2014/main" id="{8195EA9F-F5A9-46C4-C1FE-E262C3B8C402}"/>
              </a:ext>
            </a:extLst>
          </p:cNvPr>
          <p:cNvSpPr/>
          <p:nvPr/>
        </p:nvSpPr>
        <p:spPr>
          <a:xfrm>
            <a:off x="3019084" y="3957608"/>
            <a:ext cx="455268" cy="467538"/>
          </a:xfrm>
          <a:prstGeom prst="flowChartDelay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4" name="Line 27">
            <a:extLst>
              <a:ext uri="{FF2B5EF4-FFF2-40B4-BE49-F238E27FC236}">
                <a16:creationId xmlns:a16="http://schemas.microsoft.com/office/drawing/2014/main" id="{EE6DEBA8-B28D-B7E9-661A-3C16604F8A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4889" y="4189404"/>
            <a:ext cx="153419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5" name="流程图: 延期 14">
            <a:extLst>
              <a:ext uri="{FF2B5EF4-FFF2-40B4-BE49-F238E27FC236}">
                <a16:creationId xmlns:a16="http://schemas.microsoft.com/office/drawing/2014/main" id="{FD4F9D1E-3CBF-9DED-42CD-7C837BA7E4C2}"/>
              </a:ext>
            </a:extLst>
          </p:cNvPr>
          <p:cNvSpPr/>
          <p:nvPr/>
        </p:nvSpPr>
        <p:spPr>
          <a:xfrm>
            <a:off x="3019083" y="4472195"/>
            <a:ext cx="455268" cy="467538"/>
          </a:xfrm>
          <a:prstGeom prst="flowChartDelay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6" name="Line 27">
            <a:extLst>
              <a:ext uri="{FF2B5EF4-FFF2-40B4-BE49-F238E27FC236}">
                <a16:creationId xmlns:a16="http://schemas.microsoft.com/office/drawing/2014/main" id="{9D2ECF6E-7EF7-0602-D303-22B4E3B92B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84888" y="4703991"/>
            <a:ext cx="153419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A8434B4A-1D0B-A8FA-4710-378988B9E4D5}"/>
              </a:ext>
            </a:extLst>
          </p:cNvPr>
          <p:cNvGrpSpPr/>
          <p:nvPr/>
        </p:nvGrpSpPr>
        <p:grpSpPr>
          <a:xfrm>
            <a:off x="3474350" y="3156285"/>
            <a:ext cx="1508220" cy="1547706"/>
            <a:chOff x="2518982" y="2939037"/>
            <a:chExt cx="1097795" cy="1547706"/>
          </a:xfrm>
        </p:grpSpPr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4F1DCA34-E391-609A-21B0-D3A852541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8984" y="2939037"/>
              <a:ext cx="10977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" name="Line 27">
              <a:extLst>
                <a:ext uri="{FF2B5EF4-FFF2-40B4-BE49-F238E27FC236}">
                  <a16:creationId xmlns:a16="http://schemas.microsoft.com/office/drawing/2014/main" id="{A362CBA4-5FDF-9A1D-B39A-8DADE52738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8984" y="3457569"/>
              <a:ext cx="10977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05BC630B-02B5-C0B0-8DC7-73DF7C7654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8984" y="3972156"/>
              <a:ext cx="10977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0" name="Line 27">
              <a:extLst>
                <a:ext uri="{FF2B5EF4-FFF2-40B4-BE49-F238E27FC236}">
                  <a16:creationId xmlns:a16="http://schemas.microsoft.com/office/drawing/2014/main" id="{9EE96D76-1522-05AB-E558-6E2CFC112F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8982" y="4486743"/>
              <a:ext cx="10977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  <p:sp>
        <p:nvSpPr>
          <p:cNvPr id="21" name="Line 27">
            <a:extLst>
              <a:ext uri="{FF2B5EF4-FFF2-40B4-BE49-F238E27FC236}">
                <a16:creationId xmlns:a16="http://schemas.microsoft.com/office/drawing/2014/main" id="{CD7F788D-AD9A-E25D-2201-D150417EBE22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619635" y="3875066"/>
            <a:ext cx="2228206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22" name="Line 27">
            <a:extLst>
              <a:ext uri="{FF2B5EF4-FFF2-40B4-BE49-F238E27FC236}">
                <a16:creationId xmlns:a16="http://schemas.microsoft.com/office/drawing/2014/main" id="{890B75AA-F31A-DD53-2DA1-631C0DE39B8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173470" y="3796812"/>
            <a:ext cx="238472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23" name="Line 27">
            <a:extLst>
              <a:ext uri="{FF2B5EF4-FFF2-40B4-BE49-F238E27FC236}">
                <a16:creationId xmlns:a16="http://schemas.microsoft.com/office/drawing/2014/main" id="{98617D88-BC51-6E20-B56D-BC1FFB730942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2460081" y="2393173"/>
            <a:ext cx="15759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DAB6748F-F7C3-F418-396C-3263F24F100B}"/>
              </a:ext>
            </a:extLst>
          </p:cNvPr>
          <p:cNvSpPr/>
          <p:nvPr/>
        </p:nvSpPr>
        <p:spPr>
          <a:xfrm flipH="1" flipV="1">
            <a:off x="1586215" y="2471969"/>
            <a:ext cx="501869" cy="448573"/>
          </a:xfrm>
          <a:prstGeom prst="triangl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32C4FFF1-BA87-A5A3-9383-3648B0CB8E02}"/>
              </a:ext>
            </a:extLst>
          </p:cNvPr>
          <p:cNvSpPr/>
          <p:nvPr/>
        </p:nvSpPr>
        <p:spPr>
          <a:xfrm flipV="1">
            <a:off x="1971997" y="2639672"/>
            <a:ext cx="116087" cy="12128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AC2BAFDD-829A-DF1F-8247-AF61118A9736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917642" y="3875065"/>
            <a:ext cx="222820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63C6445E-F887-4B07-B3C7-641CB3B78489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471478" y="3796809"/>
            <a:ext cx="238471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7AA640D9-6224-7274-46CF-386DEB6BE5F5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1758090" y="2393172"/>
            <a:ext cx="15759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C72D8F3-6E8D-882B-C95A-6E7BE29D7B47}"/>
              </a:ext>
            </a:extLst>
          </p:cNvPr>
          <p:cNvGrpSpPr/>
          <p:nvPr/>
        </p:nvGrpSpPr>
        <p:grpSpPr>
          <a:xfrm rot="5400000">
            <a:off x="2289440" y="4082438"/>
            <a:ext cx="2859971" cy="386078"/>
            <a:chOff x="2242865" y="3147614"/>
            <a:chExt cx="4023485" cy="543145"/>
          </a:xfrm>
        </p:grpSpPr>
        <p:sp>
          <p:nvSpPr>
            <p:cNvPr id="68" name="Arc 158">
              <a:extLst>
                <a:ext uri="{FF2B5EF4-FFF2-40B4-BE49-F238E27FC236}">
                  <a16:creationId xmlns:a16="http://schemas.microsoft.com/office/drawing/2014/main" id="{6BCD9CF0-99A4-B4A5-7BD0-0B95BBF8300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779485" y="2999499"/>
              <a:ext cx="540228" cy="842290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9" name="Line 160">
              <a:extLst>
                <a:ext uri="{FF2B5EF4-FFF2-40B4-BE49-F238E27FC236}">
                  <a16:creationId xmlns:a16="http://schemas.microsoft.com/office/drawing/2014/main" id="{13289AA8-5401-41DE-C3A9-FF9A875704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47486" y="3147629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0" name="Line 160">
              <a:extLst>
                <a:ext uri="{FF2B5EF4-FFF2-40B4-BE49-F238E27FC236}">
                  <a16:creationId xmlns:a16="http://schemas.microsoft.com/office/drawing/2014/main" id="{3E25DDE6-35A8-A9A2-2280-B2F62192ED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47486" y="3690759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1" name="Arc 156">
              <a:extLst>
                <a:ext uri="{FF2B5EF4-FFF2-40B4-BE49-F238E27FC236}">
                  <a16:creationId xmlns:a16="http://schemas.microsoft.com/office/drawing/2014/main" id="{CA7FC720-07D0-F937-4250-A3752D7B08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588257" y="3168880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2" name="Line 27">
              <a:extLst>
                <a:ext uri="{FF2B5EF4-FFF2-40B4-BE49-F238E27FC236}">
                  <a16:creationId xmlns:a16="http://schemas.microsoft.com/office/drawing/2014/main" id="{F4E4C898-D6A1-37CA-67A8-A3EF9E3414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2865" y="3419218"/>
              <a:ext cx="32278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3" name="Line 27">
              <a:extLst>
                <a:ext uri="{FF2B5EF4-FFF2-40B4-BE49-F238E27FC236}">
                  <a16:creationId xmlns:a16="http://schemas.microsoft.com/office/drawing/2014/main" id="{C95D0C76-26C6-BD35-A774-34690779D1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67729" y="3419217"/>
              <a:ext cx="2986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Arc 156">
              <a:extLst>
                <a:ext uri="{FF2B5EF4-FFF2-40B4-BE49-F238E27FC236}">
                  <a16:creationId xmlns:a16="http://schemas.microsoft.com/office/drawing/2014/main" id="{6AD2B976-B092-6315-B5D3-4243FE4BE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6566" y="3147614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9B15EEF5-4471-012A-4D55-2B727E1D7349}"/>
              </a:ext>
            </a:extLst>
          </p:cNvPr>
          <p:cNvGrpSpPr/>
          <p:nvPr/>
        </p:nvGrpSpPr>
        <p:grpSpPr>
          <a:xfrm rot="5400000">
            <a:off x="2794692" y="4082438"/>
            <a:ext cx="2859971" cy="386078"/>
            <a:chOff x="2242865" y="3147614"/>
            <a:chExt cx="4023485" cy="543145"/>
          </a:xfrm>
        </p:grpSpPr>
        <p:sp>
          <p:nvSpPr>
            <p:cNvPr id="61" name="Arc 158">
              <a:extLst>
                <a:ext uri="{FF2B5EF4-FFF2-40B4-BE49-F238E27FC236}">
                  <a16:creationId xmlns:a16="http://schemas.microsoft.com/office/drawing/2014/main" id="{25C95DB4-8FBE-936A-4055-1049EC03B63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779485" y="2999499"/>
              <a:ext cx="540228" cy="842290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2" name="Line 160">
              <a:extLst>
                <a:ext uri="{FF2B5EF4-FFF2-40B4-BE49-F238E27FC236}">
                  <a16:creationId xmlns:a16="http://schemas.microsoft.com/office/drawing/2014/main" id="{EA5395F3-566D-36DB-5C6B-FEC3AB7DB1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47486" y="3147629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3" name="Line 160">
              <a:extLst>
                <a:ext uri="{FF2B5EF4-FFF2-40B4-BE49-F238E27FC236}">
                  <a16:creationId xmlns:a16="http://schemas.microsoft.com/office/drawing/2014/main" id="{40B171A3-252C-215D-4403-630A43573C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47486" y="3690759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4" name="Arc 156">
              <a:extLst>
                <a:ext uri="{FF2B5EF4-FFF2-40B4-BE49-F238E27FC236}">
                  <a16:creationId xmlns:a16="http://schemas.microsoft.com/office/drawing/2014/main" id="{4EF4E7B5-99CC-2DC1-A355-1D8111551E3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588257" y="3168880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5" name="Line 27">
              <a:extLst>
                <a:ext uri="{FF2B5EF4-FFF2-40B4-BE49-F238E27FC236}">
                  <a16:creationId xmlns:a16="http://schemas.microsoft.com/office/drawing/2014/main" id="{47F90B31-4B7D-88CA-32FB-54AEBB70F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2865" y="3419218"/>
              <a:ext cx="32278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6" name="Line 27">
              <a:extLst>
                <a:ext uri="{FF2B5EF4-FFF2-40B4-BE49-F238E27FC236}">
                  <a16:creationId xmlns:a16="http://schemas.microsoft.com/office/drawing/2014/main" id="{2F6CCE9F-1E4A-DDCD-82E7-81C6174995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67729" y="3419217"/>
              <a:ext cx="2986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Arc 156">
              <a:extLst>
                <a:ext uri="{FF2B5EF4-FFF2-40B4-BE49-F238E27FC236}">
                  <a16:creationId xmlns:a16="http://schemas.microsoft.com/office/drawing/2014/main" id="{39011DC3-B889-5BD9-5CBF-978636218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6566" y="3147614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31" name="椭圆 30">
            <a:extLst>
              <a:ext uri="{FF2B5EF4-FFF2-40B4-BE49-F238E27FC236}">
                <a16:creationId xmlns:a16="http://schemas.microsoft.com/office/drawing/2014/main" id="{F8E683FC-AEE7-549D-9984-08B91BD6AA93}"/>
              </a:ext>
            </a:extLst>
          </p:cNvPr>
          <p:cNvSpPr/>
          <p:nvPr/>
        </p:nvSpPr>
        <p:spPr>
          <a:xfrm>
            <a:off x="1615515" y="4655669"/>
            <a:ext cx="96643" cy="966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CE730936-2CFE-5AD5-B022-05F29D1FDE03}"/>
              </a:ext>
            </a:extLst>
          </p:cNvPr>
          <p:cNvSpPr/>
          <p:nvPr/>
        </p:nvSpPr>
        <p:spPr>
          <a:xfrm>
            <a:off x="1615514" y="4145027"/>
            <a:ext cx="96643" cy="966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471A7D17-A24E-44D7-3B82-F1DE4DE4990B}"/>
              </a:ext>
            </a:extLst>
          </p:cNvPr>
          <p:cNvSpPr/>
          <p:nvPr/>
        </p:nvSpPr>
        <p:spPr>
          <a:xfrm>
            <a:off x="1983017" y="3106641"/>
            <a:ext cx="96643" cy="966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7704AD36-E2B9-4CB3-0209-3895DA79E6DA}"/>
              </a:ext>
            </a:extLst>
          </p:cNvPr>
          <p:cNvSpPr/>
          <p:nvPr/>
        </p:nvSpPr>
        <p:spPr>
          <a:xfrm>
            <a:off x="2316106" y="3625274"/>
            <a:ext cx="96643" cy="966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EEAFE8FD-4810-4DF5-458B-ADF363A8A6EB}"/>
              </a:ext>
            </a:extLst>
          </p:cNvPr>
          <p:cNvSpPr/>
          <p:nvPr/>
        </p:nvSpPr>
        <p:spPr>
          <a:xfrm>
            <a:off x="2315950" y="4655668"/>
            <a:ext cx="96643" cy="966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4E63C884-0248-8E58-2E3C-4B54F2BF1CD9}"/>
              </a:ext>
            </a:extLst>
          </p:cNvPr>
          <p:cNvSpPr/>
          <p:nvPr/>
        </p:nvSpPr>
        <p:spPr>
          <a:xfrm>
            <a:off x="2685112" y="4138541"/>
            <a:ext cx="96643" cy="966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E8C1E1D1-64CB-B2A2-7ABF-2F757BA8FED4}"/>
              </a:ext>
            </a:extLst>
          </p:cNvPr>
          <p:cNvSpPr/>
          <p:nvPr/>
        </p:nvSpPr>
        <p:spPr>
          <a:xfrm>
            <a:off x="2685009" y="3102746"/>
            <a:ext cx="96643" cy="966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1EC2C95A-BD00-D9DE-405E-656E869B72DA}"/>
                  </a:ext>
                </a:extLst>
              </p:cNvPr>
              <p:cNvSpPr txBox="1"/>
              <p:nvPr/>
            </p:nvSpPr>
            <p:spPr>
              <a:xfrm>
                <a:off x="2352975" y="1945429"/>
                <a:ext cx="4502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400" b="0" i="0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B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1EC2C95A-BD00-D9DE-405E-656E869B7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975" y="1945429"/>
                <a:ext cx="450256" cy="461665"/>
              </a:xfrm>
              <a:prstGeom prst="rect">
                <a:avLst/>
              </a:prstGeom>
              <a:blipFill>
                <a:blip r:embed="rId5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DA9BD042-5A3C-DF48-0767-DF1848F8A757}"/>
                  </a:ext>
                </a:extLst>
              </p:cNvPr>
              <p:cNvSpPr txBox="1"/>
              <p:nvPr/>
            </p:nvSpPr>
            <p:spPr>
              <a:xfrm>
                <a:off x="3588638" y="5654515"/>
                <a:ext cx="4580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DA9BD042-5A3C-DF48-0767-DF1848F8A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638" y="5654515"/>
                <a:ext cx="458075" cy="461665"/>
              </a:xfrm>
              <a:prstGeom prst="rect">
                <a:avLst/>
              </a:prstGeom>
              <a:blipFill>
                <a:blip r:embed="rId6"/>
                <a:stretch>
                  <a:fillRect l="-14667"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椭圆 59">
            <a:extLst>
              <a:ext uri="{FF2B5EF4-FFF2-40B4-BE49-F238E27FC236}">
                <a16:creationId xmlns:a16="http://schemas.microsoft.com/office/drawing/2014/main" id="{4E0FEDEA-EFB2-7F62-61D8-87D493420AA6}"/>
              </a:ext>
            </a:extLst>
          </p:cNvPr>
          <p:cNvSpPr/>
          <p:nvPr/>
        </p:nvSpPr>
        <p:spPr>
          <a:xfrm>
            <a:off x="1983580" y="3623769"/>
            <a:ext cx="96643" cy="9664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C859ECE4-E202-E2A6-46EC-553EE94ABDBD}"/>
                  </a:ext>
                </a:extLst>
              </p:cNvPr>
              <p:cNvSpPr txBox="1"/>
              <p:nvPr/>
            </p:nvSpPr>
            <p:spPr>
              <a:xfrm>
                <a:off x="4603332" y="5654515"/>
                <a:ext cx="4580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C859ECE4-E202-E2A6-46EC-553EE94AB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332" y="5654515"/>
                <a:ext cx="458075" cy="461665"/>
              </a:xfrm>
              <a:prstGeom prst="rect">
                <a:avLst/>
              </a:prstGeom>
              <a:blipFill>
                <a:blip r:embed="rId7"/>
                <a:stretch>
                  <a:fillRect l="-14667"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组合 76">
            <a:extLst>
              <a:ext uri="{FF2B5EF4-FFF2-40B4-BE49-F238E27FC236}">
                <a16:creationId xmlns:a16="http://schemas.microsoft.com/office/drawing/2014/main" id="{F8B94B29-59BB-B6F0-B473-4F9F9883BC73}"/>
              </a:ext>
            </a:extLst>
          </p:cNvPr>
          <p:cNvGrpSpPr/>
          <p:nvPr/>
        </p:nvGrpSpPr>
        <p:grpSpPr>
          <a:xfrm rot="5400000">
            <a:off x="3301972" y="4082437"/>
            <a:ext cx="2859971" cy="386078"/>
            <a:chOff x="2242865" y="3147614"/>
            <a:chExt cx="4023485" cy="543145"/>
          </a:xfrm>
        </p:grpSpPr>
        <p:sp>
          <p:nvSpPr>
            <p:cNvPr id="78" name="Arc 158">
              <a:extLst>
                <a:ext uri="{FF2B5EF4-FFF2-40B4-BE49-F238E27FC236}">
                  <a16:creationId xmlns:a16="http://schemas.microsoft.com/office/drawing/2014/main" id="{84A726AE-43C2-87B5-FC05-290B89BA931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779485" y="2999499"/>
              <a:ext cx="540228" cy="842290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9" name="Line 160">
              <a:extLst>
                <a:ext uri="{FF2B5EF4-FFF2-40B4-BE49-F238E27FC236}">
                  <a16:creationId xmlns:a16="http://schemas.microsoft.com/office/drawing/2014/main" id="{3428AAF1-4F09-E66E-DE36-82D1413115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47486" y="3147629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0" name="Line 160">
              <a:extLst>
                <a:ext uri="{FF2B5EF4-FFF2-40B4-BE49-F238E27FC236}">
                  <a16:creationId xmlns:a16="http://schemas.microsoft.com/office/drawing/2014/main" id="{FCF23D60-3668-E785-CBE0-EA6650876E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47486" y="3690759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1" name="Arc 156">
              <a:extLst>
                <a:ext uri="{FF2B5EF4-FFF2-40B4-BE49-F238E27FC236}">
                  <a16:creationId xmlns:a16="http://schemas.microsoft.com/office/drawing/2014/main" id="{59CD8C86-7B76-C0D5-AC96-3FC22A33F37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588257" y="3168880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2" name="Line 27">
              <a:extLst>
                <a:ext uri="{FF2B5EF4-FFF2-40B4-BE49-F238E27FC236}">
                  <a16:creationId xmlns:a16="http://schemas.microsoft.com/office/drawing/2014/main" id="{37D9D297-E79A-5A1F-817C-AC6088495E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2865" y="3419218"/>
              <a:ext cx="32278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3" name="Line 27">
              <a:extLst>
                <a:ext uri="{FF2B5EF4-FFF2-40B4-BE49-F238E27FC236}">
                  <a16:creationId xmlns:a16="http://schemas.microsoft.com/office/drawing/2014/main" id="{798DB5F3-A0C2-1CEE-A7BA-2CFC7F2C2F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67729" y="3419217"/>
              <a:ext cx="2986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Arc 156">
              <a:extLst>
                <a:ext uri="{FF2B5EF4-FFF2-40B4-BE49-F238E27FC236}">
                  <a16:creationId xmlns:a16="http://schemas.microsoft.com/office/drawing/2014/main" id="{7494525E-EA03-EE24-EFC7-256AB3E68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6566" y="3147614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84" name="组合 183">
            <a:extLst>
              <a:ext uri="{FF2B5EF4-FFF2-40B4-BE49-F238E27FC236}">
                <a16:creationId xmlns:a16="http://schemas.microsoft.com/office/drawing/2014/main" id="{E30CBD82-3D65-57CE-8EAA-4C980948DD75}"/>
              </a:ext>
            </a:extLst>
          </p:cNvPr>
          <p:cNvGrpSpPr/>
          <p:nvPr/>
        </p:nvGrpSpPr>
        <p:grpSpPr>
          <a:xfrm>
            <a:off x="3628148" y="3064793"/>
            <a:ext cx="1197528" cy="1732161"/>
            <a:chOff x="3628148" y="3064793"/>
            <a:chExt cx="1197528" cy="1732161"/>
          </a:xfrm>
        </p:grpSpPr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EAF9DC46-A426-8714-4818-0987A7036A2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4135858" y="4705685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27">
              <a:extLst>
                <a:ext uri="{FF2B5EF4-FFF2-40B4-BE49-F238E27FC236}">
                  <a16:creationId xmlns:a16="http://schemas.microsoft.com/office/drawing/2014/main" id="{8231D5C8-32C7-D863-2667-C6941417D1C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4135858" y="4703992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27">
              <a:extLst>
                <a:ext uri="{FF2B5EF4-FFF2-40B4-BE49-F238E27FC236}">
                  <a16:creationId xmlns:a16="http://schemas.microsoft.com/office/drawing/2014/main" id="{000847E3-D22A-67B3-0690-42B6F7F84BD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3628149" y="4188686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27">
              <a:extLst>
                <a:ext uri="{FF2B5EF4-FFF2-40B4-BE49-F238E27FC236}">
                  <a16:creationId xmlns:a16="http://schemas.microsoft.com/office/drawing/2014/main" id="{654E82F4-EB81-6C6A-4BA6-55656DBA5D0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3628149" y="4186993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27">
              <a:extLst>
                <a:ext uri="{FF2B5EF4-FFF2-40B4-BE49-F238E27FC236}">
                  <a16:creationId xmlns:a16="http://schemas.microsoft.com/office/drawing/2014/main" id="{658C48F5-7C54-B47A-3E4C-3886A81A3E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3628148" y="3676631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27">
              <a:extLst>
                <a:ext uri="{FF2B5EF4-FFF2-40B4-BE49-F238E27FC236}">
                  <a16:creationId xmlns:a16="http://schemas.microsoft.com/office/drawing/2014/main" id="{88F0BB2A-D5B7-F0B9-7D7C-D412A846D46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3628148" y="3674938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27">
              <a:extLst>
                <a:ext uri="{FF2B5EF4-FFF2-40B4-BE49-F238E27FC236}">
                  <a16:creationId xmlns:a16="http://schemas.microsoft.com/office/drawing/2014/main" id="{8E04E9F7-FE8E-6547-36B4-286084B778C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4134788" y="3156062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Line 27">
              <a:extLst>
                <a:ext uri="{FF2B5EF4-FFF2-40B4-BE49-F238E27FC236}">
                  <a16:creationId xmlns:a16="http://schemas.microsoft.com/office/drawing/2014/main" id="{64196621-A749-7D66-6AD4-91A74157F17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4134788" y="3154369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B22BD29A-D91F-1778-C4AC-41E61E10A04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4643138" y="4705684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6FFC6A41-01C1-AC6D-D942-1668EB13A3D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4643138" y="4703991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9241F54D-00E1-4E75-A35F-7961A87B92EC}"/>
                  </a:ext>
                </a:extLst>
              </p:cNvPr>
              <p:cNvSpPr txBox="1"/>
              <p:nvPr/>
            </p:nvSpPr>
            <p:spPr>
              <a:xfrm>
                <a:off x="360000" y="1368000"/>
                <a:ext cx="8462737" cy="585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32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2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lang="zh-CN" altLang="en-US" sz="32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lang="zh-CN" altLang="en-US" sz="3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 altLang="zh-CN" sz="3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2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3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32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32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acc>
                      <m:accPr>
                        <m:chr m:val="̅"/>
                        <m:ctrlP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32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3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9241F54D-00E1-4E75-A35F-7961A87B9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368000"/>
                <a:ext cx="8462737" cy="585930"/>
              </a:xfrm>
              <a:prstGeom prst="rect">
                <a:avLst/>
              </a:prstGeom>
              <a:blipFill>
                <a:blip r:embed="rId8"/>
                <a:stretch>
                  <a:fillRect t="-12371" b="-32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文本框 93">
            <a:extLst>
              <a:ext uri="{FF2B5EF4-FFF2-40B4-BE49-F238E27FC236}">
                <a16:creationId xmlns:a16="http://schemas.microsoft.com/office/drawing/2014/main" id="{C46F8331-A86B-B773-D8F6-C47DC028D2DD}"/>
              </a:ext>
            </a:extLst>
          </p:cNvPr>
          <p:cNvSpPr txBox="1"/>
          <p:nvPr/>
        </p:nvSpPr>
        <p:spPr>
          <a:xfrm>
            <a:off x="1615514" y="4992065"/>
            <a:ext cx="1174562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与阵列</a:t>
            </a:r>
            <a:endParaRPr kumimoji="1"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C7DDAA2A-5FFB-0F4D-ADB0-C863149A54A8}"/>
              </a:ext>
            </a:extLst>
          </p:cNvPr>
          <p:cNvSpPr txBox="1"/>
          <p:nvPr/>
        </p:nvSpPr>
        <p:spPr>
          <a:xfrm>
            <a:off x="3597767" y="2342050"/>
            <a:ext cx="1251748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或阵列</a:t>
            </a:r>
            <a:endParaRPr kumimoji="1"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04BA758D-7907-B6B8-7BB7-3C0F0A7FA88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1CF5A039-24F0-9C3D-B1DF-A27E34A3B17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9" name="箭头: 五边形 98">
                <a:extLst>
                  <a:ext uri="{FF2B5EF4-FFF2-40B4-BE49-F238E27FC236}">
                    <a16:creationId xmlns:a16="http://schemas.microsoft.com/office/drawing/2014/main" id="{C5D0AD1F-9E04-69AA-DCFE-3FD4F1C4BF3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0" name="箭头: V 形 99">
                <a:extLst>
                  <a:ext uri="{FF2B5EF4-FFF2-40B4-BE49-F238E27FC236}">
                    <a16:creationId xmlns:a16="http://schemas.microsoft.com/office/drawing/2014/main" id="{5E29D46F-7C38-9C59-011E-C8DD1DE1D30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8" name="灯片编号占位符 3">
              <a:extLst>
                <a:ext uri="{FF2B5EF4-FFF2-40B4-BE49-F238E27FC236}">
                  <a16:creationId xmlns:a16="http://schemas.microsoft.com/office/drawing/2014/main" id="{B56EFB64-8ECD-C58B-5024-B40A8CB0FAF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01" name="文本框 100">
            <a:extLst>
              <a:ext uri="{FF2B5EF4-FFF2-40B4-BE49-F238E27FC236}">
                <a16:creationId xmlns:a16="http://schemas.microsoft.com/office/drawing/2014/main" id="{A9C5862F-5CFB-C476-7E95-C012E30354D4}"/>
              </a:ext>
            </a:extLst>
          </p:cNvPr>
          <p:cNvSpPr txBox="1"/>
          <p:nvPr/>
        </p:nvSpPr>
        <p:spPr>
          <a:xfrm>
            <a:off x="6480000" y="5616000"/>
            <a:ext cx="4890977" cy="941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kumimoji="1"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 </a:t>
            </a:r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实现组合逻辑电路时，芯片利用率一般不高</a:t>
            </a:r>
            <a:endParaRPr kumimoji="1"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9A62F8F6-4D47-90BF-396A-584EFF1154A0}"/>
              </a:ext>
            </a:extLst>
          </p:cNvPr>
          <p:cNvSpPr txBox="1"/>
          <p:nvPr/>
        </p:nvSpPr>
        <p:spPr>
          <a:xfrm>
            <a:off x="1413503" y="5820804"/>
            <a:ext cx="1547487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输入变量的所有最小项</a:t>
            </a:r>
            <a:endParaRPr kumimoji="1" lang="en-US" altLang="zh-CN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箭头: 右 102">
            <a:extLst>
              <a:ext uri="{FF2B5EF4-FFF2-40B4-BE49-F238E27FC236}">
                <a16:creationId xmlns:a16="http://schemas.microsoft.com/office/drawing/2014/main" id="{0083FB9E-2026-B114-4506-8F76B470EB57}"/>
              </a:ext>
            </a:extLst>
          </p:cNvPr>
          <p:cNvSpPr/>
          <p:nvPr/>
        </p:nvSpPr>
        <p:spPr>
          <a:xfrm rot="16200000" flipH="1">
            <a:off x="1997512" y="5537691"/>
            <a:ext cx="390348" cy="32485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336C414-5A02-CE85-22B7-D9C167556DB6}"/>
              </a:ext>
            </a:extLst>
          </p:cNvPr>
          <p:cNvGrpSpPr/>
          <p:nvPr/>
        </p:nvGrpSpPr>
        <p:grpSpPr>
          <a:xfrm>
            <a:off x="5620045" y="2198078"/>
            <a:ext cx="4695402" cy="3185176"/>
            <a:chOff x="5620045" y="2198078"/>
            <a:chExt cx="4695402" cy="31851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FB8D9800-8DC1-6631-595E-46267362D416}"/>
                    </a:ext>
                  </a:extLst>
                </p:cNvPr>
                <p:cNvSpPr txBox="1"/>
                <p:nvPr/>
              </p:nvSpPr>
              <p:spPr>
                <a:xfrm>
                  <a:off x="7209432" y="4917799"/>
                  <a:ext cx="4502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FB8D9800-8DC1-6631-595E-46267362D4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9432" y="4917799"/>
                  <a:ext cx="450256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54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B8AD2D43-6E43-2D6B-1C67-13EB04DD0591}"/>
                    </a:ext>
                  </a:extLst>
                </p:cNvPr>
                <p:cNvSpPr txBox="1"/>
                <p:nvPr/>
              </p:nvSpPr>
              <p:spPr>
                <a:xfrm>
                  <a:off x="9483379" y="4906905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B8AD2D43-6E43-2D6B-1C67-13EB04DD05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3379" y="4906905"/>
                  <a:ext cx="458075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14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Line 27">
              <a:extLst>
                <a:ext uri="{FF2B5EF4-FFF2-40B4-BE49-F238E27FC236}">
                  <a16:creationId xmlns:a16="http://schemas.microsoft.com/office/drawing/2014/main" id="{08F5E894-6A11-757B-D378-D8866F953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2430" y="3088049"/>
              <a:ext cx="30322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1" name="Line 27">
              <a:extLst>
                <a:ext uri="{FF2B5EF4-FFF2-40B4-BE49-F238E27FC236}">
                  <a16:creationId xmlns:a16="http://schemas.microsoft.com/office/drawing/2014/main" id="{02D1DEEC-3840-2897-826E-34A6256B5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2430" y="3606581"/>
              <a:ext cx="30322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3" name="Line 27">
              <a:extLst>
                <a:ext uri="{FF2B5EF4-FFF2-40B4-BE49-F238E27FC236}">
                  <a16:creationId xmlns:a16="http://schemas.microsoft.com/office/drawing/2014/main" id="{2082507E-F18D-1123-2C40-6A1FDCF4CC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2430" y="4121168"/>
              <a:ext cx="30322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5" name="Line 27">
              <a:extLst>
                <a:ext uri="{FF2B5EF4-FFF2-40B4-BE49-F238E27FC236}">
                  <a16:creationId xmlns:a16="http://schemas.microsoft.com/office/drawing/2014/main" id="{EE284205-1626-0526-367E-A2C7951AF1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12428" y="4635755"/>
              <a:ext cx="30322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1" name="Line 27">
              <a:extLst>
                <a:ext uri="{FF2B5EF4-FFF2-40B4-BE49-F238E27FC236}">
                  <a16:creationId xmlns:a16="http://schemas.microsoft.com/office/drawing/2014/main" id="{BCF96183-7A6C-9DE7-6365-0246B02A1FE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357856" y="3817511"/>
              <a:ext cx="22068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2" name="Line 27">
              <a:extLst>
                <a:ext uri="{FF2B5EF4-FFF2-40B4-BE49-F238E27FC236}">
                  <a16:creationId xmlns:a16="http://schemas.microsoft.com/office/drawing/2014/main" id="{654F9877-A3CB-0E8A-0009-BAB17D80634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995390" y="3817513"/>
              <a:ext cx="22068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6" name="Line 27">
              <a:extLst>
                <a:ext uri="{FF2B5EF4-FFF2-40B4-BE49-F238E27FC236}">
                  <a16:creationId xmlns:a16="http://schemas.microsoft.com/office/drawing/2014/main" id="{9C385B3B-05D5-24F7-85CD-A3C5B725A49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644979" y="3817512"/>
              <a:ext cx="22068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27" name="Line 27">
              <a:extLst>
                <a:ext uri="{FF2B5EF4-FFF2-40B4-BE49-F238E27FC236}">
                  <a16:creationId xmlns:a16="http://schemas.microsoft.com/office/drawing/2014/main" id="{2B6FF471-C5F9-188C-C67C-193AAC4B4A7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287958" y="3817514"/>
              <a:ext cx="22068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34" name="Line 27">
              <a:extLst>
                <a:ext uri="{FF2B5EF4-FFF2-40B4-BE49-F238E27FC236}">
                  <a16:creationId xmlns:a16="http://schemas.microsoft.com/office/drawing/2014/main" id="{1EA76A2F-9E79-C232-6654-57D11BD545E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127308" y="3817511"/>
              <a:ext cx="22068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42" name="Line 27">
              <a:extLst>
                <a:ext uri="{FF2B5EF4-FFF2-40B4-BE49-F238E27FC236}">
                  <a16:creationId xmlns:a16="http://schemas.microsoft.com/office/drawing/2014/main" id="{7836CDB4-0D04-445E-035E-E88B7FE9CC7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502954" y="3817511"/>
              <a:ext cx="22068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1E5C79C9-2583-81B6-0201-60893F93C617}"/>
                </a:ext>
              </a:extLst>
            </p:cNvPr>
            <p:cNvSpPr/>
            <p:nvPr/>
          </p:nvSpPr>
          <p:spPr>
            <a:xfrm>
              <a:off x="7343055" y="4587433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70750D44-0563-774A-9DA5-CCCC8713F7BB}"/>
                </a:ext>
              </a:extLst>
            </p:cNvPr>
            <p:cNvSpPr/>
            <p:nvPr/>
          </p:nvSpPr>
          <p:spPr>
            <a:xfrm>
              <a:off x="7343054" y="4076791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5E6BD624-B4E4-FB95-E953-24EADE41D222}"/>
                </a:ext>
              </a:extLst>
            </p:cNvPr>
            <p:cNvSpPr/>
            <p:nvPr/>
          </p:nvSpPr>
          <p:spPr>
            <a:xfrm>
              <a:off x="7699671" y="3038405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5D16D3EC-BA27-A548-16D7-6FD381BB38D4}"/>
                </a:ext>
              </a:extLst>
            </p:cNvPr>
            <p:cNvSpPr/>
            <p:nvPr/>
          </p:nvSpPr>
          <p:spPr>
            <a:xfrm>
              <a:off x="8049089" y="3557038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E7A63ECF-7124-7D1E-9C71-13FB366CC0FD}"/>
                </a:ext>
              </a:extLst>
            </p:cNvPr>
            <p:cNvSpPr/>
            <p:nvPr/>
          </p:nvSpPr>
          <p:spPr>
            <a:xfrm>
              <a:off x="8048933" y="4587432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1DC8A0D2-4033-B49F-71A0-85408802F6EC}"/>
                </a:ext>
              </a:extLst>
            </p:cNvPr>
            <p:cNvSpPr/>
            <p:nvPr/>
          </p:nvSpPr>
          <p:spPr>
            <a:xfrm>
              <a:off x="8412652" y="4070305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82A649DB-97F2-EDA9-6624-96A40F006746}"/>
                </a:ext>
              </a:extLst>
            </p:cNvPr>
            <p:cNvSpPr/>
            <p:nvPr/>
          </p:nvSpPr>
          <p:spPr>
            <a:xfrm>
              <a:off x="8412549" y="3034510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Line 27">
              <a:extLst>
                <a:ext uri="{FF2B5EF4-FFF2-40B4-BE49-F238E27FC236}">
                  <a16:creationId xmlns:a16="http://schemas.microsoft.com/office/drawing/2014/main" id="{4C08CE91-7A40-C93E-D3BA-8648D32929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9517579" y="4637449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Line 27">
              <a:extLst>
                <a:ext uri="{FF2B5EF4-FFF2-40B4-BE49-F238E27FC236}">
                  <a16:creationId xmlns:a16="http://schemas.microsoft.com/office/drawing/2014/main" id="{841DEDF5-A34E-A47A-9081-419BB514AB7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9517579" y="4635756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" name="Line 27">
              <a:extLst>
                <a:ext uri="{FF2B5EF4-FFF2-40B4-BE49-F238E27FC236}">
                  <a16:creationId xmlns:a16="http://schemas.microsoft.com/office/drawing/2014/main" id="{A1E94F8C-0597-D1C4-7242-F07D8B9BA3B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9139476" y="4120450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CFD35E4E-E3B6-E294-4C10-AFABB05D717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9139476" y="4118757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6FBE280B-7271-239A-B18A-45AE207789C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9139475" y="3608395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" name="Line 27">
              <a:extLst>
                <a:ext uri="{FF2B5EF4-FFF2-40B4-BE49-F238E27FC236}">
                  <a16:creationId xmlns:a16="http://schemas.microsoft.com/office/drawing/2014/main" id="{2AF5C0BC-0703-1911-CFEC-2F24C5D28A8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9139475" y="3606702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" name="Line 27">
              <a:extLst>
                <a:ext uri="{FF2B5EF4-FFF2-40B4-BE49-F238E27FC236}">
                  <a16:creationId xmlns:a16="http://schemas.microsoft.com/office/drawing/2014/main" id="{142D2625-443B-05F2-4B54-1D6A4EA0F29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9516509" y="3087826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9" name="Line 27">
              <a:extLst>
                <a:ext uri="{FF2B5EF4-FFF2-40B4-BE49-F238E27FC236}">
                  <a16:creationId xmlns:a16="http://schemas.microsoft.com/office/drawing/2014/main" id="{635073A3-9F33-CEDB-812C-1E9C1868C81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9516509" y="3086133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96AF5783-C311-FB24-BDA6-F32DB2031E2E}"/>
                    </a:ext>
                  </a:extLst>
                </p:cNvPr>
                <p:cNvSpPr txBox="1"/>
                <p:nvPr/>
              </p:nvSpPr>
              <p:spPr>
                <a:xfrm>
                  <a:off x="7920448" y="4913489"/>
                  <a:ext cx="4502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96AF5783-C311-FB24-BDA6-F32DB2031E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0448" y="4913489"/>
                  <a:ext cx="450256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0F563A9F-C2C0-AAE8-3532-9DB2E3F77487}"/>
                    </a:ext>
                  </a:extLst>
                </p:cNvPr>
                <p:cNvSpPr txBox="1"/>
                <p:nvPr/>
              </p:nvSpPr>
              <p:spPr>
                <a:xfrm>
                  <a:off x="9107154" y="490690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0F563A9F-C2C0-AAE8-3532-9DB2E3F774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7154" y="4906906"/>
                  <a:ext cx="458075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14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2" name="椭圆 161">
              <a:extLst>
                <a:ext uri="{FF2B5EF4-FFF2-40B4-BE49-F238E27FC236}">
                  <a16:creationId xmlns:a16="http://schemas.microsoft.com/office/drawing/2014/main" id="{389A52F0-A2F3-9441-1FB8-B627E3514706}"/>
                </a:ext>
              </a:extLst>
            </p:cNvPr>
            <p:cNvSpPr/>
            <p:nvPr/>
          </p:nvSpPr>
          <p:spPr>
            <a:xfrm>
              <a:off x="7700234" y="3555533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BFCD3EE3-06E4-A618-C06E-1D0FA69AF4F6}"/>
                    </a:ext>
                  </a:extLst>
                </p:cNvPr>
                <p:cNvSpPr txBox="1"/>
                <p:nvPr/>
              </p:nvSpPr>
              <p:spPr>
                <a:xfrm>
                  <a:off x="9857372" y="4906905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BFCD3EE3-06E4-A618-C06E-1D0FA69AF4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7372" y="4906905"/>
                  <a:ext cx="458075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14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Line 27">
              <a:extLst>
                <a:ext uri="{FF2B5EF4-FFF2-40B4-BE49-F238E27FC236}">
                  <a16:creationId xmlns:a16="http://schemas.microsoft.com/office/drawing/2014/main" id="{0E3CCB73-D2EB-C8AE-D079-F0906F35CC1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876114" y="3817513"/>
              <a:ext cx="22068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72" name="Line 27">
              <a:extLst>
                <a:ext uri="{FF2B5EF4-FFF2-40B4-BE49-F238E27FC236}">
                  <a16:creationId xmlns:a16="http://schemas.microsoft.com/office/drawing/2014/main" id="{E8D4ED81-657D-EA00-3F38-B84DCCA2932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00000">
              <a:off x="9890739" y="4637448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" name="Line 27">
              <a:extLst>
                <a:ext uri="{FF2B5EF4-FFF2-40B4-BE49-F238E27FC236}">
                  <a16:creationId xmlns:a16="http://schemas.microsoft.com/office/drawing/2014/main" id="{6C31EDD9-C851-88BC-FD0A-FF5656292BE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900000" flipV="1">
              <a:off x="9890739" y="4635755"/>
              <a:ext cx="1825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75D3CA31-2E90-F32D-6380-DD9C29588E32}"/>
                </a:ext>
              </a:extLst>
            </p:cNvPr>
            <p:cNvSpPr txBox="1"/>
            <p:nvPr/>
          </p:nvSpPr>
          <p:spPr>
            <a:xfrm>
              <a:off x="7372521" y="2199719"/>
              <a:ext cx="1117816" cy="4979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与阵列</a:t>
              </a:r>
              <a:endPara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6729569B-9B9D-C6BF-02F6-32979271D449}"/>
                </a:ext>
              </a:extLst>
            </p:cNvPr>
            <p:cNvSpPr txBox="1"/>
            <p:nvPr/>
          </p:nvSpPr>
          <p:spPr>
            <a:xfrm>
              <a:off x="8984535" y="2198078"/>
              <a:ext cx="1251748" cy="4979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r>
                <a:rPr kumimoji="1"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或阵列</a:t>
              </a:r>
              <a:endPara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Line 27">
              <a:extLst>
                <a:ext uri="{FF2B5EF4-FFF2-40B4-BE49-F238E27FC236}">
                  <a16:creationId xmlns:a16="http://schemas.microsoft.com/office/drawing/2014/main" id="{C3AAE5E8-D6F5-6C5E-44AF-60B11F00D1E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584846" y="3865297"/>
              <a:ext cx="25485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D23EC211-B25E-CCEB-7424-1272CA584E78}"/>
                    </a:ext>
                  </a:extLst>
                </p:cNvPr>
                <p:cNvSpPr txBox="1"/>
                <p:nvPr/>
              </p:nvSpPr>
              <p:spPr>
                <a:xfrm>
                  <a:off x="7567103" y="4912717"/>
                  <a:ext cx="450256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A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D23EC211-B25E-CCEB-7424-1272CA584E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7103" y="4912717"/>
                  <a:ext cx="450256" cy="462434"/>
                </a:xfrm>
                <a:prstGeom prst="rect">
                  <a:avLst/>
                </a:prstGeom>
                <a:blipFill>
                  <a:blip r:embed="rId14"/>
                  <a:stretch>
                    <a:fillRect l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2572C1BF-82F9-80BE-BD4A-778928D72B4D}"/>
                    </a:ext>
                  </a:extLst>
                </p:cNvPr>
                <p:cNvSpPr txBox="1"/>
                <p:nvPr/>
              </p:nvSpPr>
              <p:spPr>
                <a:xfrm>
                  <a:off x="8284064" y="4920820"/>
                  <a:ext cx="450256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kumimoji="1" lang="en-US" altLang="zh-CN" sz="2400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B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2572C1BF-82F9-80BE-BD4A-778928D72B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4064" y="4920820"/>
                  <a:ext cx="450256" cy="462434"/>
                </a:xfrm>
                <a:prstGeom prst="rect">
                  <a:avLst/>
                </a:prstGeom>
                <a:blipFill>
                  <a:blip r:embed="rId15"/>
                  <a:stretch>
                    <a:fillRect l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2" name="箭头: 右 181">
              <a:extLst>
                <a:ext uri="{FF2B5EF4-FFF2-40B4-BE49-F238E27FC236}">
                  <a16:creationId xmlns:a16="http://schemas.microsoft.com/office/drawing/2014/main" id="{4E3B2A0B-5A83-A79C-BBDE-DD4B5BF564CF}"/>
                </a:ext>
              </a:extLst>
            </p:cNvPr>
            <p:cNvSpPr/>
            <p:nvPr/>
          </p:nvSpPr>
          <p:spPr>
            <a:xfrm rot="10800000" flipH="1">
              <a:off x="5733505" y="3612094"/>
              <a:ext cx="990142" cy="32485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文本框 182">
              <a:extLst>
                <a:ext uri="{FF2B5EF4-FFF2-40B4-BE49-F238E27FC236}">
                  <a16:creationId xmlns:a16="http://schemas.microsoft.com/office/drawing/2014/main" id="{2B8593E1-BDAF-6FD1-3036-4D493E899BDF}"/>
                </a:ext>
              </a:extLst>
            </p:cNvPr>
            <p:cNvSpPr txBox="1"/>
            <p:nvPr/>
          </p:nvSpPr>
          <p:spPr>
            <a:xfrm>
              <a:off x="5620045" y="3247718"/>
              <a:ext cx="1117816" cy="430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20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简化</a:t>
              </a:r>
              <a:endParaRPr kumimoji="1"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标题 1">
            <a:extLst>
              <a:ext uri="{FF2B5EF4-FFF2-40B4-BE49-F238E27FC236}">
                <a16:creationId xmlns:a16="http://schemas.microsoft.com/office/drawing/2014/main" id="{A37BC343-85D9-9439-D2B8-0BD31E1364D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可编程逻辑器件的组合逻辑电路实现</a:t>
            </a:r>
          </a:p>
        </p:txBody>
      </p:sp>
    </p:spTree>
    <p:extLst>
      <p:ext uri="{BB962C8B-B14F-4D97-AF65-F5344CB8AC3E}">
        <p14:creationId xmlns:p14="http://schemas.microsoft.com/office/powerpoint/2010/main" val="281497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919F7-530F-D77D-1DAD-A583537CA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284E4B0-560A-5E90-DC9F-A9BB6E671940}"/>
              </a:ext>
            </a:extLst>
          </p:cNvPr>
          <p:cNvSpPr txBox="1"/>
          <p:nvPr/>
        </p:nvSpPr>
        <p:spPr>
          <a:xfrm>
            <a:off x="360000" y="828000"/>
            <a:ext cx="5220145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的组合电路实现：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424EF303-E90E-5623-5358-FC46B8A3E92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34691D4E-10A3-E171-CCEE-DBB29BF679A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9" name="箭头: 五边形 98">
                <a:extLst>
                  <a:ext uri="{FF2B5EF4-FFF2-40B4-BE49-F238E27FC236}">
                    <a16:creationId xmlns:a16="http://schemas.microsoft.com/office/drawing/2014/main" id="{60A8639C-F1AD-5266-CA35-CCE3012A344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0" name="箭头: V 形 99">
                <a:extLst>
                  <a:ext uri="{FF2B5EF4-FFF2-40B4-BE49-F238E27FC236}">
                    <a16:creationId xmlns:a16="http://schemas.microsoft.com/office/drawing/2014/main" id="{D610E914-368B-7E0B-AD45-C90C333B5F8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8" name="灯片编号占位符 3">
              <a:extLst>
                <a:ext uri="{FF2B5EF4-FFF2-40B4-BE49-F238E27FC236}">
                  <a16:creationId xmlns:a16="http://schemas.microsoft.com/office/drawing/2014/main" id="{889E6DE3-0A4E-4641-1F64-C98CCBA0B9E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0054738-3262-930B-8129-5B1DBADD14AD}"/>
                  </a:ext>
                </a:extLst>
              </p:cNvPr>
              <p:cNvSpPr txBox="1"/>
              <p:nvPr/>
            </p:nvSpPr>
            <p:spPr>
              <a:xfrm>
                <a:off x="360000" y="3528000"/>
                <a:ext cx="6337278" cy="30650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 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sz="28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 =</m:t>
                    </m:r>
                    <m:r>
                      <m:rPr>
                        <m:sty m:val="p"/>
                      </m:rPr>
                      <a:rPr kumimoji="1" lang="en-US" altLang="zh-CN" sz="2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AB</m:t>
                    </m:r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kumimoji="1" lang="en-US" altLang="zh-CN" sz="28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US" altLang="zh-CN" sz="28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acc>
                    <m:r>
                      <a:rPr kumimoji="1" lang="en-US" altLang="zh-CN" sz="28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US" altLang="zh-CN" sz="28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acc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AB</m:t>
                    </m:r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+(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80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AB</m:t>
                    </m:r>
                    <m:r>
                      <a:rPr kumimoji="1" lang="en-US" altLang="zh-CN" sz="28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kumimoji="1" lang="en-US" altLang="zh-CN" sz="28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28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AB</m:t>
                    </m:r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AB</m:t>
                    </m:r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AB</m:t>
                    </m:r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kumimoji="1" lang="en-US" altLang="zh-CN" sz="2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kumimoji="1" lang="en-US" altLang="zh-CN" sz="2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2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80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AB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0054738-3262-930B-8129-5B1DBADD1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528000"/>
                <a:ext cx="6337278" cy="30650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57E83763-DB07-5645-696A-8617D11D40B7}"/>
              </a:ext>
            </a:extLst>
          </p:cNvPr>
          <p:cNvSpPr txBox="1"/>
          <p:nvPr/>
        </p:nvSpPr>
        <p:spPr>
          <a:xfrm>
            <a:off x="1496731" y="2937600"/>
            <a:ext cx="1473341" cy="465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全加器</a:t>
            </a:r>
            <a:endParaRPr lang="zh-CN" altLang="en-US" sz="2400" dirty="0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7DB7B384-99E3-0E67-0524-A60F1149AF43}"/>
              </a:ext>
            </a:extLst>
          </p:cNvPr>
          <p:cNvGrpSpPr/>
          <p:nvPr/>
        </p:nvGrpSpPr>
        <p:grpSpPr>
          <a:xfrm>
            <a:off x="1080000" y="1510263"/>
            <a:ext cx="2303107" cy="1472548"/>
            <a:chOff x="7110611" y="2560596"/>
            <a:chExt cx="2303107" cy="1472548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D5120279-5D82-E683-8AE6-1D3F1A8B798E}"/>
                </a:ext>
              </a:extLst>
            </p:cNvPr>
            <p:cNvSpPr/>
            <p:nvPr/>
          </p:nvSpPr>
          <p:spPr>
            <a:xfrm>
              <a:off x="7536120" y="2635877"/>
              <a:ext cx="1456660" cy="132907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C9EB8529-B580-2E6A-E554-BFFB67235320}"/>
                    </a:ext>
                  </a:extLst>
                </p:cNvPr>
                <p:cNvSpPr txBox="1"/>
                <p:nvPr/>
              </p:nvSpPr>
              <p:spPr>
                <a:xfrm>
                  <a:off x="7429890" y="2568118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5E80FF7F-06DD-D9D8-C2DB-EA27EC4C2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890" y="2568118"/>
                  <a:ext cx="605962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B167A649-AB40-EC2F-797A-0491FE7DC9C9}"/>
                    </a:ext>
                  </a:extLst>
                </p:cNvPr>
                <p:cNvSpPr txBox="1"/>
                <p:nvPr/>
              </p:nvSpPr>
              <p:spPr>
                <a:xfrm>
                  <a:off x="7429890" y="3432980"/>
                  <a:ext cx="816056" cy="600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8BFEB7A9-FC66-58AF-4931-6762179247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890" y="3432980"/>
                  <a:ext cx="816056" cy="60016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4F4634A0-7655-84FE-6353-AF7616543A3A}"/>
                    </a:ext>
                  </a:extLst>
                </p:cNvPr>
                <p:cNvSpPr txBox="1"/>
                <p:nvPr/>
              </p:nvSpPr>
              <p:spPr>
                <a:xfrm>
                  <a:off x="8421804" y="2721851"/>
                  <a:ext cx="60596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S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48760443-8D90-0F68-12C2-8F4D86A237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1804" y="2721851"/>
                  <a:ext cx="605962" cy="52469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DEFA5C17-06C6-4D6E-3C7F-4A5A5A592A53}"/>
                    </a:ext>
                  </a:extLst>
                </p:cNvPr>
                <p:cNvSpPr txBox="1"/>
                <p:nvPr/>
              </p:nvSpPr>
              <p:spPr>
                <a:xfrm>
                  <a:off x="8421804" y="3355752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BF775F75-B587-80C3-2FAA-FF6009EB6B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1804" y="3355752"/>
                  <a:ext cx="605962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4833D250-48E7-FAE7-E375-C15C060F3611}"/>
                    </a:ext>
                  </a:extLst>
                </p:cNvPr>
                <p:cNvSpPr txBox="1"/>
                <p:nvPr/>
              </p:nvSpPr>
              <p:spPr>
                <a:xfrm>
                  <a:off x="7961469" y="2560596"/>
                  <a:ext cx="60596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a14:m>
                  <a:r>
                    <a:rPr lang="zh-CN" altLang="en-US" sz="3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AE30679F-7516-F357-31CF-EDF1632137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1469" y="2560596"/>
                  <a:ext cx="605962" cy="6463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20CBAD56-885F-ECD9-80E5-1C3D7249C30C}"/>
                </a:ext>
              </a:extLst>
            </p:cNvPr>
            <p:cNvCxnSpPr/>
            <p:nvPr/>
          </p:nvCxnSpPr>
          <p:spPr>
            <a:xfrm>
              <a:off x="7110611" y="2868417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7DF4FE6B-2A23-BE96-4061-5A5DD1D485F3}"/>
                </a:ext>
              </a:extLst>
            </p:cNvPr>
            <p:cNvCxnSpPr/>
            <p:nvPr/>
          </p:nvCxnSpPr>
          <p:spPr>
            <a:xfrm>
              <a:off x="7110611" y="3736406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9A7EA309-6C65-0F82-B43D-516CDFD5D405}"/>
                </a:ext>
              </a:extLst>
            </p:cNvPr>
            <p:cNvCxnSpPr/>
            <p:nvPr/>
          </p:nvCxnSpPr>
          <p:spPr>
            <a:xfrm>
              <a:off x="8988049" y="2982105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39DEA0C6-B86B-E749-0B0D-6EACDF72A1AC}"/>
                </a:ext>
              </a:extLst>
            </p:cNvPr>
            <p:cNvCxnSpPr/>
            <p:nvPr/>
          </p:nvCxnSpPr>
          <p:spPr>
            <a:xfrm>
              <a:off x="8988049" y="3637443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BF105E34-EFA6-BC1A-B6E5-25D247065C0D}"/>
                    </a:ext>
                  </a:extLst>
                </p:cNvPr>
                <p:cNvSpPr txBox="1"/>
                <p:nvPr/>
              </p:nvSpPr>
              <p:spPr>
                <a:xfrm>
                  <a:off x="7429890" y="2979577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0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D7FE3B80-E964-04D2-B239-226B2F9030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890" y="2979577"/>
                  <a:ext cx="605962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D8195325-FDD9-ED54-63EF-70A7D0BB6E63}"/>
                </a:ext>
              </a:extLst>
            </p:cNvPr>
            <p:cNvCxnSpPr/>
            <p:nvPr/>
          </p:nvCxnSpPr>
          <p:spPr>
            <a:xfrm>
              <a:off x="7110611" y="3280587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559EE616-5ECB-C83F-A327-65D9252E79D7}"/>
                  </a:ext>
                </a:extLst>
              </p:cNvPr>
              <p:cNvSpPr txBox="1"/>
              <p:nvPr/>
            </p:nvSpPr>
            <p:spPr>
              <a:xfrm>
                <a:off x="7403325" y="3965960"/>
                <a:ext cx="4502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400">
                          <a:latin typeface="Cambria Math" panose="02040503050406030204" pitchFamily="18" charset="0"/>
                          <a:ea typeface="楷体_GB2312" pitchFamily="49" charset="-122"/>
                        </a:rPr>
                        <m:t>A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559EE616-5ECB-C83F-A327-65D9252E7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325" y="3965960"/>
                <a:ext cx="450256" cy="461665"/>
              </a:xfrm>
              <a:prstGeom prst="rect">
                <a:avLst/>
              </a:prstGeom>
              <a:blipFill>
                <a:blip r:embed="rId11"/>
                <a:stretch>
                  <a:fillRect l="-40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9CD34121-0153-3009-6A91-FE6F3B0A04C3}"/>
                  </a:ext>
                </a:extLst>
              </p:cNvPr>
              <p:cNvSpPr txBox="1"/>
              <p:nvPr/>
            </p:nvSpPr>
            <p:spPr>
              <a:xfrm>
                <a:off x="9962676" y="3960878"/>
                <a:ext cx="4580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9CD34121-0153-3009-6A91-FE6F3B0A0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2676" y="3960878"/>
                <a:ext cx="458075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Line 27">
            <a:extLst>
              <a:ext uri="{FF2B5EF4-FFF2-40B4-BE49-F238E27FC236}">
                <a16:creationId xmlns:a16="http://schemas.microsoft.com/office/drawing/2014/main" id="{1CC5CE2C-2A83-F01A-55FA-C8A19FB570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5314" y="2189858"/>
            <a:ext cx="34940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04" name="Line 27">
            <a:extLst>
              <a:ext uri="{FF2B5EF4-FFF2-40B4-BE49-F238E27FC236}">
                <a16:creationId xmlns:a16="http://schemas.microsoft.com/office/drawing/2014/main" id="{073B6946-C857-CB8B-AC5B-BFBF782E5B9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5314" y="2823429"/>
            <a:ext cx="34940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05" name="Line 27">
            <a:extLst>
              <a:ext uri="{FF2B5EF4-FFF2-40B4-BE49-F238E27FC236}">
                <a16:creationId xmlns:a16="http://schemas.microsoft.com/office/drawing/2014/main" id="{50A458BB-BDD8-26D8-8394-EE6C56D0D5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5314" y="3174568"/>
            <a:ext cx="34940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06" name="Line 27">
            <a:extLst>
              <a:ext uri="{FF2B5EF4-FFF2-40B4-BE49-F238E27FC236}">
                <a16:creationId xmlns:a16="http://schemas.microsoft.com/office/drawing/2014/main" id="{30016402-F939-F405-7041-5DDE80B1595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5312" y="3823626"/>
            <a:ext cx="349403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07" name="Line 27">
            <a:extLst>
              <a:ext uri="{FF2B5EF4-FFF2-40B4-BE49-F238E27FC236}">
                <a16:creationId xmlns:a16="http://schemas.microsoft.com/office/drawing/2014/main" id="{CB8519D9-7AED-0E44-8971-4A98ACE3EC8B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551749" y="2870909"/>
            <a:ext cx="22068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08" name="Line 27">
            <a:extLst>
              <a:ext uri="{FF2B5EF4-FFF2-40B4-BE49-F238E27FC236}">
                <a16:creationId xmlns:a16="http://schemas.microsoft.com/office/drawing/2014/main" id="{C5C153B7-8D92-86A7-89AA-0F3A5AF84D24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189283" y="2870911"/>
            <a:ext cx="220684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09" name="Line 27">
            <a:extLst>
              <a:ext uri="{FF2B5EF4-FFF2-40B4-BE49-F238E27FC236}">
                <a16:creationId xmlns:a16="http://schemas.microsoft.com/office/drawing/2014/main" id="{BA944CED-F0E7-B88B-85E0-E23B6F303A84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838872" y="2870910"/>
            <a:ext cx="220684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10" name="Line 27">
            <a:extLst>
              <a:ext uri="{FF2B5EF4-FFF2-40B4-BE49-F238E27FC236}">
                <a16:creationId xmlns:a16="http://schemas.microsoft.com/office/drawing/2014/main" id="{98312BCD-7AD2-70D9-7F00-7FA02006E8E5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6481851" y="2870912"/>
            <a:ext cx="220683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12" name="Line 27">
            <a:extLst>
              <a:ext uri="{FF2B5EF4-FFF2-40B4-BE49-F238E27FC236}">
                <a16:creationId xmlns:a16="http://schemas.microsoft.com/office/drawing/2014/main" id="{53131B04-AA05-6890-E897-9A34DC82E538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9037626" y="2870909"/>
            <a:ext cx="2206844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20" name="Line 27">
            <a:extLst>
              <a:ext uri="{FF2B5EF4-FFF2-40B4-BE49-F238E27FC236}">
                <a16:creationId xmlns:a16="http://schemas.microsoft.com/office/drawing/2014/main" id="{831C288F-8558-FE01-90CD-F8DF60182DBE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10051180" y="1884804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" name="Line 27">
            <a:extLst>
              <a:ext uri="{FF2B5EF4-FFF2-40B4-BE49-F238E27FC236}">
                <a16:creationId xmlns:a16="http://schemas.microsoft.com/office/drawing/2014/main" id="{AAF0791F-4D2D-BC63-8D48-F8D3A26B70B0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10051180" y="1883111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" name="Line 27">
            <a:extLst>
              <a:ext uri="{FF2B5EF4-FFF2-40B4-BE49-F238E27FC236}">
                <a16:creationId xmlns:a16="http://schemas.microsoft.com/office/drawing/2014/main" id="{73FC7148-F8DE-B940-A674-C41206FFFCF9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10051181" y="2191998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" name="Line 27">
            <a:extLst>
              <a:ext uri="{FF2B5EF4-FFF2-40B4-BE49-F238E27FC236}">
                <a16:creationId xmlns:a16="http://schemas.microsoft.com/office/drawing/2014/main" id="{98142056-D45D-FDFB-6D8D-141E0B59CC66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10051181" y="2190305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29A7A2F8-7FED-DA9A-1D58-7742B956A2D8}"/>
                  </a:ext>
                </a:extLst>
              </p:cNvPr>
              <p:cNvSpPr txBox="1"/>
              <p:nvPr/>
            </p:nvSpPr>
            <p:spPr>
              <a:xfrm>
                <a:off x="8114341" y="3961650"/>
                <a:ext cx="4502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400" b="0" i="0" smtClean="0">
                          <a:latin typeface="Cambria Math" panose="02040503050406030204" pitchFamily="18" charset="0"/>
                          <a:ea typeface="楷体_GB2312" pitchFamily="49" charset="-122"/>
                        </a:rPr>
                        <m:t>B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29A7A2F8-7FED-DA9A-1D58-7742B956A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341" y="3961650"/>
                <a:ext cx="450256" cy="461665"/>
              </a:xfrm>
              <a:prstGeom prst="rect">
                <a:avLst/>
              </a:prstGeom>
              <a:blipFill>
                <a:blip r:embed="rId13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8EBA29AC-0364-5404-45FF-02A2A9D86609}"/>
                  </a:ext>
                </a:extLst>
              </p:cNvPr>
              <p:cNvSpPr txBox="1"/>
              <p:nvPr/>
            </p:nvSpPr>
            <p:spPr>
              <a:xfrm>
                <a:off x="10392044" y="3955066"/>
                <a:ext cx="4580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8EBA29AC-0364-5404-45FF-02A2A9D86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2044" y="3955066"/>
                <a:ext cx="458075" cy="461665"/>
              </a:xfrm>
              <a:prstGeom prst="rect">
                <a:avLst/>
              </a:prstGeom>
              <a:blipFill>
                <a:blip r:embed="rId14"/>
                <a:stretch>
                  <a:fillRect l="-20000"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Line 27">
            <a:extLst>
              <a:ext uri="{FF2B5EF4-FFF2-40B4-BE49-F238E27FC236}">
                <a16:creationId xmlns:a16="http://schemas.microsoft.com/office/drawing/2014/main" id="{6B8AE288-E8E4-69C2-0A8C-630A89DC8617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9410786" y="2870911"/>
            <a:ext cx="22068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33" name="Line 27">
            <a:extLst>
              <a:ext uri="{FF2B5EF4-FFF2-40B4-BE49-F238E27FC236}">
                <a16:creationId xmlns:a16="http://schemas.microsoft.com/office/drawing/2014/main" id="{B1998433-1AA1-CF88-6AD3-0CF9860605E2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10425411" y="3825319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" name="Line 27">
            <a:extLst>
              <a:ext uri="{FF2B5EF4-FFF2-40B4-BE49-F238E27FC236}">
                <a16:creationId xmlns:a16="http://schemas.microsoft.com/office/drawing/2014/main" id="{79055818-A4E4-4F98-7770-9F4CF8E8C015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10425411" y="3823626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28EE494-29D8-547B-83C7-B4DB2CF5F5FC}"/>
              </a:ext>
            </a:extLst>
          </p:cNvPr>
          <p:cNvSpPr txBox="1"/>
          <p:nvPr/>
        </p:nvSpPr>
        <p:spPr>
          <a:xfrm>
            <a:off x="7892506" y="1225862"/>
            <a:ext cx="1117816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与阵列</a:t>
            </a:r>
            <a:endParaRPr kumimoji="1"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66767A82-C327-4B1D-97A8-CC88DB887253}"/>
              </a:ext>
            </a:extLst>
          </p:cNvPr>
          <p:cNvSpPr txBox="1"/>
          <p:nvPr/>
        </p:nvSpPr>
        <p:spPr>
          <a:xfrm>
            <a:off x="9708001" y="1231557"/>
            <a:ext cx="1251748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或阵列</a:t>
            </a:r>
            <a:endParaRPr kumimoji="1"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Line 27">
            <a:extLst>
              <a:ext uri="{FF2B5EF4-FFF2-40B4-BE49-F238E27FC236}">
                <a16:creationId xmlns:a16="http://schemas.microsoft.com/office/drawing/2014/main" id="{AF584BE8-A704-C294-9386-388CE234E455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487996" y="2862502"/>
            <a:ext cx="2548537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06ECF9AF-DC1C-42F2-4938-7FDA171C035F}"/>
                  </a:ext>
                </a:extLst>
              </p:cNvPr>
              <p:cNvSpPr txBox="1"/>
              <p:nvPr/>
            </p:nvSpPr>
            <p:spPr>
              <a:xfrm>
                <a:off x="7760996" y="3960878"/>
                <a:ext cx="450256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A</m:t>
                          </m:r>
                        </m:e>
                      </m:ac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06ECF9AF-DC1C-42F2-4938-7FDA171C0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0996" y="3960878"/>
                <a:ext cx="450256" cy="462434"/>
              </a:xfrm>
              <a:prstGeom prst="rect">
                <a:avLst/>
              </a:prstGeom>
              <a:blipFill>
                <a:blip r:embed="rId15"/>
                <a:stretch>
                  <a:fillRect l="-40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1226D7C6-CF0B-AD6B-A82B-6698DDFA9AD8}"/>
                  </a:ext>
                </a:extLst>
              </p:cNvPr>
              <p:cNvSpPr txBox="1"/>
              <p:nvPr/>
            </p:nvSpPr>
            <p:spPr>
              <a:xfrm>
                <a:off x="8477957" y="3968981"/>
                <a:ext cx="450256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B</m:t>
                          </m:r>
                        </m:e>
                      </m:ac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1226D7C6-CF0B-AD6B-A82B-6698DDFA9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957" y="3968981"/>
                <a:ext cx="450256" cy="462434"/>
              </a:xfrm>
              <a:prstGeom prst="rect">
                <a:avLst/>
              </a:prstGeom>
              <a:blipFill>
                <a:blip r:embed="rId16"/>
                <a:stretch>
                  <a:fillRect l="-40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Line 27">
            <a:extLst>
              <a:ext uri="{FF2B5EF4-FFF2-40B4-BE49-F238E27FC236}">
                <a16:creationId xmlns:a16="http://schemas.microsoft.com/office/drawing/2014/main" id="{A013E9D3-41E3-6A68-74A4-0A8504A25F93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916571" y="2870910"/>
            <a:ext cx="22068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20C5B574-2CA3-E6D0-088F-05EEC6F36764}"/>
                  </a:ext>
                </a:extLst>
              </p:cNvPr>
              <p:cNvSpPr txBox="1"/>
              <p:nvPr/>
            </p:nvSpPr>
            <p:spPr>
              <a:xfrm>
                <a:off x="8856612" y="3968981"/>
                <a:ext cx="4502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400" b="0" i="0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20C5B574-2CA3-E6D0-088F-05EEC6F36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6612" y="3968981"/>
                <a:ext cx="450256" cy="461665"/>
              </a:xfrm>
              <a:prstGeom prst="rect">
                <a:avLst/>
              </a:prstGeom>
              <a:blipFill>
                <a:blip r:embed="rId17"/>
                <a:stretch>
                  <a:fillRect l="-12162"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Line 27">
            <a:extLst>
              <a:ext uri="{FF2B5EF4-FFF2-40B4-BE49-F238E27FC236}">
                <a16:creationId xmlns:a16="http://schemas.microsoft.com/office/drawing/2014/main" id="{375AA960-F885-9703-5B71-8910E4F2E0B4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8280062" y="2870909"/>
            <a:ext cx="220684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8857C81A-B7DA-F858-05C1-FABC98701337}"/>
                  </a:ext>
                </a:extLst>
              </p:cNvPr>
              <p:cNvSpPr txBox="1"/>
              <p:nvPr/>
            </p:nvSpPr>
            <p:spPr>
              <a:xfrm>
                <a:off x="9207238" y="3968212"/>
                <a:ext cx="450256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  <a:ea typeface="楷体_GB2312" pitchFamily="49" charset="-122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zh-CN" sz="2400" i="1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0" smtClean="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40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sz="2400">
                                  <a:latin typeface="Cambria Math" panose="02040503050406030204" pitchFamily="18" charset="0"/>
                                  <a:ea typeface="楷体_GB2312" pitchFamily="49" charset="-122"/>
                                </a:rPr>
                                <m:t>I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8857C81A-B7DA-F858-05C1-FABC98701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7238" y="3968212"/>
                <a:ext cx="450256" cy="462434"/>
              </a:xfrm>
              <a:prstGeom prst="rect">
                <a:avLst/>
              </a:prstGeom>
              <a:blipFill>
                <a:blip r:embed="rId18"/>
                <a:stretch>
                  <a:fillRect l="-4054"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Line 27">
            <a:extLst>
              <a:ext uri="{FF2B5EF4-FFF2-40B4-BE49-F238E27FC236}">
                <a16:creationId xmlns:a16="http://schemas.microsoft.com/office/drawing/2014/main" id="{5BB0D1D4-D3FC-977D-BAEF-711536F2044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5314" y="3504469"/>
            <a:ext cx="34940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54" name="Line 27">
            <a:extLst>
              <a:ext uri="{FF2B5EF4-FFF2-40B4-BE49-F238E27FC236}">
                <a16:creationId xmlns:a16="http://schemas.microsoft.com/office/drawing/2014/main" id="{F5F473F2-1C3A-A829-8B6E-B06B2BF8C8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5314" y="2509911"/>
            <a:ext cx="34940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55" name="Line 27">
            <a:extLst>
              <a:ext uri="{FF2B5EF4-FFF2-40B4-BE49-F238E27FC236}">
                <a16:creationId xmlns:a16="http://schemas.microsoft.com/office/drawing/2014/main" id="{97BC5D06-8633-CC69-BA42-A9A535B1C69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5314" y="1881623"/>
            <a:ext cx="349403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56" name="Line 27">
            <a:extLst>
              <a:ext uri="{FF2B5EF4-FFF2-40B4-BE49-F238E27FC236}">
                <a16:creationId xmlns:a16="http://schemas.microsoft.com/office/drawing/2014/main" id="{A066498E-6A31-5747-E6CC-B0A1FBE993C8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7851023" y="2825487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" name="Line 27">
            <a:extLst>
              <a:ext uri="{FF2B5EF4-FFF2-40B4-BE49-F238E27FC236}">
                <a16:creationId xmlns:a16="http://schemas.microsoft.com/office/drawing/2014/main" id="{B1495E67-62D5-4837-8DFE-7BC99B861B88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7851023" y="2823794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" name="Line 27">
            <a:extLst>
              <a:ext uri="{FF2B5EF4-FFF2-40B4-BE49-F238E27FC236}">
                <a16:creationId xmlns:a16="http://schemas.microsoft.com/office/drawing/2014/main" id="{2DBD3D97-92FD-7E29-7543-5B96E8B67F2D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7851023" y="2512157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" name="Line 27">
            <a:extLst>
              <a:ext uri="{FF2B5EF4-FFF2-40B4-BE49-F238E27FC236}">
                <a16:creationId xmlns:a16="http://schemas.microsoft.com/office/drawing/2014/main" id="{5B36B21C-1381-63E9-C25E-0F2B557197F3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7851023" y="2510464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" name="Line 27">
            <a:extLst>
              <a:ext uri="{FF2B5EF4-FFF2-40B4-BE49-F238E27FC236}">
                <a16:creationId xmlns:a16="http://schemas.microsoft.com/office/drawing/2014/main" id="{0AE757E9-AAA0-B73A-2C83-279337E4F825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8564927" y="2826537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1" name="Line 27">
            <a:extLst>
              <a:ext uri="{FF2B5EF4-FFF2-40B4-BE49-F238E27FC236}">
                <a16:creationId xmlns:a16="http://schemas.microsoft.com/office/drawing/2014/main" id="{4658ACBF-C1BD-3CF0-6A0D-CB65FC233DC3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8564927" y="2824844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2" name="Line 27">
            <a:extLst>
              <a:ext uri="{FF2B5EF4-FFF2-40B4-BE49-F238E27FC236}">
                <a16:creationId xmlns:a16="http://schemas.microsoft.com/office/drawing/2014/main" id="{794C5913-7EF5-3B88-11AC-4F34D73A9F80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8932227" y="2826731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" name="Line 27">
            <a:extLst>
              <a:ext uri="{FF2B5EF4-FFF2-40B4-BE49-F238E27FC236}">
                <a16:creationId xmlns:a16="http://schemas.microsoft.com/office/drawing/2014/main" id="{CAB13C3E-5198-D1A5-573A-E7CE0AE5F421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8932227" y="2825038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4" name="Line 27">
            <a:extLst>
              <a:ext uri="{FF2B5EF4-FFF2-40B4-BE49-F238E27FC236}">
                <a16:creationId xmlns:a16="http://schemas.microsoft.com/office/drawing/2014/main" id="{1F330E0B-677B-1BEA-0CAA-8A30DD860B88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8204472" y="2513270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5" name="Line 27">
            <a:extLst>
              <a:ext uri="{FF2B5EF4-FFF2-40B4-BE49-F238E27FC236}">
                <a16:creationId xmlns:a16="http://schemas.microsoft.com/office/drawing/2014/main" id="{F810CA77-9C6E-0F2D-43F3-E5FD6DEA9144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8204472" y="2511577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" name="Line 27">
            <a:extLst>
              <a:ext uri="{FF2B5EF4-FFF2-40B4-BE49-F238E27FC236}">
                <a16:creationId xmlns:a16="http://schemas.microsoft.com/office/drawing/2014/main" id="{7C4A0D29-AC36-7C16-A210-EF72109DFD86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9292520" y="2513850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" name="Line 27">
            <a:extLst>
              <a:ext uri="{FF2B5EF4-FFF2-40B4-BE49-F238E27FC236}">
                <a16:creationId xmlns:a16="http://schemas.microsoft.com/office/drawing/2014/main" id="{AABA7AE7-238A-8F59-016F-F4886FA853E4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9292520" y="2512157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" name="Line 27">
            <a:extLst>
              <a:ext uri="{FF2B5EF4-FFF2-40B4-BE49-F238E27FC236}">
                <a16:creationId xmlns:a16="http://schemas.microsoft.com/office/drawing/2014/main" id="{D9EE0F93-BEAF-CC2A-FD10-1C478BAB4CCE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7494984" y="1884542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" name="Line 27">
            <a:extLst>
              <a:ext uri="{FF2B5EF4-FFF2-40B4-BE49-F238E27FC236}">
                <a16:creationId xmlns:a16="http://schemas.microsoft.com/office/drawing/2014/main" id="{C5B74B61-EA28-6DD8-E47C-CBB8A00418B1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7494984" y="1882849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0" name="Line 27">
            <a:extLst>
              <a:ext uri="{FF2B5EF4-FFF2-40B4-BE49-F238E27FC236}">
                <a16:creationId xmlns:a16="http://schemas.microsoft.com/office/drawing/2014/main" id="{F03C6AF7-B601-725D-90C9-7982FC5031E5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8202371" y="1885938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" name="Line 27">
            <a:extLst>
              <a:ext uri="{FF2B5EF4-FFF2-40B4-BE49-F238E27FC236}">
                <a16:creationId xmlns:a16="http://schemas.microsoft.com/office/drawing/2014/main" id="{4DD4EFC9-2AC1-B782-2219-0542883CFFA0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8202371" y="1884245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" name="Line 27">
            <a:extLst>
              <a:ext uri="{FF2B5EF4-FFF2-40B4-BE49-F238E27FC236}">
                <a16:creationId xmlns:a16="http://schemas.microsoft.com/office/drawing/2014/main" id="{B22F227B-6118-69F1-5BC1-9C15977C055F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8930648" y="1884542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" name="Line 27">
            <a:extLst>
              <a:ext uri="{FF2B5EF4-FFF2-40B4-BE49-F238E27FC236}">
                <a16:creationId xmlns:a16="http://schemas.microsoft.com/office/drawing/2014/main" id="{DDB55E83-0B72-9AED-BFDB-1BCF31EB4745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8930648" y="1882849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" name="Line 27">
            <a:extLst>
              <a:ext uri="{FF2B5EF4-FFF2-40B4-BE49-F238E27FC236}">
                <a16:creationId xmlns:a16="http://schemas.microsoft.com/office/drawing/2014/main" id="{BD1FD559-D7CB-D07C-EC71-C644F0C7F820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10051180" y="2508947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" name="Line 27">
            <a:extLst>
              <a:ext uri="{FF2B5EF4-FFF2-40B4-BE49-F238E27FC236}">
                <a16:creationId xmlns:a16="http://schemas.microsoft.com/office/drawing/2014/main" id="{972E7C1F-B416-B992-A7C9-EBFA98602F75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10051180" y="2507254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6" name="Line 27">
            <a:extLst>
              <a:ext uri="{FF2B5EF4-FFF2-40B4-BE49-F238E27FC236}">
                <a16:creationId xmlns:a16="http://schemas.microsoft.com/office/drawing/2014/main" id="{631E15EA-F109-30B5-C946-3686B6A6AF0E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10051181" y="2823794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7" name="Line 27">
            <a:extLst>
              <a:ext uri="{FF2B5EF4-FFF2-40B4-BE49-F238E27FC236}">
                <a16:creationId xmlns:a16="http://schemas.microsoft.com/office/drawing/2014/main" id="{9CCCC59B-0AF0-4DE2-C717-9F52FABEAD96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10051181" y="2822101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" name="Line 27">
            <a:extLst>
              <a:ext uri="{FF2B5EF4-FFF2-40B4-BE49-F238E27FC236}">
                <a16:creationId xmlns:a16="http://schemas.microsoft.com/office/drawing/2014/main" id="{DE497902-5315-D603-213D-B35F052CABE8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10425528" y="3177074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" name="Line 27">
            <a:extLst>
              <a:ext uri="{FF2B5EF4-FFF2-40B4-BE49-F238E27FC236}">
                <a16:creationId xmlns:a16="http://schemas.microsoft.com/office/drawing/2014/main" id="{DECF5045-A318-D60A-DE69-36D68EBE5A5D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10425528" y="3175381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0" name="Line 27">
            <a:extLst>
              <a:ext uri="{FF2B5EF4-FFF2-40B4-BE49-F238E27FC236}">
                <a16:creationId xmlns:a16="http://schemas.microsoft.com/office/drawing/2014/main" id="{16F3F3D8-D7F5-FEF7-587A-50150DC1D815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10425411" y="3503552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" name="Line 27">
            <a:extLst>
              <a:ext uri="{FF2B5EF4-FFF2-40B4-BE49-F238E27FC236}">
                <a16:creationId xmlns:a16="http://schemas.microsoft.com/office/drawing/2014/main" id="{AA475AA8-33BB-2601-37BB-935403DC77A8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10425411" y="3501859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" name="Line 27">
            <a:extLst>
              <a:ext uri="{FF2B5EF4-FFF2-40B4-BE49-F238E27FC236}">
                <a16:creationId xmlns:a16="http://schemas.microsoft.com/office/drawing/2014/main" id="{8C019ED7-77B6-BEDE-10DB-9A528B171A45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7494983" y="3176351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" name="Line 27">
            <a:extLst>
              <a:ext uri="{FF2B5EF4-FFF2-40B4-BE49-F238E27FC236}">
                <a16:creationId xmlns:a16="http://schemas.microsoft.com/office/drawing/2014/main" id="{AEFDC198-DA90-56F8-46CB-5F82F0572579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7494983" y="3174658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" name="Line 27">
            <a:extLst>
              <a:ext uri="{FF2B5EF4-FFF2-40B4-BE49-F238E27FC236}">
                <a16:creationId xmlns:a16="http://schemas.microsoft.com/office/drawing/2014/main" id="{0CDBDFEA-9589-8348-B2EB-A8CF37DDAA85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8202370" y="3177747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" name="Line 27">
            <a:extLst>
              <a:ext uri="{FF2B5EF4-FFF2-40B4-BE49-F238E27FC236}">
                <a16:creationId xmlns:a16="http://schemas.microsoft.com/office/drawing/2014/main" id="{4AC4C77C-9920-B134-6AB1-7285DA313066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8202370" y="3176054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" name="Line 27">
            <a:extLst>
              <a:ext uri="{FF2B5EF4-FFF2-40B4-BE49-F238E27FC236}">
                <a16:creationId xmlns:a16="http://schemas.microsoft.com/office/drawing/2014/main" id="{01EF97E0-3EE9-7D36-1EFE-5A8744D5593C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8202232" y="3823496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" name="Line 27">
            <a:extLst>
              <a:ext uri="{FF2B5EF4-FFF2-40B4-BE49-F238E27FC236}">
                <a16:creationId xmlns:a16="http://schemas.microsoft.com/office/drawing/2014/main" id="{0997F903-F5D3-A832-4053-F04F6B095398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8202232" y="3821803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" name="Line 27">
            <a:extLst>
              <a:ext uri="{FF2B5EF4-FFF2-40B4-BE49-F238E27FC236}">
                <a16:creationId xmlns:a16="http://schemas.microsoft.com/office/drawing/2014/main" id="{730A63E8-5E72-115B-9A42-C9C0C7BB37A2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8926366" y="3824212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9" name="Line 27">
            <a:extLst>
              <a:ext uri="{FF2B5EF4-FFF2-40B4-BE49-F238E27FC236}">
                <a16:creationId xmlns:a16="http://schemas.microsoft.com/office/drawing/2014/main" id="{A9D1B26A-5403-FC58-07E3-FC1A5B9B5025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8926366" y="3822519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0" name="Line 27">
            <a:extLst>
              <a:ext uri="{FF2B5EF4-FFF2-40B4-BE49-F238E27FC236}">
                <a16:creationId xmlns:a16="http://schemas.microsoft.com/office/drawing/2014/main" id="{1604771D-82C8-B504-9121-51F6BC1FD1AE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7494002" y="3506152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1" name="Line 27">
            <a:extLst>
              <a:ext uri="{FF2B5EF4-FFF2-40B4-BE49-F238E27FC236}">
                <a16:creationId xmlns:a16="http://schemas.microsoft.com/office/drawing/2014/main" id="{BF4BB7D3-B813-6526-BC02-161EDF9EAA7D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7494002" y="3504459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2" name="Line 27">
            <a:extLst>
              <a:ext uri="{FF2B5EF4-FFF2-40B4-BE49-F238E27FC236}">
                <a16:creationId xmlns:a16="http://schemas.microsoft.com/office/drawing/2014/main" id="{B719447F-8D13-90C1-00A7-F4B81971EDC6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8926367" y="3506152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3" name="Line 27">
            <a:extLst>
              <a:ext uri="{FF2B5EF4-FFF2-40B4-BE49-F238E27FC236}">
                <a16:creationId xmlns:a16="http://schemas.microsoft.com/office/drawing/2014/main" id="{B87C3CAB-CD29-5193-CCF8-89666DE63923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8926367" y="3504459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" name="Line 27">
            <a:extLst>
              <a:ext uri="{FF2B5EF4-FFF2-40B4-BE49-F238E27FC236}">
                <a16:creationId xmlns:a16="http://schemas.microsoft.com/office/drawing/2014/main" id="{F7605E2C-B2E0-6797-0320-E2F7648C0544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7496912" y="2191513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" name="Line 27">
            <a:extLst>
              <a:ext uri="{FF2B5EF4-FFF2-40B4-BE49-F238E27FC236}">
                <a16:creationId xmlns:a16="http://schemas.microsoft.com/office/drawing/2014/main" id="{E4ED844B-3A98-86DF-67DD-96A54B965544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7496912" y="2189820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7" name="Line 27">
            <a:extLst>
              <a:ext uri="{FF2B5EF4-FFF2-40B4-BE49-F238E27FC236}">
                <a16:creationId xmlns:a16="http://schemas.microsoft.com/office/drawing/2014/main" id="{AA286C42-1491-5276-1DCD-5866D742A188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8564927" y="2192895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" name="Line 27">
            <a:extLst>
              <a:ext uri="{FF2B5EF4-FFF2-40B4-BE49-F238E27FC236}">
                <a16:creationId xmlns:a16="http://schemas.microsoft.com/office/drawing/2014/main" id="{9A0B0860-B0A2-6AC2-699C-F7E70D2DF7E3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8564927" y="2191202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9" name="Line 27">
            <a:extLst>
              <a:ext uri="{FF2B5EF4-FFF2-40B4-BE49-F238E27FC236}">
                <a16:creationId xmlns:a16="http://schemas.microsoft.com/office/drawing/2014/main" id="{9DC1FC19-AD39-B3A3-4FE7-F6F37D249698}"/>
              </a:ext>
            </a:extLst>
          </p:cNvPr>
          <p:cNvSpPr>
            <a:spLocks noChangeShapeType="1"/>
          </p:cNvSpPr>
          <p:nvPr/>
        </p:nvSpPr>
        <p:spPr bwMode="auto">
          <a:xfrm rot="2700000">
            <a:off x="9293068" y="2192437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" name="Line 27">
            <a:extLst>
              <a:ext uri="{FF2B5EF4-FFF2-40B4-BE49-F238E27FC236}">
                <a16:creationId xmlns:a16="http://schemas.microsoft.com/office/drawing/2014/main" id="{065ED032-DFF2-A3AB-8BD5-59ED8A08BDA0}"/>
              </a:ext>
            </a:extLst>
          </p:cNvPr>
          <p:cNvSpPr>
            <a:spLocks noChangeShapeType="1"/>
          </p:cNvSpPr>
          <p:nvPr/>
        </p:nvSpPr>
        <p:spPr bwMode="auto">
          <a:xfrm rot="18900000" flipV="1">
            <a:off x="9293068" y="2190744"/>
            <a:ext cx="1825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5AA22587-8FA6-6598-2151-9CE92C9E99B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可编程逻辑器件的组合逻辑电路实现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5DF023C-1D56-E2DA-0D1D-ED58D0208CD9}"/>
              </a:ext>
            </a:extLst>
          </p:cNvPr>
          <p:cNvCxnSpPr>
            <a:cxnSpLocks/>
          </p:cNvCxnSpPr>
          <p:nvPr/>
        </p:nvCxnSpPr>
        <p:spPr>
          <a:xfrm>
            <a:off x="1298749" y="5544000"/>
            <a:ext cx="44343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6337F7D-0932-DD7B-4389-B83EA18D25F6}"/>
              </a:ext>
            </a:extLst>
          </p:cNvPr>
          <p:cNvCxnSpPr>
            <a:cxnSpLocks/>
          </p:cNvCxnSpPr>
          <p:nvPr/>
        </p:nvCxnSpPr>
        <p:spPr>
          <a:xfrm>
            <a:off x="1305447" y="6058800"/>
            <a:ext cx="280432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181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2C2F0-860E-5B50-DA59-B3A1D3842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C9805D5-2C7F-E6DD-3D01-59364253785D}"/>
              </a:ext>
            </a:extLst>
          </p:cNvPr>
          <p:cNvSpPr txBox="1"/>
          <p:nvPr/>
        </p:nvSpPr>
        <p:spPr>
          <a:xfrm>
            <a:off x="360000" y="828000"/>
            <a:ext cx="5220145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PAL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的组合电路实现：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7EBE84CB-65B8-F12C-DB54-24A39A4EFB2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2547FD67-BD21-018B-F820-C59CD28B328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9" name="箭头: 五边形 98">
                <a:extLst>
                  <a:ext uri="{FF2B5EF4-FFF2-40B4-BE49-F238E27FC236}">
                    <a16:creationId xmlns:a16="http://schemas.microsoft.com/office/drawing/2014/main" id="{1DC73505-7B7C-D961-584B-3141D1260DE4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0" name="箭头: V 形 99">
                <a:extLst>
                  <a:ext uri="{FF2B5EF4-FFF2-40B4-BE49-F238E27FC236}">
                    <a16:creationId xmlns:a16="http://schemas.microsoft.com/office/drawing/2014/main" id="{0A041D70-32B4-6EDC-7E7D-69A421643FD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8" name="灯片编号占位符 3">
              <a:extLst>
                <a:ext uri="{FF2B5EF4-FFF2-40B4-BE49-F238E27FC236}">
                  <a16:creationId xmlns:a16="http://schemas.microsoft.com/office/drawing/2014/main" id="{2FE19F58-5D75-B117-463E-3DCF9975935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2F5FCD0-F13E-DEF8-3A30-0F9883F8A502}"/>
                  </a:ext>
                </a:extLst>
              </p:cNvPr>
              <p:cNvSpPr txBox="1"/>
              <p:nvPr/>
            </p:nvSpPr>
            <p:spPr>
              <a:xfrm>
                <a:off x="360000" y="1800000"/>
                <a:ext cx="5836064" cy="2087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2F5FCD0-F13E-DEF8-3A30-0F9883F8A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800000"/>
                <a:ext cx="5836064" cy="20874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B52A472-A404-BA58-5C25-8E535DF5D505}"/>
                  </a:ext>
                </a:extLst>
              </p:cNvPr>
              <p:cNvSpPr txBox="1"/>
              <p:nvPr/>
            </p:nvSpPr>
            <p:spPr>
              <a:xfrm>
                <a:off x="360000" y="3816000"/>
                <a:ext cx="4779574" cy="524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kumimoji="1" lang="en-US" altLang="zh-CN" sz="28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B52A472-A404-BA58-5C25-8E535DF5D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816000"/>
                <a:ext cx="4779574" cy="5241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>
            <a:extLst>
              <a:ext uri="{FF2B5EF4-FFF2-40B4-BE49-F238E27FC236}">
                <a16:creationId xmlns:a16="http://schemas.microsoft.com/office/drawing/2014/main" id="{500194A0-9DB6-0434-CCF3-CCB73AD48D5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可编程逻辑器件的组合逻辑电路实现</a:t>
            </a:r>
          </a:p>
        </p:txBody>
      </p:sp>
      <p:grpSp>
        <p:nvGrpSpPr>
          <p:cNvPr id="492" name="组合 491">
            <a:extLst>
              <a:ext uri="{FF2B5EF4-FFF2-40B4-BE49-F238E27FC236}">
                <a16:creationId xmlns:a16="http://schemas.microsoft.com/office/drawing/2014/main" id="{FFE11C57-CD63-C2D0-62FA-DC8A773DFDD5}"/>
              </a:ext>
            </a:extLst>
          </p:cNvPr>
          <p:cNvGrpSpPr/>
          <p:nvPr/>
        </p:nvGrpSpPr>
        <p:grpSpPr>
          <a:xfrm>
            <a:off x="6256578" y="983694"/>
            <a:ext cx="5845344" cy="5394225"/>
            <a:chOff x="6256578" y="983694"/>
            <a:chExt cx="5845344" cy="53942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0" name="文本框 389">
                  <a:extLst>
                    <a:ext uri="{FF2B5EF4-FFF2-40B4-BE49-F238E27FC236}">
                      <a16:creationId xmlns:a16="http://schemas.microsoft.com/office/drawing/2014/main" id="{A75B056E-8937-2BE1-1357-57CF7C2F44D1}"/>
                    </a:ext>
                  </a:extLst>
                </p:cNvPr>
                <p:cNvSpPr txBox="1"/>
                <p:nvPr/>
              </p:nvSpPr>
              <p:spPr>
                <a:xfrm flipH="1">
                  <a:off x="11609046" y="1628050"/>
                  <a:ext cx="492876" cy="4770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Y</m:t>
                            </m:r>
                          </m:e>
                          <m:sub>
                            <m: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90" name="文本框 389">
                  <a:extLst>
                    <a:ext uri="{FF2B5EF4-FFF2-40B4-BE49-F238E27FC236}">
                      <a16:creationId xmlns:a16="http://schemas.microsoft.com/office/drawing/2014/main" id="{A75B056E-8937-2BE1-1357-57CF7C2F44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1609046" y="1628050"/>
                  <a:ext cx="492876" cy="4770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1" name="文本框 390">
                  <a:extLst>
                    <a:ext uri="{FF2B5EF4-FFF2-40B4-BE49-F238E27FC236}">
                      <a16:creationId xmlns:a16="http://schemas.microsoft.com/office/drawing/2014/main" id="{B842FA2C-B056-F148-6448-2F9468FB935A}"/>
                    </a:ext>
                  </a:extLst>
                </p:cNvPr>
                <p:cNvSpPr txBox="1"/>
                <p:nvPr/>
              </p:nvSpPr>
              <p:spPr>
                <a:xfrm flipH="1">
                  <a:off x="11593037" y="2857613"/>
                  <a:ext cx="492876" cy="4770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Y</m:t>
                            </m:r>
                          </m:e>
                          <m:sub>
                            <m: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91" name="文本框 390">
                  <a:extLst>
                    <a:ext uri="{FF2B5EF4-FFF2-40B4-BE49-F238E27FC236}">
                      <a16:creationId xmlns:a16="http://schemas.microsoft.com/office/drawing/2014/main" id="{B842FA2C-B056-F148-6448-2F9468FB93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1593037" y="2857613"/>
                  <a:ext cx="492876" cy="4770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2" name="文本框 391">
                  <a:extLst>
                    <a:ext uri="{FF2B5EF4-FFF2-40B4-BE49-F238E27FC236}">
                      <a16:creationId xmlns:a16="http://schemas.microsoft.com/office/drawing/2014/main" id="{B69F2D45-3969-445F-63BB-0891F4331442}"/>
                    </a:ext>
                  </a:extLst>
                </p:cNvPr>
                <p:cNvSpPr txBox="1"/>
                <p:nvPr/>
              </p:nvSpPr>
              <p:spPr>
                <a:xfrm flipH="1">
                  <a:off x="11593037" y="4079852"/>
                  <a:ext cx="492876" cy="4770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Y</m:t>
                            </m:r>
                          </m:e>
                          <m:sub>
                            <m: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92" name="文本框 391">
                  <a:extLst>
                    <a:ext uri="{FF2B5EF4-FFF2-40B4-BE49-F238E27FC236}">
                      <a16:creationId xmlns:a16="http://schemas.microsoft.com/office/drawing/2014/main" id="{B69F2D45-3969-445F-63BB-0891F4331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1593037" y="4079852"/>
                  <a:ext cx="492876" cy="4770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3" name="文本框 392">
                  <a:extLst>
                    <a:ext uri="{FF2B5EF4-FFF2-40B4-BE49-F238E27FC236}">
                      <a16:creationId xmlns:a16="http://schemas.microsoft.com/office/drawing/2014/main" id="{A8713090-1BF3-2BA0-CDD0-4A1CD24BEB92}"/>
                    </a:ext>
                  </a:extLst>
                </p:cNvPr>
                <p:cNvSpPr txBox="1"/>
                <p:nvPr/>
              </p:nvSpPr>
              <p:spPr>
                <a:xfrm flipH="1">
                  <a:off x="11593037" y="5263242"/>
                  <a:ext cx="499787" cy="4770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Y</m:t>
                            </m:r>
                          </m:e>
                          <m:sub>
                            <m: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93" name="文本框 392">
                  <a:extLst>
                    <a:ext uri="{FF2B5EF4-FFF2-40B4-BE49-F238E27FC236}">
                      <a16:creationId xmlns:a16="http://schemas.microsoft.com/office/drawing/2014/main" id="{A8713090-1BF3-2BA0-CDD0-4A1CD24BEB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1593037" y="5263242"/>
                  <a:ext cx="499787" cy="4770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5" name="Arc 158">
              <a:extLst>
                <a:ext uri="{FF2B5EF4-FFF2-40B4-BE49-F238E27FC236}">
                  <a16:creationId xmlns:a16="http://schemas.microsoft.com/office/drawing/2014/main" id="{D925A49A-1653-9DA9-08F1-8C5495568CF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2879652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56" name="Line 160">
              <a:extLst>
                <a:ext uri="{FF2B5EF4-FFF2-40B4-BE49-F238E27FC236}">
                  <a16:creationId xmlns:a16="http://schemas.microsoft.com/office/drawing/2014/main" id="{22CDE682-C7C1-BE3B-6A19-132CA01C8D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2942485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57" name="Line 160">
              <a:extLst>
                <a:ext uri="{FF2B5EF4-FFF2-40B4-BE49-F238E27FC236}">
                  <a16:creationId xmlns:a16="http://schemas.microsoft.com/office/drawing/2014/main" id="{900ED763-C3B9-0931-E232-BBD8E3E550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3262327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58" name="Arc 156">
              <a:extLst>
                <a:ext uri="{FF2B5EF4-FFF2-40B4-BE49-F238E27FC236}">
                  <a16:creationId xmlns:a16="http://schemas.microsoft.com/office/drawing/2014/main" id="{007A881D-6255-73B7-33F5-E5BF6BCE8AE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201298" y="2955000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59" name="Arc 156">
              <a:extLst>
                <a:ext uri="{FF2B5EF4-FFF2-40B4-BE49-F238E27FC236}">
                  <a16:creationId xmlns:a16="http://schemas.microsoft.com/office/drawing/2014/main" id="{31542A75-DCB8-B4DF-40C4-D7AFF8580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0400" y="2942477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0" name="Arc 158">
              <a:extLst>
                <a:ext uri="{FF2B5EF4-FFF2-40B4-BE49-F238E27FC236}">
                  <a16:creationId xmlns:a16="http://schemas.microsoft.com/office/drawing/2014/main" id="{BA672858-7B52-7F5A-B9F6-E9C0A1FF17D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3208916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1" name="Arc 158">
              <a:extLst>
                <a:ext uri="{FF2B5EF4-FFF2-40B4-BE49-F238E27FC236}">
                  <a16:creationId xmlns:a16="http://schemas.microsoft.com/office/drawing/2014/main" id="{BF2652DF-83D3-77CF-55F4-6CAD2F336E0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29" y="2548826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2" name="Arc 158">
              <a:extLst>
                <a:ext uri="{FF2B5EF4-FFF2-40B4-BE49-F238E27FC236}">
                  <a16:creationId xmlns:a16="http://schemas.microsoft.com/office/drawing/2014/main" id="{432733FB-69ED-6016-33DE-09DAEDD6FE8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1650089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3" name="Line 160">
              <a:extLst>
                <a:ext uri="{FF2B5EF4-FFF2-40B4-BE49-F238E27FC236}">
                  <a16:creationId xmlns:a16="http://schemas.microsoft.com/office/drawing/2014/main" id="{A6F28C61-76BC-C755-89BD-A028C53841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1712922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4" name="Line 160">
              <a:extLst>
                <a:ext uri="{FF2B5EF4-FFF2-40B4-BE49-F238E27FC236}">
                  <a16:creationId xmlns:a16="http://schemas.microsoft.com/office/drawing/2014/main" id="{46FA6BF1-8BFC-F13F-19E6-E27A2D4405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2032764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5" name="Arc 156">
              <a:extLst>
                <a:ext uri="{FF2B5EF4-FFF2-40B4-BE49-F238E27FC236}">
                  <a16:creationId xmlns:a16="http://schemas.microsoft.com/office/drawing/2014/main" id="{7C122746-B783-089B-FCC5-A7CB1A11BC0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201298" y="1725437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6" name="Arc 156">
              <a:extLst>
                <a:ext uri="{FF2B5EF4-FFF2-40B4-BE49-F238E27FC236}">
                  <a16:creationId xmlns:a16="http://schemas.microsoft.com/office/drawing/2014/main" id="{0F7D4AD9-63C3-39C0-5E5A-0A852339E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0400" y="1712914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7" name="Arc 158">
              <a:extLst>
                <a:ext uri="{FF2B5EF4-FFF2-40B4-BE49-F238E27FC236}">
                  <a16:creationId xmlns:a16="http://schemas.microsoft.com/office/drawing/2014/main" id="{7C97C286-116A-0688-11F2-AA0B8E85146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1979353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8" name="Arc 158">
              <a:extLst>
                <a:ext uri="{FF2B5EF4-FFF2-40B4-BE49-F238E27FC236}">
                  <a16:creationId xmlns:a16="http://schemas.microsoft.com/office/drawing/2014/main" id="{A2CC981C-E76F-8CA9-F374-BC7BEA888A8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29" y="1319263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9" name="Arc 158">
              <a:extLst>
                <a:ext uri="{FF2B5EF4-FFF2-40B4-BE49-F238E27FC236}">
                  <a16:creationId xmlns:a16="http://schemas.microsoft.com/office/drawing/2014/main" id="{454CF230-5E81-F1A9-9872-D7EFB3CCC73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4094772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0" name="Line 160">
              <a:extLst>
                <a:ext uri="{FF2B5EF4-FFF2-40B4-BE49-F238E27FC236}">
                  <a16:creationId xmlns:a16="http://schemas.microsoft.com/office/drawing/2014/main" id="{56A9FBAC-63D7-8831-45C3-1DB4B0E860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4157605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1" name="Line 160">
              <a:extLst>
                <a:ext uri="{FF2B5EF4-FFF2-40B4-BE49-F238E27FC236}">
                  <a16:creationId xmlns:a16="http://schemas.microsoft.com/office/drawing/2014/main" id="{7B5AB53A-71B7-5D33-E0BA-AE63962990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4477447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2" name="Arc 156">
              <a:extLst>
                <a:ext uri="{FF2B5EF4-FFF2-40B4-BE49-F238E27FC236}">
                  <a16:creationId xmlns:a16="http://schemas.microsoft.com/office/drawing/2014/main" id="{B16FA78A-FD6E-942D-22A6-802FB879E07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201298" y="4170120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3" name="Arc 156">
              <a:extLst>
                <a:ext uri="{FF2B5EF4-FFF2-40B4-BE49-F238E27FC236}">
                  <a16:creationId xmlns:a16="http://schemas.microsoft.com/office/drawing/2014/main" id="{E2DCECC1-DF99-A6AC-C9BD-0DE4618B6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0400" y="4157597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4" name="Arc 158">
              <a:extLst>
                <a:ext uri="{FF2B5EF4-FFF2-40B4-BE49-F238E27FC236}">
                  <a16:creationId xmlns:a16="http://schemas.microsoft.com/office/drawing/2014/main" id="{16B5002C-BA96-1DB6-38CF-929B1975C86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4424036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5" name="Arc 158">
              <a:extLst>
                <a:ext uri="{FF2B5EF4-FFF2-40B4-BE49-F238E27FC236}">
                  <a16:creationId xmlns:a16="http://schemas.microsoft.com/office/drawing/2014/main" id="{059912F4-87A2-A105-7396-F567AA388E0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29" y="3763946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6" name="Arc 158">
              <a:extLst>
                <a:ext uri="{FF2B5EF4-FFF2-40B4-BE49-F238E27FC236}">
                  <a16:creationId xmlns:a16="http://schemas.microsoft.com/office/drawing/2014/main" id="{FF9C18BE-AFFC-5980-90BA-C1702E5C37D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5278162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7" name="Line 160">
              <a:extLst>
                <a:ext uri="{FF2B5EF4-FFF2-40B4-BE49-F238E27FC236}">
                  <a16:creationId xmlns:a16="http://schemas.microsoft.com/office/drawing/2014/main" id="{F1F058C5-AD8F-BE21-1C82-B11425B84A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5340995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8" name="Line 160">
              <a:extLst>
                <a:ext uri="{FF2B5EF4-FFF2-40B4-BE49-F238E27FC236}">
                  <a16:creationId xmlns:a16="http://schemas.microsoft.com/office/drawing/2014/main" id="{7E9BBB6C-8AB3-FCFE-9DD0-F9DBB7297A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5660837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9" name="Arc 156">
              <a:extLst>
                <a:ext uri="{FF2B5EF4-FFF2-40B4-BE49-F238E27FC236}">
                  <a16:creationId xmlns:a16="http://schemas.microsoft.com/office/drawing/2014/main" id="{3AABC499-F036-7121-CEFD-8472D1CF221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201298" y="5353510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grpSp>
          <p:nvGrpSpPr>
            <p:cNvPr id="280" name="组合 279">
              <a:extLst>
                <a:ext uri="{FF2B5EF4-FFF2-40B4-BE49-F238E27FC236}">
                  <a16:creationId xmlns:a16="http://schemas.microsoft.com/office/drawing/2014/main" id="{F8BA4BD5-66D3-BFF5-D4A1-0083CCF72980}"/>
                </a:ext>
              </a:extLst>
            </p:cNvPr>
            <p:cNvGrpSpPr/>
            <p:nvPr/>
          </p:nvGrpSpPr>
          <p:grpSpPr>
            <a:xfrm>
              <a:off x="11402779" y="1872856"/>
              <a:ext cx="208008" cy="3628073"/>
              <a:chOff x="11234998" y="1656039"/>
              <a:chExt cx="221895" cy="3628073"/>
            </a:xfrm>
          </p:grpSpPr>
          <p:sp>
            <p:nvSpPr>
              <p:cNvPr id="281" name="Line 27">
                <a:extLst>
                  <a:ext uri="{FF2B5EF4-FFF2-40B4-BE49-F238E27FC236}">
                    <a16:creationId xmlns:a16="http://schemas.microsoft.com/office/drawing/2014/main" id="{A17547B5-BBDA-7BAB-18FB-9F6A6CDB81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34999" y="2885602"/>
                <a:ext cx="22189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82" name="Line 27">
                <a:extLst>
                  <a:ext uri="{FF2B5EF4-FFF2-40B4-BE49-F238E27FC236}">
                    <a16:creationId xmlns:a16="http://schemas.microsoft.com/office/drawing/2014/main" id="{EE6F9978-5ABD-CA79-B183-549A40E182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34998" y="1656039"/>
                <a:ext cx="22189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83" name="Line 27">
                <a:extLst>
                  <a:ext uri="{FF2B5EF4-FFF2-40B4-BE49-F238E27FC236}">
                    <a16:creationId xmlns:a16="http://schemas.microsoft.com/office/drawing/2014/main" id="{98AD5095-A93A-3951-8ECE-0ABB45E7E1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34999" y="4100722"/>
                <a:ext cx="22189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84" name="Line 27">
                <a:extLst>
                  <a:ext uri="{FF2B5EF4-FFF2-40B4-BE49-F238E27FC236}">
                    <a16:creationId xmlns:a16="http://schemas.microsoft.com/office/drawing/2014/main" id="{887545AF-CA82-757D-12A5-A2C2B4628F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34999" y="5284112"/>
                <a:ext cx="22189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285" name="Arc 156">
              <a:extLst>
                <a:ext uri="{FF2B5EF4-FFF2-40B4-BE49-F238E27FC236}">
                  <a16:creationId xmlns:a16="http://schemas.microsoft.com/office/drawing/2014/main" id="{33D5E2E7-3DEF-82FF-302F-2DCCF15E9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0400" y="5340987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86" name="Arc 158">
              <a:extLst>
                <a:ext uri="{FF2B5EF4-FFF2-40B4-BE49-F238E27FC236}">
                  <a16:creationId xmlns:a16="http://schemas.microsoft.com/office/drawing/2014/main" id="{50DBB053-223E-7536-E02A-A285D8ECBB0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5607426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87" name="Arc 158">
              <a:extLst>
                <a:ext uri="{FF2B5EF4-FFF2-40B4-BE49-F238E27FC236}">
                  <a16:creationId xmlns:a16="http://schemas.microsoft.com/office/drawing/2014/main" id="{DFE2FF2B-21B3-E305-0CE6-4B7E116334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29" y="4947336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grpSp>
          <p:nvGrpSpPr>
            <p:cNvPr id="288" name="组合 287">
              <a:extLst>
                <a:ext uri="{FF2B5EF4-FFF2-40B4-BE49-F238E27FC236}">
                  <a16:creationId xmlns:a16="http://schemas.microsoft.com/office/drawing/2014/main" id="{D626820C-7C9A-079C-C0AF-A29A19647CAB}"/>
                </a:ext>
              </a:extLst>
            </p:cNvPr>
            <p:cNvGrpSpPr/>
            <p:nvPr/>
          </p:nvGrpSpPr>
          <p:grpSpPr>
            <a:xfrm>
              <a:off x="7252303" y="1542041"/>
              <a:ext cx="3886601" cy="4288992"/>
              <a:chOff x="10578353" y="1325224"/>
              <a:chExt cx="392771" cy="4288992"/>
            </a:xfrm>
          </p:grpSpPr>
          <p:sp>
            <p:nvSpPr>
              <p:cNvPr id="289" name="Line 27">
                <a:extLst>
                  <a:ext uri="{FF2B5EF4-FFF2-40B4-BE49-F238E27FC236}">
                    <a16:creationId xmlns:a16="http://schemas.microsoft.com/office/drawing/2014/main" id="{AF13E8BC-5144-84BF-5D19-1573877E3C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2885603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0" name="Line 27">
                <a:extLst>
                  <a:ext uri="{FF2B5EF4-FFF2-40B4-BE49-F238E27FC236}">
                    <a16:creationId xmlns:a16="http://schemas.microsoft.com/office/drawing/2014/main" id="{48464451-1FF6-0289-C9A0-A0BF17EB3E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3215706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1" name="Line 27">
                <a:extLst>
                  <a:ext uri="{FF2B5EF4-FFF2-40B4-BE49-F238E27FC236}">
                    <a16:creationId xmlns:a16="http://schemas.microsoft.com/office/drawing/2014/main" id="{7BDC5309-C6FE-1F32-0D71-FAAFF469BE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2554787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2" name="Line 27">
                <a:extLst>
                  <a:ext uri="{FF2B5EF4-FFF2-40B4-BE49-F238E27FC236}">
                    <a16:creationId xmlns:a16="http://schemas.microsoft.com/office/drawing/2014/main" id="{4EA68B16-7B4F-5959-50A1-EF7F428CB3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1656040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3" name="Line 27">
                <a:extLst>
                  <a:ext uri="{FF2B5EF4-FFF2-40B4-BE49-F238E27FC236}">
                    <a16:creationId xmlns:a16="http://schemas.microsoft.com/office/drawing/2014/main" id="{F0CCB764-6474-F4C4-904F-54AA5C5137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1986143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4" name="Line 27">
                <a:extLst>
                  <a:ext uri="{FF2B5EF4-FFF2-40B4-BE49-F238E27FC236}">
                    <a16:creationId xmlns:a16="http://schemas.microsoft.com/office/drawing/2014/main" id="{20A79B5F-BCC9-4E1C-5F0A-74F57D70F8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1325224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5" name="Line 27">
                <a:extLst>
                  <a:ext uri="{FF2B5EF4-FFF2-40B4-BE49-F238E27FC236}">
                    <a16:creationId xmlns:a16="http://schemas.microsoft.com/office/drawing/2014/main" id="{520041CC-E499-24C2-FB67-86FB31A674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4100723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6" name="Line 27">
                <a:extLst>
                  <a:ext uri="{FF2B5EF4-FFF2-40B4-BE49-F238E27FC236}">
                    <a16:creationId xmlns:a16="http://schemas.microsoft.com/office/drawing/2014/main" id="{E40E927B-C2C9-C19C-700B-8B2F69CD03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4430826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7" name="Line 27">
                <a:extLst>
                  <a:ext uri="{FF2B5EF4-FFF2-40B4-BE49-F238E27FC236}">
                    <a16:creationId xmlns:a16="http://schemas.microsoft.com/office/drawing/2014/main" id="{CE72B5C5-11B3-BB56-1168-0E1B09A3A2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3769907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8" name="Line 27">
                <a:extLst>
                  <a:ext uri="{FF2B5EF4-FFF2-40B4-BE49-F238E27FC236}">
                    <a16:creationId xmlns:a16="http://schemas.microsoft.com/office/drawing/2014/main" id="{BD5C310C-9B80-BDE7-CEED-2A86370328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5284113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9" name="Line 27">
                <a:extLst>
                  <a:ext uri="{FF2B5EF4-FFF2-40B4-BE49-F238E27FC236}">
                    <a16:creationId xmlns:a16="http://schemas.microsoft.com/office/drawing/2014/main" id="{9ABB667F-803A-A1BD-0641-EFD347EC53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5614216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00" name="Line 27">
                <a:extLst>
                  <a:ext uri="{FF2B5EF4-FFF2-40B4-BE49-F238E27FC236}">
                    <a16:creationId xmlns:a16="http://schemas.microsoft.com/office/drawing/2014/main" id="{D2A27407-AF20-41AE-9809-27B7FC79CB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4953297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301" name="流程图: 延期 300">
              <a:extLst>
                <a:ext uri="{FF2B5EF4-FFF2-40B4-BE49-F238E27FC236}">
                  <a16:creationId xmlns:a16="http://schemas.microsoft.com/office/drawing/2014/main" id="{E5F76A52-7BE6-CFFD-EBDE-FCCBD68DD736}"/>
                </a:ext>
              </a:extLst>
            </p:cNvPr>
            <p:cNvSpPr/>
            <p:nvPr/>
          </p:nvSpPr>
          <p:spPr>
            <a:xfrm>
              <a:off x="10420002" y="2635187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02" name="流程图: 延期 301">
              <a:extLst>
                <a:ext uri="{FF2B5EF4-FFF2-40B4-BE49-F238E27FC236}">
                  <a16:creationId xmlns:a16="http://schemas.microsoft.com/office/drawing/2014/main" id="{CBB1E365-67F0-C623-5A5B-C7E011E4E204}"/>
                </a:ext>
              </a:extLst>
            </p:cNvPr>
            <p:cNvSpPr/>
            <p:nvPr/>
          </p:nvSpPr>
          <p:spPr>
            <a:xfrm>
              <a:off x="10419148" y="2965308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03" name="流程图: 延期 302">
              <a:extLst>
                <a:ext uri="{FF2B5EF4-FFF2-40B4-BE49-F238E27FC236}">
                  <a16:creationId xmlns:a16="http://schemas.microsoft.com/office/drawing/2014/main" id="{33F73DBA-16F2-C546-37B7-22331953C3F6}"/>
                </a:ext>
              </a:extLst>
            </p:cNvPr>
            <p:cNvSpPr/>
            <p:nvPr/>
          </p:nvSpPr>
          <p:spPr>
            <a:xfrm>
              <a:off x="10420002" y="3295429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04" name="流程图: 延期 303">
              <a:extLst>
                <a:ext uri="{FF2B5EF4-FFF2-40B4-BE49-F238E27FC236}">
                  <a16:creationId xmlns:a16="http://schemas.microsoft.com/office/drawing/2014/main" id="{461F452D-646D-CBEB-A325-A28C5A28DDF5}"/>
                </a:ext>
              </a:extLst>
            </p:cNvPr>
            <p:cNvSpPr/>
            <p:nvPr/>
          </p:nvSpPr>
          <p:spPr>
            <a:xfrm>
              <a:off x="10420002" y="1405624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05" name="流程图: 延期 304">
              <a:extLst>
                <a:ext uri="{FF2B5EF4-FFF2-40B4-BE49-F238E27FC236}">
                  <a16:creationId xmlns:a16="http://schemas.microsoft.com/office/drawing/2014/main" id="{2D22BA64-F93F-4D6F-A2ED-310F1F3555B1}"/>
                </a:ext>
              </a:extLst>
            </p:cNvPr>
            <p:cNvSpPr/>
            <p:nvPr/>
          </p:nvSpPr>
          <p:spPr>
            <a:xfrm>
              <a:off x="10419148" y="1735745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06" name="流程图: 延期 305">
              <a:extLst>
                <a:ext uri="{FF2B5EF4-FFF2-40B4-BE49-F238E27FC236}">
                  <a16:creationId xmlns:a16="http://schemas.microsoft.com/office/drawing/2014/main" id="{5549174F-4995-B4D6-F54A-B138AD408940}"/>
                </a:ext>
              </a:extLst>
            </p:cNvPr>
            <p:cNvSpPr/>
            <p:nvPr/>
          </p:nvSpPr>
          <p:spPr>
            <a:xfrm>
              <a:off x="10420002" y="2065866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07" name="流程图: 延期 306">
              <a:extLst>
                <a:ext uri="{FF2B5EF4-FFF2-40B4-BE49-F238E27FC236}">
                  <a16:creationId xmlns:a16="http://schemas.microsoft.com/office/drawing/2014/main" id="{4B6CCC3C-4791-2896-FE8E-038EC8E20C19}"/>
                </a:ext>
              </a:extLst>
            </p:cNvPr>
            <p:cNvSpPr/>
            <p:nvPr/>
          </p:nvSpPr>
          <p:spPr>
            <a:xfrm>
              <a:off x="10420002" y="3850307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08" name="流程图: 延期 307">
              <a:extLst>
                <a:ext uri="{FF2B5EF4-FFF2-40B4-BE49-F238E27FC236}">
                  <a16:creationId xmlns:a16="http://schemas.microsoft.com/office/drawing/2014/main" id="{48361B2A-F30A-91D0-7F36-E32D898C2A7C}"/>
                </a:ext>
              </a:extLst>
            </p:cNvPr>
            <p:cNvSpPr/>
            <p:nvPr/>
          </p:nvSpPr>
          <p:spPr>
            <a:xfrm>
              <a:off x="10419148" y="4180428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09" name="流程图: 延期 308">
              <a:extLst>
                <a:ext uri="{FF2B5EF4-FFF2-40B4-BE49-F238E27FC236}">
                  <a16:creationId xmlns:a16="http://schemas.microsoft.com/office/drawing/2014/main" id="{9EAE8CCB-6533-086F-B632-21C64D888B18}"/>
                </a:ext>
              </a:extLst>
            </p:cNvPr>
            <p:cNvSpPr/>
            <p:nvPr/>
          </p:nvSpPr>
          <p:spPr>
            <a:xfrm>
              <a:off x="10420002" y="4510549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10" name="流程图: 延期 309">
              <a:extLst>
                <a:ext uri="{FF2B5EF4-FFF2-40B4-BE49-F238E27FC236}">
                  <a16:creationId xmlns:a16="http://schemas.microsoft.com/office/drawing/2014/main" id="{E3817816-CF48-30AA-A0EA-D82DB6597F71}"/>
                </a:ext>
              </a:extLst>
            </p:cNvPr>
            <p:cNvSpPr/>
            <p:nvPr/>
          </p:nvSpPr>
          <p:spPr>
            <a:xfrm>
              <a:off x="10420002" y="5033697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11" name="流程图: 延期 310">
              <a:extLst>
                <a:ext uri="{FF2B5EF4-FFF2-40B4-BE49-F238E27FC236}">
                  <a16:creationId xmlns:a16="http://schemas.microsoft.com/office/drawing/2014/main" id="{28B5347A-AD6D-A27D-7A33-7F47ACEC95FD}"/>
                </a:ext>
              </a:extLst>
            </p:cNvPr>
            <p:cNvSpPr/>
            <p:nvPr/>
          </p:nvSpPr>
          <p:spPr>
            <a:xfrm>
              <a:off x="10419148" y="5363818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12" name="流程图: 延期 311">
              <a:extLst>
                <a:ext uri="{FF2B5EF4-FFF2-40B4-BE49-F238E27FC236}">
                  <a16:creationId xmlns:a16="http://schemas.microsoft.com/office/drawing/2014/main" id="{7DD52AEC-AEAC-8C26-07B5-826A544A1BC8}"/>
                </a:ext>
              </a:extLst>
            </p:cNvPr>
            <p:cNvSpPr/>
            <p:nvPr/>
          </p:nvSpPr>
          <p:spPr>
            <a:xfrm>
              <a:off x="10420002" y="5693939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grpSp>
          <p:nvGrpSpPr>
            <p:cNvPr id="313" name="组合 312">
              <a:extLst>
                <a:ext uri="{FF2B5EF4-FFF2-40B4-BE49-F238E27FC236}">
                  <a16:creationId xmlns:a16="http://schemas.microsoft.com/office/drawing/2014/main" id="{78C13BE9-BD41-0BF1-3F31-D5FE8292C48E}"/>
                </a:ext>
              </a:extLst>
            </p:cNvPr>
            <p:cNvGrpSpPr/>
            <p:nvPr/>
          </p:nvGrpSpPr>
          <p:grpSpPr>
            <a:xfrm>
              <a:off x="7438320" y="1300465"/>
              <a:ext cx="2291606" cy="5077454"/>
              <a:chOff x="7636372" y="1083648"/>
              <a:chExt cx="2291606" cy="5432136"/>
            </a:xfrm>
          </p:grpSpPr>
          <p:sp>
            <p:nvSpPr>
              <p:cNvPr id="314" name="Line 27">
                <a:extLst>
                  <a:ext uri="{FF2B5EF4-FFF2-40B4-BE49-F238E27FC236}">
                    <a16:creationId xmlns:a16="http://schemas.microsoft.com/office/drawing/2014/main" id="{5ABCF221-9972-3842-D7A3-51E3DF5431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7211910" y="3799716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15" name="Line 27">
                <a:extLst>
                  <a:ext uri="{FF2B5EF4-FFF2-40B4-BE49-F238E27FC236}">
                    <a16:creationId xmlns:a16="http://schemas.microsoft.com/office/drawing/2014/main" id="{C25896F6-DE4B-AE14-F500-9CEE48707E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6958846" y="3799717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16" name="Line 27">
                <a:extLst>
                  <a:ext uri="{FF2B5EF4-FFF2-40B4-BE49-F238E27FC236}">
                    <a16:creationId xmlns:a16="http://schemas.microsoft.com/office/drawing/2014/main" id="{851233F9-9B1B-96FA-F2DC-A9888D3DD5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6705782" y="3799716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17" name="Line 27">
                <a:extLst>
                  <a:ext uri="{FF2B5EF4-FFF2-40B4-BE49-F238E27FC236}">
                    <a16:creationId xmlns:a16="http://schemas.microsoft.com/office/drawing/2014/main" id="{36B2F831-EBDD-1E98-E7B1-72454D8C2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6452718" y="3799717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18" name="Line 27">
                <a:extLst>
                  <a:ext uri="{FF2B5EF4-FFF2-40B4-BE49-F238E27FC236}">
                    <a16:creationId xmlns:a16="http://schemas.microsoft.com/office/drawing/2014/main" id="{5C832109-5E80-DFBE-9A67-4497790F0E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6199654" y="3799716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19" name="Line 27">
                <a:extLst>
                  <a:ext uri="{FF2B5EF4-FFF2-40B4-BE49-F238E27FC236}">
                    <a16:creationId xmlns:a16="http://schemas.microsoft.com/office/drawing/2014/main" id="{63140753-8075-E62B-0F0A-D5BD0A7139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946590" y="3799717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20" name="Line 27">
                <a:extLst>
                  <a:ext uri="{FF2B5EF4-FFF2-40B4-BE49-F238E27FC236}">
                    <a16:creationId xmlns:a16="http://schemas.microsoft.com/office/drawing/2014/main" id="{62B1094D-5C8F-4A3A-D3DA-AF5D268DDB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693526" y="3799716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21" name="Line 27">
                <a:extLst>
                  <a:ext uri="{FF2B5EF4-FFF2-40B4-BE49-F238E27FC236}">
                    <a16:creationId xmlns:a16="http://schemas.microsoft.com/office/drawing/2014/main" id="{D8DA433F-8DF2-3610-828F-11058E9B17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440462" y="3799717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22" name="Line 27">
                <a:extLst>
                  <a:ext uri="{FF2B5EF4-FFF2-40B4-BE49-F238E27FC236}">
                    <a16:creationId xmlns:a16="http://schemas.microsoft.com/office/drawing/2014/main" id="{01CA7472-82B2-24C2-FA65-85396EB475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173368" y="3799716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23" name="Line 27">
                <a:extLst>
                  <a:ext uri="{FF2B5EF4-FFF2-40B4-BE49-F238E27FC236}">
                    <a16:creationId xmlns:a16="http://schemas.microsoft.com/office/drawing/2014/main" id="{9A7F5A8C-1ED6-F332-D3AB-D0DB7B1598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920304" y="3799717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330" name="等腰三角形 329">
              <a:extLst>
                <a:ext uri="{FF2B5EF4-FFF2-40B4-BE49-F238E27FC236}">
                  <a16:creationId xmlns:a16="http://schemas.microsoft.com/office/drawing/2014/main" id="{53DB1D0B-813B-4EC7-0EF7-C020CA0EEB6C}"/>
                </a:ext>
              </a:extLst>
            </p:cNvPr>
            <p:cNvSpPr/>
            <p:nvPr/>
          </p:nvSpPr>
          <p:spPr>
            <a:xfrm rot="5400000" flipH="1">
              <a:off x="6888519" y="2343519"/>
              <a:ext cx="284697" cy="265767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31" name="椭圆 330">
              <a:extLst>
                <a:ext uri="{FF2B5EF4-FFF2-40B4-BE49-F238E27FC236}">
                  <a16:creationId xmlns:a16="http://schemas.microsoft.com/office/drawing/2014/main" id="{097557FD-0147-BA81-001A-314ED234A285}"/>
                </a:ext>
              </a:extLst>
            </p:cNvPr>
            <p:cNvSpPr/>
            <p:nvPr/>
          </p:nvSpPr>
          <p:spPr>
            <a:xfrm flipH="1">
              <a:off x="7025876" y="2540633"/>
              <a:ext cx="78120" cy="7812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32" name="Line 27">
              <a:extLst>
                <a:ext uri="{FF2B5EF4-FFF2-40B4-BE49-F238E27FC236}">
                  <a16:creationId xmlns:a16="http://schemas.microsoft.com/office/drawing/2014/main" id="{CE2D8BD1-F2F3-1486-27F3-B761391D12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03996" y="2576920"/>
              <a:ext cx="5942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33" name="Line 27">
              <a:extLst>
                <a:ext uri="{FF2B5EF4-FFF2-40B4-BE49-F238E27FC236}">
                  <a16:creationId xmlns:a16="http://schemas.microsoft.com/office/drawing/2014/main" id="{A81FB860-05C2-F829-6D23-44CD45CC06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86537" y="2383091"/>
              <a:ext cx="4586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34" name="Line 27">
              <a:extLst>
                <a:ext uri="{FF2B5EF4-FFF2-40B4-BE49-F238E27FC236}">
                  <a16:creationId xmlns:a16="http://schemas.microsoft.com/office/drawing/2014/main" id="{6944A272-C81E-0D66-BABB-06B7941CFB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4686" y="2475530"/>
              <a:ext cx="2532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35" name="等腰三角形 334">
              <a:extLst>
                <a:ext uri="{FF2B5EF4-FFF2-40B4-BE49-F238E27FC236}">
                  <a16:creationId xmlns:a16="http://schemas.microsoft.com/office/drawing/2014/main" id="{63517EFD-47D4-20A5-4230-49CF783C60A2}"/>
                </a:ext>
              </a:extLst>
            </p:cNvPr>
            <p:cNvSpPr/>
            <p:nvPr/>
          </p:nvSpPr>
          <p:spPr>
            <a:xfrm rot="5400000" flipH="1">
              <a:off x="6888519" y="3575333"/>
              <a:ext cx="284697" cy="265767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36" name="椭圆 335">
              <a:extLst>
                <a:ext uri="{FF2B5EF4-FFF2-40B4-BE49-F238E27FC236}">
                  <a16:creationId xmlns:a16="http://schemas.microsoft.com/office/drawing/2014/main" id="{F13B2444-650A-E2AF-7DE6-9CB850BF48F3}"/>
                </a:ext>
              </a:extLst>
            </p:cNvPr>
            <p:cNvSpPr/>
            <p:nvPr/>
          </p:nvSpPr>
          <p:spPr>
            <a:xfrm flipH="1">
              <a:off x="7025876" y="3772447"/>
              <a:ext cx="78120" cy="7812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37" name="Line 27">
              <a:extLst>
                <a:ext uri="{FF2B5EF4-FFF2-40B4-BE49-F238E27FC236}">
                  <a16:creationId xmlns:a16="http://schemas.microsoft.com/office/drawing/2014/main" id="{B9F5B472-FFC8-E6E6-AB92-5A476F628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03996" y="3808734"/>
              <a:ext cx="11146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38" name="Line 27">
              <a:extLst>
                <a:ext uri="{FF2B5EF4-FFF2-40B4-BE49-F238E27FC236}">
                  <a16:creationId xmlns:a16="http://schemas.microsoft.com/office/drawing/2014/main" id="{DF88E6CE-2C09-CD6D-39CC-8B55A483D3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86537" y="3614905"/>
              <a:ext cx="9759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39" name="Line 27">
              <a:extLst>
                <a:ext uri="{FF2B5EF4-FFF2-40B4-BE49-F238E27FC236}">
                  <a16:creationId xmlns:a16="http://schemas.microsoft.com/office/drawing/2014/main" id="{8C09909A-C32B-3B23-F02E-EDC598CC6C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4686" y="3707344"/>
              <a:ext cx="2532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40" name="等腰三角形 339">
              <a:extLst>
                <a:ext uri="{FF2B5EF4-FFF2-40B4-BE49-F238E27FC236}">
                  <a16:creationId xmlns:a16="http://schemas.microsoft.com/office/drawing/2014/main" id="{D2E18BF5-DDFC-4E02-46D2-86D1D7A1F69B}"/>
                </a:ext>
              </a:extLst>
            </p:cNvPr>
            <p:cNvSpPr/>
            <p:nvPr/>
          </p:nvSpPr>
          <p:spPr>
            <a:xfrm rot="5400000" flipH="1">
              <a:off x="6888519" y="4778476"/>
              <a:ext cx="284697" cy="265767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41" name="椭圆 340">
              <a:extLst>
                <a:ext uri="{FF2B5EF4-FFF2-40B4-BE49-F238E27FC236}">
                  <a16:creationId xmlns:a16="http://schemas.microsoft.com/office/drawing/2014/main" id="{A24C22D1-0C5A-995A-25C1-378E3C908160}"/>
                </a:ext>
              </a:extLst>
            </p:cNvPr>
            <p:cNvSpPr/>
            <p:nvPr/>
          </p:nvSpPr>
          <p:spPr>
            <a:xfrm flipH="1">
              <a:off x="7025876" y="4975590"/>
              <a:ext cx="78120" cy="7812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42" name="Line 27">
              <a:extLst>
                <a:ext uri="{FF2B5EF4-FFF2-40B4-BE49-F238E27FC236}">
                  <a16:creationId xmlns:a16="http://schemas.microsoft.com/office/drawing/2014/main" id="{708CD663-7F45-D3A0-87F7-7B5B90AAF2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03996" y="5011877"/>
              <a:ext cx="16172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43" name="Line 27">
              <a:extLst>
                <a:ext uri="{FF2B5EF4-FFF2-40B4-BE49-F238E27FC236}">
                  <a16:creationId xmlns:a16="http://schemas.microsoft.com/office/drawing/2014/main" id="{64575895-E00A-8BCC-582E-F29CB57E89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86537" y="4818048"/>
              <a:ext cx="148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44" name="Line 27">
              <a:extLst>
                <a:ext uri="{FF2B5EF4-FFF2-40B4-BE49-F238E27FC236}">
                  <a16:creationId xmlns:a16="http://schemas.microsoft.com/office/drawing/2014/main" id="{515269E8-171A-C86D-2F6F-F4B33A867E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4686" y="4910487"/>
              <a:ext cx="2532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45" name="等腰三角形 344">
              <a:extLst>
                <a:ext uri="{FF2B5EF4-FFF2-40B4-BE49-F238E27FC236}">
                  <a16:creationId xmlns:a16="http://schemas.microsoft.com/office/drawing/2014/main" id="{71979697-4CE8-65F1-1E3D-68E9E14EEDDE}"/>
                </a:ext>
              </a:extLst>
            </p:cNvPr>
            <p:cNvSpPr/>
            <p:nvPr/>
          </p:nvSpPr>
          <p:spPr>
            <a:xfrm rot="5400000" flipH="1">
              <a:off x="6888519" y="5978017"/>
              <a:ext cx="284697" cy="265767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46" name="椭圆 345">
              <a:extLst>
                <a:ext uri="{FF2B5EF4-FFF2-40B4-BE49-F238E27FC236}">
                  <a16:creationId xmlns:a16="http://schemas.microsoft.com/office/drawing/2014/main" id="{A06F2DC6-6129-3FBA-2588-CBB8D9AEDB65}"/>
                </a:ext>
              </a:extLst>
            </p:cNvPr>
            <p:cNvSpPr/>
            <p:nvPr/>
          </p:nvSpPr>
          <p:spPr>
            <a:xfrm flipH="1">
              <a:off x="7025876" y="6175131"/>
              <a:ext cx="78120" cy="7812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47" name="Line 27">
              <a:extLst>
                <a:ext uri="{FF2B5EF4-FFF2-40B4-BE49-F238E27FC236}">
                  <a16:creationId xmlns:a16="http://schemas.microsoft.com/office/drawing/2014/main" id="{DF67E9D9-0A08-7091-9253-192F050B97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03996" y="6211418"/>
              <a:ext cx="21049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48" name="Line 27">
              <a:extLst>
                <a:ext uri="{FF2B5EF4-FFF2-40B4-BE49-F238E27FC236}">
                  <a16:creationId xmlns:a16="http://schemas.microsoft.com/office/drawing/2014/main" id="{E0B276DE-3BD5-F106-7A98-585F8FDE0A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86537" y="6017589"/>
              <a:ext cx="1983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49" name="Line 27">
              <a:extLst>
                <a:ext uri="{FF2B5EF4-FFF2-40B4-BE49-F238E27FC236}">
                  <a16:creationId xmlns:a16="http://schemas.microsoft.com/office/drawing/2014/main" id="{37C4A895-3C61-7CCE-673E-B67646EDE0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4686" y="6110028"/>
              <a:ext cx="2532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50" name="椭圆 349">
              <a:extLst>
                <a:ext uri="{FF2B5EF4-FFF2-40B4-BE49-F238E27FC236}">
                  <a16:creationId xmlns:a16="http://schemas.microsoft.com/office/drawing/2014/main" id="{AC8F6FAD-2481-C6F9-C1FD-F1B0D0297534}"/>
                </a:ext>
              </a:extLst>
            </p:cNvPr>
            <p:cNvSpPr/>
            <p:nvPr/>
          </p:nvSpPr>
          <p:spPr>
            <a:xfrm>
              <a:off x="7910834" y="3565077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51" name="椭圆 350">
              <a:extLst>
                <a:ext uri="{FF2B5EF4-FFF2-40B4-BE49-F238E27FC236}">
                  <a16:creationId xmlns:a16="http://schemas.microsoft.com/office/drawing/2014/main" id="{3565AD76-A73B-5650-2DB6-EEA121722ADD}"/>
                </a:ext>
              </a:extLst>
            </p:cNvPr>
            <p:cNvSpPr/>
            <p:nvPr/>
          </p:nvSpPr>
          <p:spPr>
            <a:xfrm>
              <a:off x="8165011" y="3758826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52" name="椭圆 351">
              <a:extLst>
                <a:ext uri="{FF2B5EF4-FFF2-40B4-BE49-F238E27FC236}">
                  <a16:creationId xmlns:a16="http://schemas.microsoft.com/office/drawing/2014/main" id="{B81229D7-F0B1-C9BA-436E-6F6345793D00}"/>
                </a:ext>
              </a:extLst>
            </p:cNvPr>
            <p:cNvSpPr/>
            <p:nvPr/>
          </p:nvSpPr>
          <p:spPr>
            <a:xfrm>
              <a:off x="7390289" y="2333217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53" name="椭圆 352">
              <a:extLst>
                <a:ext uri="{FF2B5EF4-FFF2-40B4-BE49-F238E27FC236}">
                  <a16:creationId xmlns:a16="http://schemas.microsoft.com/office/drawing/2014/main" id="{33B8881B-73A3-EA28-F9C0-187852DA6D05}"/>
                </a:ext>
              </a:extLst>
            </p:cNvPr>
            <p:cNvSpPr/>
            <p:nvPr/>
          </p:nvSpPr>
          <p:spPr>
            <a:xfrm>
              <a:off x="7644466" y="2526966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54" name="椭圆 353">
              <a:extLst>
                <a:ext uri="{FF2B5EF4-FFF2-40B4-BE49-F238E27FC236}">
                  <a16:creationId xmlns:a16="http://schemas.microsoft.com/office/drawing/2014/main" id="{E6D0D617-8556-3540-6C33-44A546E88529}"/>
                </a:ext>
              </a:extLst>
            </p:cNvPr>
            <p:cNvSpPr/>
            <p:nvPr/>
          </p:nvSpPr>
          <p:spPr>
            <a:xfrm>
              <a:off x="8415627" y="4769806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55" name="椭圆 354">
              <a:extLst>
                <a:ext uri="{FF2B5EF4-FFF2-40B4-BE49-F238E27FC236}">
                  <a16:creationId xmlns:a16="http://schemas.microsoft.com/office/drawing/2014/main" id="{258937B8-9687-C2B9-48E4-085188096D4C}"/>
                </a:ext>
              </a:extLst>
            </p:cNvPr>
            <p:cNvSpPr/>
            <p:nvPr/>
          </p:nvSpPr>
          <p:spPr>
            <a:xfrm>
              <a:off x="8669804" y="4963555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56" name="椭圆 355">
              <a:extLst>
                <a:ext uri="{FF2B5EF4-FFF2-40B4-BE49-F238E27FC236}">
                  <a16:creationId xmlns:a16="http://schemas.microsoft.com/office/drawing/2014/main" id="{3AB7501D-C4A4-1A63-EECA-A3BC9B69521D}"/>
                </a:ext>
              </a:extLst>
            </p:cNvPr>
            <p:cNvSpPr/>
            <p:nvPr/>
          </p:nvSpPr>
          <p:spPr>
            <a:xfrm>
              <a:off x="8920383" y="5967715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57" name="椭圆 356">
              <a:extLst>
                <a:ext uri="{FF2B5EF4-FFF2-40B4-BE49-F238E27FC236}">
                  <a16:creationId xmlns:a16="http://schemas.microsoft.com/office/drawing/2014/main" id="{AD6712DA-5F8C-5716-81E0-0579F983F521}"/>
                </a:ext>
              </a:extLst>
            </p:cNvPr>
            <p:cNvSpPr/>
            <p:nvPr/>
          </p:nvSpPr>
          <p:spPr>
            <a:xfrm>
              <a:off x="9174560" y="6161464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64" name="文本框 363">
              <a:extLst>
                <a:ext uri="{FF2B5EF4-FFF2-40B4-BE49-F238E27FC236}">
                  <a16:creationId xmlns:a16="http://schemas.microsoft.com/office/drawing/2014/main" id="{CCA68318-65BD-2B51-D170-6C64675B3870}"/>
                </a:ext>
              </a:extLst>
            </p:cNvPr>
            <p:cNvSpPr txBox="1"/>
            <p:nvPr/>
          </p:nvSpPr>
          <p:spPr>
            <a:xfrm flipH="1">
              <a:off x="7337931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1</a:t>
              </a:r>
            </a:p>
          </p:txBody>
        </p:sp>
        <p:sp>
          <p:nvSpPr>
            <p:cNvPr id="365" name="文本框 364">
              <a:extLst>
                <a:ext uri="{FF2B5EF4-FFF2-40B4-BE49-F238E27FC236}">
                  <a16:creationId xmlns:a16="http://schemas.microsoft.com/office/drawing/2014/main" id="{E30B8A02-F000-F5F6-E092-E4A2FE6BC58F}"/>
                </a:ext>
              </a:extLst>
            </p:cNvPr>
            <p:cNvSpPr txBox="1"/>
            <p:nvPr/>
          </p:nvSpPr>
          <p:spPr>
            <a:xfrm flipH="1">
              <a:off x="7592108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2</a:t>
              </a:r>
            </a:p>
          </p:txBody>
        </p:sp>
        <p:sp>
          <p:nvSpPr>
            <p:cNvPr id="366" name="文本框 365">
              <a:extLst>
                <a:ext uri="{FF2B5EF4-FFF2-40B4-BE49-F238E27FC236}">
                  <a16:creationId xmlns:a16="http://schemas.microsoft.com/office/drawing/2014/main" id="{A291A64E-B555-3923-BE75-9861522F4231}"/>
                </a:ext>
              </a:extLst>
            </p:cNvPr>
            <p:cNvSpPr txBox="1"/>
            <p:nvPr/>
          </p:nvSpPr>
          <p:spPr>
            <a:xfrm flipH="1">
              <a:off x="7858236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3</a:t>
              </a:r>
            </a:p>
          </p:txBody>
        </p:sp>
        <p:sp>
          <p:nvSpPr>
            <p:cNvPr id="367" name="文本框 366">
              <a:extLst>
                <a:ext uri="{FF2B5EF4-FFF2-40B4-BE49-F238E27FC236}">
                  <a16:creationId xmlns:a16="http://schemas.microsoft.com/office/drawing/2014/main" id="{1AE1A382-419F-23A3-7F65-18DA6E0C0038}"/>
                </a:ext>
              </a:extLst>
            </p:cNvPr>
            <p:cNvSpPr txBox="1"/>
            <p:nvPr/>
          </p:nvSpPr>
          <p:spPr>
            <a:xfrm flipH="1">
              <a:off x="8112923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4</a:t>
              </a:r>
            </a:p>
          </p:txBody>
        </p:sp>
        <p:sp>
          <p:nvSpPr>
            <p:cNvPr id="368" name="文本框 367">
              <a:extLst>
                <a:ext uri="{FF2B5EF4-FFF2-40B4-BE49-F238E27FC236}">
                  <a16:creationId xmlns:a16="http://schemas.microsoft.com/office/drawing/2014/main" id="{90432CAA-66B1-EB2F-F468-461720F0A044}"/>
                </a:ext>
              </a:extLst>
            </p:cNvPr>
            <p:cNvSpPr txBox="1"/>
            <p:nvPr/>
          </p:nvSpPr>
          <p:spPr>
            <a:xfrm flipH="1">
              <a:off x="8616938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6</a:t>
              </a:r>
            </a:p>
          </p:txBody>
        </p:sp>
        <p:sp>
          <p:nvSpPr>
            <p:cNvPr id="369" name="文本框 368">
              <a:extLst>
                <a:ext uri="{FF2B5EF4-FFF2-40B4-BE49-F238E27FC236}">
                  <a16:creationId xmlns:a16="http://schemas.microsoft.com/office/drawing/2014/main" id="{2A7CFA7E-FAE2-29A7-1D20-256A886797EA}"/>
                </a:ext>
              </a:extLst>
            </p:cNvPr>
            <p:cNvSpPr txBox="1"/>
            <p:nvPr/>
          </p:nvSpPr>
          <p:spPr>
            <a:xfrm flipH="1">
              <a:off x="8869297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7</a:t>
              </a:r>
            </a:p>
          </p:txBody>
        </p:sp>
        <p:sp>
          <p:nvSpPr>
            <p:cNvPr id="370" name="文本框 369">
              <a:extLst>
                <a:ext uri="{FF2B5EF4-FFF2-40B4-BE49-F238E27FC236}">
                  <a16:creationId xmlns:a16="http://schemas.microsoft.com/office/drawing/2014/main" id="{BE87FB65-4DD4-F538-B623-748740005D88}"/>
                </a:ext>
              </a:extLst>
            </p:cNvPr>
            <p:cNvSpPr txBox="1"/>
            <p:nvPr/>
          </p:nvSpPr>
          <p:spPr>
            <a:xfrm flipH="1">
              <a:off x="9122699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8</a:t>
              </a:r>
            </a:p>
          </p:txBody>
        </p:sp>
        <p:sp>
          <p:nvSpPr>
            <p:cNvPr id="371" name="文本框 370">
              <a:extLst>
                <a:ext uri="{FF2B5EF4-FFF2-40B4-BE49-F238E27FC236}">
                  <a16:creationId xmlns:a16="http://schemas.microsoft.com/office/drawing/2014/main" id="{12976F39-9615-0EC2-5AD8-8C834386BFCD}"/>
                </a:ext>
              </a:extLst>
            </p:cNvPr>
            <p:cNvSpPr txBox="1"/>
            <p:nvPr/>
          </p:nvSpPr>
          <p:spPr>
            <a:xfrm flipH="1">
              <a:off x="9375188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9</a:t>
              </a:r>
            </a:p>
          </p:txBody>
        </p:sp>
        <p:sp>
          <p:nvSpPr>
            <p:cNvPr id="372" name="文本框 371">
              <a:extLst>
                <a:ext uri="{FF2B5EF4-FFF2-40B4-BE49-F238E27FC236}">
                  <a16:creationId xmlns:a16="http://schemas.microsoft.com/office/drawing/2014/main" id="{A7A98216-3495-DD5F-864E-36BD97DE8124}"/>
                </a:ext>
              </a:extLst>
            </p:cNvPr>
            <p:cNvSpPr txBox="1"/>
            <p:nvPr/>
          </p:nvSpPr>
          <p:spPr>
            <a:xfrm flipH="1">
              <a:off x="8363269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5</a:t>
              </a:r>
            </a:p>
          </p:txBody>
        </p:sp>
        <p:sp>
          <p:nvSpPr>
            <p:cNvPr id="373" name="文本框 372">
              <a:extLst>
                <a:ext uri="{FF2B5EF4-FFF2-40B4-BE49-F238E27FC236}">
                  <a16:creationId xmlns:a16="http://schemas.microsoft.com/office/drawing/2014/main" id="{B0C402A2-3717-8755-3771-CE55D1406C2E}"/>
                </a:ext>
              </a:extLst>
            </p:cNvPr>
            <p:cNvSpPr txBox="1"/>
            <p:nvPr/>
          </p:nvSpPr>
          <p:spPr>
            <a:xfrm flipH="1">
              <a:off x="9494176" y="983694"/>
              <a:ext cx="46710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10</a:t>
              </a:r>
            </a:p>
          </p:txBody>
        </p:sp>
        <p:sp>
          <p:nvSpPr>
            <p:cNvPr id="374" name="文本框 373">
              <a:extLst>
                <a:ext uri="{FF2B5EF4-FFF2-40B4-BE49-F238E27FC236}">
                  <a16:creationId xmlns:a16="http://schemas.microsoft.com/office/drawing/2014/main" id="{63B336D8-5A4A-C82B-8E52-9B1D1C9BEC9B}"/>
                </a:ext>
              </a:extLst>
            </p:cNvPr>
            <p:cNvSpPr txBox="1"/>
            <p:nvPr/>
          </p:nvSpPr>
          <p:spPr>
            <a:xfrm flipH="1">
              <a:off x="7025876" y="1340015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1</a:t>
              </a:r>
            </a:p>
          </p:txBody>
        </p:sp>
        <p:sp>
          <p:nvSpPr>
            <p:cNvPr id="375" name="文本框 374">
              <a:extLst>
                <a:ext uri="{FF2B5EF4-FFF2-40B4-BE49-F238E27FC236}">
                  <a16:creationId xmlns:a16="http://schemas.microsoft.com/office/drawing/2014/main" id="{20244883-3460-28D1-5C3F-6F404C06B1F2}"/>
                </a:ext>
              </a:extLst>
            </p:cNvPr>
            <p:cNvSpPr txBox="1"/>
            <p:nvPr/>
          </p:nvSpPr>
          <p:spPr>
            <a:xfrm flipH="1">
              <a:off x="7025876" y="1673053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2</a:t>
              </a:r>
            </a:p>
          </p:txBody>
        </p:sp>
        <p:sp>
          <p:nvSpPr>
            <p:cNvPr id="376" name="文本框 375">
              <a:extLst>
                <a:ext uri="{FF2B5EF4-FFF2-40B4-BE49-F238E27FC236}">
                  <a16:creationId xmlns:a16="http://schemas.microsoft.com/office/drawing/2014/main" id="{E6B99951-8ACC-9019-9B72-28F2F96C20CF}"/>
                </a:ext>
              </a:extLst>
            </p:cNvPr>
            <p:cNvSpPr txBox="1"/>
            <p:nvPr/>
          </p:nvSpPr>
          <p:spPr>
            <a:xfrm flipH="1">
              <a:off x="7023890" y="2002905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3</a:t>
              </a:r>
            </a:p>
          </p:txBody>
        </p:sp>
        <p:sp>
          <p:nvSpPr>
            <p:cNvPr id="377" name="文本框 376">
              <a:extLst>
                <a:ext uri="{FF2B5EF4-FFF2-40B4-BE49-F238E27FC236}">
                  <a16:creationId xmlns:a16="http://schemas.microsoft.com/office/drawing/2014/main" id="{06CCBD70-3286-6A43-F87D-E85F883231C9}"/>
                </a:ext>
              </a:extLst>
            </p:cNvPr>
            <p:cNvSpPr txBox="1"/>
            <p:nvPr/>
          </p:nvSpPr>
          <p:spPr>
            <a:xfrm flipH="1">
              <a:off x="7029003" y="2571752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4</a:t>
              </a:r>
            </a:p>
          </p:txBody>
        </p:sp>
        <p:sp>
          <p:nvSpPr>
            <p:cNvPr id="378" name="文本框 377">
              <a:extLst>
                <a:ext uri="{FF2B5EF4-FFF2-40B4-BE49-F238E27FC236}">
                  <a16:creationId xmlns:a16="http://schemas.microsoft.com/office/drawing/2014/main" id="{DFE2A107-94E8-536F-F950-CE34E058FB70}"/>
                </a:ext>
              </a:extLst>
            </p:cNvPr>
            <p:cNvSpPr txBox="1"/>
            <p:nvPr/>
          </p:nvSpPr>
          <p:spPr>
            <a:xfrm flipH="1">
              <a:off x="7029003" y="2904790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5</a:t>
              </a:r>
            </a:p>
          </p:txBody>
        </p:sp>
        <p:sp>
          <p:nvSpPr>
            <p:cNvPr id="379" name="文本框 378">
              <a:extLst>
                <a:ext uri="{FF2B5EF4-FFF2-40B4-BE49-F238E27FC236}">
                  <a16:creationId xmlns:a16="http://schemas.microsoft.com/office/drawing/2014/main" id="{4A6B204B-A902-53B4-5826-CC9E24CF5F2A}"/>
                </a:ext>
              </a:extLst>
            </p:cNvPr>
            <p:cNvSpPr txBox="1"/>
            <p:nvPr/>
          </p:nvSpPr>
          <p:spPr>
            <a:xfrm flipH="1">
              <a:off x="7027017" y="3234642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6</a:t>
              </a:r>
            </a:p>
          </p:txBody>
        </p:sp>
        <p:sp>
          <p:nvSpPr>
            <p:cNvPr id="380" name="文本框 379">
              <a:extLst>
                <a:ext uri="{FF2B5EF4-FFF2-40B4-BE49-F238E27FC236}">
                  <a16:creationId xmlns:a16="http://schemas.microsoft.com/office/drawing/2014/main" id="{16C5850E-AC3E-4C39-E97D-8C9836EEBC1B}"/>
                </a:ext>
              </a:extLst>
            </p:cNvPr>
            <p:cNvSpPr txBox="1"/>
            <p:nvPr/>
          </p:nvSpPr>
          <p:spPr>
            <a:xfrm flipH="1">
              <a:off x="7031565" y="3789229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7</a:t>
              </a:r>
            </a:p>
          </p:txBody>
        </p:sp>
        <p:sp>
          <p:nvSpPr>
            <p:cNvPr id="381" name="文本框 380">
              <a:extLst>
                <a:ext uri="{FF2B5EF4-FFF2-40B4-BE49-F238E27FC236}">
                  <a16:creationId xmlns:a16="http://schemas.microsoft.com/office/drawing/2014/main" id="{F2840949-4275-CC3F-0E55-8590240F6A49}"/>
                </a:ext>
              </a:extLst>
            </p:cNvPr>
            <p:cNvSpPr txBox="1"/>
            <p:nvPr/>
          </p:nvSpPr>
          <p:spPr>
            <a:xfrm flipH="1">
              <a:off x="7031565" y="4122267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8</a:t>
              </a:r>
            </a:p>
          </p:txBody>
        </p:sp>
        <p:sp>
          <p:nvSpPr>
            <p:cNvPr id="382" name="文本框 381">
              <a:extLst>
                <a:ext uri="{FF2B5EF4-FFF2-40B4-BE49-F238E27FC236}">
                  <a16:creationId xmlns:a16="http://schemas.microsoft.com/office/drawing/2014/main" id="{FB277F0C-2D3D-567B-9D8C-AE7048735C42}"/>
                </a:ext>
              </a:extLst>
            </p:cNvPr>
            <p:cNvSpPr txBox="1"/>
            <p:nvPr/>
          </p:nvSpPr>
          <p:spPr>
            <a:xfrm flipH="1">
              <a:off x="7029579" y="4452119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9</a:t>
              </a:r>
            </a:p>
          </p:txBody>
        </p:sp>
        <p:sp>
          <p:nvSpPr>
            <p:cNvPr id="383" name="文本框 382">
              <a:extLst>
                <a:ext uri="{FF2B5EF4-FFF2-40B4-BE49-F238E27FC236}">
                  <a16:creationId xmlns:a16="http://schemas.microsoft.com/office/drawing/2014/main" id="{3A6BFFC6-639D-CDF7-3BB5-04DE2CDFE5D9}"/>
                </a:ext>
              </a:extLst>
            </p:cNvPr>
            <p:cNvSpPr txBox="1"/>
            <p:nvPr/>
          </p:nvSpPr>
          <p:spPr>
            <a:xfrm flipH="1">
              <a:off x="6780311" y="4974551"/>
              <a:ext cx="58056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10</a:t>
              </a:r>
            </a:p>
          </p:txBody>
        </p:sp>
        <p:sp>
          <p:nvSpPr>
            <p:cNvPr id="384" name="文本框 383">
              <a:extLst>
                <a:ext uri="{FF2B5EF4-FFF2-40B4-BE49-F238E27FC236}">
                  <a16:creationId xmlns:a16="http://schemas.microsoft.com/office/drawing/2014/main" id="{F95E4033-045E-9C16-3130-E8E2A3B02ED1}"/>
                </a:ext>
              </a:extLst>
            </p:cNvPr>
            <p:cNvSpPr txBox="1"/>
            <p:nvPr/>
          </p:nvSpPr>
          <p:spPr>
            <a:xfrm flipH="1">
              <a:off x="6780310" y="5307589"/>
              <a:ext cx="5805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11</a:t>
              </a:r>
            </a:p>
          </p:txBody>
        </p:sp>
        <p:sp>
          <p:nvSpPr>
            <p:cNvPr id="385" name="文本框 384">
              <a:extLst>
                <a:ext uri="{FF2B5EF4-FFF2-40B4-BE49-F238E27FC236}">
                  <a16:creationId xmlns:a16="http://schemas.microsoft.com/office/drawing/2014/main" id="{2D3E1E21-19EF-6D61-854D-31C2A3722070}"/>
                </a:ext>
              </a:extLst>
            </p:cNvPr>
            <p:cNvSpPr txBox="1"/>
            <p:nvPr/>
          </p:nvSpPr>
          <p:spPr>
            <a:xfrm flipH="1">
              <a:off x="6780310" y="5637441"/>
              <a:ext cx="5785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12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6" name="文本框 385">
                  <a:extLst>
                    <a:ext uri="{FF2B5EF4-FFF2-40B4-BE49-F238E27FC236}">
                      <a16:creationId xmlns:a16="http://schemas.microsoft.com/office/drawing/2014/main" id="{19EE3D86-FAAB-D19E-1D93-BFB62728A82A}"/>
                    </a:ext>
                  </a:extLst>
                </p:cNvPr>
                <p:cNvSpPr txBox="1"/>
                <p:nvPr/>
              </p:nvSpPr>
              <p:spPr>
                <a:xfrm flipH="1">
                  <a:off x="6256578" y="2238654"/>
                  <a:ext cx="492876" cy="4770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0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6" name="文本框 385">
                  <a:extLst>
                    <a:ext uri="{FF2B5EF4-FFF2-40B4-BE49-F238E27FC236}">
                      <a16:creationId xmlns:a16="http://schemas.microsoft.com/office/drawing/2014/main" id="{19EE3D86-FAAB-D19E-1D93-BFB62728A8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256578" y="2238654"/>
                  <a:ext cx="492876" cy="4770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7" name="文本框 386">
                  <a:extLst>
                    <a:ext uri="{FF2B5EF4-FFF2-40B4-BE49-F238E27FC236}">
                      <a16:creationId xmlns:a16="http://schemas.microsoft.com/office/drawing/2014/main" id="{9DA1861D-545D-DBC0-A8C0-4ADD93949FAC}"/>
                    </a:ext>
                  </a:extLst>
                </p:cNvPr>
                <p:cNvSpPr txBox="1"/>
                <p:nvPr/>
              </p:nvSpPr>
              <p:spPr>
                <a:xfrm flipH="1">
                  <a:off x="6269265" y="3470619"/>
                  <a:ext cx="492876" cy="4770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7" name="文本框 386">
                  <a:extLst>
                    <a:ext uri="{FF2B5EF4-FFF2-40B4-BE49-F238E27FC236}">
                      <a16:creationId xmlns:a16="http://schemas.microsoft.com/office/drawing/2014/main" id="{9DA1861D-545D-DBC0-A8C0-4ADD93949F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269265" y="3470619"/>
                  <a:ext cx="492876" cy="4770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8" name="文本框 387">
              <a:extLst>
                <a:ext uri="{FF2B5EF4-FFF2-40B4-BE49-F238E27FC236}">
                  <a16:creationId xmlns:a16="http://schemas.microsoft.com/office/drawing/2014/main" id="{85B8545B-51B2-E2E6-4240-601AD9337F0A}"/>
                </a:ext>
              </a:extLst>
            </p:cNvPr>
            <p:cNvSpPr txBox="1"/>
            <p:nvPr/>
          </p:nvSpPr>
          <p:spPr>
            <a:xfrm flipH="1">
              <a:off x="6258775" y="4710502"/>
              <a:ext cx="49287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C</a:t>
              </a:r>
            </a:p>
          </p:txBody>
        </p:sp>
        <p:sp>
          <p:nvSpPr>
            <p:cNvPr id="389" name="文本框 388">
              <a:extLst>
                <a:ext uri="{FF2B5EF4-FFF2-40B4-BE49-F238E27FC236}">
                  <a16:creationId xmlns:a16="http://schemas.microsoft.com/office/drawing/2014/main" id="{8E3302B9-320C-143F-4C6D-406B8EBD79A5}"/>
                </a:ext>
              </a:extLst>
            </p:cNvPr>
            <p:cNvSpPr txBox="1"/>
            <p:nvPr/>
          </p:nvSpPr>
          <p:spPr>
            <a:xfrm flipH="1">
              <a:off x="6262405" y="5909973"/>
              <a:ext cx="49287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D</a:t>
              </a:r>
            </a:p>
          </p:txBody>
        </p:sp>
        <p:grpSp>
          <p:nvGrpSpPr>
            <p:cNvPr id="409" name="组合 408">
              <a:extLst>
                <a:ext uri="{FF2B5EF4-FFF2-40B4-BE49-F238E27FC236}">
                  <a16:creationId xmlns:a16="http://schemas.microsoft.com/office/drawing/2014/main" id="{4CA94101-0EDA-260F-4721-B143AF72E06A}"/>
                </a:ext>
              </a:extLst>
            </p:cNvPr>
            <p:cNvGrpSpPr/>
            <p:nvPr/>
          </p:nvGrpSpPr>
          <p:grpSpPr>
            <a:xfrm>
              <a:off x="10433517" y="2103904"/>
              <a:ext cx="211434" cy="211434"/>
              <a:chOff x="5127488" y="4220120"/>
              <a:chExt cx="182538" cy="182538"/>
            </a:xfrm>
          </p:grpSpPr>
          <p:sp>
            <p:nvSpPr>
              <p:cNvPr id="410" name="Line 27">
                <a:extLst>
                  <a:ext uri="{FF2B5EF4-FFF2-40B4-BE49-F238E27FC236}">
                    <a16:creationId xmlns:a16="http://schemas.microsoft.com/office/drawing/2014/main" id="{8E6D81EC-6367-E7B0-85E9-0898C99AB6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11" name="Line 27">
                <a:extLst>
                  <a:ext uri="{FF2B5EF4-FFF2-40B4-BE49-F238E27FC236}">
                    <a16:creationId xmlns:a16="http://schemas.microsoft.com/office/drawing/2014/main" id="{47D0E86E-C739-F061-77AC-560613A89E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466" name="组合 465">
              <a:extLst>
                <a:ext uri="{FF2B5EF4-FFF2-40B4-BE49-F238E27FC236}">
                  <a16:creationId xmlns:a16="http://schemas.microsoft.com/office/drawing/2014/main" id="{1B836912-6210-B6F1-501A-958CCD7F3B50}"/>
                </a:ext>
              </a:extLst>
            </p:cNvPr>
            <p:cNvGrpSpPr/>
            <p:nvPr/>
          </p:nvGrpSpPr>
          <p:grpSpPr>
            <a:xfrm>
              <a:off x="10431905" y="4541926"/>
              <a:ext cx="211434" cy="211434"/>
              <a:chOff x="5127488" y="4220120"/>
              <a:chExt cx="182538" cy="182538"/>
            </a:xfrm>
          </p:grpSpPr>
          <p:sp>
            <p:nvSpPr>
              <p:cNvPr id="467" name="Line 27">
                <a:extLst>
                  <a:ext uri="{FF2B5EF4-FFF2-40B4-BE49-F238E27FC236}">
                    <a16:creationId xmlns:a16="http://schemas.microsoft.com/office/drawing/2014/main" id="{14D9BD59-C232-6DB8-7CCC-B2C0E082C6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68" name="Line 27">
                <a:extLst>
                  <a:ext uri="{FF2B5EF4-FFF2-40B4-BE49-F238E27FC236}">
                    <a16:creationId xmlns:a16="http://schemas.microsoft.com/office/drawing/2014/main" id="{FBA0B50F-1EB3-3D9C-E384-A149CAFDAB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75B9432D-AC4E-A508-F81B-2C93F134E418}"/>
                </a:ext>
              </a:extLst>
            </p:cNvPr>
            <p:cNvGrpSpPr/>
            <p:nvPr/>
          </p:nvGrpSpPr>
          <p:grpSpPr>
            <a:xfrm>
              <a:off x="9430347" y="1823307"/>
              <a:ext cx="2102989" cy="811880"/>
              <a:chOff x="9430347" y="1823307"/>
              <a:chExt cx="2102989" cy="811880"/>
            </a:xfrm>
            <a:solidFill>
              <a:schemeClr val="tx1"/>
            </a:solidFill>
          </p:grpSpPr>
          <p:sp>
            <p:nvSpPr>
              <p:cNvPr id="7" name="等腰三角形 6">
                <a:extLst>
                  <a:ext uri="{FF2B5EF4-FFF2-40B4-BE49-F238E27FC236}">
                    <a16:creationId xmlns:a16="http://schemas.microsoft.com/office/drawing/2014/main" id="{5FB1FB00-F445-3685-ECC4-E59CC408B8C1}"/>
                  </a:ext>
                </a:extLst>
              </p:cNvPr>
              <p:cNvSpPr/>
              <p:nvPr/>
            </p:nvSpPr>
            <p:spPr>
              <a:xfrm rot="16200000">
                <a:off x="9993565" y="2354398"/>
                <a:ext cx="284697" cy="265767"/>
              </a:xfrm>
              <a:prstGeom prst="triangl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8651B066-5576-E3AF-6B8C-550835DFAA16}"/>
                  </a:ext>
                </a:extLst>
              </p:cNvPr>
              <p:cNvSpPr/>
              <p:nvPr/>
            </p:nvSpPr>
            <p:spPr>
              <a:xfrm>
                <a:off x="10062785" y="2551512"/>
                <a:ext cx="78120" cy="7812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9" name="Line 27">
                <a:extLst>
                  <a:ext uri="{FF2B5EF4-FFF2-40B4-BE49-F238E27FC236}">
                    <a16:creationId xmlns:a16="http://schemas.microsoft.com/office/drawing/2014/main" id="{3AB34D32-F55D-786E-FD86-7DAB85FDCC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29925" y="2587799"/>
                <a:ext cx="332859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" name="Line 27">
                <a:extLst>
                  <a:ext uri="{FF2B5EF4-FFF2-40B4-BE49-F238E27FC236}">
                    <a16:creationId xmlns:a16="http://schemas.microsoft.com/office/drawing/2014/main" id="{F4B1B376-B9DA-B86D-85C3-C4DFCA3CAE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76861" y="2393970"/>
                <a:ext cx="703383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" name="Line 27">
                <a:extLst>
                  <a:ext uri="{FF2B5EF4-FFF2-40B4-BE49-F238E27FC236}">
                    <a16:creationId xmlns:a16="http://schemas.microsoft.com/office/drawing/2014/main" id="{A1C63EF1-433E-5448-638F-9636993F65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68805" y="2486409"/>
                <a:ext cx="1228208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2" name="Line 27">
                <a:extLst>
                  <a:ext uri="{FF2B5EF4-FFF2-40B4-BE49-F238E27FC236}">
                    <a16:creationId xmlns:a16="http://schemas.microsoft.com/office/drawing/2014/main" id="{74B5C86E-960C-8AB0-9C86-58A7E3AEDD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1178916" y="2180310"/>
                <a:ext cx="612198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CCB4D57F-26DF-260D-8B05-28BA8523E924}"/>
                  </a:ext>
                </a:extLst>
              </p:cNvPr>
              <p:cNvSpPr/>
              <p:nvPr/>
            </p:nvSpPr>
            <p:spPr>
              <a:xfrm>
                <a:off x="9430347" y="2344795"/>
                <a:ext cx="96643" cy="96643"/>
              </a:xfrm>
              <a:prstGeom prst="ellipse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5B324128-4C50-FCBF-65EC-9FEC761FB0AF}"/>
                  </a:ext>
                </a:extLst>
              </p:cNvPr>
              <p:cNvSpPr/>
              <p:nvPr/>
            </p:nvSpPr>
            <p:spPr>
              <a:xfrm>
                <a:off x="9682802" y="2538544"/>
                <a:ext cx="96643" cy="96643"/>
              </a:xfrm>
              <a:prstGeom prst="ellipse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F092593D-99E9-6E40-4229-1FF998FC8DDC}"/>
                  </a:ext>
                </a:extLst>
              </p:cNvPr>
              <p:cNvSpPr/>
              <p:nvPr/>
            </p:nvSpPr>
            <p:spPr>
              <a:xfrm>
                <a:off x="11436693" y="1823307"/>
                <a:ext cx="96643" cy="96643"/>
              </a:xfrm>
              <a:prstGeom prst="ellipse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</p:grpSp>
      <p:grpSp>
        <p:nvGrpSpPr>
          <p:cNvPr id="493" name="组合 492">
            <a:extLst>
              <a:ext uri="{FF2B5EF4-FFF2-40B4-BE49-F238E27FC236}">
                <a16:creationId xmlns:a16="http://schemas.microsoft.com/office/drawing/2014/main" id="{F2415A85-B65C-7DAA-A59F-E011D0443C94}"/>
              </a:ext>
            </a:extLst>
          </p:cNvPr>
          <p:cNvGrpSpPr/>
          <p:nvPr/>
        </p:nvGrpSpPr>
        <p:grpSpPr>
          <a:xfrm>
            <a:off x="7347341" y="1452098"/>
            <a:ext cx="2220789" cy="4470204"/>
            <a:chOff x="7347341" y="1452098"/>
            <a:chExt cx="2220789" cy="4470204"/>
          </a:xfrm>
        </p:grpSpPr>
        <p:grpSp>
          <p:nvGrpSpPr>
            <p:cNvPr id="494" name="组合 493">
              <a:extLst>
                <a:ext uri="{FF2B5EF4-FFF2-40B4-BE49-F238E27FC236}">
                  <a16:creationId xmlns:a16="http://schemas.microsoft.com/office/drawing/2014/main" id="{E3B00712-B64A-8D1B-2A0A-7D970D5669F5}"/>
                </a:ext>
              </a:extLst>
            </p:cNvPr>
            <p:cNvGrpSpPr/>
            <p:nvPr/>
          </p:nvGrpSpPr>
          <p:grpSpPr>
            <a:xfrm>
              <a:off x="7350379" y="1452098"/>
              <a:ext cx="182538" cy="182538"/>
              <a:chOff x="5130526" y="4220120"/>
              <a:chExt cx="182538" cy="182538"/>
            </a:xfrm>
          </p:grpSpPr>
          <p:sp>
            <p:nvSpPr>
              <p:cNvPr id="428" name="Line 27">
                <a:extLst>
                  <a:ext uri="{FF2B5EF4-FFF2-40B4-BE49-F238E27FC236}">
                    <a16:creationId xmlns:a16="http://schemas.microsoft.com/office/drawing/2014/main" id="{F55DE073-4EE6-BF17-6030-5505B4A7B1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30526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29" name="Line 27">
                <a:extLst>
                  <a:ext uri="{FF2B5EF4-FFF2-40B4-BE49-F238E27FC236}">
                    <a16:creationId xmlns:a16="http://schemas.microsoft.com/office/drawing/2014/main" id="{7F6549AF-54EA-57C0-4C64-88353DD613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30526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495" name="组合 494">
              <a:extLst>
                <a:ext uri="{FF2B5EF4-FFF2-40B4-BE49-F238E27FC236}">
                  <a16:creationId xmlns:a16="http://schemas.microsoft.com/office/drawing/2014/main" id="{B98D1C56-7A9A-0264-F531-2CA0713E1B9C}"/>
                </a:ext>
              </a:extLst>
            </p:cNvPr>
            <p:cNvGrpSpPr/>
            <p:nvPr/>
          </p:nvGrpSpPr>
          <p:grpSpPr>
            <a:xfrm>
              <a:off x="7867886" y="1452625"/>
              <a:ext cx="182538" cy="182538"/>
              <a:chOff x="5127488" y="4220120"/>
              <a:chExt cx="182538" cy="182538"/>
            </a:xfrm>
          </p:grpSpPr>
          <p:sp>
            <p:nvSpPr>
              <p:cNvPr id="426" name="Line 27">
                <a:extLst>
                  <a:ext uri="{FF2B5EF4-FFF2-40B4-BE49-F238E27FC236}">
                    <a16:creationId xmlns:a16="http://schemas.microsoft.com/office/drawing/2014/main" id="{17AA37C3-65F1-A89F-A30B-A94E5B7BDE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27" name="Line 27">
                <a:extLst>
                  <a:ext uri="{FF2B5EF4-FFF2-40B4-BE49-F238E27FC236}">
                    <a16:creationId xmlns:a16="http://schemas.microsoft.com/office/drawing/2014/main" id="{77948F86-4B65-8FD7-3FCD-0AD423F602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496" name="组合 495">
              <a:extLst>
                <a:ext uri="{FF2B5EF4-FFF2-40B4-BE49-F238E27FC236}">
                  <a16:creationId xmlns:a16="http://schemas.microsoft.com/office/drawing/2014/main" id="{E7CEE52D-EEE9-DA09-F767-B9FFD73701CE}"/>
                </a:ext>
              </a:extLst>
            </p:cNvPr>
            <p:cNvGrpSpPr/>
            <p:nvPr/>
          </p:nvGrpSpPr>
          <p:grpSpPr>
            <a:xfrm>
              <a:off x="8626856" y="1454551"/>
              <a:ext cx="182538" cy="182538"/>
              <a:chOff x="5127488" y="4220120"/>
              <a:chExt cx="182538" cy="182538"/>
            </a:xfrm>
          </p:grpSpPr>
          <p:sp>
            <p:nvSpPr>
              <p:cNvPr id="424" name="Line 27">
                <a:extLst>
                  <a:ext uri="{FF2B5EF4-FFF2-40B4-BE49-F238E27FC236}">
                    <a16:creationId xmlns:a16="http://schemas.microsoft.com/office/drawing/2014/main" id="{DF3560F3-E39B-93D1-B117-D92024B586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25" name="Line 27">
                <a:extLst>
                  <a:ext uri="{FF2B5EF4-FFF2-40B4-BE49-F238E27FC236}">
                    <a16:creationId xmlns:a16="http://schemas.microsoft.com/office/drawing/2014/main" id="{C1331F96-2AB1-E21B-CA96-DA5C07C06C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497" name="组合 496">
              <a:extLst>
                <a:ext uri="{FF2B5EF4-FFF2-40B4-BE49-F238E27FC236}">
                  <a16:creationId xmlns:a16="http://schemas.microsoft.com/office/drawing/2014/main" id="{1C8E5275-F9D1-AEAA-CB36-C87C4A7DB453}"/>
                </a:ext>
              </a:extLst>
            </p:cNvPr>
            <p:cNvGrpSpPr/>
            <p:nvPr/>
          </p:nvGrpSpPr>
          <p:grpSpPr>
            <a:xfrm>
              <a:off x="7601518" y="1786258"/>
              <a:ext cx="182538" cy="182538"/>
              <a:chOff x="5127488" y="4220120"/>
              <a:chExt cx="182538" cy="182538"/>
            </a:xfrm>
          </p:grpSpPr>
          <p:sp>
            <p:nvSpPr>
              <p:cNvPr id="422" name="Line 27">
                <a:extLst>
                  <a:ext uri="{FF2B5EF4-FFF2-40B4-BE49-F238E27FC236}">
                    <a16:creationId xmlns:a16="http://schemas.microsoft.com/office/drawing/2014/main" id="{B195A869-96A2-B631-57A7-A44F05BAE8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23" name="Line 27">
                <a:extLst>
                  <a:ext uri="{FF2B5EF4-FFF2-40B4-BE49-F238E27FC236}">
                    <a16:creationId xmlns:a16="http://schemas.microsoft.com/office/drawing/2014/main" id="{C372EC5C-667A-7573-CD12-A16AE5427B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498" name="组合 497">
              <a:extLst>
                <a:ext uri="{FF2B5EF4-FFF2-40B4-BE49-F238E27FC236}">
                  <a16:creationId xmlns:a16="http://schemas.microsoft.com/office/drawing/2014/main" id="{E22B6844-79C0-1B7A-00A0-C0F06A30704A}"/>
                </a:ext>
              </a:extLst>
            </p:cNvPr>
            <p:cNvGrpSpPr/>
            <p:nvPr/>
          </p:nvGrpSpPr>
          <p:grpSpPr>
            <a:xfrm>
              <a:off x="7347341" y="2678891"/>
              <a:ext cx="182538" cy="182538"/>
              <a:chOff x="5127488" y="4220120"/>
              <a:chExt cx="182538" cy="182538"/>
            </a:xfrm>
          </p:grpSpPr>
          <p:sp>
            <p:nvSpPr>
              <p:cNvPr id="420" name="Line 27">
                <a:extLst>
                  <a:ext uri="{FF2B5EF4-FFF2-40B4-BE49-F238E27FC236}">
                    <a16:creationId xmlns:a16="http://schemas.microsoft.com/office/drawing/2014/main" id="{E015BEAF-BD53-6951-6F99-55B28DE6F6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21" name="Line 27">
                <a:extLst>
                  <a:ext uri="{FF2B5EF4-FFF2-40B4-BE49-F238E27FC236}">
                    <a16:creationId xmlns:a16="http://schemas.microsoft.com/office/drawing/2014/main" id="{D5818565-0367-93ED-8D1D-3AE3740718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499" name="组合 498">
              <a:extLst>
                <a:ext uri="{FF2B5EF4-FFF2-40B4-BE49-F238E27FC236}">
                  <a16:creationId xmlns:a16="http://schemas.microsoft.com/office/drawing/2014/main" id="{EE77B475-676E-815C-5BD4-F9D93901C4DA}"/>
                </a:ext>
              </a:extLst>
            </p:cNvPr>
            <p:cNvGrpSpPr/>
            <p:nvPr/>
          </p:nvGrpSpPr>
          <p:grpSpPr>
            <a:xfrm>
              <a:off x="8374608" y="1780812"/>
              <a:ext cx="182538" cy="182538"/>
              <a:chOff x="5127488" y="4220120"/>
              <a:chExt cx="182538" cy="182538"/>
            </a:xfrm>
          </p:grpSpPr>
          <p:sp>
            <p:nvSpPr>
              <p:cNvPr id="418" name="Line 27">
                <a:extLst>
                  <a:ext uri="{FF2B5EF4-FFF2-40B4-BE49-F238E27FC236}">
                    <a16:creationId xmlns:a16="http://schemas.microsoft.com/office/drawing/2014/main" id="{1858495C-C69D-982A-4B35-226402D81C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19" name="Line 27">
                <a:extLst>
                  <a:ext uri="{FF2B5EF4-FFF2-40B4-BE49-F238E27FC236}">
                    <a16:creationId xmlns:a16="http://schemas.microsoft.com/office/drawing/2014/main" id="{F3ACB827-7F19-2E84-147B-837C835F68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00" name="组合 499">
              <a:extLst>
                <a:ext uri="{FF2B5EF4-FFF2-40B4-BE49-F238E27FC236}">
                  <a16:creationId xmlns:a16="http://schemas.microsoft.com/office/drawing/2014/main" id="{BA8791AE-FB61-6F62-4BE9-C2F77237C11F}"/>
                </a:ext>
              </a:extLst>
            </p:cNvPr>
            <p:cNvGrpSpPr/>
            <p:nvPr/>
          </p:nvGrpSpPr>
          <p:grpSpPr>
            <a:xfrm>
              <a:off x="8122063" y="1784953"/>
              <a:ext cx="182538" cy="182538"/>
              <a:chOff x="5127488" y="4220120"/>
              <a:chExt cx="182538" cy="182538"/>
            </a:xfrm>
          </p:grpSpPr>
          <p:sp>
            <p:nvSpPr>
              <p:cNvPr id="416" name="Line 27">
                <a:extLst>
                  <a:ext uri="{FF2B5EF4-FFF2-40B4-BE49-F238E27FC236}">
                    <a16:creationId xmlns:a16="http://schemas.microsoft.com/office/drawing/2014/main" id="{BEC85E92-13E9-1300-FC20-2278692E68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17" name="Line 27">
                <a:extLst>
                  <a:ext uri="{FF2B5EF4-FFF2-40B4-BE49-F238E27FC236}">
                    <a16:creationId xmlns:a16="http://schemas.microsoft.com/office/drawing/2014/main" id="{F6A0E746-686D-BD9B-7938-88A923D724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01" name="组合 500">
              <a:extLst>
                <a:ext uri="{FF2B5EF4-FFF2-40B4-BE49-F238E27FC236}">
                  <a16:creationId xmlns:a16="http://schemas.microsoft.com/office/drawing/2014/main" id="{526634F4-DEBE-D8C0-694C-1301F141A5E9}"/>
                </a:ext>
              </a:extLst>
            </p:cNvPr>
            <p:cNvGrpSpPr/>
            <p:nvPr/>
          </p:nvGrpSpPr>
          <p:grpSpPr>
            <a:xfrm>
              <a:off x="9134425" y="1782427"/>
              <a:ext cx="182538" cy="182538"/>
              <a:chOff x="5127488" y="4220120"/>
              <a:chExt cx="182538" cy="182538"/>
            </a:xfrm>
          </p:grpSpPr>
          <p:sp>
            <p:nvSpPr>
              <p:cNvPr id="414" name="Line 27">
                <a:extLst>
                  <a:ext uri="{FF2B5EF4-FFF2-40B4-BE49-F238E27FC236}">
                    <a16:creationId xmlns:a16="http://schemas.microsoft.com/office/drawing/2014/main" id="{FC25AB84-3516-6F6F-A89B-438D59B756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15" name="Line 27">
                <a:extLst>
                  <a:ext uri="{FF2B5EF4-FFF2-40B4-BE49-F238E27FC236}">
                    <a16:creationId xmlns:a16="http://schemas.microsoft.com/office/drawing/2014/main" id="{8F07FE99-7BA9-1EC0-637E-F45073212F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02" name="组合 501">
              <a:extLst>
                <a:ext uri="{FF2B5EF4-FFF2-40B4-BE49-F238E27FC236}">
                  <a16:creationId xmlns:a16="http://schemas.microsoft.com/office/drawing/2014/main" id="{F7B6A3F7-C772-38B7-103C-F4A520BB7DC6}"/>
                </a:ext>
              </a:extLst>
            </p:cNvPr>
            <p:cNvGrpSpPr/>
            <p:nvPr/>
          </p:nvGrpSpPr>
          <p:grpSpPr>
            <a:xfrm>
              <a:off x="8122063" y="2681012"/>
              <a:ext cx="182538" cy="182538"/>
              <a:chOff x="5127488" y="4220120"/>
              <a:chExt cx="182538" cy="182538"/>
            </a:xfrm>
          </p:grpSpPr>
          <p:sp>
            <p:nvSpPr>
              <p:cNvPr id="412" name="Line 27">
                <a:extLst>
                  <a:ext uri="{FF2B5EF4-FFF2-40B4-BE49-F238E27FC236}">
                    <a16:creationId xmlns:a16="http://schemas.microsoft.com/office/drawing/2014/main" id="{DA045661-42F0-84BB-7282-3F56DF89C4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13" name="Line 27">
                <a:extLst>
                  <a:ext uri="{FF2B5EF4-FFF2-40B4-BE49-F238E27FC236}">
                    <a16:creationId xmlns:a16="http://schemas.microsoft.com/office/drawing/2014/main" id="{F0003F6B-2DB1-20B7-DC05-21B6E9CFD2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03" name="组合 502">
              <a:extLst>
                <a:ext uri="{FF2B5EF4-FFF2-40B4-BE49-F238E27FC236}">
                  <a16:creationId xmlns:a16="http://schemas.microsoft.com/office/drawing/2014/main" id="{51088D15-4D7C-0B5D-2C43-956D86F4B7E6}"/>
                </a:ext>
              </a:extLst>
            </p:cNvPr>
            <p:cNvGrpSpPr/>
            <p:nvPr/>
          </p:nvGrpSpPr>
          <p:grpSpPr>
            <a:xfrm>
              <a:off x="8372679" y="2681144"/>
              <a:ext cx="182538" cy="182538"/>
              <a:chOff x="5127488" y="4220120"/>
              <a:chExt cx="182538" cy="182538"/>
            </a:xfrm>
          </p:grpSpPr>
          <p:sp>
            <p:nvSpPr>
              <p:cNvPr id="407" name="Line 27">
                <a:extLst>
                  <a:ext uri="{FF2B5EF4-FFF2-40B4-BE49-F238E27FC236}">
                    <a16:creationId xmlns:a16="http://schemas.microsoft.com/office/drawing/2014/main" id="{675F51C8-2BC5-42E2-DA8B-2FFCCD608D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08" name="Line 27">
                <a:extLst>
                  <a:ext uri="{FF2B5EF4-FFF2-40B4-BE49-F238E27FC236}">
                    <a16:creationId xmlns:a16="http://schemas.microsoft.com/office/drawing/2014/main" id="{2F11DD91-D44D-4FDE-AD11-7D79A81771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04" name="组合 503">
              <a:extLst>
                <a:ext uri="{FF2B5EF4-FFF2-40B4-BE49-F238E27FC236}">
                  <a16:creationId xmlns:a16="http://schemas.microsoft.com/office/drawing/2014/main" id="{04D1DE65-9AB7-7FA9-DCE6-7325137922F8}"/>
                </a:ext>
              </a:extLst>
            </p:cNvPr>
            <p:cNvGrpSpPr/>
            <p:nvPr/>
          </p:nvGrpSpPr>
          <p:grpSpPr>
            <a:xfrm>
              <a:off x="7347341" y="3011990"/>
              <a:ext cx="182538" cy="182538"/>
              <a:chOff x="5127488" y="4220120"/>
              <a:chExt cx="182538" cy="182538"/>
            </a:xfrm>
          </p:grpSpPr>
          <p:sp>
            <p:nvSpPr>
              <p:cNvPr id="405" name="Line 27">
                <a:extLst>
                  <a:ext uri="{FF2B5EF4-FFF2-40B4-BE49-F238E27FC236}">
                    <a16:creationId xmlns:a16="http://schemas.microsoft.com/office/drawing/2014/main" id="{3ACA2333-BCD4-820B-3341-0DD238FBA6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06" name="Line 27">
                <a:extLst>
                  <a:ext uri="{FF2B5EF4-FFF2-40B4-BE49-F238E27FC236}">
                    <a16:creationId xmlns:a16="http://schemas.microsoft.com/office/drawing/2014/main" id="{C192BE62-63DE-AEF0-BDA2-238C863AEA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05" name="组合 504">
              <a:extLst>
                <a:ext uri="{FF2B5EF4-FFF2-40B4-BE49-F238E27FC236}">
                  <a16:creationId xmlns:a16="http://schemas.microsoft.com/office/drawing/2014/main" id="{0DA2B993-6D99-19A1-6820-E4574521B4F5}"/>
                </a:ext>
              </a:extLst>
            </p:cNvPr>
            <p:cNvGrpSpPr/>
            <p:nvPr/>
          </p:nvGrpSpPr>
          <p:grpSpPr>
            <a:xfrm>
              <a:off x="8626856" y="3011990"/>
              <a:ext cx="182538" cy="182538"/>
              <a:chOff x="5127488" y="4220120"/>
              <a:chExt cx="182538" cy="182538"/>
            </a:xfrm>
          </p:grpSpPr>
          <p:sp>
            <p:nvSpPr>
              <p:cNvPr id="403" name="Line 27">
                <a:extLst>
                  <a:ext uri="{FF2B5EF4-FFF2-40B4-BE49-F238E27FC236}">
                    <a16:creationId xmlns:a16="http://schemas.microsoft.com/office/drawing/2014/main" id="{930D8F5B-1B5C-09D4-4C10-3541100506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04" name="Line 27">
                <a:extLst>
                  <a:ext uri="{FF2B5EF4-FFF2-40B4-BE49-F238E27FC236}">
                    <a16:creationId xmlns:a16="http://schemas.microsoft.com/office/drawing/2014/main" id="{5A3EC32D-D49C-D4D0-BA5A-8584C7D7F6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06" name="组合 505">
              <a:extLst>
                <a:ext uri="{FF2B5EF4-FFF2-40B4-BE49-F238E27FC236}">
                  <a16:creationId xmlns:a16="http://schemas.microsoft.com/office/drawing/2014/main" id="{E7021886-0CAD-B478-EBC2-1870DEEECD50}"/>
                </a:ext>
              </a:extLst>
            </p:cNvPr>
            <p:cNvGrpSpPr/>
            <p:nvPr/>
          </p:nvGrpSpPr>
          <p:grpSpPr>
            <a:xfrm>
              <a:off x="9135820" y="3011990"/>
              <a:ext cx="182538" cy="182538"/>
              <a:chOff x="5127488" y="4220120"/>
              <a:chExt cx="182538" cy="182538"/>
            </a:xfrm>
          </p:grpSpPr>
          <p:sp>
            <p:nvSpPr>
              <p:cNvPr id="401" name="Line 27">
                <a:extLst>
                  <a:ext uri="{FF2B5EF4-FFF2-40B4-BE49-F238E27FC236}">
                    <a16:creationId xmlns:a16="http://schemas.microsoft.com/office/drawing/2014/main" id="{377FAD6A-5598-060F-538C-3EB0B8791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02" name="Line 27">
                <a:extLst>
                  <a:ext uri="{FF2B5EF4-FFF2-40B4-BE49-F238E27FC236}">
                    <a16:creationId xmlns:a16="http://schemas.microsoft.com/office/drawing/2014/main" id="{CAFFFFF1-9DE7-0451-6CBA-CCAB74EC12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07" name="组合 506">
              <a:extLst>
                <a:ext uri="{FF2B5EF4-FFF2-40B4-BE49-F238E27FC236}">
                  <a16:creationId xmlns:a16="http://schemas.microsoft.com/office/drawing/2014/main" id="{1307BBD9-C049-6B15-1440-640920F3A6D6}"/>
                </a:ext>
              </a:extLst>
            </p:cNvPr>
            <p:cNvGrpSpPr/>
            <p:nvPr/>
          </p:nvGrpSpPr>
          <p:grpSpPr>
            <a:xfrm>
              <a:off x="9135424" y="3341293"/>
              <a:ext cx="182538" cy="182538"/>
              <a:chOff x="5127488" y="4220120"/>
              <a:chExt cx="182538" cy="182538"/>
            </a:xfrm>
          </p:grpSpPr>
          <p:sp>
            <p:nvSpPr>
              <p:cNvPr id="399" name="Line 27">
                <a:extLst>
                  <a:ext uri="{FF2B5EF4-FFF2-40B4-BE49-F238E27FC236}">
                    <a16:creationId xmlns:a16="http://schemas.microsoft.com/office/drawing/2014/main" id="{5F743C51-E252-48F6-D066-BC077E8931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00" name="Line 27">
                <a:extLst>
                  <a:ext uri="{FF2B5EF4-FFF2-40B4-BE49-F238E27FC236}">
                    <a16:creationId xmlns:a16="http://schemas.microsoft.com/office/drawing/2014/main" id="{378C6C76-6B1E-95EF-024A-05226948EF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08" name="组合 507">
              <a:extLst>
                <a:ext uri="{FF2B5EF4-FFF2-40B4-BE49-F238E27FC236}">
                  <a16:creationId xmlns:a16="http://schemas.microsoft.com/office/drawing/2014/main" id="{2C82287A-215F-9913-A687-E0F386509E4E}"/>
                </a:ext>
              </a:extLst>
            </p:cNvPr>
            <p:cNvGrpSpPr/>
            <p:nvPr/>
          </p:nvGrpSpPr>
          <p:grpSpPr>
            <a:xfrm>
              <a:off x="8372679" y="3341254"/>
              <a:ext cx="182538" cy="182538"/>
              <a:chOff x="5127488" y="4220120"/>
              <a:chExt cx="182538" cy="182538"/>
            </a:xfrm>
          </p:grpSpPr>
          <p:sp>
            <p:nvSpPr>
              <p:cNvPr id="397" name="Line 27">
                <a:extLst>
                  <a:ext uri="{FF2B5EF4-FFF2-40B4-BE49-F238E27FC236}">
                    <a16:creationId xmlns:a16="http://schemas.microsoft.com/office/drawing/2014/main" id="{BD52F57A-22BA-EAAB-3C25-C1677CB809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98" name="Line 27">
                <a:extLst>
                  <a:ext uri="{FF2B5EF4-FFF2-40B4-BE49-F238E27FC236}">
                    <a16:creationId xmlns:a16="http://schemas.microsoft.com/office/drawing/2014/main" id="{9A6823BA-876A-5B4E-B303-5C5477CD1D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09" name="组合 508">
              <a:extLst>
                <a:ext uri="{FF2B5EF4-FFF2-40B4-BE49-F238E27FC236}">
                  <a16:creationId xmlns:a16="http://schemas.microsoft.com/office/drawing/2014/main" id="{872F5AC2-AF3C-8109-30AA-5B87E0880C8E}"/>
                </a:ext>
              </a:extLst>
            </p:cNvPr>
            <p:cNvGrpSpPr/>
            <p:nvPr/>
          </p:nvGrpSpPr>
          <p:grpSpPr>
            <a:xfrm>
              <a:off x="7867886" y="3341293"/>
              <a:ext cx="182538" cy="182538"/>
              <a:chOff x="5127488" y="4220120"/>
              <a:chExt cx="182538" cy="182538"/>
            </a:xfrm>
          </p:grpSpPr>
          <p:sp>
            <p:nvSpPr>
              <p:cNvPr id="395" name="Line 27">
                <a:extLst>
                  <a:ext uri="{FF2B5EF4-FFF2-40B4-BE49-F238E27FC236}">
                    <a16:creationId xmlns:a16="http://schemas.microsoft.com/office/drawing/2014/main" id="{EBA07ADB-598A-D464-ED7E-EA70E790D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96" name="Line 27">
                <a:extLst>
                  <a:ext uri="{FF2B5EF4-FFF2-40B4-BE49-F238E27FC236}">
                    <a16:creationId xmlns:a16="http://schemas.microsoft.com/office/drawing/2014/main" id="{9AA50D73-267A-78EC-938F-C87A44D4E9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10" name="组合 509">
              <a:extLst>
                <a:ext uri="{FF2B5EF4-FFF2-40B4-BE49-F238E27FC236}">
                  <a16:creationId xmlns:a16="http://schemas.microsoft.com/office/drawing/2014/main" id="{41CD4C3D-FCA2-AF88-95C2-EB92BA2D5991}"/>
                </a:ext>
              </a:extLst>
            </p:cNvPr>
            <p:cNvGrpSpPr/>
            <p:nvPr/>
          </p:nvGrpSpPr>
          <p:grpSpPr>
            <a:xfrm>
              <a:off x="7601518" y="3896132"/>
              <a:ext cx="182538" cy="182538"/>
              <a:chOff x="5127488" y="4220120"/>
              <a:chExt cx="182538" cy="182538"/>
            </a:xfrm>
          </p:grpSpPr>
          <p:sp>
            <p:nvSpPr>
              <p:cNvPr id="363" name="Line 27">
                <a:extLst>
                  <a:ext uri="{FF2B5EF4-FFF2-40B4-BE49-F238E27FC236}">
                    <a16:creationId xmlns:a16="http://schemas.microsoft.com/office/drawing/2014/main" id="{3F3ADA9D-17A3-F367-6040-17A3238E10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94" name="Line 27">
                <a:extLst>
                  <a:ext uri="{FF2B5EF4-FFF2-40B4-BE49-F238E27FC236}">
                    <a16:creationId xmlns:a16="http://schemas.microsoft.com/office/drawing/2014/main" id="{69F4FCBF-E28B-0C8C-12A3-853A110019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11" name="组合 510">
              <a:extLst>
                <a:ext uri="{FF2B5EF4-FFF2-40B4-BE49-F238E27FC236}">
                  <a16:creationId xmlns:a16="http://schemas.microsoft.com/office/drawing/2014/main" id="{B0C8C9FD-B6C6-E2F7-E6C3-E16D253EEF57}"/>
                </a:ext>
              </a:extLst>
            </p:cNvPr>
            <p:cNvGrpSpPr/>
            <p:nvPr/>
          </p:nvGrpSpPr>
          <p:grpSpPr>
            <a:xfrm>
              <a:off x="8119473" y="3896936"/>
              <a:ext cx="182538" cy="182538"/>
              <a:chOff x="5127488" y="4220120"/>
              <a:chExt cx="182538" cy="182538"/>
            </a:xfrm>
          </p:grpSpPr>
          <p:sp>
            <p:nvSpPr>
              <p:cNvPr id="361" name="Line 27">
                <a:extLst>
                  <a:ext uri="{FF2B5EF4-FFF2-40B4-BE49-F238E27FC236}">
                    <a16:creationId xmlns:a16="http://schemas.microsoft.com/office/drawing/2014/main" id="{48FC3CC8-0CD2-952B-396B-9FCBF71CB1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62" name="Line 27">
                <a:extLst>
                  <a:ext uri="{FF2B5EF4-FFF2-40B4-BE49-F238E27FC236}">
                    <a16:creationId xmlns:a16="http://schemas.microsoft.com/office/drawing/2014/main" id="{015BA12E-B9FE-5CDA-C085-4CADA16DFC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3D0404E1-0CF0-4275-418F-3A70E9B2731F}"/>
                </a:ext>
              </a:extLst>
            </p:cNvPr>
            <p:cNvGrpSpPr/>
            <p:nvPr/>
          </p:nvGrpSpPr>
          <p:grpSpPr>
            <a:xfrm>
              <a:off x="8372679" y="3893542"/>
              <a:ext cx="182538" cy="182538"/>
              <a:chOff x="5127488" y="4220120"/>
              <a:chExt cx="182538" cy="182538"/>
            </a:xfrm>
          </p:grpSpPr>
          <p:sp>
            <p:nvSpPr>
              <p:cNvPr id="359" name="Line 27">
                <a:extLst>
                  <a:ext uri="{FF2B5EF4-FFF2-40B4-BE49-F238E27FC236}">
                    <a16:creationId xmlns:a16="http://schemas.microsoft.com/office/drawing/2014/main" id="{C5C876D2-0C19-422E-671F-6A7F170D67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60" name="Line 27">
                <a:extLst>
                  <a:ext uri="{FF2B5EF4-FFF2-40B4-BE49-F238E27FC236}">
                    <a16:creationId xmlns:a16="http://schemas.microsoft.com/office/drawing/2014/main" id="{18369CA8-8A69-7A05-E4E0-5594EFBDC4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94071AAD-18BF-121C-E401-2FBDEE80522B}"/>
                </a:ext>
              </a:extLst>
            </p:cNvPr>
            <p:cNvGrpSpPr/>
            <p:nvPr/>
          </p:nvGrpSpPr>
          <p:grpSpPr>
            <a:xfrm>
              <a:off x="7349931" y="4226282"/>
              <a:ext cx="182538" cy="182538"/>
              <a:chOff x="5127488" y="4220120"/>
              <a:chExt cx="182538" cy="182538"/>
            </a:xfrm>
          </p:grpSpPr>
          <p:sp>
            <p:nvSpPr>
              <p:cNvPr id="329" name="Line 27">
                <a:extLst>
                  <a:ext uri="{FF2B5EF4-FFF2-40B4-BE49-F238E27FC236}">
                    <a16:creationId xmlns:a16="http://schemas.microsoft.com/office/drawing/2014/main" id="{E15BFAD8-BD48-8CA8-3289-B4CEC09A8E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58" name="Line 27">
                <a:extLst>
                  <a:ext uri="{FF2B5EF4-FFF2-40B4-BE49-F238E27FC236}">
                    <a16:creationId xmlns:a16="http://schemas.microsoft.com/office/drawing/2014/main" id="{F8D3C814-571D-63E7-3BB2-FC464246F5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CA90E7EB-5308-D2C8-BF6D-ECB4737DB021}"/>
                </a:ext>
              </a:extLst>
            </p:cNvPr>
            <p:cNvGrpSpPr/>
            <p:nvPr/>
          </p:nvGrpSpPr>
          <p:grpSpPr>
            <a:xfrm>
              <a:off x="8122063" y="4227445"/>
              <a:ext cx="182538" cy="182538"/>
              <a:chOff x="5127488" y="4220120"/>
              <a:chExt cx="182538" cy="182538"/>
            </a:xfrm>
          </p:grpSpPr>
          <p:sp>
            <p:nvSpPr>
              <p:cNvPr id="327" name="Line 27">
                <a:extLst>
                  <a:ext uri="{FF2B5EF4-FFF2-40B4-BE49-F238E27FC236}">
                    <a16:creationId xmlns:a16="http://schemas.microsoft.com/office/drawing/2014/main" id="{9AD61D80-4D50-1B21-2460-0149665ED2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28" name="Line 27">
                <a:extLst>
                  <a:ext uri="{FF2B5EF4-FFF2-40B4-BE49-F238E27FC236}">
                    <a16:creationId xmlns:a16="http://schemas.microsoft.com/office/drawing/2014/main" id="{82CCCB2B-B8C7-D037-04EE-4FD4F9EBC9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9450E89B-3046-86E5-DE50-4DB8E82BB982}"/>
                </a:ext>
              </a:extLst>
            </p:cNvPr>
            <p:cNvGrpSpPr/>
            <p:nvPr/>
          </p:nvGrpSpPr>
          <p:grpSpPr>
            <a:xfrm>
              <a:off x="8626856" y="4228513"/>
              <a:ext cx="182538" cy="182538"/>
              <a:chOff x="5127488" y="4220120"/>
              <a:chExt cx="182538" cy="182538"/>
            </a:xfrm>
          </p:grpSpPr>
          <p:sp>
            <p:nvSpPr>
              <p:cNvPr id="325" name="Line 27">
                <a:extLst>
                  <a:ext uri="{FF2B5EF4-FFF2-40B4-BE49-F238E27FC236}">
                    <a16:creationId xmlns:a16="http://schemas.microsoft.com/office/drawing/2014/main" id="{0803A70B-810C-1078-2252-B3557DAF52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26" name="Line 27">
                <a:extLst>
                  <a:ext uri="{FF2B5EF4-FFF2-40B4-BE49-F238E27FC236}">
                    <a16:creationId xmlns:a16="http://schemas.microsoft.com/office/drawing/2014/main" id="{51CAF2D1-43FE-B260-B021-FA80359A07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A50D9839-8CE4-5CBB-C1C1-827082127CFC}"/>
                </a:ext>
              </a:extLst>
            </p:cNvPr>
            <p:cNvGrpSpPr/>
            <p:nvPr/>
          </p:nvGrpSpPr>
          <p:grpSpPr>
            <a:xfrm>
              <a:off x="9385592" y="5079522"/>
              <a:ext cx="182538" cy="182538"/>
              <a:chOff x="5127488" y="4220120"/>
              <a:chExt cx="182538" cy="182538"/>
            </a:xfrm>
          </p:grpSpPr>
          <p:sp>
            <p:nvSpPr>
              <p:cNvPr id="254" name="Line 27">
                <a:extLst>
                  <a:ext uri="{FF2B5EF4-FFF2-40B4-BE49-F238E27FC236}">
                    <a16:creationId xmlns:a16="http://schemas.microsoft.com/office/drawing/2014/main" id="{422EEEB5-63E9-BD08-58BE-194170CE17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24" name="Line 27">
                <a:extLst>
                  <a:ext uri="{FF2B5EF4-FFF2-40B4-BE49-F238E27FC236}">
                    <a16:creationId xmlns:a16="http://schemas.microsoft.com/office/drawing/2014/main" id="{F9B998D0-61E9-9338-1ADF-E74038967D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65922A59-58F9-F3C5-4E85-A9072ECA550B}"/>
                </a:ext>
              </a:extLst>
            </p:cNvPr>
            <p:cNvGrpSpPr/>
            <p:nvPr/>
          </p:nvGrpSpPr>
          <p:grpSpPr>
            <a:xfrm>
              <a:off x="7867886" y="5410500"/>
              <a:ext cx="182538" cy="182538"/>
              <a:chOff x="5127488" y="4220120"/>
              <a:chExt cx="182538" cy="182538"/>
            </a:xfrm>
          </p:grpSpPr>
          <p:sp>
            <p:nvSpPr>
              <p:cNvPr id="252" name="Line 27">
                <a:extLst>
                  <a:ext uri="{FF2B5EF4-FFF2-40B4-BE49-F238E27FC236}">
                    <a16:creationId xmlns:a16="http://schemas.microsoft.com/office/drawing/2014/main" id="{21C1ED20-9D1C-630B-177E-39A5C2B139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53" name="Line 27">
                <a:extLst>
                  <a:ext uri="{FF2B5EF4-FFF2-40B4-BE49-F238E27FC236}">
                    <a16:creationId xmlns:a16="http://schemas.microsoft.com/office/drawing/2014/main" id="{321EDCAC-62B4-C22F-6D51-8B78C70565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10F8831A-60E3-F2E5-08B7-52AEBCC7826A}"/>
                </a:ext>
              </a:extLst>
            </p:cNvPr>
            <p:cNvGrpSpPr/>
            <p:nvPr/>
          </p:nvGrpSpPr>
          <p:grpSpPr>
            <a:xfrm>
              <a:off x="8624266" y="5410500"/>
              <a:ext cx="182538" cy="182538"/>
              <a:chOff x="5127488" y="4220120"/>
              <a:chExt cx="182538" cy="182538"/>
            </a:xfrm>
          </p:grpSpPr>
          <p:sp>
            <p:nvSpPr>
              <p:cNvPr id="250" name="Line 27">
                <a:extLst>
                  <a:ext uri="{FF2B5EF4-FFF2-40B4-BE49-F238E27FC236}">
                    <a16:creationId xmlns:a16="http://schemas.microsoft.com/office/drawing/2014/main" id="{569F69F1-0F82-09BB-789D-A7A3E7AB6E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51" name="Line 27">
                <a:extLst>
                  <a:ext uri="{FF2B5EF4-FFF2-40B4-BE49-F238E27FC236}">
                    <a16:creationId xmlns:a16="http://schemas.microsoft.com/office/drawing/2014/main" id="{5F1EA86B-6F5C-BCBB-22F4-98BB6FE462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13F9389A-67D0-CF3E-75AC-08648561B27E}"/>
                </a:ext>
              </a:extLst>
            </p:cNvPr>
            <p:cNvGrpSpPr/>
            <p:nvPr/>
          </p:nvGrpSpPr>
          <p:grpSpPr>
            <a:xfrm>
              <a:off x="8880025" y="5410500"/>
              <a:ext cx="182538" cy="182538"/>
              <a:chOff x="5127488" y="4220120"/>
              <a:chExt cx="182538" cy="182538"/>
            </a:xfrm>
          </p:grpSpPr>
          <p:sp>
            <p:nvSpPr>
              <p:cNvPr id="81" name="Line 27">
                <a:extLst>
                  <a:ext uri="{FF2B5EF4-FFF2-40B4-BE49-F238E27FC236}">
                    <a16:creationId xmlns:a16="http://schemas.microsoft.com/office/drawing/2014/main" id="{73B16FF2-D4E7-A3AF-DA17-410EF9020A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49" name="Line 27">
                <a:extLst>
                  <a:ext uri="{FF2B5EF4-FFF2-40B4-BE49-F238E27FC236}">
                    <a16:creationId xmlns:a16="http://schemas.microsoft.com/office/drawing/2014/main" id="{C1A5E616-E6F8-FDF8-1660-55AB4361B6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9F7D5762-59D4-080A-1792-F9A0E89F9405}"/>
                </a:ext>
              </a:extLst>
            </p:cNvPr>
            <p:cNvGrpSpPr/>
            <p:nvPr/>
          </p:nvGrpSpPr>
          <p:grpSpPr>
            <a:xfrm>
              <a:off x="7347341" y="5739764"/>
              <a:ext cx="182538" cy="182538"/>
              <a:chOff x="5127488" y="4220120"/>
              <a:chExt cx="182538" cy="182538"/>
            </a:xfrm>
          </p:grpSpPr>
          <p:sp>
            <p:nvSpPr>
              <p:cNvPr id="79" name="Line 27">
                <a:extLst>
                  <a:ext uri="{FF2B5EF4-FFF2-40B4-BE49-F238E27FC236}">
                    <a16:creationId xmlns:a16="http://schemas.microsoft.com/office/drawing/2014/main" id="{1D332A73-7E2C-8200-7EE8-2E755C82B6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0" name="Line 27">
                <a:extLst>
                  <a:ext uri="{FF2B5EF4-FFF2-40B4-BE49-F238E27FC236}">
                    <a16:creationId xmlns:a16="http://schemas.microsoft.com/office/drawing/2014/main" id="{DD9FF620-B7DE-95C9-80CB-2372696EBD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B40A36C7-2A12-4592-9788-924C86DAE118}"/>
                </a:ext>
              </a:extLst>
            </p:cNvPr>
            <p:cNvGrpSpPr/>
            <p:nvPr/>
          </p:nvGrpSpPr>
          <p:grpSpPr>
            <a:xfrm>
              <a:off x="8372679" y="5739061"/>
              <a:ext cx="182538" cy="182538"/>
              <a:chOff x="5127488" y="4220120"/>
              <a:chExt cx="182538" cy="182538"/>
            </a:xfrm>
          </p:grpSpPr>
          <p:sp>
            <p:nvSpPr>
              <p:cNvPr id="77" name="Line 27">
                <a:extLst>
                  <a:ext uri="{FF2B5EF4-FFF2-40B4-BE49-F238E27FC236}">
                    <a16:creationId xmlns:a16="http://schemas.microsoft.com/office/drawing/2014/main" id="{D94E6F13-688F-52CB-D599-E884022C3E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8" name="Line 27">
                <a:extLst>
                  <a:ext uri="{FF2B5EF4-FFF2-40B4-BE49-F238E27FC236}">
                    <a16:creationId xmlns:a16="http://schemas.microsoft.com/office/drawing/2014/main" id="{94880089-521A-CE24-84C3-E79A532353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5E254B3C-2982-8128-79B9-9E0438F6FC18}"/>
                </a:ext>
              </a:extLst>
            </p:cNvPr>
            <p:cNvGrpSpPr/>
            <p:nvPr/>
          </p:nvGrpSpPr>
          <p:grpSpPr>
            <a:xfrm>
              <a:off x="9132504" y="5739764"/>
              <a:ext cx="182538" cy="182538"/>
              <a:chOff x="5127488" y="4220120"/>
              <a:chExt cx="182538" cy="182538"/>
            </a:xfrm>
          </p:grpSpPr>
          <p:sp>
            <p:nvSpPr>
              <p:cNvPr id="75" name="Line 27">
                <a:extLst>
                  <a:ext uri="{FF2B5EF4-FFF2-40B4-BE49-F238E27FC236}">
                    <a16:creationId xmlns:a16="http://schemas.microsoft.com/office/drawing/2014/main" id="{3F70CF9C-30E8-019D-8B82-527F7FBAFF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6" name="Line 27">
                <a:extLst>
                  <a:ext uri="{FF2B5EF4-FFF2-40B4-BE49-F238E27FC236}">
                    <a16:creationId xmlns:a16="http://schemas.microsoft.com/office/drawing/2014/main" id="{B29F5BAC-4380-6586-F8F0-E1E4ADB5A7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6657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E20C1-872D-DF6B-9761-75860663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DEC2BF3-CEDB-89B7-9994-A3344DA5B084}"/>
                  </a:ext>
                </a:extLst>
              </p:cNvPr>
              <p:cNvSpPr txBox="1"/>
              <p:nvPr/>
            </p:nvSpPr>
            <p:spPr>
              <a:xfrm>
                <a:off x="379503" y="4721558"/>
                <a:ext cx="6514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DEC2BF3-CEDB-89B7-9994-A3344DA5B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03" y="4721558"/>
                <a:ext cx="65143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9021A8D-11AF-7A80-A3C3-CF8D345B5B01}"/>
                  </a:ext>
                </a:extLst>
              </p:cNvPr>
              <p:cNvSpPr txBox="1"/>
              <p:nvPr/>
            </p:nvSpPr>
            <p:spPr>
              <a:xfrm>
                <a:off x="784410" y="4455321"/>
                <a:ext cx="6514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CD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9021A8D-11AF-7A80-A3C3-CF8D345B5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10" y="4455321"/>
                <a:ext cx="65143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0DA3C4E2-F7B8-A2CF-155C-2C944D610779}"/>
              </a:ext>
            </a:extLst>
          </p:cNvPr>
          <p:cNvSpPr txBox="1"/>
          <p:nvPr/>
        </p:nvSpPr>
        <p:spPr>
          <a:xfrm>
            <a:off x="360000" y="828000"/>
            <a:ext cx="5220145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PAL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的组合电路实现：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4F1C28CB-AD03-DFB5-1BF2-F8FA2E725BD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E52E9150-7F13-745E-9A05-348536417E6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9" name="箭头: 五边形 98">
                <a:extLst>
                  <a:ext uri="{FF2B5EF4-FFF2-40B4-BE49-F238E27FC236}">
                    <a16:creationId xmlns:a16="http://schemas.microsoft.com/office/drawing/2014/main" id="{5040F228-0E09-C5B3-B4F6-A694FDCD6DA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0" name="箭头: V 形 99">
                <a:extLst>
                  <a:ext uri="{FF2B5EF4-FFF2-40B4-BE49-F238E27FC236}">
                    <a16:creationId xmlns:a16="http://schemas.microsoft.com/office/drawing/2014/main" id="{BBE27259-0BB2-BB6F-868F-8E9A9A3B3B0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8" name="灯片编号占位符 3">
              <a:extLst>
                <a:ext uri="{FF2B5EF4-FFF2-40B4-BE49-F238E27FC236}">
                  <a16:creationId xmlns:a16="http://schemas.microsoft.com/office/drawing/2014/main" id="{734D5FB3-A508-F943-DB32-F90A74EB824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253581F-7223-15DB-9884-847182B088B0}"/>
                  </a:ext>
                </a:extLst>
              </p:cNvPr>
              <p:cNvSpPr txBox="1"/>
              <p:nvPr/>
            </p:nvSpPr>
            <p:spPr>
              <a:xfrm>
                <a:off x="360000" y="1800000"/>
                <a:ext cx="5836064" cy="2087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253581F-7223-15DB-9884-847182B08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800000"/>
                <a:ext cx="5836064" cy="20874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22B1126-F442-BE6C-839D-D89EB3DEBA5F}"/>
                  </a:ext>
                </a:extLst>
              </p:cNvPr>
              <p:cNvSpPr txBox="1"/>
              <p:nvPr/>
            </p:nvSpPr>
            <p:spPr>
              <a:xfrm>
                <a:off x="360000" y="3816000"/>
                <a:ext cx="4593467" cy="601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800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kumimoji="1" lang="en-US" altLang="zh-CN" sz="2800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CN" sz="28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zh-CN" sz="28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acc>
                      <m:r>
                        <a:rPr lang="en-US" altLang="zh-CN" sz="28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acc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en-US" altLang="zh-CN" sz="28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 sz="28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acc>
                    </m:oMath>
                  </m:oMathPara>
                </a14:m>
                <a:endPara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22B1126-F442-BE6C-839D-D89EB3DEB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816000"/>
                <a:ext cx="4593467" cy="6010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>
            <a:extLst>
              <a:ext uri="{FF2B5EF4-FFF2-40B4-BE49-F238E27FC236}">
                <a16:creationId xmlns:a16="http://schemas.microsoft.com/office/drawing/2014/main" id="{4E1DD2D4-E6CB-E68E-20F1-BE978885ECE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可编程逻辑器件的组合逻辑电路实现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181BEC1-4386-5301-BA89-90ED75AEC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157608"/>
              </p:ext>
            </p:extLst>
          </p:nvPr>
        </p:nvGraphicFramePr>
        <p:xfrm>
          <a:off x="1189316" y="5068046"/>
          <a:ext cx="2247152" cy="14917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1788">
                  <a:extLst>
                    <a:ext uri="{9D8B030D-6E8A-4147-A177-3AD203B41FA5}">
                      <a16:colId xmlns:a16="http://schemas.microsoft.com/office/drawing/2014/main" val="3237731795"/>
                    </a:ext>
                  </a:extLst>
                </a:gridCol>
                <a:gridCol w="561788">
                  <a:extLst>
                    <a:ext uri="{9D8B030D-6E8A-4147-A177-3AD203B41FA5}">
                      <a16:colId xmlns:a16="http://schemas.microsoft.com/office/drawing/2014/main" val="2266057991"/>
                    </a:ext>
                  </a:extLst>
                </a:gridCol>
                <a:gridCol w="561788">
                  <a:extLst>
                    <a:ext uri="{9D8B030D-6E8A-4147-A177-3AD203B41FA5}">
                      <a16:colId xmlns:a16="http://schemas.microsoft.com/office/drawing/2014/main" val="693108306"/>
                    </a:ext>
                  </a:extLst>
                </a:gridCol>
                <a:gridCol w="561788">
                  <a:extLst>
                    <a:ext uri="{9D8B030D-6E8A-4147-A177-3AD203B41FA5}">
                      <a16:colId xmlns:a16="http://schemas.microsoft.com/office/drawing/2014/main" val="1184613748"/>
                    </a:ext>
                  </a:extLst>
                </a:gridCol>
              </a:tblGrid>
              <a:tr h="372929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9065756"/>
                  </a:ext>
                </a:extLst>
              </a:tr>
              <a:tr h="372929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491682"/>
                  </a:ext>
                </a:extLst>
              </a:tr>
              <a:tr h="37292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869981"/>
                  </a:ext>
                </a:extLst>
              </a:tr>
              <a:tr h="372929"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504708"/>
                  </a:ext>
                </a:extLst>
              </a:tr>
            </a:tbl>
          </a:graphicData>
        </a:graphic>
      </p:graphicFrame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ED6568D-176F-740A-CFE6-389447FDD9F5}"/>
              </a:ext>
            </a:extLst>
          </p:cNvPr>
          <p:cNvCxnSpPr/>
          <p:nvPr/>
        </p:nvCxnSpPr>
        <p:spPr>
          <a:xfrm>
            <a:off x="854633" y="4733363"/>
            <a:ext cx="334683" cy="3346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F006BB1-B465-3326-B816-0BF999A7EE69}"/>
                  </a:ext>
                </a:extLst>
              </p:cNvPr>
              <p:cNvSpPr txBox="1"/>
              <p:nvPr/>
            </p:nvSpPr>
            <p:spPr>
              <a:xfrm>
                <a:off x="370538" y="4335639"/>
                <a:ext cx="6514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F006BB1-B465-3326-B816-0BF999A7E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38" y="4335639"/>
                <a:ext cx="651436" cy="461665"/>
              </a:xfrm>
              <a:prstGeom prst="rect">
                <a:avLst/>
              </a:prstGeom>
              <a:blipFill>
                <a:blip r:embed="rId1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FA73DD5-2F22-92D5-4027-1A35848E4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815191"/>
              </p:ext>
            </p:extLst>
          </p:nvPr>
        </p:nvGraphicFramePr>
        <p:xfrm>
          <a:off x="1189316" y="4765927"/>
          <a:ext cx="2247152" cy="3729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1788">
                  <a:extLst>
                    <a:ext uri="{9D8B030D-6E8A-4147-A177-3AD203B41FA5}">
                      <a16:colId xmlns:a16="http://schemas.microsoft.com/office/drawing/2014/main" val="3237731795"/>
                    </a:ext>
                  </a:extLst>
                </a:gridCol>
                <a:gridCol w="561788">
                  <a:extLst>
                    <a:ext uri="{9D8B030D-6E8A-4147-A177-3AD203B41FA5}">
                      <a16:colId xmlns:a16="http://schemas.microsoft.com/office/drawing/2014/main" val="2266057991"/>
                    </a:ext>
                  </a:extLst>
                </a:gridCol>
                <a:gridCol w="561788">
                  <a:extLst>
                    <a:ext uri="{9D8B030D-6E8A-4147-A177-3AD203B41FA5}">
                      <a16:colId xmlns:a16="http://schemas.microsoft.com/office/drawing/2014/main" val="693108306"/>
                    </a:ext>
                  </a:extLst>
                </a:gridCol>
                <a:gridCol w="561788">
                  <a:extLst>
                    <a:ext uri="{9D8B030D-6E8A-4147-A177-3AD203B41FA5}">
                      <a16:colId xmlns:a16="http://schemas.microsoft.com/office/drawing/2014/main" val="1184613748"/>
                    </a:ext>
                  </a:extLst>
                </a:gridCol>
              </a:tblGrid>
              <a:tr h="37292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9065756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1F642A55-77E0-0A11-F3C2-469C3C5E7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354169"/>
              </p:ext>
            </p:extLst>
          </p:nvPr>
        </p:nvGraphicFramePr>
        <p:xfrm>
          <a:off x="777794" y="5068046"/>
          <a:ext cx="488360" cy="14917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8360">
                  <a:extLst>
                    <a:ext uri="{9D8B030D-6E8A-4147-A177-3AD203B41FA5}">
                      <a16:colId xmlns:a16="http://schemas.microsoft.com/office/drawing/2014/main" val="3237731795"/>
                    </a:ext>
                  </a:extLst>
                </a:gridCol>
              </a:tblGrid>
              <a:tr h="37292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9065756"/>
                  </a:ext>
                </a:extLst>
              </a:tr>
              <a:tr h="37292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6491682"/>
                  </a:ext>
                </a:extLst>
              </a:tr>
              <a:tr h="37292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3869981"/>
                  </a:ext>
                </a:extLst>
              </a:tr>
              <a:tr h="37292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504708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FDFDB0D9-4029-DF12-7EBB-5A4F2BF0CADB}"/>
              </a:ext>
            </a:extLst>
          </p:cNvPr>
          <p:cNvSpPr/>
          <p:nvPr/>
        </p:nvSpPr>
        <p:spPr>
          <a:xfrm>
            <a:off x="1834936" y="5491194"/>
            <a:ext cx="392763" cy="645420"/>
          </a:xfrm>
          <a:prstGeom prst="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左中括号 15">
            <a:extLst>
              <a:ext uri="{FF2B5EF4-FFF2-40B4-BE49-F238E27FC236}">
                <a16:creationId xmlns:a16="http://schemas.microsoft.com/office/drawing/2014/main" id="{7157A8A0-E746-13C0-17FC-EFA2D7EA5C04}"/>
              </a:ext>
            </a:extLst>
          </p:cNvPr>
          <p:cNvSpPr/>
          <p:nvPr/>
        </p:nvSpPr>
        <p:spPr>
          <a:xfrm flipH="1">
            <a:off x="1133922" y="5857772"/>
            <a:ext cx="530523" cy="278842"/>
          </a:xfrm>
          <a:prstGeom prst="leftBracket">
            <a:avLst>
              <a:gd name="adj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左中括号 16">
            <a:extLst>
              <a:ext uri="{FF2B5EF4-FFF2-40B4-BE49-F238E27FC236}">
                <a16:creationId xmlns:a16="http://schemas.microsoft.com/office/drawing/2014/main" id="{4E650C21-8858-EDEF-CCE1-35ECF3D48981}"/>
              </a:ext>
            </a:extLst>
          </p:cNvPr>
          <p:cNvSpPr/>
          <p:nvPr/>
        </p:nvSpPr>
        <p:spPr>
          <a:xfrm>
            <a:off x="2961339" y="5862527"/>
            <a:ext cx="530523" cy="278842"/>
          </a:xfrm>
          <a:prstGeom prst="leftBracket">
            <a:avLst>
              <a:gd name="adj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左中括号 17">
            <a:extLst>
              <a:ext uri="{FF2B5EF4-FFF2-40B4-BE49-F238E27FC236}">
                <a16:creationId xmlns:a16="http://schemas.microsoft.com/office/drawing/2014/main" id="{DB194CD0-F98B-F9F2-9768-A0C2F1B1A577}"/>
              </a:ext>
            </a:extLst>
          </p:cNvPr>
          <p:cNvSpPr/>
          <p:nvPr/>
        </p:nvSpPr>
        <p:spPr>
          <a:xfrm rot="5400000">
            <a:off x="2959265" y="6237609"/>
            <a:ext cx="392901" cy="388753"/>
          </a:xfrm>
          <a:prstGeom prst="leftBracket">
            <a:avLst>
              <a:gd name="adj" fmla="val 0"/>
            </a:avLst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左中括号 18">
            <a:extLst>
              <a:ext uri="{FF2B5EF4-FFF2-40B4-BE49-F238E27FC236}">
                <a16:creationId xmlns:a16="http://schemas.microsoft.com/office/drawing/2014/main" id="{1752A42B-8583-54B1-E215-FC24BB9587EE}"/>
              </a:ext>
            </a:extLst>
          </p:cNvPr>
          <p:cNvSpPr/>
          <p:nvPr/>
        </p:nvSpPr>
        <p:spPr>
          <a:xfrm rot="5400000" flipH="1" flipV="1">
            <a:off x="2959265" y="4991563"/>
            <a:ext cx="392901" cy="388753"/>
          </a:xfrm>
          <a:prstGeom prst="leftBracket">
            <a:avLst>
              <a:gd name="adj" fmla="val 0"/>
            </a:avLst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14" name="组合 913">
            <a:extLst>
              <a:ext uri="{FF2B5EF4-FFF2-40B4-BE49-F238E27FC236}">
                <a16:creationId xmlns:a16="http://schemas.microsoft.com/office/drawing/2014/main" id="{F51A8418-F1EF-E0A2-2771-3514FF5D4040}"/>
              </a:ext>
            </a:extLst>
          </p:cNvPr>
          <p:cNvGrpSpPr/>
          <p:nvPr/>
        </p:nvGrpSpPr>
        <p:grpSpPr>
          <a:xfrm>
            <a:off x="6256578" y="983694"/>
            <a:ext cx="5845344" cy="5394225"/>
            <a:chOff x="6256578" y="983694"/>
            <a:chExt cx="5845344" cy="53942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1FB4590-2987-6B52-1CC7-17E453667BF4}"/>
                    </a:ext>
                  </a:extLst>
                </p:cNvPr>
                <p:cNvSpPr txBox="1"/>
                <p:nvPr/>
              </p:nvSpPr>
              <p:spPr>
                <a:xfrm flipH="1">
                  <a:off x="11609046" y="1628050"/>
                  <a:ext cx="492876" cy="4770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Y</m:t>
                            </m:r>
                          </m:e>
                          <m:sub>
                            <m: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E1FB4590-2987-6B52-1CC7-17E453667B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1609046" y="1628050"/>
                  <a:ext cx="492876" cy="4770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3A6B38C-1EC7-E914-9A89-F91F485C6BC1}"/>
                    </a:ext>
                  </a:extLst>
                </p:cNvPr>
                <p:cNvSpPr txBox="1"/>
                <p:nvPr/>
              </p:nvSpPr>
              <p:spPr>
                <a:xfrm flipH="1">
                  <a:off x="11593037" y="2857613"/>
                  <a:ext cx="492876" cy="4770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Y</m:t>
                            </m:r>
                          </m:e>
                          <m:sub>
                            <m: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3A6B38C-1EC7-E914-9A89-F91F485C6B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1593037" y="2857613"/>
                  <a:ext cx="492876" cy="4770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C57AC61-F809-10BF-04A4-EB55F98CFFBC}"/>
                    </a:ext>
                  </a:extLst>
                </p:cNvPr>
                <p:cNvSpPr txBox="1"/>
                <p:nvPr/>
              </p:nvSpPr>
              <p:spPr>
                <a:xfrm flipH="1">
                  <a:off x="11593037" y="4079852"/>
                  <a:ext cx="492876" cy="4770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Y</m:t>
                            </m:r>
                          </m:e>
                          <m:sub>
                            <m: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C57AC61-F809-10BF-04A4-EB55F98CFF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1593037" y="4079852"/>
                  <a:ext cx="492876" cy="4770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4322FB6D-32C4-2578-BE54-CB29F4DEC3B9}"/>
                    </a:ext>
                  </a:extLst>
                </p:cNvPr>
                <p:cNvSpPr txBox="1"/>
                <p:nvPr/>
              </p:nvSpPr>
              <p:spPr>
                <a:xfrm flipH="1">
                  <a:off x="11593037" y="5263242"/>
                  <a:ext cx="499787" cy="4770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Y</m:t>
                            </m:r>
                          </m:e>
                          <m:sub>
                            <m: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4322FB6D-32C4-2578-BE54-CB29F4DEC3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1593037" y="5263242"/>
                  <a:ext cx="499787" cy="47705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Arc 158">
              <a:extLst>
                <a:ext uri="{FF2B5EF4-FFF2-40B4-BE49-F238E27FC236}">
                  <a16:creationId xmlns:a16="http://schemas.microsoft.com/office/drawing/2014/main" id="{169BF6E3-A824-E713-D833-E218E651DDB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2879652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Line 160">
              <a:extLst>
                <a:ext uri="{FF2B5EF4-FFF2-40B4-BE49-F238E27FC236}">
                  <a16:creationId xmlns:a16="http://schemas.microsoft.com/office/drawing/2014/main" id="{F4CFC4D3-58B8-16F2-0609-F1B3D740F1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2942485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5" name="Line 160">
              <a:extLst>
                <a:ext uri="{FF2B5EF4-FFF2-40B4-BE49-F238E27FC236}">
                  <a16:creationId xmlns:a16="http://schemas.microsoft.com/office/drawing/2014/main" id="{9FD1C8C4-208A-36F7-EF96-8F157ED536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3262327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" name="Arc 156">
              <a:extLst>
                <a:ext uri="{FF2B5EF4-FFF2-40B4-BE49-F238E27FC236}">
                  <a16:creationId xmlns:a16="http://schemas.microsoft.com/office/drawing/2014/main" id="{974585F8-B37F-AB32-3C7A-6B4CFE2C866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201298" y="2955000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" name="Arc 156">
              <a:extLst>
                <a:ext uri="{FF2B5EF4-FFF2-40B4-BE49-F238E27FC236}">
                  <a16:creationId xmlns:a16="http://schemas.microsoft.com/office/drawing/2014/main" id="{D77DCECD-5562-FF5E-89A8-4B192482D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0400" y="2942477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8" name="Arc 158">
              <a:extLst>
                <a:ext uri="{FF2B5EF4-FFF2-40B4-BE49-F238E27FC236}">
                  <a16:creationId xmlns:a16="http://schemas.microsoft.com/office/drawing/2014/main" id="{6C4EE4DF-A6B4-FC9E-591C-2F38C56CE82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3208916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9" name="Arc 158">
              <a:extLst>
                <a:ext uri="{FF2B5EF4-FFF2-40B4-BE49-F238E27FC236}">
                  <a16:creationId xmlns:a16="http://schemas.microsoft.com/office/drawing/2014/main" id="{56960D17-87DE-7AFB-8F48-E59A59D5085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29" y="2548826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0" name="Arc 158">
              <a:extLst>
                <a:ext uri="{FF2B5EF4-FFF2-40B4-BE49-F238E27FC236}">
                  <a16:creationId xmlns:a16="http://schemas.microsoft.com/office/drawing/2014/main" id="{CD7A8B04-0C0C-2C46-6331-D520A64559A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1650089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1" name="Line 160">
              <a:extLst>
                <a:ext uri="{FF2B5EF4-FFF2-40B4-BE49-F238E27FC236}">
                  <a16:creationId xmlns:a16="http://schemas.microsoft.com/office/drawing/2014/main" id="{CBC2EF77-4BFD-80CA-9359-B6FC08E6C0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1712922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2" name="Line 160">
              <a:extLst>
                <a:ext uri="{FF2B5EF4-FFF2-40B4-BE49-F238E27FC236}">
                  <a16:creationId xmlns:a16="http://schemas.microsoft.com/office/drawing/2014/main" id="{5534D3C4-CF08-CE2A-DBCB-0CCEB75AA8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2032764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3" name="Arc 156">
              <a:extLst>
                <a:ext uri="{FF2B5EF4-FFF2-40B4-BE49-F238E27FC236}">
                  <a16:creationId xmlns:a16="http://schemas.microsoft.com/office/drawing/2014/main" id="{2A9128ED-06F8-413D-87A6-53B210EAA1B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201298" y="1725437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4" name="Arc 156">
              <a:extLst>
                <a:ext uri="{FF2B5EF4-FFF2-40B4-BE49-F238E27FC236}">
                  <a16:creationId xmlns:a16="http://schemas.microsoft.com/office/drawing/2014/main" id="{915E55E7-5409-83AE-8271-1DA18ADAF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0400" y="1712914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5" name="Arc 158">
              <a:extLst>
                <a:ext uri="{FF2B5EF4-FFF2-40B4-BE49-F238E27FC236}">
                  <a16:creationId xmlns:a16="http://schemas.microsoft.com/office/drawing/2014/main" id="{71044D19-B292-F261-C4A6-FBCF0ABB214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1979353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6" name="Arc 158">
              <a:extLst>
                <a:ext uri="{FF2B5EF4-FFF2-40B4-BE49-F238E27FC236}">
                  <a16:creationId xmlns:a16="http://schemas.microsoft.com/office/drawing/2014/main" id="{6EA9CD18-E6D8-3A65-679D-1EAE0C5736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29" y="1319263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7" name="Arc 158">
              <a:extLst>
                <a:ext uri="{FF2B5EF4-FFF2-40B4-BE49-F238E27FC236}">
                  <a16:creationId xmlns:a16="http://schemas.microsoft.com/office/drawing/2014/main" id="{D50B938C-AA0E-D1AC-B7E8-25BF3B9B56A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4094772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8" name="Line 160">
              <a:extLst>
                <a:ext uri="{FF2B5EF4-FFF2-40B4-BE49-F238E27FC236}">
                  <a16:creationId xmlns:a16="http://schemas.microsoft.com/office/drawing/2014/main" id="{7ED4541C-00A6-EEB3-9423-3B871A0AA5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4157605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9" name="Line 160">
              <a:extLst>
                <a:ext uri="{FF2B5EF4-FFF2-40B4-BE49-F238E27FC236}">
                  <a16:creationId xmlns:a16="http://schemas.microsoft.com/office/drawing/2014/main" id="{785D7168-7D62-2690-A684-41A11E3F4C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4477447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0" name="Arc 156">
              <a:extLst>
                <a:ext uri="{FF2B5EF4-FFF2-40B4-BE49-F238E27FC236}">
                  <a16:creationId xmlns:a16="http://schemas.microsoft.com/office/drawing/2014/main" id="{48527ED4-EF13-7FB5-1510-D3141D43F8A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201298" y="4170120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1" name="Arc 156">
              <a:extLst>
                <a:ext uri="{FF2B5EF4-FFF2-40B4-BE49-F238E27FC236}">
                  <a16:creationId xmlns:a16="http://schemas.microsoft.com/office/drawing/2014/main" id="{86B4088C-7B87-B368-093F-B95B84D22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0400" y="4157597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2" name="Arc 158">
              <a:extLst>
                <a:ext uri="{FF2B5EF4-FFF2-40B4-BE49-F238E27FC236}">
                  <a16:creationId xmlns:a16="http://schemas.microsoft.com/office/drawing/2014/main" id="{0A19A4D6-FEBE-EDD5-586E-07D93681D35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4424036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3" name="Arc 158">
              <a:extLst>
                <a:ext uri="{FF2B5EF4-FFF2-40B4-BE49-F238E27FC236}">
                  <a16:creationId xmlns:a16="http://schemas.microsoft.com/office/drawing/2014/main" id="{08A5AD66-887F-7E70-25EF-313D4F9B88F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29" y="3763946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4" name="Arc 158">
              <a:extLst>
                <a:ext uri="{FF2B5EF4-FFF2-40B4-BE49-F238E27FC236}">
                  <a16:creationId xmlns:a16="http://schemas.microsoft.com/office/drawing/2014/main" id="{4FC7D20B-C05A-09EE-AFC6-F343F55E029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5278162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5" name="Line 160">
              <a:extLst>
                <a:ext uri="{FF2B5EF4-FFF2-40B4-BE49-F238E27FC236}">
                  <a16:creationId xmlns:a16="http://schemas.microsoft.com/office/drawing/2014/main" id="{7AF977FD-3C65-BFDF-F9D8-A66AB79498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5340995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6" name="Line 160">
              <a:extLst>
                <a:ext uri="{FF2B5EF4-FFF2-40B4-BE49-F238E27FC236}">
                  <a16:creationId xmlns:a16="http://schemas.microsoft.com/office/drawing/2014/main" id="{6AFC3BDE-9D54-9CBB-0A1E-FC5458C4FC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5660837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7" name="Arc 156">
              <a:extLst>
                <a:ext uri="{FF2B5EF4-FFF2-40B4-BE49-F238E27FC236}">
                  <a16:creationId xmlns:a16="http://schemas.microsoft.com/office/drawing/2014/main" id="{88F8C642-25FD-A2D9-DC10-B39B90B31BB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201298" y="5353510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2580569E-3B92-349D-D9D5-B7F998FC3D1A}"/>
                </a:ext>
              </a:extLst>
            </p:cNvPr>
            <p:cNvGrpSpPr/>
            <p:nvPr/>
          </p:nvGrpSpPr>
          <p:grpSpPr>
            <a:xfrm>
              <a:off x="11402779" y="1872856"/>
              <a:ext cx="208008" cy="3628073"/>
              <a:chOff x="11234998" y="1656039"/>
              <a:chExt cx="221895" cy="3628073"/>
            </a:xfrm>
          </p:grpSpPr>
          <p:sp>
            <p:nvSpPr>
              <p:cNvPr id="547" name="Line 27">
                <a:extLst>
                  <a:ext uri="{FF2B5EF4-FFF2-40B4-BE49-F238E27FC236}">
                    <a16:creationId xmlns:a16="http://schemas.microsoft.com/office/drawing/2014/main" id="{D6DDD729-79B1-7A87-1B8B-D656C2D80C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34999" y="2885602"/>
                <a:ext cx="22189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48" name="Line 27">
                <a:extLst>
                  <a:ext uri="{FF2B5EF4-FFF2-40B4-BE49-F238E27FC236}">
                    <a16:creationId xmlns:a16="http://schemas.microsoft.com/office/drawing/2014/main" id="{EC4C487E-79E9-698E-9520-D27D325A70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34998" y="1656039"/>
                <a:ext cx="22189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83" name="Line 27">
                <a:extLst>
                  <a:ext uri="{FF2B5EF4-FFF2-40B4-BE49-F238E27FC236}">
                    <a16:creationId xmlns:a16="http://schemas.microsoft.com/office/drawing/2014/main" id="{E4DEC0D5-8183-9A1D-5949-7AB5BAA20F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34999" y="4100722"/>
                <a:ext cx="22189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84" name="Line 27">
                <a:extLst>
                  <a:ext uri="{FF2B5EF4-FFF2-40B4-BE49-F238E27FC236}">
                    <a16:creationId xmlns:a16="http://schemas.microsoft.com/office/drawing/2014/main" id="{086050B7-952A-EC57-D7A5-1BD9F8A5A1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34999" y="5284112"/>
                <a:ext cx="22189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49" name="Arc 156">
              <a:extLst>
                <a:ext uri="{FF2B5EF4-FFF2-40B4-BE49-F238E27FC236}">
                  <a16:creationId xmlns:a16="http://schemas.microsoft.com/office/drawing/2014/main" id="{368A3322-3894-25CD-6474-8BD444DDD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0400" y="5340987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0" name="Arc 158">
              <a:extLst>
                <a:ext uri="{FF2B5EF4-FFF2-40B4-BE49-F238E27FC236}">
                  <a16:creationId xmlns:a16="http://schemas.microsoft.com/office/drawing/2014/main" id="{8FD3DC48-F082-AEB2-D66F-284D0D311E5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5607426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1" name="Arc 158">
              <a:extLst>
                <a:ext uri="{FF2B5EF4-FFF2-40B4-BE49-F238E27FC236}">
                  <a16:creationId xmlns:a16="http://schemas.microsoft.com/office/drawing/2014/main" id="{6D46B1D2-D070-C059-2B87-9DFAD44E486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29" y="4947336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3940A92C-9FF6-7CFF-BB5F-33330563541B}"/>
                </a:ext>
              </a:extLst>
            </p:cNvPr>
            <p:cNvGrpSpPr/>
            <p:nvPr/>
          </p:nvGrpSpPr>
          <p:grpSpPr>
            <a:xfrm>
              <a:off x="7252303" y="1542041"/>
              <a:ext cx="3886601" cy="4288992"/>
              <a:chOff x="10578353" y="1325224"/>
              <a:chExt cx="392771" cy="4288992"/>
            </a:xfrm>
          </p:grpSpPr>
          <p:sp>
            <p:nvSpPr>
              <p:cNvPr id="535" name="Line 27">
                <a:extLst>
                  <a:ext uri="{FF2B5EF4-FFF2-40B4-BE49-F238E27FC236}">
                    <a16:creationId xmlns:a16="http://schemas.microsoft.com/office/drawing/2014/main" id="{E6522A20-99FA-4C75-4075-F65470D7A4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2885603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6" name="Line 27">
                <a:extLst>
                  <a:ext uri="{FF2B5EF4-FFF2-40B4-BE49-F238E27FC236}">
                    <a16:creationId xmlns:a16="http://schemas.microsoft.com/office/drawing/2014/main" id="{97D8DD87-A7A5-D8EB-4731-05E63E5821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3215706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7" name="Line 27">
                <a:extLst>
                  <a:ext uri="{FF2B5EF4-FFF2-40B4-BE49-F238E27FC236}">
                    <a16:creationId xmlns:a16="http://schemas.microsoft.com/office/drawing/2014/main" id="{93412710-A191-306F-0AEE-F0B1C1AA18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2554787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8" name="Line 27">
                <a:extLst>
                  <a:ext uri="{FF2B5EF4-FFF2-40B4-BE49-F238E27FC236}">
                    <a16:creationId xmlns:a16="http://schemas.microsoft.com/office/drawing/2014/main" id="{525A64A1-237C-E8A8-A941-570F011F2C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1656040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9" name="Line 27">
                <a:extLst>
                  <a:ext uri="{FF2B5EF4-FFF2-40B4-BE49-F238E27FC236}">
                    <a16:creationId xmlns:a16="http://schemas.microsoft.com/office/drawing/2014/main" id="{AB9C613E-C2D4-C1CD-29E7-AF33747CC0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1986143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40" name="Line 27">
                <a:extLst>
                  <a:ext uri="{FF2B5EF4-FFF2-40B4-BE49-F238E27FC236}">
                    <a16:creationId xmlns:a16="http://schemas.microsoft.com/office/drawing/2014/main" id="{A0D504C8-CF1E-2348-E5FE-0ABF1D9ADB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1325224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41" name="Line 27">
                <a:extLst>
                  <a:ext uri="{FF2B5EF4-FFF2-40B4-BE49-F238E27FC236}">
                    <a16:creationId xmlns:a16="http://schemas.microsoft.com/office/drawing/2014/main" id="{0D3A6822-9561-E65B-2AB3-374D5CF891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4100723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42" name="Line 27">
                <a:extLst>
                  <a:ext uri="{FF2B5EF4-FFF2-40B4-BE49-F238E27FC236}">
                    <a16:creationId xmlns:a16="http://schemas.microsoft.com/office/drawing/2014/main" id="{8B3F1C89-7F8F-D922-3F57-B5C233D13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4430826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43" name="Line 27">
                <a:extLst>
                  <a:ext uri="{FF2B5EF4-FFF2-40B4-BE49-F238E27FC236}">
                    <a16:creationId xmlns:a16="http://schemas.microsoft.com/office/drawing/2014/main" id="{5BA83A9F-1CB5-9F3D-912C-9D47505300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3769907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44" name="Line 27">
                <a:extLst>
                  <a:ext uri="{FF2B5EF4-FFF2-40B4-BE49-F238E27FC236}">
                    <a16:creationId xmlns:a16="http://schemas.microsoft.com/office/drawing/2014/main" id="{9F5B56C7-D41E-89EE-5AA1-CE51BB9127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5284113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45" name="Line 27">
                <a:extLst>
                  <a:ext uri="{FF2B5EF4-FFF2-40B4-BE49-F238E27FC236}">
                    <a16:creationId xmlns:a16="http://schemas.microsoft.com/office/drawing/2014/main" id="{E4C51C3D-4C29-7F5D-5CD6-F1D7557D04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5614216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46" name="Line 27">
                <a:extLst>
                  <a:ext uri="{FF2B5EF4-FFF2-40B4-BE49-F238E27FC236}">
                    <a16:creationId xmlns:a16="http://schemas.microsoft.com/office/drawing/2014/main" id="{FFB005EA-EC97-03D3-59AE-8B78C49945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4953297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53" name="流程图: 延期 52">
              <a:extLst>
                <a:ext uri="{FF2B5EF4-FFF2-40B4-BE49-F238E27FC236}">
                  <a16:creationId xmlns:a16="http://schemas.microsoft.com/office/drawing/2014/main" id="{349ADFA0-19F2-B713-AC14-95115E5B6B49}"/>
                </a:ext>
              </a:extLst>
            </p:cNvPr>
            <p:cNvSpPr/>
            <p:nvPr/>
          </p:nvSpPr>
          <p:spPr>
            <a:xfrm>
              <a:off x="10420002" y="2635187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4" name="流程图: 延期 53">
              <a:extLst>
                <a:ext uri="{FF2B5EF4-FFF2-40B4-BE49-F238E27FC236}">
                  <a16:creationId xmlns:a16="http://schemas.microsoft.com/office/drawing/2014/main" id="{5DDD7388-2EB2-E89A-5AC2-ECE834F29AC8}"/>
                </a:ext>
              </a:extLst>
            </p:cNvPr>
            <p:cNvSpPr/>
            <p:nvPr/>
          </p:nvSpPr>
          <p:spPr>
            <a:xfrm>
              <a:off x="10419148" y="2965308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5" name="流程图: 延期 54">
              <a:extLst>
                <a:ext uri="{FF2B5EF4-FFF2-40B4-BE49-F238E27FC236}">
                  <a16:creationId xmlns:a16="http://schemas.microsoft.com/office/drawing/2014/main" id="{8B20C890-0949-9CC9-001E-D22DAB5F6797}"/>
                </a:ext>
              </a:extLst>
            </p:cNvPr>
            <p:cNvSpPr/>
            <p:nvPr/>
          </p:nvSpPr>
          <p:spPr>
            <a:xfrm>
              <a:off x="10420002" y="3295429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6" name="流程图: 延期 55">
              <a:extLst>
                <a:ext uri="{FF2B5EF4-FFF2-40B4-BE49-F238E27FC236}">
                  <a16:creationId xmlns:a16="http://schemas.microsoft.com/office/drawing/2014/main" id="{DBEB4C3C-A230-9A6A-BAEA-5CE6BB3C40A0}"/>
                </a:ext>
              </a:extLst>
            </p:cNvPr>
            <p:cNvSpPr/>
            <p:nvPr/>
          </p:nvSpPr>
          <p:spPr>
            <a:xfrm>
              <a:off x="10420002" y="1405624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7" name="流程图: 延期 56">
              <a:extLst>
                <a:ext uri="{FF2B5EF4-FFF2-40B4-BE49-F238E27FC236}">
                  <a16:creationId xmlns:a16="http://schemas.microsoft.com/office/drawing/2014/main" id="{1FD17399-176E-6ACC-F2CF-4BFC60C361B9}"/>
                </a:ext>
              </a:extLst>
            </p:cNvPr>
            <p:cNvSpPr/>
            <p:nvPr/>
          </p:nvSpPr>
          <p:spPr>
            <a:xfrm>
              <a:off x="10419148" y="1735745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8" name="流程图: 延期 57">
              <a:extLst>
                <a:ext uri="{FF2B5EF4-FFF2-40B4-BE49-F238E27FC236}">
                  <a16:creationId xmlns:a16="http://schemas.microsoft.com/office/drawing/2014/main" id="{F4C53777-FF60-733A-D4CF-D658FC6D00A0}"/>
                </a:ext>
              </a:extLst>
            </p:cNvPr>
            <p:cNvSpPr/>
            <p:nvPr/>
          </p:nvSpPr>
          <p:spPr>
            <a:xfrm>
              <a:off x="10420002" y="2065866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9" name="流程图: 延期 58">
              <a:extLst>
                <a:ext uri="{FF2B5EF4-FFF2-40B4-BE49-F238E27FC236}">
                  <a16:creationId xmlns:a16="http://schemas.microsoft.com/office/drawing/2014/main" id="{48071742-2C76-9B77-949F-4DD2E1AFA19F}"/>
                </a:ext>
              </a:extLst>
            </p:cNvPr>
            <p:cNvSpPr/>
            <p:nvPr/>
          </p:nvSpPr>
          <p:spPr>
            <a:xfrm>
              <a:off x="10420002" y="3850307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0" name="流程图: 延期 59">
              <a:extLst>
                <a:ext uri="{FF2B5EF4-FFF2-40B4-BE49-F238E27FC236}">
                  <a16:creationId xmlns:a16="http://schemas.microsoft.com/office/drawing/2014/main" id="{A54D4C80-C16E-58E1-2590-F3A453AC4586}"/>
                </a:ext>
              </a:extLst>
            </p:cNvPr>
            <p:cNvSpPr/>
            <p:nvPr/>
          </p:nvSpPr>
          <p:spPr>
            <a:xfrm>
              <a:off x="10419148" y="4180428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1" name="流程图: 延期 60">
              <a:extLst>
                <a:ext uri="{FF2B5EF4-FFF2-40B4-BE49-F238E27FC236}">
                  <a16:creationId xmlns:a16="http://schemas.microsoft.com/office/drawing/2014/main" id="{099D5DB3-2F12-98C0-35FC-0F5E6488D32E}"/>
                </a:ext>
              </a:extLst>
            </p:cNvPr>
            <p:cNvSpPr/>
            <p:nvPr/>
          </p:nvSpPr>
          <p:spPr>
            <a:xfrm>
              <a:off x="10420002" y="4510549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2" name="流程图: 延期 61">
              <a:extLst>
                <a:ext uri="{FF2B5EF4-FFF2-40B4-BE49-F238E27FC236}">
                  <a16:creationId xmlns:a16="http://schemas.microsoft.com/office/drawing/2014/main" id="{4B9102B1-E9F3-FA26-BB17-F9D92BEE454C}"/>
                </a:ext>
              </a:extLst>
            </p:cNvPr>
            <p:cNvSpPr/>
            <p:nvPr/>
          </p:nvSpPr>
          <p:spPr>
            <a:xfrm>
              <a:off x="10420002" y="5033697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3" name="流程图: 延期 62">
              <a:extLst>
                <a:ext uri="{FF2B5EF4-FFF2-40B4-BE49-F238E27FC236}">
                  <a16:creationId xmlns:a16="http://schemas.microsoft.com/office/drawing/2014/main" id="{0E84459B-23F1-97D2-8E2E-F41CA871C9CA}"/>
                </a:ext>
              </a:extLst>
            </p:cNvPr>
            <p:cNvSpPr/>
            <p:nvPr/>
          </p:nvSpPr>
          <p:spPr>
            <a:xfrm>
              <a:off x="10419148" y="5363818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4" name="流程图: 延期 63">
              <a:extLst>
                <a:ext uri="{FF2B5EF4-FFF2-40B4-BE49-F238E27FC236}">
                  <a16:creationId xmlns:a16="http://schemas.microsoft.com/office/drawing/2014/main" id="{D438DED6-5FFD-EA85-2B5C-23C6B8360104}"/>
                </a:ext>
              </a:extLst>
            </p:cNvPr>
            <p:cNvSpPr/>
            <p:nvPr/>
          </p:nvSpPr>
          <p:spPr>
            <a:xfrm>
              <a:off x="10420002" y="5693939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F8ED0E5E-1074-6BDF-27B7-00BAEFFCB766}"/>
                </a:ext>
              </a:extLst>
            </p:cNvPr>
            <p:cNvGrpSpPr/>
            <p:nvPr/>
          </p:nvGrpSpPr>
          <p:grpSpPr>
            <a:xfrm>
              <a:off x="7438320" y="1300465"/>
              <a:ext cx="2291606" cy="5077454"/>
              <a:chOff x="7636372" y="1083648"/>
              <a:chExt cx="2291606" cy="5432136"/>
            </a:xfrm>
          </p:grpSpPr>
          <p:sp>
            <p:nvSpPr>
              <p:cNvPr id="525" name="Line 27">
                <a:extLst>
                  <a:ext uri="{FF2B5EF4-FFF2-40B4-BE49-F238E27FC236}">
                    <a16:creationId xmlns:a16="http://schemas.microsoft.com/office/drawing/2014/main" id="{707726B7-FF81-795D-ED57-43B3FED4CC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7211910" y="3799716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26" name="Line 27">
                <a:extLst>
                  <a:ext uri="{FF2B5EF4-FFF2-40B4-BE49-F238E27FC236}">
                    <a16:creationId xmlns:a16="http://schemas.microsoft.com/office/drawing/2014/main" id="{51463807-F5B5-1A1E-A24F-521DA209E7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6958846" y="3799717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27" name="Line 27">
                <a:extLst>
                  <a:ext uri="{FF2B5EF4-FFF2-40B4-BE49-F238E27FC236}">
                    <a16:creationId xmlns:a16="http://schemas.microsoft.com/office/drawing/2014/main" id="{65D553AA-EF5A-3973-C623-E708AE8ADE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6705782" y="3799716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28" name="Line 27">
                <a:extLst>
                  <a:ext uri="{FF2B5EF4-FFF2-40B4-BE49-F238E27FC236}">
                    <a16:creationId xmlns:a16="http://schemas.microsoft.com/office/drawing/2014/main" id="{8E224AB2-0DBC-941B-B42D-121518F37D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6452718" y="3799717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29" name="Line 27">
                <a:extLst>
                  <a:ext uri="{FF2B5EF4-FFF2-40B4-BE49-F238E27FC236}">
                    <a16:creationId xmlns:a16="http://schemas.microsoft.com/office/drawing/2014/main" id="{5D6C2A46-3CD6-D088-913C-63D665AB68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6199654" y="3799716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0" name="Line 27">
                <a:extLst>
                  <a:ext uri="{FF2B5EF4-FFF2-40B4-BE49-F238E27FC236}">
                    <a16:creationId xmlns:a16="http://schemas.microsoft.com/office/drawing/2014/main" id="{018BF85A-B355-62DC-3F88-659470A851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946590" y="3799717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1" name="Line 27">
                <a:extLst>
                  <a:ext uri="{FF2B5EF4-FFF2-40B4-BE49-F238E27FC236}">
                    <a16:creationId xmlns:a16="http://schemas.microsoft.com/office/drawing/2014/main" id="{CB0D9BA6-7244-9D5E-B4BE-78B25B520F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693526" y="3799716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2" name="Line 27">
                <a:extLst>
                  <a:ext uri="{FF2B5EF4-FFF2-40B4-BE49-F238E27FC236}">
                    <a16:creationId xmlns:a16="http://schemas.microsoft.com/office/drawing/2014/main" id="{5E59B4D1-1A66-F328-5585-C86C1F0B81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440462" y="3799717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3" name="Line 27">
                <a:extLst>
                  <a:ext uri="{FF2B5EF4-FFF2-40B4-BE49-F238E27FC236}">
                    <a16:creationId xmlns:a16="http://schemas.microsoft.com/office/drawing/2014/main" id="{70E875C1-70EE-6F91-73BE-40306FF214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173368" y="3799716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34" name="Line 27">
                <a:extLst>
                  <a:ext uri="{FF2B5EF4-FFF2-40B4-BE49-F238E27FC236}">
                    <a16:creationId xmlns:a16="http://schemas.microsoft.com/office/drawing/2014/main" id="{74296605-442C-3210-03B0-7A4B50768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920304" y="3799717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66" name="等腰三角形 65">
              <a:extLst>
                <a:ext uri="{FF2B5EF4-FFF2-40B4-BE49-F238E27FC236}">
                  <a16:creationId xmlns:a16="http://schemas.microsoft.com/office/drawing/2014/main" id="{79880573-C342-5F32-90BC-1B70B1570838}"/>
                </a:ext>
              </a:extLst>
            </p:cNvPr>
            <p:cNvSpPr/>
            <p:nvPr/>
          </p:nvSpPr>
          <p:spPr>
            <a:xfrm rot="5400000" flipH="1">
              <a:off x="6888519" y="2343519"/>
              <a:ext cx="284697" cy="265767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0DBA318F-F74D-7A1C-6565-39903E5426D8}"/>
                </a:ext>
              </a:extLst>
            </p:cNvPr>
            <p:cNvSpPr/>
            <p:nvPr/>
          </p:nvSpPr>
          <p:spPr>
            <a:xfrm flipH="1">
              <a:off x="7025876" y="2540633"/>
              <a:ext cx="78120" cy="7812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8" name="Line 27">
              <a:extLst>
                <a:ext uri="{FF2B5EF4-FFF2-40B4-BE49-F238E27FC236}">
                  <a16:creationId xmlns:a16="http://schemas.microsoft.com/office/drawing/2014/main" id="{27B807E7-9967-B0E6-8948-B7E5979941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03996" y="2576920"/>
              <a:ext cx="5942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69" name="Line 27">
              <a:extLst>
                <a:ext uri="{FF2B5EF4-FFF2-40B4-BE49-F238E27FC236}">
                  <a16:creationId xmlns:a16="http://schemas.microsoft.com/office/drawing/2014/main" id="{3B35DA30-DCD0-2B64-ACB7-E034C4DB13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86537" y="2383091"/>
              <a:ext cx="4586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0" name="Line 27">
              <a:extLst>
                <a:ext uri="{FF2B5EF4-FFF2-40B4-BE49-F238E27FC236}">
                  <a16:creationId xmlns:a16="http://schemas.microsoft.com/office/drawing/2014/main" id="{A4D817E7-1D61-9892-9D28-E7B3B85A3F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4686" y="2475530"/>
              <a:ext cx="2532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:a16="http://schemas.microsoft.com/office/drawing/2014/main" id="{1E09EB47-6097-E02D-597E-D2AD845BF544}"/>
                </a:ext>
              </a:extLst>
            </p:cNvPr>
            <p:cNvSpPr/>
            <p:nvPr/>
          </p:nvSpPr>
          <p:spPr>
            <a:xfrm rot="5400000" flipH="1">
              <a:off x="6888519" y="3575333"/>
              <a:ext cx="284697" cy="265767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AB6C51B1-B930-5D12-B964-754BE1E040FE}"/>
                </a:ext>
              </a:extLst>
            </p:cNvPr>
            <p:cNvSpPr/>
            <p:nvPr/>
          </p:nvSpPr>
          <p:spPr>
            <a:xfrm flipH="1">
              <a:off x="7025876" y="3772447"/>
              <a:ext cx="78120" cy="7812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3" name="Line 27">
              <a:extLst>
                <a:ext uri="{FF2B5EF4-FFF2-40B4-BE49-F238E27FC236}">
                  <a16:creationId xmlns:a16="http://schemas.microsoft.com/office/drawing/2014/main" id="{40114354-1034-B668-F1E7-1F2B56C355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03996" y="3808734"/>
              <a:ext cx="11146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4" name="Line 27">
              <a:extLst>
                <a:ext uri="{FF2B5EF4-FFF2-40B4-BE49-F238E27FC236}">
                  <a16:creationId xmlns:a16="http://schemas.microsoft.com/office/drawing/2014/main" id="{AA7B6F2A-8E78-0437-2D5C-076C2617B9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86537" y="3614905"/>
              <a:ext cx="9759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5" name="Line 27">
              <a:extLst>
                <a:ext uri="{FF2B5EF4-FFF2-40B4-BE49-F238E27FC236}">
                  <a16:creationId xmlns:a16="http://schemas.microsoft.com/office/drawing/2014/main" id="{8A35C304-7F20-398A-6B26-943C4D2E2F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4686" y="3707344"/>
              <a:ext cx="2532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36840977-63A9-50B3-956B-A9AFDA6BF553}"/>
                </a:ext>
              </a:extLst>
            </p:cNvPr>
            <p:cNvSpPr/>
            <p:nvPr/>
          </p:nvSpPr>
          <p:spPr>
            <a:xfrm rot="5400000" flipH="1">
              <a:off x="6888519" y="4778476"/>
              <a:ext cx="284697" cy="265767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EFC3AFDB-9C97-EBC4-E977-017D3348EEDA}"/>
                </a:ext>
              </a:extLst>
            </p:cNvPr>
            <p:cNvSpPr/>
            <p:nvPr/>
          </p:nvSpPr>
          <p:spPr>
            <a:xfrm flipH="1">
              <a:off x="7025876" y="4975590"/>
              <a:ext cx="78120" cy="7812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8" name="Line 27">
              <a:extLst>
                <a:ext uri="{FF2B5EF4-FFF2-40B4-BE49-F238E27FC236}">
                  <a16:creationId xmlns:a16="http://schemas.microsoft.com/office/drawing/2014/main" id="{E0979E8F-3F89-5D34-B7C0-137F7CF3A5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03996" y="5011877"/>
              <a:ext cx="16172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9" name="Line 27">
              <a:extLst>
                <a:ext uri="{FF2B5EF4-FFF2-40B4-BE49-F238E27FC236}">
                  <a16:creationId xmlns:a16="http://schemas.microsoft.com/office/drawing/2014/main" id="{45DBE8B4-1AC5-DA0A-BEC6-2450BCACE2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86537" y="4818048"/>
              <a:ext cx="148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0" name="Line 27">
              <a:extLst>
                <a:ext uri="{FF2B5EF4-FFF2-40B4-BE49-F238E27FC236}">
                  <a16:creationId xmlns:a16="http://schemas.microsoft.com/office/drawing/2014/main" id="{616DD666-AF0D-F89B-2DBB-4EC81B8264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4686" y="4910487"/>
              <a:ext cx="2532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1" name="等腰三角形 80">
              <a:extLst>
                <a:ext uri="{FF2B5EF4-FFF2-40B4-BE49-F238E27FC236}">
                  <a16:creationId xmlns:a16="http://schemas.microsoft.com/office/drawing/2014/main" id="{5369441D-4F69-3BA8-1743-158C4F86E26C}"/>
                </a:ext>
              </a:extLst>
            </p:cNvPr>
            <p:cNvSpPr/>
            <p:nvPr/>
          </p:nvSpPr>
          <p:spPr>
            <a:xfrm rot="5400000" flipH="1">
              <a:off x="6888519" y="5978017"/>
              <a:ext cx="284697" cy="265767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E9FCE858-8BFC-0293-FECE-2AC2D17865D2}"/>
                </a:ext>
              </a:extLst>
            </p:cNvPr>
            <p:cNvSpPr/>
            <p:nvPr/>
          </p:nvSpPr>
          <p:spPr>
            <a:xfrm flipH="1">
              <a:off x="7025876" y="6175131"/>
              <a:ext cx="78120" cy="7812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3" name="Line 27">
              <a:extLst>
                <a:ext uri="{FF2B5EF4-FFF2-40B4-BE49-F238E27FC236}">
                  <a16:creationId xmlns:a16="http://schemas.microsoft.com/office/drawing/2014/main" id="{4F934BA0-0665-3DD1-DBD8-553656D056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03996" y="6211418"/>
              <a:ext cx="21049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4" name="Line 27">
              <a:extLst>
                <a:ext uri="{FF2B5EF4-FFF2-40B4-BE49-F238E27FC236}">
                  <a16:creationId xmlns:a16="http://schemas.microsoft.com/office/drawing/2014/main" id="{C25B18FF-40D9-60FE-0B78-1F85512D3A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86537" y="6017589"/>
              <a:ext cx="1983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2ED0698D-5D5C-C2BE-938D-8211E3B4CE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4686" y="6110028"/>
              <a:ext cx="2532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5DF6DCCA-1695-B80C-29A0-7B02DDB9FE58}"/>
                </a:ext>
              </a:extLst>
            </p:cNvPr>
            <p:cNvSpPr/>
            <p:nvPr/>
          </p:nvSpPr>
          <p:spPr>
            <a:xfrm>
              <a:off x="7910834" y="3565077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A2D0591A-7150-AB6F-A378-FB1FD8B9A753}"/>
                </a:ext>
              </a:extLst>
            </p:cNvPr>
            <p:cNvSpPr/>
            <p:nvPr/>
          </p:nvSpPr>
          <p:spPr>
            <a:xfrm>
              <a:off x="8165011" y="3758826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947CED65-913F-AE5A-4855-EB34FC030C91}"/>
                </a:ext>
              </a:extLst>
            </p:cNvPr>
            <p:cNvSpPr/>
            <p:nvPr/>
          </p:nvSpPr>
          <p:spPr>
            <a:xfrm>
              <a:off x="7390289" y="2333217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4B473DF5-58C1-F40F-0919-1AF7A33F7EEA}"/>
                </a:ext>
              </a:extLst>
            </p:cNvPr>
            <p:cNvSpPr/>
            <p:nvPr/>
          </p:nvSpPr>
          <p:spPr>
            <a:xfrm>
              <a:off x="7644466" y="2526966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B95008C6-E306-ABB2-34AC-6B4961D5149A}"/>
                </a:ext>
              </a:extLst>
            </p:cNvPr>
            <p:cNvSpPr/>
            <p:nvPr/>
          </p:nvSpPr>
          <p:spPr>
            <a:xfrm>
              <a:off x="8415627" y="4769806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81A0C5C5-3B1C-5E5F-1830-A04396A8C20B}"/>
                </a:ext>
              </a:extLst>
            </p:cNvPr>
            <p:cNvSpPr/>
            <p:nvPr/>
          </p:nvSpPr>
          <p:spPr>
            <a:xfrm>
              <a:off x="8669804" y="4963555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24F097BE-5242-110B-E0C9-15870B4BAB2E}"/>
                </a:ext>
              </a:extLst>
            </p:cNvPr>
            <p:cNvSpPr/>
            <p:nvPr/>
          </p:nvSpPr>
          <p:spPr>
            <a:xfrm>
              <a:off x="8920383" y="5967715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AF7023C5-F9FF-E608-930F-296A4AEEB83A}"/>
                </a:ext>
              </a:extLst>
            </p:cNvPr>
            <p:cNvSpPr/>
            <p:nvPr/>
          </p:nvSpPr>
          <p:spPr>
            <a:xfrm>
              <a:off x="9174560" y="6161464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E444FA27-71B5-49D7-1C27-488C8C5DE384}"/>
                </a:ext>
              </a:extLst>
            </p:cNvPr>
            <p:cNvSpPr txBox="1"/>
            <p:nvPr/>
          </p:nvSpPr>
          <p:spPr>
            <a:xfrm flipH="1">
              <a:off x="7337931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1</a:t>
              </a: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745B9E15-3742-EDE1-5399-D49722BF7B6A}"/>
                </a:ext>
              </a:extLst>
            </p:cNvPr>
            <p:cNvSpPr txBox="1"/>
            <p:nvPr/>
          </p:nvSpPr>
          <p:spPr>
            <a:xfrm flipH="1">
              <a:off x="7592108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2</a:t>
              </a: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9E4C1302-B0F4-2B9E-1EB1-A0E2F561D9F4}"/>
                </a:ext>
              </a:extLst>
            </p:cNvPr>
            <p:cNvSpPr txBox="1"/>
            <p:nvPr/>
          </p:nvSpPr>
          <p:spPr>
            <a:xfrm flipH="1">
              <a:off x="7858236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3</a:t>
              </a: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12E9367A-082E-395C-23CA-6F185A814DEA}"/>
                </a:ext>
              </a:extLst>
            </p:cNvPr>
            <p:cNvSpPr txBox="1"/>
            <p:nvPr/>
          </p:nvSpPr>
          <p:spPr>
            <a:xfrm flipH="1">
              <a:off x="8112923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4</a:t>
              </a: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14FC86B2-37EA-DCD8-6E01-97F650909DAF}"/>
                </a:ext>
              </a:extLst>
            </p:cNvPr>
            <p:cNvSpPr txBox="1"/>
            <p:nvPr/>
          </p:nvSpPr>
          <p:spPr>
            <a:xfrm flipH="1">
              <a:off x="8616938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6</a:t>
              </a: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6F45CFD5-4F14-7AFD-15A0-2CC7A7461E76}"/>
                </a:ext>
              </a:extLst>
            </p:cNvPr>
            <p:cNvSpPr txBox="1"/>
            <p:nvPr/>
          </p:nvSpPr>
          <p:spPr>
            <a:xfrm flipH="1">
              <a:off x="8869297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7</a:t>
              </a: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6E2F632F-34E2-AC74-BFE7-BFBEFC204BBB}"/>
                </a:ext>
              </a:extLst>
            </p:cNvPr>
            <p:cNvSpPr txBox="1"/>
            <p:nvPr/>
          </p:nvSpPr>
          <p:spPr>
            <a:xfrm flipH="1">
              <a:off x="9122699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8</a:t>
              </a:r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CBC0D055-278C-21EE-B3D5-C332CE5668C1}"/>
                </a:ext>
              </a:extLst>
            </p:cNvPr>
            <p:cNvSpPr txBox="1"/>
            <p:nvPr/>
          </p:nvSpPr>
          <p:spPr>
            <a:xfrm flipH="1">
              <a:off x="9375188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9</a:t>
              </a: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1A464BCA-1A69-AEF9-4D14-0A0F590018C0}"/>
                </a:ext>
              </a:extLst>
            </p:cNvPr>
            <p:cNvSpPr txBox="1"/>
            <p:nvPr/>
          </p:nvSpPr>
          <p:spPr>
            <a:xfrm flipH="1">
              <a:off x="8363269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5</a:t>
              </a:r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239DA278-80A9-A314-BAB8-08B12F0EC600}"/>
                </a:ext>
              </a:extLst>
            </p:cNvPr>
            <p:cNvSpPr txBox="1"/>
            <p:nvPr/>
          </p:nvSpPr>
          <p:spPr>
            <a:xfrm flipH="1">
              <a:off x="9494176" y="983694"/>
              <a:ext cx="46710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10</a:t>
              </a:r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1EA2E0A2-4359-1723-9FEC-DD9467BAAC61}"/>
                </a:ext>
              </a:extLst>
            </p:cNvPr>
            <p:cNvSpPr txBox="1"/>
            <p:nvPr/>
          </p:nvSpPr>
          <p:spPr>
            <a:xfrm flipH="1">
              <a:off x="7025876" y="1340015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1</a:t>
              </a: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6FA204D8-5F11-83EA-2389-EB176C527AE6}"/>
                </a:ext>
              </a:extLst>
            </p:cNvPr>
            <p:cNvSpPr txBox="1"/>
            <p:nvPr/>
          </p:nvSpPr>
          <p:spPr>
            <a:xfrm flipH="1">
              <a:off x="7025876" y="1673053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2</a:t>
              </a: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47271AAA-F160-3B1E-3484-28E06C039993}"/>
                </a:ext>
              </a:extLst>
            </p:cNvPr>
            <p:cNvSpPr txBox="1"/>
            <p:nvPr/>
          </p:nvSpPr>
          <p:spPr>
            <a:xfrm flipH="1">
              <a:off x="7023890" y="2002905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3</a:t>
              </a:r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7219B667-7A48-A20A-8259-CF44BE41EC14}"/>
                </a:ext>
              </a:extLst>
            </p:cNvPr>
            <p:cNvSpPr txBox="1"/>
            <p:nvPr/>
          </p:nvSpPr>
          <p:spPr>
            <a:xfrm flipH="1">
              <a:off x="7029003" y="2571752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4</a:t>
              </a: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85F0DE13-3700-BFDC-90F2-0C2D129B90FF}"/>
                </a:ext>
              </a:extLst>
            </p:cNvPr>
            <p:cNvSpPr txBox="1"/>
            <p:nvPr/>
          </p:nvSpPr>
          <p:spPr>
            <a:xfrm flipH="1">
              <a:off x="7029003" y="2904790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5</a:t>
              </a:r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3D5A8ED4-3BA3-3D27-CD71-071635F75435}"/>
                </a:ext>
              </a:extLst>
            </p:cNvPr>
            <p:cNvSpPr txBox="1"/>
            <p:nvPr/>
          </p:nvSpPr>
          <p:spPr>
            <a:xfrm flipH="1">
              <a:off x="7027017" y="3234642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6</a:t>
              </a:r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BCD89B6D-F700-02C9-BFA4-7B0EE47908DC}"/>
                </a:ext>
              </a:extLst>
            </p:cNvPr>
            <p:cNvSpPr txBox="1"/>
            <p:nvPr/>
          </p:nvSpPr>
          <p:spPr>
            <a:xfrm flipH="1">
              <a:off x="7031565" y="3789229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7</a:t>
              </a:r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88687027-94FB-D308-4323-7AA753ECB6FB}"/>
                </a:ext>
              </a:extLst>
            </p:cNvPr>
            <p:cNvSpPr txBox="1"/>
            <p:nvPr/>
          </p:nvSpPr>
          <p:spPr>
            <a:xfrm flipH="1">
              <a:off x="7031565" y="4122267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8</a:t>
              </a:r>
            </a:p>
          </p:txBody>
        </p:sp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8A838D2B-C396-7058-FC04-1A2521E58BA4}"/>
                </a:ext>
              </a:extLst>
            </p:cNvPr>
            <p:cNvSpPr txBox="1"/>
            <p:nvPr/>
          </p:nvSpPr>
          <p:spPr>
            <a:xfrm flipH="1">
              <a:off x="7029579" y="4452119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9</a:t>
              </a:r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0D673AF1-8C77-1E73-ED13-203F0FCB6058}"/>
                </a:ext>
              </a:extLst>
            </p:cNvPr>
            <p:cNvSpPr txBox="1"/>
            <p:nvPr/>
          </p:nvSpPr>
          <p:spPr>
            <a:xfrm flipH="1">
              <a:off x="6780311" y="4974551"/>
              <a:ext cx="58056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10</a:t>
              </a:r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F71DE833-B266-0210-B328-4908EE92572C}"/>
                </a:ext>
              </a:extLst>
            </p:cNvPr>
            <p:cNvSpPr txBox="1"/>
            <p:nvPr/>
          </p:nvSpPr>
          <p:spPr>
            <a:xfrm flipH="1">
              <a:off x="6780310" y="5307589"/>
              <a:ext cx="5805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11</a:t>
              </a:r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13A95281-7135-9BA5-2491-BF54B52536A3}"/>
                </a:ext>
              </a:extLst>
            </p:cNvPr>
            <p:cNvSpPr txBox="1"/>
            <p:nvPr/>
          </p:nvSpPr>
          <p:spPr>
            <a:xfrm flipH="1">
              <a:off x="6780310" y="5637441"/>
              <a:ext cx="5785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12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9E8A184B-9782-2C55-38F5-6BF10DA34685}"/>
                    </a:ext>
                  </a:extLst>
                </p:cNvPr>
                <p:cNvSpPr txBox="1"/>
                <p:nvPr/>
              </p:nvSpPr>
              <p:spPr>
                <a:xfrm flipH="1">
                  <a:off x="6256578" y="2238654"/>
                  <a:ext cx="492876" cy="4770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0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9E8A184B-9782-2C55-38F5-6BF10DA346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256578" y="2238654"/>
                  <a:ext cx="492876" cy="47705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A43FBC0C-B945-97AA-382B-DECA56C4F00D}"/>
                    </a:ext>
                  </a:extLst>
                </p:cNvPr>
                <p:cNvSpPr txBox="1"/>
                <p:nvPr/>
              </p:nvSpPr>
              <p:spPr>
                <a:xfrm flipH="1">
                  <a:off x="6269265" y="3470619"/>
                  <a:ext cx="492876" cy="4770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A43FBC0C-B945-97AA-382B-DECA56C4F0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269265" y="3470619"/>
                  <a:ext cx="492876" cy="47705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88449209-3028-B26A-C3DA-9CFF6DFD5503}"/>
                </a:ext>
              </a:extLst>
            </p:cNvPr>
            <p:cNvSpPr txBox="1"/>
            <p:nvPr/>
          </p:nvSpPr>
          <p:spPr>
            <a:xfrm flipH="1">
              <a:off x="6258775" y="4710502"/>
              <a:ext cx="49287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C</a:t>
              </a:r>
            </a:p>
          </p:txBody>
        </p: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FC45E855-05C8-8EBE-7847-1FAC1ADC8140}"/>
                </a:ext>
              </a:extLst>
            </p:cNvPr>
            <p:cNvSpPr txBox="1"/>
            <p:nvPr/>
          </p:nvSpPr>
          <p:spPr>
            <a:xfrm flipH="1">
              <a:off x="6262405" y="5909973"/>
              <a:ext cx="49287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D</a:t>
              </a:r>
            </a:p>
          </p:txBody>
        </p:sp>
        <p:grpSp>
          <p:nvGrpSpPr>
            <p:cNvPr id="125" name="组合 124">
              <a:extLst>
                <a:ext uri="{FF2B5EF4-FFF2-40B4-BE49-F238E27FC236}">
                  <a16:creationId xmlns:a16="http://schemas.microsoft.com/office/drawing/2014/main" id="{D8E6840F-71C0-1B91-A817-91B4119734E0}"/>
                </a:ext>
              </a:extLst>
            </p:cNvPr>
            <p:cNvGrpSpPr/>
            <p:nvPr/>
          </p:nvGrpSpPr>
          <p:grpSpPr>
            <a:xfrm>
              <a:off x="10433517" y="2103904"/>
              <a:ext cx="211434" cy="211434"/>
              <a:chOff x="5127488" y="4220120"/>
              <a:chExt cx="182538" cy="182538"/>
            </a:xfrm>
          </p:grpSpPr>
          <p:sp>
            <p:nvSpPr>
              <p:cNvPr id="523" name="Line 27">
                <a:extLst>
                  <a:ext uri="{FF2B5EF4-FFF2-40B4-BE49-F238E27FC236}">
                    <a16:creationId xmlns:a16="http://schemas.microsoft.com/office/drawing/2014/main" id="{0BEBB85F-784A-1D0F-8FE2-66E1FA1C39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24" name="Line 27">
                <a:extLst>
                  <a:ext uri="{FF2B5EF4-FFF2-40B4-BE49-F238E27FC236}">
                    <a16:creationId xmlns:a16="http://schemas.microsoft.com/office/drawing/2014/main" id="{A79FE433-A2D1-9102-D458-90C1730C21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6F9AD6E0-C912-14C9-60D0-F592B66AE963}"/>
                </a:ext>
              </a:extLst>
            </p:cNvPr>
            <p:cNvGrpSpPr/>
            <p:nvPr/>
          </p:nvGrpSpPr>
          <p:grpSpPr>
            <a:xfrm>
              <a:off x="10431905" y="4541926"/>
              <a:ext cx="211434" cy="211434"/>
              <a:chOff x="5127488" y="4220120"/>
              <a:chExt cx="182538" cy="182538"/>
            </a:xfrm>
          </p:grpSpPr>
          <p:sp>
            <p:nvSpPr>
              <p:cNvPr id="521" name="Line 27">
                <a:extLst>
                  <a:ext uri="{FF2B5EF4-FFF2-40B4-BE49-F238E27FC236}">
                    <a16:creationId xmlns:a16="http://schemas.microsoft.com/office/drawing/2014/main" id="{F6C41162-1E51-8F5C-D6F5-2DF0A65AA9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22" name="Line 27">
                <a:extLst>
                  <a:ext uri="{FF2B5EF4-FFF2-40B4-BE49-F238E27FC236}">
                    <a16:creationId xmlns:a16="http://schemas.microsoft.com/office/drawing/2014/main" id="{47D13997-F08F-9D5E-D3C3-9441417BAB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9DBA9A5C-BA8B-3D43-D1CB-04B85E8CAAB7}"/>
                </a:ext>
              </a:extLst>
            </p:cNvPr>
            <p:cNvGrpSpPr/>
            <p:nvPr/>
          </p:nvGrpSpPr>
          <p:grpSpPr>
            <a:xfrm>
              <a:off x="9430347" y="1823307"/>
              <a:ext cx="2102989" cy="811880"/>
              <a:chOff x="9430347" y="1823307"/>
              <a:chExt cx="2102989" cy="811880"/>
            </a:xfrm>
            <a:solidFill>
              <a:schemeClr val="tx1"/>
            </a:solidFill>
          </p:grpSpPr>
          <p:sp>
            <p:nvSpPr>
              <p:cNvPr id="512" name="等腰三角形 511">
                <a:extLst>
                  <a:ext uri="{FF2B5EF4-FFF2-40B4-BE49-F238E27FC236}">
                    <a16:creationId xmlns:a16="http://schemas.microsoft.com/office/drawing/2014/main" id="{D8342297-63D5-A9B9-C470-BCF04490A662}"/>
                  </a:ext>
                </a:extLst>
              </p:cNvPr>
              <p:cNvSpPr/>
              <p:nvPr/>
            </p:nvSpPr>
            <p:spPr>
              <a:xfrm rot="16200000">
                <a:off x="9993565" y="2354398"/>
                <a:ext cx="284697" cy="265767"/>
              </a:xfrm>
              <a:prstGeom prst="triangl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13" name="椭圆 512">
                <a:extLst>
                  <a:ext uri="{FF2B5EF4-FFF2-40B4-BE49-F238E27FC236}">
                    <a16:creationId xmlns:a16="http://schemas.microsoft.com/office/drawing/2014/main" id="{95DBBC32-FDA0-6D6C-75DD-61AC1167DF40}"/>
                  </a:ext>
                </a:extLst>
              </p:cNvPr>
              <p:cNvSpPr/>
              <p:nvPr/>
            </p:nvSpPr>
            <p:spPr>
              <a:xfrm>
                <a:off x="10062785" y="2551512"/>
                <a:ext cx="78120" cy="7812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14" name="Line 27">
                <a:extLst>
                  <a:ext uri="{FF2B5EF4-FFF2-40B4-BE49-F238E27FC236}">
                    <a16:creationId xmlns:a16="http://schemas.microsoft.com/office/drawing/2014/main" id="{38C7E7D9-D49E-B854-0C66-A66F52B7AE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29925" y="2587799"/>
                <a:ext cx="332859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15" name="Line 27">
                <a:extLst>
                  <a:ext uri="{FF2B5EF4-FFF2-40B4-BE49-F238E27FC236}">
                    <a16:creationId xmlns:a16="http://schemas.microsoft.com/office/drawing/2014/main" id="{9F113D7A-5780-ED9D-7461-290758696C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76861" y="2393970"/>
                <a:ext cx="703383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16" name="Line 27">
                <a:extLst>
                  <a:ext uri="{FF2B5EF4-FFF2-40B4-BE49-F238E27FC236}">
                    <a16:creationId xmlns:a16="http://schemas.microsoft.com/office/drawing/2014/main" id="{8E3E9F49-D744-C29C-949E-18B0424F29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68805" y="2486409"/>
                <a:ext cx="1228208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17" name="Line 27">
                <a:extLst>
                  <a:ext uri="{FF2B5EF4-FFF2-40B4-BE49-F238E27FC236}">
                    <a16:creationId xmlns:a16="http://schemas.microsoft.com/office/drawing/2014/main" id="{2EB68B00-7B6C-1954-EFFD-32770A9412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1178916" y="2180310"/>
                <a:ext cx="612198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18" name="椭圆 517">
                <a:extLst>
                  <a:ext uri="{FF2B5EF4-FFF2-40B4-BE49-F238E27FC236}">
                    <a16:creationId xmlns:a16="http://schemas.microsoft.com/office/drawing/2014/main" id="{3C5F0DA5-98B5-36D4-1D08-FF9635A0F10D}"/>
                  </a:ext>
                </a:extLst>
              </p:cNvPr>
              <p:cNvSpPr/>
              <p:nvPr/>
            </p:nvSpPr>
            <p:spPr>
              <a:xfrm>
                <a:off x="9430347" y="2344795"/>
                <a:ext cx="96643" cy="96643"/>
              </a:xfrm>
              <a:prstGeom prst="ellipse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19" name="椭圆 518">
                <a:extLst>
                  <a:ext uri="{FF2B5EF4-FFF2-40B4-BE49-F238E27FC236}">
                    <a16:creationId xmlns:a16="http://schemas.microsoft.com/office/drawing/2014/main" id="{EB70C73E-80B9-EDCD-10F1-42D7BC9A25B3}"/>
                  </a:ext>
                </a:extLst>
              </p:cNvPr>
              <p:cNvSpPr/>
              <p:nvPr/>
            </p:nvSpPr>
            <p:spPr>
              <a:xfrm>
                <a:off x="9682802" y="2538544"/>
                <a:ext cx="96643" cy="96643"/>
              </a:xfrm>
              <a:prstGeom prst="ellipse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20" name="椭圆 519">
                <a:extLst>
                  <a:ext uri="{FF2B5EF4-FFF2-40B4-BE49-F238E27FC236}">
                    <a16:creationId xmlns:a16="http://schemas.microsoft.com/office/drawing/2014/main" id="{1CFCA7A5-C6A3-EE91-9342-872E33AC7E15}"/>
                  </a:ext>
                </a:extLst>
              </p:cNvPr>
              <p:cNvSpPr/>
              <p:nvPr/>
            </p:nvSpPr>
            <p:spPr>
              <a:xfrm>
                <a:off x="11436693" y="1823307"/>
                <a:ext cx="96643" cy="96643"/>
              </a:xfrm>
              <a:prstGeom prst="ellipse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685" name="组合 684">
              <a:extLst>
                <a:ext uri="{FF2B5EF4-FFF2-40B4-BE49-F238E27FC236}">
                  <a16:creationId xmlns:a16="http://schemas.microsoft.com/office/drawing/2014/main" id="{F64B2D34-749D-DE25-543A-D02AAC4E4F3A}"/>
                </a:ext>
              </a:extLst>
            </p:cNvPr>
            <p:cNvGrpSpPr/>
            <p:nvPr/>
          </p:nvGrpSpPr>
          <p:grpSpPr>
            <a:xfrm>
              <a:off x="7350379" y="1452098"/>
              <a:ext cx="182538" cy="182538"/>
              <a:chOff x="5130526" y="4220120"/>
              <a:chExt cx="182538" cy="182538"/>
            </a:xfrm>
          </p:grpSpPr>
          <p:sp>
            <p:nvSpPr>
              <p:cNvPr id="686" name="Line 27">
                <a:extLst>
                  <a:ext uri="{FF2B5EF4-FFF2-40B4-BE49-F238E27FC236}">
                    <a16:creationId xmlns:a16="http://schemas.microsoft.com/office/drawing/2014/main" id="{5E93D65E-1238-B41F-2ED0-061152E071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30526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87" name="Line 27">
                <a:extLst>
                  <a:ext uri="{FF2B5EF4-FFF2-40B4-BE49-F238E27FC236}">
                    <a16:creationId xmlns:a16="http://schemas.microsoft.com/office/drawing/2014/main" id="{0F090E3F-A18D-9203-F0F5-DDAAFE4086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30526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688" name="组合 687">
              <a:extLst>
                <a:ext uri="{FF2B5EF4-FFF2-40B4-BE49-F238E27FC236}">
                  <a16:creationId xmlns:a16="http://schemas.microsoft.com/office/drawing/2014/main" id="{48CF5806-2A20-1487-F16B-2A313AA003E8}"/>
                </a:ext>
              </a:extLst>
            </p:cNvPr>
            <p:cNvGrpSpPr/>
            <p:nvPr/>
          </p:nvGrpSpPr>
          <p:grpSpPr>
            <a:xfrm>
              <a:off x="7867886" y="1452625"/>
              <a:ext cx="182538" cy="182538"/>
              <a:chOff x="5127488" y="4220120"/>
              <a:chExt cx="182538" cy="182538"/>
            </a:xfrm>
          </p:grpSpPr>
          <p:sp>
            <p:nvSpPr>
              <p:cNvPr id="689" name="Line 27">
                <a:extLst>
                  <a:ext uri="{FF2B5EF4-FFF2-40B4-BE49-F238E27FC236}">
                    <a16:creationId xmlns:a16="http://schemas.microsoft.com/office/drawing/2014/main" id="{EBE6ADD0-E73B-0541-FA59-7C577FBB3E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90" name="Line 27">
                <a:extLst>
                  <a:ext uri="{FF2B5EF4-FFF2-40B4-BE49-F238E27FC236}">
                    <a16:creationId xmlns:a16="http://schemas.microsoft.com/office/drawing/2014/main" id="{2EA25AAD-C456-18AA-89FC-C386C56ACF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691" name="组合 690">
              <a:extLst>
                <a:ext uri="{FF2B5EF4-FFF2-40B4-BE49-F238E27FC236}">
                  <a16:creationId xmlns:a16="http://schemas.microsoft.com/office/drawing/2014/main" id="{2A09B302-35A0-090B-E523-076BAFED4345}"/>
                </a:ext>
              </a:extLst>
            </p:cNvPr>
            <p:cNvGrpSpPr/>
            <p:nvPr/>
          </p:nvGrpSpPr>
          <p:grpSpPr>
            <a:xfrm>
              <a:off x="8626856" y="1454551"/>
              <a:ext cx="182538" cy="182538"/>
              <a:chOff x="5127488" y="4220120"/>
              <a:chExt cx="182538" cy="182538"/>
            </a:xfrm>
          </p:grpSpPr>
          <p:sp>
            <p:nvSpPr>
              <p:cNvPr id="692" name="Line 27">
                <a:extLst>
                  <a:ext uri="{FF2B5EF4-FFF2-40B4-BE49-F238E27FC236}">
                    <a16:creationId xmlns:a16="http://schemas.microsoft.com/office/drawing/2014/main" id="{36F1635F-9C4D-0A79-23C6-CE16B719EF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93" name="Line 27">
                <a:extLst>
                  <a:ext uri="{FF2B5EF4-FFF2-40B4-BE49-F238E27FC236}">
                    <a16:creationId xmlns:a16="http://schemas.microsoft.com/office/drawing/2014/main" id="{7902F90D-0244-89AE-5657-56F504E93E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694" name="组合 693">
              <a:extLst>
                <a:ext uri="{FF2B5EF4-FFF2-40B4-BE49-F238E27FC236}">
                  <a16:creationId xmlns:a16="http://schemas.microsoft.com/office/drawing/2014/main" id="{5CB3F3B9-E5CF-4C52-B157-E80470483FA2}"/>
                </a:ext>
              </a:extLst>
            </p:cNvPr>
            <p:cNvGrpSpPr/>
            <p:nvPr/>
          </p:nvGrpSpPr>
          <p:grpSpPr>
            <a:xfrm>
              <a:off x="7601518" y="1786258"/>
              <a:ext cx="182538" cy="182538"/>
              <a:chOff x="5127488" y="4220120"/>
              <a:chExt cx="182538" cy="182538"/>
            </a:xfrm>
          </p:grpSpPr>
          <p:sp>
            <p:nvSpPr>
              <p:cNvPr id="695" name="Line 27">
                <a:extLst>
                  <a:ext uri="{FF2B5EF4-FFF2-40B4-BE49-F238E27FC236}">
                    <a16:creationId xmlns:a16="http://schemas.microsoft.com/office/drawing/2014/main" id="{2F9F1B3B-15E2-08F4-09EA-ED5CF82DC7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96" name="Line 27">
                <a:extLst>
                  <a:ext uri="{FF2B5EF4-FFF2-40B4-BE49-F238E27FC236}">
                    <a16:creationId xmlns:a16="http://schemas.microsoft.com/office/drawing/2014/main" id="{AFD6B2CB-3217-B3E1-F563-40A6C56F22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697" name="组合 696">
              <a:extLst>
                <a:ext uri="{FF2B5EF4-FFF2-40B4-BE49-F238E27FC236}">
                  <a16:creationId xmlns:a16="http://schemas.microsoft.com/office/drawing/2014/main" id="{4090F737-DE0E-85D5-D002-1EB076882F1F}"/>
                </a:ext>
              </a:extLst>
            </p:cNvPr>
            <p:cNvGrpSpPr/>
            <p:nvPr/>
          </p:nvGrpSpPr>
          <p:grpSpPr>
            <a:xfrm>
              <a:off x="7347341" y="2678891"/>
              <a:ext cx="182538" cy="182538"/>
              <a:chOff x="5127488" y="4220120"/>
              <a:chExt cx="182538" cy="182538"/>
            </a:xfrm>
          </p:grpSpPr>
          <p:sp>
            <p:nvSpPr>
              <p:cNvPr id="698" name="Line 27">
                <a:extLst>
                  <a:ext uri="{FF2B5EF4-FFF2-40B4-BE49-F238E27FC236}">
                    <a16:creationId xmlns:a16="http://schemas.microsoft.com/office/drawing/2014/main" id="{8B7A9F77-7090-31B3-2184-0DAD72278C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99" name="Line 27">
                <a:extLst>
                  <a:ext uri="{FF2B5EF4-FFF2-40B4-BE49-F238E27FC236}">
                    <a16:creationId xmlns:a16="http://schemas.microsoft.com/office/drawing/2014/main" id="{7F76F00F-4FC5-6A67-FE4D-A73FB3BC1C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00" name="组合 699">
              <a:extLst>
                <a:ext uri="{FF2B5EF4-FFF2-40B4-BE49-F238E27FC236}">
                  <a16:creationId xmlns:a16="http://schemas.microsoft.com/office/drawing/2014/main" id="{E966B605-103C-5654-E27C-8C466BF04697}"/>
                </a:ext>
              </a:extLst>
            </p:cNvPr>
            <p:cNvGrpSpPr/>
            <p:nvPr/>
          </p:nvGrpSpPr>
          <p:grpSpPr>
            <a:xfrm>
              <a:off x="8374608" y="1780812"/>
              <a:ext cx="182538" cy="182538"/>
              <a:chOff x="5127488" y="4220120"/>
              <a:chExt cx="182538" cy="182538"/>
            </a:xfrm>
          </p:grpSpPr>
          <p:sp>
            <p:nvSpPr>
              <p:cNvPr id="701" name="Line 27">
                <a:extLst>
                  <a:ext uri="{FF2B5EF4-FFF2-40B4-BE49-F238E27FC236}">
                    <a16:creationId xmlns:a16="http://schemas.microsoft.com/office/drawing/2014/main" id="{53C4D68C-92E8-54EE-C1D3-1FAC7B9ED4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02" name="Line 27">
                <a:extLst>
                  <a:ext uri="{FF2B5EF4-FFF2-40B4-BE49-F238E27FC236}">
                    <a16:creationId xmlns:a16="http://schemas.microsoft.com/office/drawing/2014/main" id="{788A602D-26F2-3219-E5C9-8324582418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03" name="组合 702">
              <a:extLst>
                <a:ext uri="{FF2B5EF4-FFF2-40B4-BE49-F238E27FC236}">
                  <a16:creationId xmlns:a16="http://schemas.microsoft.com/office/drawing/2014/main" id="{286642C3-3AA1-3813-3A0E-1CA5BD6B1D4C}"/>
                </a:ext>
              </a:extLst>
            </p:cNvPr>
            <p:cNvGrpSpPr/>
            <p:nvPr/>
          </p:nvGrpSpPr>
          <p:grpSpPr>
            <a:xfrm>
              <a:off x="8122063" y="1784953"/>
              <a:ext cx="182538" cy="182538"/>
              <a:chOff x="5127488" y="4220120"/>
              <a:chExt cx="182538" cy="182538"/>
            </a:xfrm>
          </p:grpSpPr>
          <p:sp>
            <p:nvSpPr>
              <p:cNvPr id="768" name="Line 27">
                <a:extLst>
                  <a:ext uri="{FF2B5EF4-FFF2-40B4-BE49-F238E27FC236}">
                    <a16:creationId xmlns:a16="http://schemas.microsoft.com/office/drawing/2014/main" id="{2A6FECE5-C96E-019F-F7AF-48DC46CCD7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69" name="Line 27">
                <a:extLst>
                  <a:ext uri="{FF2B5EF4-FFF2-40B4-BE49-F238E27FC236}">
                    <a16:creationId xmlns:a16="http://schemas.microsoft.com/office/drawing/2014/main" id="{772E9209-7921-A7DB-DB1D-86540A37F5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70" name="组合 769">
              <a:extLst>
                <a:ext uri="{FF2B5EF4-FFF2-40B4-BE49-F238E27FC236}">
                  <a16:creationId xmlns:a16="http://schemas.microsoft.com/office/drawing/2014/main" id="{DA26F3C9-ED9E-0AF2-5045-BA73071784EF}"/>
                </a:ext>
              </a:extLst>
            </p:cNvPr>
            <p:cNvGrpSpPr/>
            <p:nvPr/>
          </p:nvGrpSpPr>
          <p:grpSpPr>
            <a:xfrm>
              <a:off x="9134425" y="1782427"/>
              <a:ext cx="182538" cy="182538"/>
              <a:chOff x="5127488" y="4220120"/>
              <a:chExt cx="182538" cy="182538"/>
            </a:xfrm>
          </p:grpSpPr>
          <p:sp>
            <p:nvSpPr>
              <p:cNvPr id="771" name="Line 27">
                <a:extLst>
                  <a:ext uri="{FF2B5EF4-FFF2-40B4-BE49-F238E27FC236}">
                    <a16:creationId xmlns:a16="http://schemas.microsoft.com/office/drawing/2014/main" id="{650D88CE-B823-5049-503B-9988E4478C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72" name="Line 27">
                <a:extLst>
                  <a:ext uri="{FF2B5EF4-FFF2-40B4-BE49-F238E27FC236}">
                    <a16:creationId xmlns:a16="http://schemas.microsoft.com/office/drawing/2014/main" id="{CC3BF595-3F03-3000-42C2-DF406AECA4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73" name="组合 772">
              <a:extLst>
                <a:ext uri="{FF2B5EF4-FFF2-40B4-BE49-F238E27FC236}">
                  <a16:creationId xmlns:a16="http://schemas.microsoft.com/office/drawing/2014/main" id="{48CBFAF6-0BE4-D78F-F409-F33A19086430}"/>
                </a:ext>
              </a:extLst>
            </p:cNvPr>
            <p:cNvGrpSpPr/>
            <p:nvPr/>
          </p:nvGrpSpPr>
          <p:grpSpPr>
            <a:xfrm>
              <a:off x="8122063" y="2681012"/>
              <a:ext cx="182538" cy="182538"/>
              <a:chOff x="5127488" y="4220120"/>
              <a:chExt cx="182538" cy="182538"/>
            </a:xfrm>
          </p:grpSpPr>
          <p:sp>
            <p:nvSpPr>
              <p:cNvPr id="774" name="Line 27">
                <a:extLst>
                  <a:ext uri="{FF2B5EF4-FFF2-40B4-BE49-F238E27FC236}">
                    <a16:creationId xmlns:a16="http://schemas.microsoft.com/office/drawing/2014/main" id="{C3DCD7FF-6FCD-523A-B399-0EC61B27F8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75" name="Line 27">
                <a:extLst>
                  <a:ext uri="{FF2B5EF4-FFF2-40B4-BE49-F238E27FC236}">
                    <a16:creationId xmlns:a16="http://schemas.microsoft.com/office/drawing/2014/main" id="{84E1B365-F5CC-6064-5112-36A15B9FDD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76" name="组合 775">
              <a:extLst>
                <a:ext uri="{FF2B5EF4-FFF2-40B4-BE49-F238E27FC236}">
                  <a16:creationId xmlns:a16="http://schemas.microsoft.com/office/drawing/2014/main" id="{E67E80A8-2E9A-D69E-7D09-6C0E4E99152E}"/>
                </a:ext>
              </a:extLst>
            </p:cNvPr>
            <p:cNvGrpSpPr/>
            <p:nvPr/>
          </p:nvGrpSpPr>
          <p:grpSpPr>
            <a:xfrm>
              <a:off x="8372679" y="2681144"/>
              <a:ext cx="182538" cy="182538"/>
              <a:chOff x="5127488" y="4220120"/>
              <a:chExt cx="182538" cy="182538"/>
            </a:xfrm>
          </p:grpSpPr>
          <p:sp>
            <p:nvSpPr>
              <p:cNvPr id="777" name="Line 27">
                <a:extLst>
                  <a:ext uri="{FF2B5EF4-FFF2-40B4-BE49-F238E27FC236}">
                    <a16:creationId xmlns:a16="http://schemas.microsoft.com/office/drawing/2014/main" id="{0D964C44-1EB3-244B-7B93-2D44A3DC06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78" name="Line 27">
                <a:extLst>
                  <a:ext uri="{FF2B5EF4-FFF2-40B4-BE49-F238E27FC236}">
                    <a16:creationId xmlns:a16="http://schemas.microsoft.com/office/drawing/2014/main" id="{A433239E-AD49-C749-4EC8-E362176802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79" name="组合 778">
              <a:extLst>
                <a:ext uri="{FF2B5EF4-FFF2-40B4-BE49-F238E27FC236}">
                  <a16:creationId xmlns:a16="http://schemas.microsoft.com/office/drawing/2014/main" id="{012C6CA1-1ECB-B5F9-90F1-CD03ECF4C67B}"/>
                </a:ext>
              </a:extLst>
            </p:cNvPr>
            <p:cNvGrpSpPr/>
            <p:nvPr/>
          </p:nvGrpSpPr>
          <p:grpSpPr>
            <a:xfrm>
              <a:off x="7347341" y="3011990"/>
              <a:ext cx="182538" cy="182538"/>
              <a:chOff x="5127488" y="4220120"/>
              <a:chExt cx="182538" cy="182538"/>
            </a:xfrm>
          </p:grpSpPr>
          <p:sp>
            <p:nvSpPr>
              <p:cNvPr id="877" name="Line 27">
                <a:extLst>
                  <a:ext uri="{FF2B5EF4-FFF2-40B4-BE49-F238E27FC236}">
                    <a16:creationId xmlns:a16="http://schemas.microsoft.com/office/drawing/2014/main" id="{F108126A-625C-6880-B3AC-6EA8E4A26C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78" name="Line 27">
                <a:extLst>
                  <a:ext uri="{FF2B5EF4-FFF2-40B4-BE49-F238E27FC236}">
                    <a16:creationId xmlns:a16="http://schemas.microsoft.com/office/drawing/2014/main" id="{53FE10C8-B871-DB56-69C0-66FD1BF0E8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879" name="组合 878">
              <a:extLst>
                <a:ext uri="{FF2B5EF4-FFF2-40B4-BE49-F238E27FC236}">
                  <a16:creationId xmlns:a16="http://schemas.microsoft.com/office/drawing/2014/main" id="{7FC37584-6FE1-9C0F-90DD-744FCF02B908}"/>
                </a:ext>
              </a:extLst>
            </p:cNvPr>
            <p:cNvGrpSpPr/>
            <p:nvPr/>
          </p:nvGrpSpPr>
          <p:grpSpPr>
            <a:xfrm>
              <a:off x="8626856" y="3011990"/>
              <a:ext cx="182538" cy="182538"/>
              <a:chOff x="5127488" y="4220120"/>
              <a:chExt cx="182538" cy="182538"/>
            </a:xfrm>
          </p:grpSpPr>
          <p:sp>
            <p:nvSpPr>
              <p:cNvPr id="880" name="Line 27">
                <a:extLst>
                  <a:ext uri="{FF2B5EF4-FFF2-40B4-BE49-F238E27FC236}">
                    <a16:creationId xmlns:a16="http://schemas.microsoft.com/office/drawing/2014/main" id="{16EA985E-79C1-658C-008E-5B5D612ACE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81" name="Line 27">
                <a:extLst>
                  <a:ext uri="{FF2B5EF4-FFF2-40B4-BE49-F238E27FC236}">
                    <a16:creationId xmlns:a16="http://schemas.microsoft.com/office/drawing/2014/main" id="{9A19EEFB-5300-C633-44F3-D422975209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882" name="组合 881">
              <a:extLst>
                <a:ext uri="{FF2B5EF4-FFF2-40B4-BE49-F238E27FC236}">
                  <a16:creationId xmlns:a16="http://schemas.microsoft.com/office/drawing/2014/main" id="{BC67686B-D043-5C2C-8D5C-FA411BA6949D}"/>
                </a:ext>
              </a:extLst>
            </p:cNvPr>
            <p:cNvGrpSpPr/>
            <p:nvPr/>
          </p:nvGrpSpPr>
          <p:grpSpPr>
            <a:xfrm>
              <a:off x="9135820" y="3011990"/>
              <a:ext cx="182538" cy="182538"/>
              <a:chOff x="5127488" y="4220120"/>
              <a:chExt cx="182538" cy="182538"/>
            </a:xfrm>
          </p:grpSpPr>
          <p:sp>
            <p:nvSpPr>
              <p:cNvPr id="883" name="Line 27">
                <a:extLst>
                  <a:ext uri="{FF2B5EF4-FFF2-40B4-BE49-F238E27FC236}">
                    <a16:creationId xmlns:a16="http://schemas.microsoft.com/office/drawing/2014/main" id="{801E0D7C-E0CC-AE63-B2F3-8D55655AC2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84" name="Line 27">
                <a:extLst>
                  <a:ext uri="{FF2B5EF4-FFF2-40B4-BE49-F238E27FC236}">
                    <a16:creationId xmlns:a16="http://schemas.microsoft.com/office/drawing/2014/main" id="{A05E3DF0-E1CB-8B7E-B546-6D29634EBF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885" name="组合 884">
              <a:extLst>
                <a:ext uri="{FF2B5EF4-FFF2-40B4-BE49-F238E27FC236}">
                  <a16:creationId xmlns:a16="http://schemas.microsoft.com/office/drawing/2014/main" id="{194B65F5-0941-E37C-1F1D-AFF01608F2F3}"/>
                </a:ext>
              </a:extLst>
            </p:cNvPr>
            <p:cNvGrpSpPr/>
            <p:nvPr/>
          </p:nvGrpSpPr>
          <p:grpSpPr>
            <a:xfrm>
              <a:off x="9135424" y="3341293"/>
              <a:ext cx="182538" cy="182538"/>
              <a:chOff x="5127488" y="4220120"/>
              <a:chExt cx="182538" cy="182538"/>
            </a:xfrm>
          </p:grpSpPr>
          <p:sp>
            <p:nvSpPr>
              <p:cNvPr id="886" name="Line 27">
                <a:extLst>
                  <a:ext uri="{FF2B5EF4-FFF2-40B4-BE49-F238E27FC236}">
                    <a16:creationId xmlns:a16="http://schemas.microsoft.com/office/drawing/2014/main" id="{33B200ED-DD92-1FAB-36A6-4B2F336845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87" name="Line 27">
                <a:extLst>
                  <a:ext uri="{FF2B5EF4-FFF2-40B4-BE49-F238E27FC236}">
                    <a16:creationId xmlns:a16="http://schemas.microsoft.com/office/drawing/2014/main" id="{39A40073-BFF2-A0BC-001A-D4D0A76FE0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888" name="组合 887">
              <a:extLst>
                <a:ext uri="{FF2B5EF4-FFF2-40B4-BE49-F238E27FC236}">
                  <a16:creationId xmlns:a16="http://schemas.microsoft.com/office/drawing/2014/main" id="{ADA84F98-0D6D-0555-BA09-289BAF011D2F}"/>
                </a:ext>
              </a:extLst>
            </p:cNvPr>
            <p:cNvGrpSpPr/>
            <p:nvPr/>
          </p:nvGrpSpPr>
          <p:grpSpPr>
            <a:xfrm>
              <a:off x="8372679" y="3341254"/>
              <a:ext cx="182538" cy="182538"/>
              <a:chOff x="5127488" y="4220120"/>
              <a:chExt cx="182538" cy="182538"/>
            </a:xfrm>
          </p:grpSpPr>
          <p:sp>
            <p:nvSpPr>
              <p:cNvPr id="889" name="Line 27">
                <a:extLst>
                  <a:ext uri="{FF2B5EF4-FFF2-40B4-BE49-F238E27FC236}">
                    <a16:creationId xmlns:a16="http://schemas.microsoft.com/office/drawing/2014/main" id="{56B128B7-E812-D9BF-F9F9-DABA30046A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90" name="Line 27">
                <a:extLst>
                  <a:ext uri="{FF2B5EF4-FFF2-40B4-BE49-F238E27FC236}">
                    <a16:creationId xmlns:a16="http://schemas.microsoft.com/office/drawing/2014/main" id="{31F6FAAA-223C-D82B-B1A2-93D441C68B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891" name="组合 890">
              <a:extLst>
                <a:ext uri="{FF2B5EF4-FFF2-40B4-BE49-F238E27FC236}">
                  <a16:creationId xmlns:a16="http://schemas.microsoft.com/office/drawing/2014/main" id="{9C3A5472-E742-4649-2A8F-6C265260EBB9}"/>
                </a:ext>
              </a:extLst>
            </p:cNvPr>
            <p:cNvGrpSpPr/>
            <p:nvPr/>
          </p:nvGrpSpPr>
          <p:grpSpPr>
            <a:xfrm>
              <a:off x="7867886" y="3341293"/>
              <a:ext cx="182538" cy="182538"/>
              <a:chOff x="5127488" y="4220120"/>
              <a:chExt cx="182538" cy="182538"/>
            </a:xfrm>
          </p:grpSpPr>
          <p:sp>
            <p:nvSpPr>
              <p:cNvPr id="892" name="Line 27">
                <a:extLst>
                  <a:ext uri="{FF2B5EF4-FFF2-40B4-BE49-F238E27FC236}">
                    <a16:creationId xmlns:a16="http://schemas.microsoft.com/office/drawing/2014/main" id="{CB72D2CE-6B3C-2B73-8162-3D1A1F0C3C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93" name="Line 27">
                <a:extLst>
                  <a:ext uri="{FF2B5EF4-FFF2-40B4-BE49-F238E27FC236}">
                    <a16:creationId xmlns:a16="http://schemas.microsoft.com/office/drawing/2014/main" id="{5C19C3BE-2DB0-DFBF-4D28-1131675CB9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894" name="组合 893">
              <a:extLst>
                <a:ext uri="{FF2B5EF4-FFF2-40B4-BE49-F238E27FC236}">
                  <a16:creationId xmlns:a16="http://schemas.microsoft.com/office/drawing/2014/main" id="{4AE3FB55-AC4A-611B-FC3B-18B0C2C2F5E6}"/>
                </a:ext>
              </a:extLst>
            </p:cNvPr>
            <p:cNvGrpSpPr/>
            <p:nvPr/>
          </p:nvGrpSpPr>
          <p:grpSpPr>
            <a:xfrm>
              <a:off x="7601518" y="3896132"/>
              <a:ext cx="182538" cy="182538"/>
              <a:chOff x="5127488" y="4220120"/>
              <a:chExt cx="182538" cy="182538"/>
            </a:xfrm>
          </p:grpSpPr>
          <p:sp>
            <p:nvSpPr>
              <p:cNvPr id="895" name="Line 27">
                <a:extLst>
                  <a:ext uri="{FF2B5EF4-FFF2-40B4-BE49-F238E27FC236}">
                    <a16:creationId xmlns:a16="http://schemas.microsoft.com/office/drawing/2014/main" id="{68113056-FEFE-83D1-F843-8DC6D72424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96" name="Line 27">
                <a:extLst>
                  <a:ext uri="{FF2B5EF4-FFF2-40B4-BE49-F238E27FC236}">
                    <a16:creationId xmlns:a16="http://schemas.microsoft.com/office/drawing/2014/main" id="{DC3811E7-9A49-979F-69A0-E3EE14F556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897" name="组合 896">
              <a:extLst>
                <a:ext uri="{FF2B5EF4-FFF2-40B4-BE49-F238E27FC236}">
                  <a16:creationId xmlns:a16="http://schemas.microsoft.com/office/drawing/2014/main" id="{24CB75EF-37C6-7B72-2940-A0F9DA7987A2}"/>
                </a:ext>
              </a:extLst>
            </p:cNvPr>
            <p:cNvGrpSpPr/>
            <p:nvPr/>
          </p:nvGrpSpPr>
          <p:grpSpPr>
            <a:xfrm>
              <a:off x="8119473" y="3896936"/>
              <a:ext cx="182538" cy="182538"/>
              <a:chOff x="5127488" y="4220120"/>
              <a:chExt cx="182538" cy="182538"/>
            </a:xfrm>
          </p:grpSpPr>
          <p:sp>
            <p:nvSpPr>
              <p:cNvPr id="898" name="Line 27">
                <a:extLst>
                  <a:ext uri="{FF2B5EF4-FFF2-40B4-BE49-F238E27FC236}">
                    <a16:creationId xmlns:a16="http://schemas.microsoft.com/office/drawing/2014/main" id="{E6DAEA69-11B5-2292-22B4-27FB0D11C5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99" name="Line 27">
                <a:extLst>
                  <a:ext uri="{FF2B5EF4-FFF2-40B4-BE49-F238E27FC236}">
                    <a16:creationId xmlns:a16="http://schemas.microsoft.com/office/drawing/2014/main" id="{B1A71F3E-0866-EE31-B1B5-0716FD660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900" name="组合 899">
              <a:extLst>
                <a:ext uri="{FF2B5EF4-FFF2-40B4-BE49-F238E27FC236}">
                  <a16:creationId xmlns:a16="http://schemas.microsoft.com/office/drawing/2014/main" id="{D11B0BF6-B915-0198-E1E6-725E02DA4DD0}"/>
                </a:ext>
              </a:extLst>
            </p:cNvPr>
            <p:cNvGrpSpPr/>
            <p:nvPr/>
          </p:nvGrpSpPr>
          <p:grpSpPr>
            <a:xfrm>
              <a:off x="8372679" y="3893542"/>
              <a:ext cx="182538" cy="182538"/>
              <a:chOff x="5127488" y="4220120"/>
              <a:chExt cx="182538" cy="182538"/>
            </a:xfrm>
          </p:grpSpPr>
          <p:sp>
            <p:nvSpPr>
              <p:cNvPr id="901" name="Line 27">
                <a:extLst>
                  <a:ext uri="{FF2B5EF4-FFF2-40B4-BE49-F238E27FC236}">
                    <a16:creationId xmlns:a16="http://schemas.microsoft.com/office/drawing/2014/main" id="{88B2AC16-0150-CB68-268C-DF801D99A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902" name="Line 27">
                <a:extLst>
                  <a:ext uri="{FF2B5EF4-FFF2-40B4-BE49-F238E27FC236}">
                    <a16:creationId xmlns:a16="http://schemas.microsoft.com/office/drawing/2014/main" id="{94774334-1774-C70F-6F9D-F9EDFAF223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903" name="组合 902">
              <a:extLst>
                <a:ext uri="{FF2B5EF4-FFF2-40B4-BE49-F238E27FC236}">
                  <a16:creationId xmlns:a16="http://schemas.microsoft.com/office/drawing/2014/main" id="{F4088E93-F1B6-70CA-53E3-612916C7084A}"/>
                </a:ext>
              </a:extLst>
            </p:cNvPr>
            <p:cNvGrpSpPr/>
            <p:nvPr/>
          </p:nvGrpSpPr>
          <p:grpSpPr>
            <a:xfrm>
              <a:off x="7349931" y="4226282"/>
              <a:ext cx="182538" cy="182538"/>
              <a:chOff x="5127488" y="4220120"/>
              <a:chExt cx="182538" cy="182538"/>
            </a:xfrm>
          </p:grpSpPr>
          <p:sp>
            <p:nvSpPr>
              <p:cNvPr id="904" name="Line 27">
                <a:extLst>
                  <a:ext uri="{FF2B5EF4-FFF2-40B4-BE49-F238E27FC236}">
                    <a16:creationId xmlns:a16="http://schemas.microsoft.com/office/drawing/2014/main" id="{8F15866D-16DC-36D4-BEC7-23DA1B59B0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905" name="Line 27">
                <a:extLst>
                  <a:ext uri="{FF2B5EF4-FFF2-40B4-BE49-F238E27FC236}">
                    <a16:creationId xmlns:a16="http://schemas.microsoft.com/office/drawing/2014/main" id="{CF4E7B59-BED6-3F94-4F1B-AB3ADCF28C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906" name="组合 905">
              <a:extLst>
                <a:ext uri="{FF2B5EF4-FFF2-40B4-BE49-F238E27FC236}">
                  <a16:creationId xmlns:a16="http://schemas.microsoft.com/office/drawing/2014/main" id="{40896B98-9C00-CE4A-DB64-7D35D588A12E}"/>
                </a:ext>
              </a:extLst>
            </p:cNvPr>
            <p:cNvGrpSpPr/>
            <p:nvPr/>
          </p:nvGrpSpPr>
          <p:grpSpPr>
            <a:xfrm>
              <a:off x="8122063" y="4227445"/>
              <a:ext cx="182538" cy="182538"/>
              <a:chOff x="5127488" y="4220120"/>
              <a:chExt cx="182538" cy="182538"/>
            </a:xfrm>
          </p:grpSpPr>
          <p:sp>
            <p:nvSpPr>
              <p:cNvPr id="907" name="Line 27">
                <a:extLst>
                  <a:ext uri="{FF2B5EF4-FFF2-40B4-BE49-F238E27FC236}">
                    <a16:creationId xmlns:a16="http://schemas.microsoft.com/office/drawing/2014/main" id="{30C0033A-144C-FE4B-5243-BACB3614E5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908" name="Line 27">
                <a:extLst>
                  <a:ext uri="{FF2B5EF4-FFF2-40B4-BE49-F238E27FC236}">
                    <a16:creationId xmlns:a16="http://schemas.microsoft.com/office/drawing/2014/main" id="{65DB9FE8-7CFF-8E5B-B016-CAFCA72691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909" name="组合 908">
              <a:extLst>
                <a:ext uri="{FF2B5EF4-FFF2-40B4-BE49-F238E27FC236}">
                  <a16:creationId xmlns:a16="http://schemas.microsoft.com/office/drawing/2014/main" id="{4E2321AC-8DBF-7B49-0951-B01BD246FDFE}"/>
                </a:ext>
              </a:extLst>
            </p:cNvPr>
            <p:cNvGrpSpPr/>
            <p:nvPr/>
          </p:nvGrpSpPr>
          <p:grpSpPr>
            <a:xfrm>
              <a:off x="8626856" y="4228513"/>
              <a:ext cx="182538" cy="182538"/>
              <a:chOff x="5127488" y="4220120"/>
              <a:chExt cx="182538" cy="182538"/>
            </a:xfrm>
          </p:grpSpPr>
          <p:sp>
            <p:nvSpPr>
              <p:cNvPr id="910" name="Line 27">
                <a:extLst>
                  <a:ext uri="{FF2B5EF4-FFF2-40B4-BE49-F238E27FC236}">
                    <a16:creationId xmlns:a16="http://schemas.microsoft.com/office/drawing/2014/main" id="{08026E83-FDAF-C41F-D51B-78B7A75B65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911" name="Line 27">
                <a:extLst>
                  <a:ext uri="{FF2B5EF4-FFF2-40B4-BE49-F238E27FC236}">
                    <a16:creationId xmlns:a16="http://schemas.microsoft.com/office/drawing/2014/main" id="{7EC0C7B1-72F4-7079-1B66-B982A4B0E7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</p:grpSp>
      <p:grpSp>
        <p:nvGrpSpPr>
          <p:cNvPr id="915" name="组合 914">
            <a:extLst>
              <a:ext uri="{FF2B5EF4-FFF2-40B4-BE49-F238E27FC236}">
                <a16:creationId xmlns:a16="http://schemas.microsoft.com/office/drawing/2014/main" id="{7556DA8C-406E-FC09-0822-E395D2183A20}"/>
              </a:ext>
            </a:extLst>
          </p:cNvPr>
          <p:cNvGrpSpPr/>
          <p:nvPr/>
        </p:nvGrpSpPr>
        <p:grpSpPr>
          <a:xfrm>
            <a:off x="7347341" y="5079522"/>
            <a:ext cx="2220789" cy="842780"/>
            <a:chOff x="7347341" y="5079522"/>
            <a:chExt cx="2220789" cy="842780"/>
          </a:xfrm>
        </p:grpSpPr>
        <p:grpSp>
          <p:nvGrpSpPr>
            <p:cNvPr id="916" name="组合 915">
              <a:extLst>
                <a:ext uri="{FF2B5EF4-FFF2-40B4-BE49-F238E27FC236}">
                  <a16:creationId xmlns:a16="http://schemas.microsoft.com/office/drawing/2014/main" id="{B627B0DC-1913-1948-2C68-F396D750A4D7}"/>
                </a:ext>
              </a:extLst>
            </p:cNvPr>
            <p:cNvGrpSpPr/>
            <p:nvPr/>
          </p:nvGrpSpPr>
          <p:grpSpPr>
            <a:xfrm>
              <a:off x="9385592" y="5079522"/>
              <a:ext cx="182538" cy="182538"/>
              <a:chOff x="5127488" y="4220120"/>
              <a:chExt cx="182538" cy="182538"/>
            </a:xfrm>
          </p:grpSpPr>
          <p:sp>
            <p:nvSpPr>
              <p:cNvPr id="935" name="Line 27">
                <a:extLst>
                  <a:ext uri="{FF2B5EF4-FFF2-40B4-BE49-F238E27FC236}">
                    <a16:creationId xmlns:a16="http://schemas.microsoft.com/office/drawing/2014/main" id="{D6C3B808-6D03-8C94-D91D-6B2FD36820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936" name="Line 27">
                <a:extLst>
                  <a:ext uri="{FF2B5EF4-FFF2-40B4-BE49-F238E27FC236}">
                    <a16:creationId xmlns:a16="http://schemas.microsoft.com/office/drawing/2014/main" id="{ACF44EA6-36A3-056D-8F25-78C82AC77A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917" name="组合 916">
              <a:extLst>
                <a:ext uri="{FF2B5EF4-FFF2-40B4-BE49-F238E27FC236}">
                  <a16:creationId xmlns:a16="http://schemas.microsoft.com/office/drawing/2014/main" id="{0B8F2BCA-611C-B145-1B2E-06CFB7C49792}"/>
                </a:ext>
              </a:extLst>
            </p:cNvPr>
            <p:cNvGrpSpPr/>
            <p:nvPr/>
          </p:nvGrpSpPr>
          <p:grpSpPr>
            <a:xfrm>
              <a:off x="7867886" y="5410500"/>
              <a:ext cx="182538" cy="182538"/>
              <a:chOff x="5127488" y="4220120"/>
              <a:chExt cx="182538" cy="182538"/>
            </a:xfrm>
          </p:grpSpPr>
          <p:sp>
            <p:nvSpPr>
              <p:cNvPr id="933" name="Line 27">
                <a:extLst>
                  <a:ext uri="{FF2B5EF4-FFF2-40B4-BE49-F238E27FC236}">
                    <a16:creationId xmlns:a16="http://schemas.microsoft.com/office/drawing/2014/main" id="{9FAB4A7C-A18A-7826-FEFF-F2EC453684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934" name="Line 27">
                <a:extLst>
                  <a:ext uri="{FF2B5EF4-FFF2-40B4-BE49-F238E27FC236}">
                    <a16:creationId xmlns:a16="http://schemas.microsoft.com/office/drawing/2014/main" id="{A4E56C1E-27FA-4328-FA70-BEE3147DC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918" name="组合 917">
              <a:extLst>
                <a:ext uri="{FF2B5EF4-FFF2-40B4-BE49-F238E27FC236}">
                  <a16:creationId xmlns:a16="http://schemas.microsoft.com/office/drawing/2014/main" id="{34F38913-8E93-6931-7C4D-D7073B5EA220}"/>
                </a:ext>
              </a:extLst>
            </p:cNvPr>
            <p:cNvGrpSpPr/>
            <p:nvPr/>
          </p:nvGrpSpPr>
          <p:grpSpPr>
            <a:xfrm>
              <a:off x="8624266" y="5410500"/>
              <a:ext cx="182538" cy="182538"/>
              <a:chOff x="5127488" y="4220120"/>
              <a:chExt cx="182538" cy="182538"/>
            </a:xfrm>
          </p:grpSpPr>
          <p:sp>
            <p:nvSpPr>
              <p:cNvPr id="931" name="Line 27">
                <a:extLst>
                  <a:ext uri="{FF2B5EF4-FFF2-40B4-BE49-F238E27FC236}">
                    <a16:creationId xmlns:a16="http://schemas.microsoft.com/office/drawing/2014/main" id="{1EA3E6D8-601F-D62A-5514-40489E3753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932" name="Line 27">
                <a:extLst>
                  <a:ext uri="{FF2B5EF4-FFF2-40B4-BE49-F238E27FC236}">
                    <a16:creationId xmlns:a16="http://schemas.microsoft.com/office/drawing/2014/main" id="{EA6374C8-B323-3694-E526-BC6B8629C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919" name="组合 918">
              <a:extLst>
                <a:ext uri="{FF2B5EF4-FFF2-40B4-BE49-F238E27FC236}">
                  <a16:creationId xmlns:a16="http://schemas.microsoft.com/office/drawing/2014/main" id="{946676BC-FA84-C035-E3B8-3002283977C4}"/>
                </a:ext>
              </a:extLst>
            </p:cNvPr>
            <p:cNvGrpSpPr/>
            <p:nvPr/>
          </p:nvGrpSpPr>
          <p:grpSpPr>
            <a:xfrm>
              <a:off x="8880025" y="5410500"/>
              <a:ext cx="182538" cy="182538"/>
              <a:chOff x="5127488" y="4220120"/>
              <a:chExt cx="182538" cy="182538"/>
            </a:xfrm>
          </p:grpSpPr>
          <p:sp>
            <p:nvSpPr>
              <p:cNvPr id="929" name="Line 27">
                <a:extLst>
                  <a:ext uri="{FF2B5EF4-FFF2-40B4-BE49-F238E27FC236}">
                    <a16:creationId xmlns:a16="http://schemas.microsoft.com/office/drawing/2014/main" id="{C7272A59-F628-A2CB-F568-7567D8745B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930" name="Line 27">
                <a:extLst>
                  <a:ext uri="{FF2B5EF4-FFF2-40B4-BE49-F238E27FC236}">
                    <a16:creationId xmlns:a16="http://schemas.microsoft.com/office/drawing/2014/main" id="{432ADE99-40F9-154A-27A4-B059307CCC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920" name="组合 919">
              <a:extLst>
                <a:ext uri="{FF2B5EF4-FFF2-40B4-BE49-F238E27FC236}">
                  <a16:creationId xmlns:a16="http://schemas.microsoft.com/office/drawing/2014/main" id="{F311F8B6-36AD-E19C-014F-D8DFAF57695A}"/>
                </a:ext>
              </a:extLst>
            </p:cNvPr>
            <p:cNvGrpSpPr/>
            <p:nvPr/>
          </p:nvGrpSpPr>
          <p:grpSpPr>
            <a:xfrm>
              <a:off x="7347341" y="5739764"/>
              <a:ext cx="182538" cy="182538"/>
              <a:chOff x="5127488" y="4220120"/>
              <a:chExt cx="182538" cy="182538"/>
            </a:xfrm>
          </p:grpSpPr>
          <p:sp>
            <p:nvSpPr>
              <p:cNvPr id="927" name="Line 27">
                <a:extLst>
                  <a:ext uri="{FF2B5EF4-FFF2-40B4-BE49-F238E27FC236}">
                    <a16:creationId xmlns:a16="http://schemas.microsoft.com/office/drawing/2014/main" id="{402D5D52-207D-B117-D7B8-2A34E68738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928" name="Line 27">
                <a:extLst>
                  <a:ext uri="{FF2B5EF4-FFF2-40B4-BE49-F238E27FC236}">
                    <a16:creationId xmlns:a16="http://schemas.microsoft.com/office/drawing/2014/main" id="{25FDC418-45A8-4C7D-0141-2298470C5F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921" name="组合 920">
              <a:extLst>
                <a:ext uri="{FF2B5EF4-FFF2-40B4-BE49-F238E27FC236}">
                  <a16:creationId xmlns:a16="http://schemas.microsoft.com/office/drawing/2014/main" id="{5D29E117-FB9A-2D5F-493C-D8EF7C8F15F4}"/>
                </a:ext>
              </a:extLst>
            </p:cNvPr>
            <p:cNvGrpSpPr/>
            <p:nvPr/>
          </p:nvGrpSpPr>
          <p:grpSpPr>
            <a:xfrm>
              <a:off x="8372679" y="5739061"/>
              <a:ext cx="182538" cy="182538"/>
              <a:chOff x="5127488" y="4220120"/>
              <a:chExt cx="182538" cy="182538"/>
            </a:xfrm>
          </p:grpSpPr>
          <p:sp>
            <p:nvSpPr>
              <p:cNvPr id="925" name="Line 27">
                <a:extLst>
                  <a:ext uri="{FF2B5EF4-FFF2-40B4-BE49-F238E27FC236}">
                    <a16:creationId xmlns:a16="http://schemas.microsoft.com/office/drawing/2014/main" id="{AB5D0DC3-BA3B-FCB9-BAC7-2F5960047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926" name="Line 27">
                <a:extLst>
                  <a:ext uri="{FF2B5EF4-FFF2-40B4-BE49-F238E27FC236}">
                    <a16:creationId xmlns:a16="http://schemas.microsoft.com/office/drawing/2014/main" id="{EE1E1B0B-1238-6F00-7B5A-E3019B3309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922" name="组合 921">
              <a:extLst>
                <a:ext uri="{FF2B5EF4-FFF2-40B4-BE49-F238E27FC236}">
                  <a16:creationId xmlns:a16="http://schemas.microsoft.com/office/drawing/2014/main" id="{94280D12-EEF5-4B97-7D64-D5A02650AC9E}"/>
                </a:ext>
              </a:extLst>
            </p:cNvPr>
            <p:cNvGrpSpPr/>
            <p:nvPr/>
          </p:nvGrpSpPr>
          <p:grpSpPr>
            <a:xfrm>
              <a:off x="9132504" y="5739764"/>
              <a:ext cx="182538" cy="182538"/>
              <a:chOff x="5127488" y="4220120"/>
              <a:chExt cx="182538" cy="182538"/>
            </a:xfrm>
          </p:grpSpPr>
          <p:sp>
            <p:nvSpPr>
              <p:cNvPr id="923" name="Line 27">
                <a:extLst>
                  <a:ext uri="{FF2B5EF4-FFF2-40B4-BE49-F238E27FC236}">
                    <a16:creationId xmlns:a16="http://schemas.microsoft.com/office/drawing/2014/main" id="{FEA43661-5F75-A3F5-CA62-0EECD5988A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924" name="Line 27">
                <a:extLst>
                  <a:ext uri="{FF2B5EF4-FFF2-40B4-BE49-F238E27FC236}">
                    <a16:creationId xmlns:a16="http://schemas.microsoft.com/office/drawing/2014/main" id="{B0B7F961-560C-3113-D845-7A5DE17D12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0059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5" grpId="0"/>
      <p:bldP spid="12" grpId="0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8E73A-92BD-CC73-D7D9-E6660CECE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66C3922-6FB9-A235-5344-A05B89C7B6B8}"/>
                  </a:ext>
                </a:extLst>
              </p:cNvPr>
              <p:cNvSpPr txBox="1"/>
              <p:nvPr/>
            </p:nvSpPr>
            <p:spPr>
              <a:xfrm>
                <a:off x="379503" y="4721558"/>
                <a:ext cx="6514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66C3922-6FB9-A235-5344-A05B89C7B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03" y="4721558"/>
                <a:ext cx="65143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6A96C7B-B600-FD4B-5F57-1B0D1BDA40C6}"/>
                  </a:ext>
                </a:extLst>
              </p:cNvPr>
              <p:cNvSpPr txBox="1"/>
              <p:nvPr/>
            </p:nvSpPr>
            <p:spPr>
              <a:xfrm>
                <a:off x="784410" y="4455321"/>
                <a:ext cx="6514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CD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6A96C7B-B600-FD4B-5F57-1B0D1BDA4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10" y="4455321"/>
                <a:ext cx="65143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C6F0252B-484E-525C-E727-AFE0FF55DCD4}"/>
              </a:ext>
            </a:extLst>
          </p:cNvPr>
          <p:cNvSpPr txBox="1"/>
          <p:nvPr/>
        </p:nvSpPr>
        <p:spPr>
          <a:xfrm>
            <a:off x="360000" y="828000"/>
            <a:ext cx="5220145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PAL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的组合电路实现：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59D831BB-FDE7-A8B4-6CC3-253A3858752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5632E2F4-84A7-7067-A751-CFCED372883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9" name="箭头: 五边形 98">
                <a:extLst>
                  <a:ext uri="{FF2B5EF4-FFF2-40B4-BE49-F238E27FC236}">
                    <a16:creationId xmlns:a16="http://schemas.microsoft.com/office/drawing/2014/main" id="{9BF75D3C-EDCC-F14E-0E07-3F480EEECEF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0" name="箭头: V 形 99">
                <a:extLst>
                  <a:ext uri="{FF2B5EF4-FFF2-40B4-BE49-F238E27FC236}">
                    <a16:creationId xmlns:a16="http://schemas.microsoft.com/office/drawing/2014/main" id="{872FBFA9-3D12-97E8-75F4-BEAC6A41B8A9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8" name="灯片编号占位符 3">
              <a:extLst>
                <a:ext uri="{FF2B5EF4-FFF2-40B4-BE49-F238E27FC236}">
                  <a16:creationId xmlns:a16="http://schemas.microsoft.com/office/drawing/2014/main" id="{9D6C702D-E458-61EE-B927-7B0C87461CC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A9DEA79-0574-E5AD-38B8-9298D722CC0B}"/>
                  </a:ext>
                </a:extLst>
              </p:cNvPr>
              <p:cNvSpPr txBox="1"/>
              <p:nvPr/>
            </p:nvSpPr>
            <p:spPr>
              <a:xfrm>
                <a:off x="360000" y="1800000"/>
                <a:ext cx="5836064" cy="2087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A9DEA79-0574-E5AD-38B8-9298D722C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800000"/>
                <a:ext cx="5836064" cy="20874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0C662F8-D4A8-D133-1A9C-D27EDAC51EE3}"/>
                  </a:ext>
                </a:extLst>
              </p:cNvPr>
              <p:cNvSpPr txBox="1"/>
              <p:nvPr/>
            </p:nvSpPr>
            <p:spPr>
              <a:xfrm>
                <a:off x="360000" y="3816000"/>
                <a:ext cx="4593467" cy="6010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800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kumimoji="1" lang="en-US" altLang="zh-CN" sz="2800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CN" sz="28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zh-CN" sz="28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acc>
                      <m:r>
                        <a:rPr lang="en-US" altLang="zh-CN" sz="28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acc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en-US" altLang="zh-CN" sz="28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 sz="28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acc>
                    </m:oMath>
                  </m:oMathPara>
                </a14:m>
                <a:endPara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0C662F8-D4A8-D133-1A9C-D27EDAC51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816000"/>
                <a:ext cx="4593467" cy="6010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>
            <a:extLst>
              <a:ext uri="{FF2B5EF4-FFF2-40B4-BE49-F238E27FC236}">
                <a16:creationId xmlns:a16="http://schemas.microsoft.com/office/drawing/2014/main" id="{A4A7D496-A8D2-E667-83B8-D01F3C050EC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可编程逻辑器件的组合逻辑电路实现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0B9936F-E616-3E5C-A821-39FC4283E47B}"/>
              </a:ext>
            </a:extLst>
          </p:cNvPr>
          <p:cNvGraphicFramePr>
            <a:graphicFrameLocks noGrp="1"/>
          </p:cNvGraphicFramePr>
          <p:nvPr/>
        </p:nvGraphicFramePr>
        <p:xfrm>
          <a:off x="1189316" y="5068046"/>
          <a:ext cx="2247152" cy="14917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1788">
                  <a:extLst>
                    <a:ext uri="{9D8B030D-6E8A-4147-A177-3AD203B41FA5}">
                      <a16:colId xmlns:a16="http://schemas.microsoft.com/office/drawing/2014/main" val="3237731795"/>
                    </a:ext>
                  </a:extLst>
                </a:gridCol>
                <a:gridCol w="561788">
                  <a:extLst>
                    <a:ext uri="{9D8B030D-6E8A-4147-A177-3AD203B41FA5}">
                      <a16:colId xmlns:a16="http://schemas.microsoft.com/office/drawing/2014/main" val="2266057991"/>
                    </a:ext>
                  </a:extLst>
                </a:gridCol>
                <a:gridCol w="561788">
                  <a:extLst>
                    <a:ext uri="{9D8B030D-6E8A-4147-A177-3AD203B41FA5}">
                      <a16:colId xmlns:a16="http://schemas.microsoft.com/office/drawing/2014/main" val="693108306"/>
                    </a:ext>
                  </a:extLst>
                </a:gridCol>
                <a:gridCol w="561788">
                  <a:extLst>
                    <a:ext uri="{9D8B030D-6E8A-4147-A177-3AD203B41FA5}">
                      <a16:colId xmlns:a16="http://schemas.microsoft.com/office/drawing/2014/main" val="1184613748"/>
                    </a:ext>
                  </a:extLst>
                </a:gridCol>
              </a:tblGrid>
              <a:tr h="372929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9065756"/>
                  </a:ext>
                </a:extLst>
              </a:tr>
              <a:tr h="372929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491682"/>
                  </a:ext>
                </a:extLst>
              </a:tr>
              <a:tr h="37292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869981"/>
                  </a:ext>
                </a:extLst>
              </a:tr>
              <a:tr h="372929"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504708"/>
                  </a:ext>
                </a:extLst>
              </a:tr>
            </a:tbl>
          </a:graphicData>
        </a:graphic>
      </p:graphicFrame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82285C2-6018-0ACE-DA9F-C69048237306}"/>
              </a:ext>
            </a:extLst>
          </p:cNvPr>
          <p:cNvCxnSpPr/>
          <p:nvPr/>
        </p:nvCxnSpPr>
        <p:spPr>
          <a:xfrm>
            <a:off x="854633" y="4733363"/>
            <a:ext cx="334683" cy="3346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EB084AB-BADC-F110-A7FF-A1B1FB46C835}"/>
                  </a:ext>
                </a:extLst>
              </p:cNvPr>
              <p:cNvSpPr txBox="1"/>
              <p:nvPr/>
            </p:nvSpPr>
            <p:spPr>
              <a:xfrm>
                <a:off x="370538" y="4335639"/>
                <a:ext cx="6514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kumimoji="1" lang="en-US" altLang="zh-CN" sz="2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EB084AB-BADC-F110-A7FF-A1B1FB46C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38" y="4335639"/>
                <a:ext cx="651436" cy="461665"/>
              </a:xfrm>
              <a:prstGeom prst="rect">
                <a:avLst/>
              </a:prstGeom>
              <a:blipFill>
                <a:blip r:embed="rId1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0FD8C216-1529-AC41-743B-8408E4DC681A}"/>
              </a:ext>
            </a:extLst>
          </p:cNvPr>
          <p:cNvGraphicFramePr>
            <a:graphicFrameLocks noGrp="1"/>
          </p:cNvGraphicFramePr>
          <p:nvPr/>
        </p:nvGraphicFramePr>
        <p:xfrm>
          <a:off x="1189316" y="4765927"/>
          <a:ext cx="2247152" cy="3729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1788">
                  <a:extLst>
                    <a:ext uri="{9D8B030D-6E8A-4147-A177-3AD203B41FA5}">
                      <a16:colId xmlns:a16="http://schemas.microsoft.com/office/drawing/2014/main" val="3237731795"/>
                    </a:ext>
                  </a:extLst>
                </a:gridCol>
                <a:gridCol w="561788">
                  <a:extLst>
                    <a:ext uri="{9D8B030D-6E8A-4147-A177-3AD203B41FA5}">
                      <a16:colId xmlns:a16="http://schemas.microsoft.com/office/drawing/2014/main" val="2266057991"/>
                    </a:ext>
                  </a:extLst>
                </a:gridCol>
                <a:gridCol w="561788">
                  <a:extLst>
                    <a:ext uri="{9D8B030D-6E8A-4147-A177-3AD203B41FA5}">
                      <a16:colId xmlns:a16="http://schemas.microsoft.com/office/drawing/2014/main" val="693108306"/>
                    </a:ext>
                  </a:extLst>
                </a:gridCol>
                <a:gridCol w="561788">
                  <a:extLst>
                    <a:ext uri="{9D8B030D-6E8A-4147-A177-3AD203B41FA5}">
                      <a16:colId xmlns:a16="http://schemas.microsoft.com/office/drawing/2014/main" val="1184613748"/>
                    </a:ext>
                  </a:extLst>
                </a:gridCol>
              </a:tblGrid>
              <a:tr h="37292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9065756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DD1EEDF5-CC1C-AB0B-2358-97A4845508E6}"/>
              </a:ext>
            </a:extLst>
          </p:cNvPr>
          <p:cNvGraphicFramePr>
            <a:graphicFrameLocks noGrp="1"/>
          </p:cNvGraphicFramePr>
          <p:nvPr/>
        </p:nvGraphicFramePr>
        <p:xfrm>
          <a:off x="777794" y="5068046"/>
          <a:ext cx="488360" cy="14917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8360">
                  <a:extLst>
                    <a:ext uri="{9D8B030D-6E8A-4147-A177-3AD203B41FA5}">
                      <a16:colId xmlns:a16="http://schemas.microsoft.com/office/drawing/2014/main" val="3237731795"/>
                    </a:ext>
                  </a:extLst>
                </a:gridCol>
              </a:tblGrid>
              <a:tr h="37292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9065756"/>
                  </a:ext>
                </a:extLst>
              </a:tr>
              <a:tr h="37292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6491682"/>
                  </a:ext>
                </a:extLst>
              </a:tr>
              <a:tr h="37292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3869981"/>
                  </a:ext>
                </a:extLst>
              </a:tr>
              <a:tr h="37292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504708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9F6911CE-7B50-0F53-1A03-AA141BCE0956}"/>
              </a:ext>
            </a:extLst>
          </p:cNvPr>
          <p:cNvSpPr/>
          <p:nvPr/>
        </p:nvSpPr>
        <p:spPr>
          <a:xfrm>
            <a:off x="1834936" y="5491194"/>
            <a:ext cx="392763" cy="645420"/>
          </a:xfrm>
          <a:prstGeom prst="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左中括号 15">
            <a:extLst>
              <a:ext uri="{FF2B5EF4-FFF2-40B4-BE49-F238E27FC236}">
                <a16:creationId xmlns:a16="http://schemas.microsoft.com/office/drawing/2014/main" id="{3AD22EE9-46A2-663F-EC2A-96A7754FCE60}"/>
              </a:ext>
            </a:extLst>
          </p:cNvPr>
          <p:cNvSpPr/>
          <p:nvPr/>
        </p:nvSpPr>
        <p:spPr>
          <a:xfrm flipH="1">
            <a:off x="1133922" y="5857772"/>
            <a:ext cx="530523" cy="278842"/>
          </a:xfrm>
          <a:prstGeom prst="leftBracket">
            <a:avLst>
              <a:gd name="adj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左中括号 16">
            <a:extLst>
              <a:ext uri="{FF2B5EF4-FFF2-40B4-BE49-F238E27FC236}">
                <a16:creationId xmlns:a16="http://schemas.microsoft.com/office/drawing/2014/main" id="{F464D0A9-BBC7-C8C0-244E-59513DC409F2}"/>
              </a:ext>
            </a:extLst>
          </p:cNvPr>
          <p:cNvSpPr/>
          <p:nvPr/>
        </p:nvSpPr>
        <p:spPr>
          <a:xfrm>
            <a:off x="2961339" y="5862527"/>
            <a:ext cx="530523" cy="278842"/>
          </a:xfrm>
          <a:prstGeom prst="leftBracket">
            <a:avLst>
              <a:gd name="adj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左中括号 17">
            <a:extLst>
              <a:ext uri="{FF2B5EF4-FFF2-40B4-BE49-F238E27FC236}">
                <a16:creationId xmlns:a16="http://schemas.microsoft.com/office/drawing/2014/main" id="{81803689-6150-DAE3-B3F6-9897C36E5189}"/>
              </a:ext>
            </a:extLst>
          </p:cNvPr>
          <p:cNvSpPr/>
          <p:nvPr/>
        </p:nvSpPr>
        <p:spPr>
          <a:xfrm rot="5400000">
            <a:off x="2959265" y="6237609"/>
            <a:ext cx="392901" cy="388753"/>
          </a:xfrm>
          <a:prstGeom prst="leftBracket">
            <a:avLst>
              <a:gd name="adj" fmla="val 0"/>
            </a:avLst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左中括号 18">
            <a:extLst>
              <a:ext uri="{FF2B5EF4-FFF2-40B4-BE49-F238E27FC236}">
                <a16:creationId xmlns:a16="http://schemas.microsoft.com/office/drawing/2014/main" id="{39BCABB0-07E6-7B1E-6F24-5692A1BCF0A5}"/>
              </a:ext>
            </a:extLst>
          </p:cNvPr>
          <p:cNvSpPr/>
          <p:nvPr/>
        </p:nvSpPr>
        <p:spPr>
          <a:xfrm rot="5400000" flipH="1" flipV="1">
            <a:off x="2959265" y="4991563"/>
            <a:ext cx="392901" cy="388753"/>
          </a:xfrm>
          <a:prstGeom prst="leftBracket">
            <a:avLst>
              <a:gd name="adj" fmla="val 0"/>
            </a:avLst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FF6F05F5-5F82-15D9-0C33-855DC12841C3}"/>
              </a:ext>
            </a:extLst>
          </p:cNvPr>
          <p:cNvGrpSpPr/>
          <p:nvPr/>
        </p:nvGrpSpPr>
        <p:grpSpPr>
          <a:xfrm>
            <a:off x="6256578" y="983694"/>
            <a:ext cx="5845344" cy="5394225"/>
            <a:chOff x="6256578" y="983694"/>
            <a:chExt cx="5845344" cy="53942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DF63B2FE-389E-11B8-0CDA-2E29954F89A0}"/>
                    </a:ext>
                  </a:extLst>
                </p:cNvPr>
                <p:cNvSpPr txBox="1"/>
                <p:nvPr/>
              </p:nvSpPr>
              <p:spPr>
                <a:xfrm flipH="1">
                  <a:off x="11609046" y="1628050"/>
                  <a:ext cx="492876" cy="4770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Y</m:t>
                            </m:r>
                          </m:e>
                          <m:sub>
                            <m: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DF63B2FE-389E-11B8-0CDA-2E29954F89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1609046" y="1628050"/>
                  <a:ext cx="492876" cy="4770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6A49DAE-2934-F8AC-3AF4-5D1CF2CA869D}"/>
                    </a:ext>
                  </a:extLst>
                </p:cNvPr>
                <p:cNvSpPr txBox="1"/>
                <p:nvPr/>
              </p:nvSpPr>
              <p:spPr>
                <a:xfrm flipH="1">
                  <a:off x="11593037" y="2857613"/>
                  <a:ext cx="492876" cy="4770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Y</m:t>
                            </m:r>
                          </m:e>
                          <m:sub>
                            <m: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B6A49DAE-2934-F8AC-3AF4-5D1CF2CA8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1593037" y="2857613"/>
                  <a:ext cx="492876" cy="4770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EFD468AD-4B8D-15F0-7B95-1E194CF40268}"/>
                    </a:ext>
                  </a:extLst>
                </p:cNvPr>
                <p:cNvSpPr txBox="1"/>
                <p:nvPr/>
              </p:nvSpPr>
              <p:spPr>
                <a:xfrm flipH="1">
                  <a:off x="11593037" y="4079852"/>
                  <a:ext cx="492876" cy="4770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Y</m:t>
                            </m:r>
                          </m:e>
                          <m:sub>
                            <m: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EFD468AD-4B8D-15F0-7B95-1E194CF402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1593037" y="4079852"/>
                  <a:ext cx="492876" cy="4770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62451082-92CE-FA82-69AE-C1E2502F70BF}"/>
                    </a:ext>
                  </a:extLst>
                </p:cNvPr>
                <p:cNvSpPr txBox="1"/>
                <p:nvPr/>
              </p:nvSpPr>
              <p:spPr>
                <a:xfrm flipH="1">
                  <a:off x="11593037" y="5263242"/>
                  <a:ext cx="499787" cy="4770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Y</m:t>
                            </m:r>
                          </m:e>
                          <m:sub>
                            <m: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62451082-92CE-FA82-69AE-C1E2502F70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1593037" y="5263242"/>
                  <a:ext cx="499787" cy="47705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Arc 158">
              <a:extLst>
                <a:ext uri="{FF2B5EF4-FFF2-40B4-BE49-F238E27FC236}">
                  <a16:creationId xmlns:a16="http://schemas.microsoft.com/office/drawing/2014/main" id="{7803DB17-22C7-ACB5-37B1-67C60493BEA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2879652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5" name="Line 160">
              <a:extLst>
                <a:ext uri="{FF2B5EF4-FFF2-40B4-BE49-F238E27FC236}">
                  <a16:creationId xmlns:a16="http://schemas.microsoft.com/office/drawing/2014/main" id="{83489B9D-232E-E0F6-6B89-1C0F5BAF1C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2942485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6" name="Line 160">
              <a:extLst>
                <a:ext uri="{FF2B5EF4-FFF2-40B4-BE49-F238E27FC236}">
                  <a16:creationId xmlns:a16="http://schemas.microsoft.com/office/drawing/2014/main" id="{DF3FACEB-5BFF-F318-346D-37614438EC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3262327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7" name="Arc 156">
              <a:extLst>
                <a:ext uri="{FF2B5EF4-FFF2-40B4-BE49-F238E27FC236}">
                  <a16:creationId xmlns:a16="http://schemas.microsoft.com/office/drawing/2014/main" id="{93A63C1B-5B6E-5FA1-B03C-AB868BE6961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201298" y="2955000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8" name="Arc 156">
              <a:extLst>
                <a:ext uri="{FF2B5EF4-FFF2-40B4-BE49-F238E27FC236}">
                  <a16:creationId xmlns:a16="http://schemas.microsoft.com/office/drawing/2014/main" id="{CBA2EDFC-FEF2-A4AE-586F-1A6D1E27C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0400" y="2942477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9" name="Arc 158">
              <a:extLst>
                <a:ext uri="{FF2B5EF4-FFF2-40B4-BE49-F238E27FC236}">
                  <a16:creationId xmlns:a16="http://schemas.microsoft.com/office/drawing/2014/main" id="{FF7D493A-2443-8945-3DB2-97E2078C8D1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3208916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0" name="Arc 158">
              <a:extLst>
                <a:ext uri="{FF2B5EF4-FFF2-40B4-BE49-F238E27FC236}">
                  <a16:creationId xmlns:a16="http://schemas.microsoft.com/office/drawing/2014/main" id="{DBE844AB-6BCF-78CD-B7E4-4968C8A44C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29" y="2548826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1" name="Arc 158">
              <a:extLst>
                <a:ext uri="{FF2B5EF4-FFF2-40B4-BE49-F238E27FC236}">
                  <a16:creationId xmlns:a16="http://schemas.microsoft.com/office/drawing/2014/main" id="{9B16ED27-363B-D93D-1764-FAE99CA47AB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1650089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2" name="Line 160">
              <a:extLst>
                <a:ext uri="{FF2B5EF4-FFF2-40B4-BE49-F238E27FC236}">
                  <a16:creationId xmlns:a16="http://schemas.microsoft.com/office/drawing/2014/main" id="{2CF2738F-AC38-A04F-8713-1801DFE933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1712922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3" name="Line 160">
              <a:extLst>
                <a:ext uri="{FF2B5EF4-FFF2-40B4-BE49-F238E27FC236}">
                  <a16:creationId xmlns:a16="http://schemas.microsoft.com/office/drawing/2014/main" id="{7BBE6201-E67D-0A06-7AB8-5626A5D714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2032764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4" name="Arc 156">
              <a:extLst>
                <a:ext uri="{FF2B5EF4-FFF2-40B4-BE49-F238E27FC236}">
                  <a16:creationId xmlns:a16="http://schemas.microsoft.com/office/drawing/2014/main" id="{47E5A213-32A4-1FF6-801B-D542766FD66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201298" y="1725437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5" name="Arc 156">
              <a:extLst>
                <a:ext uri="{FF2B5EF4-FFF2-40B4-BE49-F238E27FC236}">
                  <a16:creationId xmlns:a16="http://schemas.microsoft.com/office/drawing/2014/main" id="{86CD2BB7-C90E-D347-2241-DC0E50E34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0400" y="1712914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6" name="Arc 158">
              <a:extLst>
                <a:ext uri="{FF2B5EF4-FFF2-40B4-BE49-F238E27FC236}">
                  <a16:creationId xmlns:a16="http://schemas.microsoft.com/office/drawing/2014/main" id="{E769DB3F-97C9-864A-08D8-78B233E17E6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1979353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7" name="Arc 158">
              <a:extLst>
                <a:ext uri="{FF2B5EF4-FFF2-40B4-BE49-F238E27FC236}">
                  <a16:creationId xmlns:a16="http://schemas.microsoft.com/office/drawing/2014/main" id="{CCCCBE6A-C812-5045-3935-6BF5DF8D655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29" y="1319263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8" name="Arc 158">
              <a:extLst>
                <a:ext uri="{FF2B5EF4-FFF2-40B4-BE49-F238E27FC236}">
                  <a16:creationId xmlns:a16="http://schemas.microsoft.com/office/drawing/2014/main" id="{03FC9498-3C7D-E6F1-A1FF-FCC1B058963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4094772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9" name="Line 160">
              <a:extLst>
                <a:ext uri="{FF2B5EF4-FFF2-40B4-BE49-F238E27FC236}">
                  <a16:creationId xmlns:a16="http://schemas.microsoft.com/office/drawing/2014/main" id="{D08EDFB0-FEB6-15B1-7135-F87BCF3817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4157605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0" name="Line 160">
              <a:extLst>
                <a:ext uri="{FF2B5EF4-FFF2-40B4-BE49-F238E27FC236}">
                  <a16:creationId xmlns:a16="http://schemas.microsoft.com/office/drawing/2014/main" id="{B347789E-5987-27BC-242F-110A634E9E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4477447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1" name="Arc 156">
              <a:extLst>
                <a:ext uri="{FF2B5EF4-FFF2-40B4-BE49-F238E27FC236}">
                  <a16:creationId xmlns:a16="http://schemas.microsoft.com/office/drawing/2014/main" id="{46CE2A23-5328-A173-FB99-1E8D677025E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201298" y="4170120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2" name="Arc 156">
              <a:extLst>
                <a:ext uri="{FF2B5EF4-FFF2-40B4-BE49-F238E27FC236}">
                  <a16:creationId xmlns:a16="http://schemas.microsoft.com/office/drawing/2014/main" id="{52C7A40E-065E-7642-B327-F09DC3C02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0400" y="4157597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3" name="Arc 158">
              <a:extLst>
                <a:ext uri="{FF2B5EF4-FFF2-40B4-BE49-F238E27FC236}">
                  <a16:creationId xmlns:a16="http://schemas.microsoft.com/office/drawing/2014/main" id="{8238DB80-633D-9E55-4248-F9FC53C722E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4424036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4" name="Arc 158">
              <a:extLst>
                <a:ext uri="{FF2B5EF4-FFF2-40B4-BE49-F238E27FC236}">
                  <a16:creationId xmlns:a16="http://schemas.microsoft.com/office/drawing/2014/main" id="{7D8851EB-9EBE-2594-E775-EBA4F6EBD78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29" y="3763946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5" name="Arc 158">
              <a:extLst>
                <a:ext uri="{FF2B5EF4-FFF2-40B4-BE49-F238E27FC236}">
                  <a16:creationId xmlns:a16="http://schemas.microsoft.com/office/drawing/2014/main" id="{CFA28873-78B6-580C-22E7-C6425446F3D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5278162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6" name="Line 160">
              <a:extLst>
                <a:ext uri="{FF2B5EF4-FFF2-40B4-BE49-F238E27FC236}">
                  <a16:creationId xmlns:a16="http://schemas.microsoft.com/office/drawing/2014/main" id="{B994BD07-4CD1-1774-5D18-87F97FA761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5340995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7" name="Line 160">
              <a:extLst>
                <a:ext uri="{FF2B5EF4-FFF2-40B4-BE49-F238E27FC236}">
                  <a16:creationId xmlns:a16="http://schemas.microsoft.com/office/drawing/2014/main" id="{1F02AD1E-0348-991D-0B4D-8F13C2C1A7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73460" y="5660837"/>
              <a:ext cx="1378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8" name="Arc 156">
              <a:extLst>
                <a:ext uri="{FF2B5EF4-FFF2-40B4-BE49-F238E27FC236}">
                  <a16:creationId xmlns:a16="http://schemas.microsoft.com/office/drawing/2014/main" id="{8EA9C8C1-F597-F629-0C56-C3BC6D8AEC5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201298" y="5353510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64FF9CC1-42A0-5CBD-18EC-6819699529E0}"/>
                </a:ext>
              </a:extLst>
            </p:cNvPr>
            <p:cNvGrpSpPr/>
            <p:nvPr/>
          </p:nvGrpSpPr>
          <p:grpSpPr>
            <a:xfrm>
              <a:off x="11402779" y="1872856"/>
              <a:ext cx="208008" cy="3628073"/>
              <a:chOff x="11234998" y="1656039"/>
              <a:chExt cx="221895" cy="3628073"/>
            </a:xfrm>
          </p:grpSpPr>
          <p:sp>
            <p:nvSpPr>
              <p:cNvPr id="1138" name="Line 27">
                <a:extLst>
                  <a:ext uri="{FF2B5EF4-FFF2-40B4-BE49-F238E27FC236}">
                    <a16:creationId xmlns:a16="http://schemas.microsoft.com/office/drawing/2014/main" id="{8734E59F-75BA-09DC-23D2-CC22C416D3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34999" y="2885602"/>
                <a:ext cx="22189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39" name="Line 27">
                <a:extLst>
                  <a:ext uri="{FF2B5EF4-FFF2-40B4-BE49-F238E27FC236}">
                    <a16:creationId xmlns:a16="http://schemas.microsoft.com/office/drawing/2014/main" id="{7630F16C-1C74-545F-A057-14C6FDB525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34998" y="1656039"/>
                <a:ext cx="22189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0" name="Line 27">
                <a:extLst>
                  <a:ext uri="{FF2B5EF4-FFF2-40B4-BE49-F238E27FC236}">
                    <a16:creationId xmlns:a16="http://schemas.microsoft.com/office/drawing/2014/main" id="{1E13F0A6-EC9C-E43D-3563-F911849EE8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34999" y="4100722"/>
                <a:ext cx="22189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41" name="Line 27">
                <a:extLst>
                  <a:ext uri="{FF2B5EF4-FFF2-40B4-BE49-F238E27FC236}">
                    <a16:creationId xmlns:a16="http://schemas.microsoft.com/office/drawing/2014/main" id="{569F2865-3406-D9EC-A36D-2E48BE5EBC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34999" y="5284112"/>
                <a:ext cx="22189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90" name="Arc 156">
              <a:extLst>
                <a:ext uri="{FF2B5EF4-FFF2-40B4-BE49-F238E27FC236}">
                  <a16:creationId xmlns:a16="http://schemas.microsoft.com/office/drawing/2014/main" id="{D7249083-99B2-B44B-9903-54A15C1AF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0400" y="5340987"/>
              <a:ext cx="208007" cy="30732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1" name="Arc 158">
              <a:extLst>
                <a:ext uri="{FF2B5EF4-FFF2-40B4-BE49-F238E27FC236}">
                  <a16:creationId xmlns:a16="http://schemas.microsoft.com/office/drawing/2014/main" id="{A57A9981-C0DF-818A-E70A-1A5A735228C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30" y="5607426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2" name="Arc 158">
              <a:extLst>
                <a:ext uri="{FF2B5EF4-FFF2-40B4-BE49-F238E27FC236}">
                  <a16:creationId xmlns:a16="http://schemas.microsoft.com/office/drawing/2014/main" id="{8729984D-ADE4-EA03-BE32-59DDC7206A5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756229" y="4947336"/>
              <a:ext cx="318132" cy="447215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1CFD8F3B-BC15-9D1D-0DC9-E648B45238F8}"/>
                </a:ext>
              </a:extLst>
            </p:cNvPr>
            <p:cNvGrpSpPr/>
            <p:nvPr/>
          </p:nvGrpSpPr>
          <p:grpSpPr>
            <a:xfrm>
              <a:off x="7252303" y="1542041"/>
              <a:ext cx="3886601" cy="4288992"/>
              <a:chOff x="10578353" y="1325224"/>
              <a:chExt cx="392771" cy="4288992"/>
            </a:xfrm>
          </p:grpSpPr>
          <p:sp>
            <p:nvSpPr>
              <p:cNvPr id="1126" name="Line 27">
                <a:extLst>
                  <a:ext uri="{FF2B5EF4-FFF2-40B4-BE49-F238E27FC236}">
                    <a16:creationId xmlns:a16="http://schemas.microsoft.com/office/drawing/2014/main" id="{9EA646EB-7FD2-3255-2327-FABD653B50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2885603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27" name="Line 27">
                <a:extLst>
                  <a:ext uri="{FF2B5EF4-FFF2-40B4-BE49-F238E27FC236}">
                    <a16:creationId xmlns:a16="http://schemas.microsoft.com/office/drawing/2014/main" id="{3BE69549-81BD-BAF1-81B4-28B23D9EE2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3215706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28" name="Line 27">
                <a:extLst>
                  <a:ext uri="{FF2B5EF4-FFF2-40B4-BE49-F238E27FC236}">
                    <a16:creationId xmlns:a16="http://schemas.microsoft.com/office/drawing/2014/main" id="{31161FE0-8842-9CA5-A1AC-CBFFDB88FE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2554787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29" name="Line 27">
                <a:extLst>
                  <a:ext uri="{FF2B5EF4-FFF2-40B4-BE49-F238E27FC236}">
                    <a16:creationId xmlns:a16="http://schemas.microsoft.com/office/drawing/2014/main" id="{C1136673-DB31-68A8-CDCB-3E5CEE52ED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1656040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30" name="Line 27">
                <a:extLst>
                  <a:ext uri="{FF2B5EF4-FFF2-40B4-BE49-F238E27FC236}">
                    <a16:creationId xmlns:a16="http://schemas.microsoft.com/office/drawing/2014/main" id="{141EF8F6-6873-7CCC-B5CD-978BD7FEAE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1986143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31" name="Line 27">
                <a:extLst>
                  <a:ext uri="{FF2B5EF4-FFF2-40B4-BE49-F238E27FC236}">
                    <a16:creationId xmlns:a16="http://schemas.microsoft.com/office/drawing/2014/main" id="{240B9528-EEAF-685B-F63F-4F87C2888F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1325224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32" name="Line 27">
                <a:extLst>
                  <a:ext uri="{FF2B5EF4-FFF2-40B4-BE49-F238E27FC236}">
                    <a16:creationId xmlns:a16="http://schemas.microsoft.com/office/drawing/2014/main" id="{25581931-1F4E-4D5B-3E46-857736F6E0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4100723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33" name="Line 27">
                <a:extLst>
                  <a:ext uri="{FF2B5EF4-FFF2-40B4-BE49-F238E27FC236}">
                    <a16:creationId xmlns:a16="http://schemas.microsoft.com/office/drawing/2014/main" id="{96D94987-2D82-5CB6-1CBB-D076335D17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4430826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34" name="Line 27">
                <a:extLst>
                  <a:ext uri="{FF2B5EF4-FFF2-40B4-BE49-F238E27FC236}">
                    <a16:creationId xmlns:a16="http://schemas.microsoft.com/office/drawing/2014/main" id="{15DA85AD-FE8D-CEFA-FC91-6AB6A5A9B5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3769907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35" name="Line 27">
                <a:extLst>
                  <a:ext uri="{FF2B5EF4-FFF2-40B4-BE49-F238E27FC236}">
                    <a16:creationId xmlns:a16="http://schemas.microsoft.com/office/drawing/2014/main" id="{03D64083-5601-B45C-4E81-797E460417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5284113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36" name="Line 27">
                <a:extLst>
                  <a:ext uri="{FF2B5EF4-FFF2-40B4-BE49-F238E27FC236}">
                    <a16:creationId xmlns:a16="http://schemas.microsoft.com/office/drawing/2014/main" id="{5A16B957-8A88-1296-24D8-B6230D53AF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5614216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37" name="Line 27">
                <a:extLst>
                  <a:ext uri="{FF2B5EF4-FFF2-40B4-BE49-F238E27FC236}">
                    <a16:creationId xmlns:a16="http://schemas.microsoft.com/office/drawing/2014/main" id="{528415E8-8D7A-632B-23B1-D08150CFDA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78353" y="4953297"/>
                <a:ext cx="39277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94" name="流程图: 延期 93">
              <a:extLst>
                <a:ext uri="{FF2B5EF4-FFF2-40B4-BE49-F238E27FC236}">
                  <a16:creationId xmlns:a16="http://schemas.microsoft.com/office/drawing/2014/main" id="{B38A223C-92A1-FCD4-F087-D51AEADD3112}"/>
                </a:ext>
              </a:extLst>
            </p:cNvPr>
            <p:cNvSpPr/>
            <p:nvPr/>
          </p:nvSpPr>
          <p:spPr>
            <a:xfrm>
              <a:off x="10420002" y="2635187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95" name="流程图: 延期 94">
              <a:extLst>
                <a:ext uri="{FF2B5EF4-FFF2-40B4-BE49-F238E27FC236}">
                  <a16:creationId xmlns:a16="http://schemas.microsoft.com/office/drawing/2014/main" id="{5FEA5FA7-B285-E706-7C31-A9BA0CAB12D0}"/>
                </a:ext>
              </a:extLst>
            </p:cNvPr>
            <p:cNvSpPr/>
            <p:nvPr/>
          </p:nvSpPr>
          <p:spPr>
            <a:xfrm>
              <a:off x="10419148" y="2965308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1" name="流程图: 延期 100">
              <a:extLst>
                <a:ext uri="{FF2B5EF4-FFF2-40B4-BE49-F238E27FC236}">
                  <a16:creationId xmlns:a16="http://schemas.microsoft.com/office/drawing/2014/main" id="{EEDFEC91-DAC7-9AA8-3710-6737B7E42F62}"/>
                </a:ext>
              </a:extLst>
            </p:cNvPr>
            <p:cNvSpPr/>
            <p:nvPr/>
          </p:nvSpPr>
          <p:spPr>
            <a:xfrm>
              <a:off x="10420002" y="3295429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2" name="流程图: 延期 101">
              <a:extLst>
                <a:ext uri="{FF2B5EF4-FFF2-40B4-BE49-F238E27FC236}">
                  <a16:creationId xmlns:a16="http://schemas.microsoft.com/office/drawing/2014/main" id="{8ACC3FC5-E857-5E4F-EF73-F34C6E5D86A2}"/>
                </a:ext>
              </a:extLst>
            </p:cNvPr>
            <p:cNvSpPr/>
            <p:nvPr/>
          </p:nvSpPr>
          <p:spPr>
            <a:xfrm>
              <a:off x="10420002" y="1405624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3" name="流程图: 延期 102">
              <a:extLst>
                <a:ext uri="{FF2B5EF4-FFF2-40B4-BE49-F238E27FC236}">
                  <a16:creationId xmlns:a16="http://schemas.microsoft.com/office/drawing/2014/main" id="{250C85CC-4112-1840-8ED4-7FEDDD5658D5}"/>
                </a:ext>
              </a:extLst>
            </p:cNvPr>
            <p:cNvSpPr/>
            <p:nvPr/>
          </p:nvSpPr>
          <p:spPr>
            <a:xfrm>
              <a:off x="10419148" y="1735745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4" name="流程图: 延期 103">
              <a:extLst>
                <a:ext uri="{FF2B5EF4-FFF2-40B4-BE49-F238E27FC236}">
                  <a16:creationId xmlns:a16="http://schemas.microsoft.com/office/drawing/2014/main" id="{EAED1B66-75E4-8905-779B-F1A55121E494}"/>
                </a:ext>
              </a:extLst>
            </p:cNvPr>
            <p:cNvSpPr/>
            <p:nvPr/>
          </p:nvSpPr>
          <p:spPr>
            <a:xfrm>
              <a:off x="10420002" y="2065866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5" name="流程图: 延期 104">
              <a:extLst>
                <a:ext uri="{FF2B5EF4-FFF2-40B4-BE49-F238E27FC236}">
                  <a16:creationId xmlns:a16="http://schemas.microsoft.com/office/drawing/2014/main" id="{D0F8FCEB-FF85-4974-1397-B216BA22ED04}"/>
                </a:ext>
              </a:extLst>
            </p:cNvPr>
            <p:cNvSpPr/>
            <p:nvPr/>
          </p:nvSpPr>
          <p:spPr>
            <a:xfrm>
              <a:off x="10420002" y="3850307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6" name="流程图: 延期 105">
              <a:extLst>
                <a:ext uri="{FF2B5EF4-FFF2-40B4-BE49-F238E27FC236}">
                  <a16:creationId xmlns:a16="http://schemas.microsoft.com/office/drawing/2014/main" id="{CA30A18F-B028-DACC-690A-7B60896B98B5}"/>
                </a:ext>
              </a:extLst>
            </p:cNvPr>
            <p:cNvSpPr/>
            <p:nvPr/>
          </p:nvSpPr>
          <p:spPr>
            <a:xfrm>
              <a:off x="10419148" y="4180428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7" name="流程图: 延期 106">
              <a:extLst>
                <a:ext uri="{FF2B5EF4-FFF2-40B4-BE49-F238E27FC236}">
                  <a16:creationId xmlns:a16="http://schemas.microsoft.com/office/drawing/2014/main" id="{8FDF72F2-F781-CBF4-368E-FD21D561A4D9}"/>
                </a:ext>
              </a:extLst>
            </p:cNvPr>
            <p:cNvSpPr/>
            <p:nvPr/>
          </p:nvSpPr>
          <p:spPr>
            <a:xfrm>
              <a:off x="10420002" y="4510549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8" name="流程图: 延期 107">
              <a:extLst>
                <a:ext uri="{FF2B5EF4-FFF2-40B4-BE49-F238E27FC236}">
                  <a16:creationId xmlns:a16="http://schemas.microsoft.com/office/drawing/2014/main" id="{DC74CC98-729B-EA82-88C6-455068A9DC86}"/>
                </a:ext>
              </a:extLst>
            </p:cNvPr>
            <p:cNvSpPr/>
            <p:nvPr/>
          </p:nvSpPr>
          <p:spPr>
            <a:xfrm>
              <a:off x="10420002" y="5033697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9" name="流程图: 延期 108">
              <a:extLst>
                <a:ext uri="{FF2B5EF4-FFF2-40B4-BE49-F238E27FC236}">
                  <a16:creationId xmlns:a16="http://schemas.microsoft.com/office/drawing/2014/main" id="{BB7887A8-CCC3-A34B-08D8-A8B4EBCD2C04}"/>
                </a:ext>
              </a:extLst>
            </p:cNvPr>
            <p:cNvSpPr/>
            <p:nvPr/>
          </p:nvSpPr>
          <p:spPr>
            <a:xfrm>
              <a:off x="10419148" y="5363818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10" name="流程图: 延期 109">
              <a:extLst>
                <a:ext uri="{FF2B5EF4-FFF2-40B4-BE49-F238E27FC236}">
                  <a16:creationId xmlns:a16="http://schemas.microsoft.com/office/drawing/2014/main" id="{C5552561-7B65-9DF1-BC2F-7332CB24F4DE}"/>
                </a:ext>
              </a:extLst>
            </p:cNvPr>
            <p:cNvSpPr/>
            <p:nvPr/>
          </p:nvSpPr>
          <p:spPr>
            <a:xfrm>
              <a:off x="10420002" y="5693939"/>
              <a:ext cx="326131" cy="274188"/>
            </a:xfrm>
            <a:prstGeom prst="flowChartDelay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D10F1FD3-EA98-0AC4-2EAF-80E1174D415E}"/>
                </a:ext>
              </a:extLst>
            </p:cNvPr>
            <p:cNvGrpSpPr/>
            <p:nvPr/>
          </p:nvGrpSpPr>
          <p:grpSpPr>
            <a:xfrm>
              <a:off x="7438320" y="1300465"/>
              <a:ext cx="2291606" cy="5077454"/>
              <a:chOff x="7636372" y="1083648"/>
              <a:chExt cx="2291606" cy="5432136"/>
            </a:xfrm>
          </p:grpSpPr>
          <p:sp>
            <p:nvSpPr>
              <p:cNvPr id="1116" name="Line 27">
                <a:extLst>
                  <a:ext uri="{FF2B5EF4-FFF2-40B4-BE49-F238E27FC236}">
                    <a16:creationId xmlns:a16="http://schemas.microsoft.com/office/drawing/2014/main" id="{DAC74935-459C-5B7C-AC29-A2E2E94A78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7211910" y="3799716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17" name="Line 27">
                <a:extLst>
                  <a:ext uri="{FF2B5EF4-FFF2-40B4-BE49-F238E27FC236}">
                    <a16:creationId xmlns:a16="http://schemas.microsoft.com/office/drawing/2014/main" id="{7B9723E5-4AEC-4E52-CD37-EA99DE5CE6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6958846" y="3799717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18" name="Line 27">
                <a:extLst>
                  <a:ext uri="{FF2B5EF4-FFF2-40B4-BE49-F238E27FC236}">
                    <a16:creationId xmlns:a16="http://schemas.microsoft.com/office/drawing/2014/main" id="{FCABD10E-FD79-A3E2-7962-68AF6670C2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6705782" y="3799716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19" name="Line 27">
                <a:extLst>
                  <a:ext uri="{FF2B5EF4-FFF2-40B4-BE49-F238E27FC236}">
                    <a16:creationId xmlns:a16="http://schemas.microsoft.com/office/drawing/2014/main" id="{90C30605-256F-D85A-D438-9CFE317563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6452718" y="3799717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20" name="Line 27">
                <a:extLst>
                  <a:ext uri="{FF2B5EF4-FFF2-40B4-BE49-F238E27FC236}">
                    <a16:creationId xmlns:a16="http://schemas.microsoft.com/office/drawing/2014/main" id="{E89938CD-096A-3CCB-2111-404C6EE3D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6199654" y="3799716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21" name="Line 27">
                <a:extLst>
                  <a:ext uri="{FF2B5EF4-FFF2-40B4-BE49-F238E27FC236}">
                    <a16:creationId xmlns:a16="http://schemas.microsoft.com/office/drawing/2014/main" id="{669A47EB-715B-36F2-647A-13B2B8DB0E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946590" y="3799717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22" name="Line 27">
                <a:extLst>
                  <a:ext uri="{FF2B5EF4-FFF2-40B4-BE49-F238E27FC236}">
                    <a16:creationId xmlns:a16="http://schemas.microsoft.com/office/drawing/2014/main" id="{AAE20566-F4AF-9195-3E3D-9B5381295B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693526" y="3799716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23" name="Line 27">
                <a:extLst>
                  <a:ext uri="{FF2B5EF4-FFF2-40B4-BE49-F238E27FC236}">
                    <a16:creationId xmlns:a16="http://schemas.microsoft.com/office/drawing/2014/main" id="{1D4829ED-9337-F66A-2556-7A69AB0546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440462" y="3799717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24" name="Line 27">
                <a:extLst>
                  <a:ext uri="{FF2B5EF4-FFF2-40B4-BE49-F238E27FC236}">
                    <a16:creationId xmlns:a16="http://schemas.microsoft.com/office/drawing/2014/main" id="{64C18052-EE96-6FF0-2AC2-34AD80B38A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5173368" y="3799716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25" name="Line 27">
                <a:extLst>
                  <a:ext uri="{FF2B5EF4-FFF2-40B4-BE49-F238E27FC236}">
                    <a16:creationId xmlns:a16="http://schemas.microsoft.com/office/drawing/2014/main" id="{957C3E23-C782-C8A4-73E2-6F8FAD7B25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4920304" y="3799717"/>
                <a:ext cx="54321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112" name="等腰三角形 111">
              <a:extLst>
                <a:ext uri="{FF2B5EF4-FFF2-40B4-BE49-F238E27FC236}">
                  <a16:creationId xmlns:a16="http://schemas.microsoft.com/office/drawing/2014/main" id="{0EE64A82-52BD-8F2C-87F9-ADC92033E564}"/>
                </a:ext>
              </a:extLst>
            </p:cNvPr>
            <p:cNvSpPr/>
            <p:nvPr/>
          </p:nvSpPr>
          <p:spPr>
            <a:xfrm rot="5400000" flipH="1">
              <a:off x="6888519" y="2343519"/>
              <a:ext cx="284697" cy="265767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41681816-7434-5994-6A6A-A193BE240EAF}"/>
                </a:ext>
              </a:extLst>
            </p:cNvPr>
            <p:cNvSpPr/>
            <p:nvPr/>
          </p:nvSpPr>
          <p:spPr>
            <a:xfrm flipH="1">
              <a:off x="7025876" y="2540633"/>
              <a:ext cx="78120" cy="7812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14" name="Line 27">
              <a:extLst>
                <a:ext uri="{FF2B5EF4-FFF2-40B4-BE49-F238E27FC236}">
                  <a16:creationId xmlns:a16="http://schemas.microsoft.com/office/drawing/2014/main" id="{31028695-40C9-066C-13A4-D96346DA93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03996" y="2576920"/>
              <a:ext cx="5942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15" name="Line 27">
              <a:extLst>
                <a:ext uri="{FF2B5EF4-FFF2-40B4-BE49-F238E27FC236}">
                  <a16:creationId xmlns:a16="http://schemas.microsoft.com/office/drawing/2014/main" id="{206B326E-2E30-BFBE-430F-4DBFD9579F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86537" y="2383091"/>
              <a:ext cx="4586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16" name="Line 27">
              <a:extLst>
                <a:ext uri="{FF2B5EF4-FFF2-40B4-BE49-F238E27FC236}">
                  <a16:creationId xmlns:a16="http://schemas.microsoft.com/office/drawing/2014/main" id="{2A29092C-9CD9-BF2C-5581-FB84AF375D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4686" y="2475530"/>
              <a:ext cx="2532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17" name="等腰三角形 116">
              <a:extLst>
                <a:ext uri="{FF2B5EF4-FFF2-40B4-BE49-F238E27FC236}">
                  <a16:creationId xmlns:a16="http://schemas.microsoft.com/office/drawing/2014/main" id="{09F233C1-94CA-47B8-B714-F22B8F3991B9}"/>
                </a:ext>
              </a:extLst>
            </p:cNvPr>
            <p:cNvSpPr/>
            <p:nvPr/>
          </p:nvSpPr>
          <p:spPr>
            <a:xfrm rot="5400000" flipH="1">
              <a:off x="6888519" y="3575333"/>
              <a:ext cx="284697" cy="265767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606311CA-519B-1441-BFEC-E18168CFF032}"/>
                </a:ext>
              </a:extLst>
            </p:cNvPr>
            <p:cNvSpPr/>
            <p:nvPr/>
          </p:nvSpPr>
          <p:spPr>
            <a:xfrm flipH="1">
              <a:off x="7025876" y="3772447"/>
              <a:ext cx="78120" cy="7812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19" name="Line 27">
              <a:extLst>
                <a:ext uri="{FF2B5EF4-FFF2-40B4-BE49-F238E27FC236}">
                  <a16:creationId xmlns:a16="http://schemas.microsoft.com/office/drawing/2014/main" id="{93E6070E-0499-6F34-73B3-D1BAB0236B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03996" y="3808734"/>
              <a:ext cx="11146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20" name="Line 27">
              <a:extLst>
                <a:ext uri="{FF2B5EF4-FFF2-40B4-BE49-F238E27FC236}">
                  <a16:creationId xmlns:a16="http://schemas.microsoft.com/office/drawing/2014/main" id="{4C232D47-A48D-8567-548F-CA9CF1AC22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86537" y="3614905"/>
              <a:ext cx="9759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21" name="Line 27">
              <a:extLst>
                <a:ext uri="{FF2B5EF4-FFF2-40B4-BE49-F238E27FC236}">
                  <a16:creationId xmlns:a16="http://schemas.microsoft.com/office/drawing/2014/main" id="{423C354E-A433-BA88-B438-5FA7B6207E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4686" y="3707344"/>
              <a:ext cx="2532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22" name="等腰三角形 121">
              <a:extLst>
                <a:ext uri="{FF2B5EF4-FFF2-40B4-BE49-F238E27FC236}">
                  <a16:creationId xmlns:a16="http://schemas.microsoft.com/office/drawing/2014/main" id="{A4622B7B-F7AA-B624-5B77-85067EE7014D}"/>
                </a:ext>
              </a:extLst>
            </p:cNvPr>
            <p:cNvSpPr/>
            <p:nvPr/>
          </p:nvSpPr>
          <p:spPr>
            <a:xfrm rot="5400000" flipH="1">
              <a:off x="6888519" y="4778476"/>
              <a:ext cx="284697" cy="265767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9C03BDFF-D27F-32C3-6D12-AAB27B8C1617}"/>
                </a:ext>
              </a:extLst>
            </p:cNvPr>
            <p:cNvSpPr/>
            <p:nvPr/>
          </p:nvSpPr>
          <p:spPr>
            <a:xfrm flipH="1">
              <a:off x="7025876" y="4975590"/>
              <a:ext cx="78120" cy="7812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24" name="Line 27">
              <a:extLst>
                <a:ext uri="{FF2B5EF4-FFF2-40B4-BE49-F238E27FC236}">
                  <a16:creationId xmlns:a16="http://schemas.microsoft.com/office/drawing/2014/main" id="{3F3D58EC-E80D-60AA-67FC-934E845BB2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03996" y="5011877"/>
              <a:ext cx="16172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25" name="Line 27">
              <a:extLst>
                <a:ext uri="{FF2B5EF4-FFF2-40B4-BE49-F238E27FC236}">
                  <a16:creationId xmlns:a16="http://schemas.microsoft.com/office/drawing/2014/main" id="{419075FD-1524-E395-B799-09BCC454B6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86537" y="4818048"/>
              <a:ext cx="148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26" name="Line 27">
              <a:extLst>
                <a:ext uri="{FF2B5EF4-FFF2-40B4-BE49-F238E27FC236}">
                  <a16:creationId xmlns:a16="http://schemas.microsoft.com/office/drawing/2014/main" id="{DDAF8677-C9F9-84C9-E531-4948DC0712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4686" y="4910487"/>
              <a:ext cx="2532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27" name="等腰三角形 126">
              <a:extLst>
                <a:ext uri="{FF2B5EF4-FFF2-40B4-BE49-F238E27FC236}">
                  <a16:creationId xmlns:a16="http://schemas.microsoft.com/office/drawing/2014/main" id="{3E75BC97-B13A-7FD3-E7D8-991A444EAD09}"/>
                </a:ext>
              </a:extLst>
            </p:cNvPr>
            <p:cNvSpPr/>
            <p:nvPr/>
          </p:nvSpPr>
          <p:spPr>
            <a:xfrm rot="5400000" flipH="1">
              <a:off x="6888519" y="5978017"/>
              <a:ext cx="284697" cy="265767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14" name="椭圆 1013">
              <a:extLst>
                <a:ext uri="{FF2B5EF4-FFF2-40B4-BE49-F238E27FC236}">
                  <a16:creationId xmlns:a16="http://schemas.microsoft.com/office/drawing/2014/main" id="{75A32EAD-6A42-ECE9-9C12-F0B7CB292CAE}"/>
                </a:ext>
              </a:extLst>
            </p:cNvPr>
            <p:cNvSpPr/>
            <p:nvPr/>
          </p:nvSpPr>
          <p:spPr>
            <a:xfrm flipH="1">
              <a:off x="7025876" y="6175131"/>
              <a:ext cx="78120" cy="7812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15" name="Line 27">
              <a:extLst>
                <a:ext uri="{FF2B5EF4-FFF2-40B4-BE49-F238E27FC236}">
                  <a16:creationId xmlns:a16="http://schemas.microsoft.com/office/drawing/2014/main" id="{C6504212-91BA-77FC-4D45-2144677192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03996" y="6211418"/>
              <a:ext cx="21049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16" name="Line 27">
              <a:extLst>
                <a:ext uri="{FF2B5EF4-FFF2-40B4-BE49-F238E27FC236}">
                  <a16:creationId xmlns:a16="http://schemas.microsoft.com/office/drawing/2014/main" id="{D31192D2-B1B6-D6FE-AAC6-4C3F575EFD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86537" y="6017589"/>
              <a:ext cx="1983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17" name="Line 27">
              <a:extLst>
                <a:ext uri="{FF2B5EF4-FFF2-40B4-BE49-F238E27FC236}">
                  <a16:creationId xmlns:a16="http://schemas.microsoft.com/office/drawing/2014/main" id="{41392BC7-4ACC-66E7-DF1D-BCE749E635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4686" y="6110028"/>
              <a:ext cx="2532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18" name="椭圆 1017">
              <a:extLst>
                <a:ext uri="{FF2B5EF4-FFF2-40B4-BE49-F238E27FC236}">
                  <a16:creationId xmlns:a16="http://schemas.microsoft.com/office/drawing/2014/main" id="{E2B377E7-55BC-BD64-1BC7-CB2EBCA74451}"/>
                </a:ext>
              </a:extLst>
            </p:cNvPr>
            <p:cNvSpPr/>
            <p:nvPr/>
          </p:nvSpPr>
          <p:spPr>
            <a:xfrm>
              <a:off x="7910834" y="3565077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19" name="椭圆 1018">
              <a:extLst>
                <a:ext uri="{FF2B5EF4-FFF2-40B4-BE49-F238E27FC236}">
                  <a16:creationId xmlns:a16="http://schemas.microsoft.com/office/drawing/2014/main" id="{4C92955C-F4E2-CB51-E281-0B8C2AC5A94F}"/>
                </a:ext>
              </a:extLst>
            </p:cNvPr>
            <p:cNvSpPr/>
            <p:nvPr/>
          </p:nvSpPr>
          <p:spPr>
            <a:xfrm>
              <a:off x="8165011" y="3758826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20" name="椭圆 1019">
              <a:extLst>
                <a:ext uri="{FF2B5EF4-FFF2-40B4-BE49-F238E27FC236}">
                  <a16:creationId xmlns:a16="http://schemas.microsoft.com/office/drawing/2014/main" id="{FB683C7A-2C80-E13E-CB6A-54CCD9DA4855}"/>
                </a:ext>
              </a:extLst>
            </p:cNvPr>
            <p:cNvSpPr/>
            <p:nvPr/>
          </p:nvSpPr>
          <p:spPr>
            <a:xfrm>
              <a:off x="7390289" y="2333217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21" name="椭圆 1020">
              <a:extLst>
                <a:ext uri="{FF2B5EF4-FFF2-40B4-BE49-F238E27FC236}">
                  <a16:creationId xmlns:a16="http://schemas.microsoft.com/office/drawing/2014/main" id="{4A23FECF-DA1C-EBFB-B721-797FFCDA09B4}"/>
                </a:ext>
              </a:extLst>
            </p:cNvPr>
            <p:cNvSpPr/>
            <p:nvPr/>
          </p:nvSpPr>
          <p:spPr>
            <a:xfrm>
              <a:off x="7644466" y="2526966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22" name="椭圆 1021">
              <a:extLst>
                <a:ext uri="{FF2B5EF4-FFF2-40B4-BE49-F238E27FC236}">
                  <a16:creationId xmlns:a16="http://schemas.microsoft.com/office/drawing/2014/main" id="{3C7FB9F2-7FF2-FFF0-0FE5-60156161BBE9}"/>
                </a:ext>
              </a:extLst>
            </p:cNvPr>
            <p:cNvSpPr/>
            <p:nvPr/>
          </p:nvSpPr>
          <p:spPr>
            <a:xfrm>
              <a:off x="8415627" y="4769806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23" name="椭圆 1022">
              <a:extLst>
                <a:ext uri="{FF2B5EF4-FFF2-40B4-BE49-F238E27FC236}">
                  <a16:creationId xmlns:a16="http://schemas.microsoft.com/office/drawing/2014/main" id="{AAC68529-2A3F-E5CB-03A7-DA85814FF07F}"/>
                </a:ext>
              </a:extLst>
            </p:cNvPr>
            <p:cNvSpPr/>
            <p:nvPr/>
          </p:nvSpPr>
          <p:spPr>
            <a:xfrm>
              <a:off x="8669804" y="4963555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24" name="椭圆 1023">
              <a:extLst>
                <a:ext uri="{FF2B5EF4-FFF2-40B4-BE49-F238E27FC236}">
                  <a16:creationId xmlns:a16="http://schemas.microsoft.com/office/drawing/2014/main" id="{B8E5EF47-F52F-1528-0A99-166E50D3742D}"/>
                </a:ext>
              </a:extLst>
            </p:cNvPr>
            <p:cNvSpPr/>
            <p:nvPr/>
          </p:nvSpPr>
          <p:spPr>
            <a:xfrm>
              <a:off x="8920383" y="5967715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25" name="椭圆 1024">
              <a:extLst>
                <a:ext uri="{FF2B5EF4-FFF2-40B4-BE49-F238E27FC236}">
                  <a16:creationId xmlns:a16="http://schemas.microsoft.com/office/drawing/2014/main" id="{0C6F3E37-1C31-A862-9F04-00C39447E098}"/>
                </a:ext>
              </a:extLst>
            </p:cNvPr>
            <p:cNvSpPr/>
            <p:nvPr/>
          </p:nvSpPr>
          <p:spPr>
            <a:xfrm>
              <a:off x="9174560" y="6161464"/>
              <a:ext cx="96643" cy="9664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026" name="文本框 1025">
              <a:extLst>
                <a:ext uri="{FF2B5EF4-FFF2-40B4-BE49-F238E27FC236}">
                  <a16:creationId xmlns:a16="http://schemas.microsoft.com/office/drawing/2014/main" id="{2811B7FC-F04B-F1AF-A700-DA82AEF4EE78}"/>
                </a:ext>
              </a:extLst>
            </p:cNvPr>
            <p:cNvSpPr txBox="1"/>
            <p:nvPr/>
          </p:nvSpPr>
          <p:spPr>
            <a:xfrm flipH="1">
              <a:off x="7337931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1</a:t>
              </a:r>
            </a:p>
          </p:txBody>
        </p:sp>
        <p:sp>
          <p:nvSpPr>
            <p:cNvPr id="1027" name="文本框 1026">
              <a:extLst>
                <a:ext uri="{FF2B5EF4-FFF2-40B4-BE49-F238E27FC236}">
                  <a16:creationId xmlns:a16="http://schemas.microsoft.com/office/drawing/2014/main" id="{B6CD44BF-D8D1-F4C0-2E76-C4A9FFABF7EA}"/>
                </a:ext>
              </a:extLst>
            </p:cNvPr>
            <p:cNvSpPr txBox="1"/>
            <p:nvPr/>
          </p:nvSpPr>
          <p:spPr>
            <a:xfrm flipH="1">
              <a:off x="7592108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2</a:t>
              </a:r>
            </a:p>
          </p:txBody>
        </p:sp>
        <p:sp>
          <p:nvSpPr>
            <p:cNvPr id="1028" name="文本框 1027">
              <a:extLst>
                <a:ext uri="{FF2B5EF4-FFF2-40B4-BE49-F238E27FC236}">
                  <a16:creationId xmlns:a16="http://schemas.microsoft.com/office/drawing/2014/main" id="{B05B7FEA-DFE1-5877-5FC0-FE942EAB164E}"/>
                </a:ext>
              </a:extLst>
            </p:cNvPr>
            <p:cNvSpPr txBox="1"/>
            <p:nvPr/>
          </p:nvSpPr>
          <p:spPr>
            <a:xfrm flipH="1">
              <a:off x="7858236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3</a:t>
              </a:r>
            </a:p>
          </p:txBody>
        </p:sp>
        <p:sp>
          <p:nvSpPr>
            <p:cNvPr id="1029" name="文本框 1028">
              <a:extLst>
                <a:ext uri="{FF2B5EF4-FFF2-40B4-BE49-F238E27FC236}">
                  <a16:creationId xmlns:a16="http://schemas.microsoft.com/office/drawing/2014/main" id="{F2CDAE3B-3E8F-6B8D-88FB-982FF3EBB0DC}"/>
                </a:ext>
              </a:extLst>
            </p:cNvPr>
            <p:cNvSpPr txBox="1"/>
            <p:nvPr/>
          </p:nvSpPr>
          <p:spPr>
            <a:xfrm flipH="1">
              <a:off x="8112923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4</a:t>
              </a:r>
            </a:p>
          </p:txBody>
        </p:sp>
        <p:sp>
          <p:nvSpPr>
            <p:cNvPr id="1030" name="文本框 1029">
              <a:extLst>
                <a:ext uri="{FF2B5EF4-FFF2-40B4-BE49-F238E27FC236}">
                  <a16:creationId xmlns:a16="http://schemas.microsoft.com/office/drawing/2014/main" id="{ABF89BD0-E76F-7563-6094-7E0DCFE3376E}"/>
                </a:ext>
              </a:extLst>
            </p:cNvPr>
            <p:cNvSpPr txBox="1"/>
            <p:nvPr/>
          </p:nvSpPr>
          <p:spPr>
            <a:xfrm flipH="1">
              <a:off x="8616938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6</a:t>
              </a:r>
            </a:p>
          </p:txBody>
        </p:sp>
        <p:sp>
          <p:nvSpPr>
            <p:cNvPr id="1031" name="文本框 1030">
              <a:extLst>
                <a:ext uri="{FF2B5EF4-FFF2-40B4-BE49-F238E27FC236}">
                  <a16:creationId xmlns:a16="http://schemas.microsoft.com/office/drawing/2014/main" id="{CF9BA341-6D24-7476-4939-F6520BC58A26}"/>
                </a:ext>
              </a:extLst>
            </p:cNvPr>
            <p:cNvSpPr txBox="1"/>
            <p:nvPr/>
          </p:nvSpPr>
          <p:spPr>
            <a:xfrm flipH="1">
              <a:off x="8869297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7</a:t>
              </a:r>
            </a:p>
          </p:txBody>
        </p:sp>
        <p:sp>
          <p:nvSpPr>
            <p:cNvPr id="1032" name="文本框 1031">
              <a:extLst>
                <a:ext uri="{FF2B5EF4-FFF2-40B4-BE49-F238E27FC236}">
                  <a16:creationId xmlns:a16="http://schemas.microsoft.com/office/drawing/2014/main" id="{219B8B86-DD99-1EBE-BB47-9D1B4C030889}"/>
                </a:ext>
              </a:extLst>
            </p:cNvPr>
            <p:cNvSpPr txBox="1"/>
            <p:nvPr/>
          </p:nvSpPr>
          <p:spPr>
            <a:xfrm flipH="1">
              <a:off x="9122699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8</a:t>
              </a:r>
            </a:p>
          </p:txBody>
        </p:sp>
        <p:sp>
          <p:nvSpPr>
            <p:cNvPr id="1033" name="文本框 1032">
              <a:extLst>
                <a:ext uri="{FF2B5EF4-FFF2-40B4-BE49-F238E27FC236}">
                  <a16:creationId xmlns:a16="http://schemas.microsoft.com/office/drawing/2014/main" id="{04E4FCC4-E7E0-5E7C-4EB3-79D42BA6DF35}"/>
                </a:ext>
              </a:extLst>
            </p:cNvPr>
            <p:cNvSpPr txBox="1"/>
            <p:nvPr/>
          </p:nvSpPr>
          <p:spPr>
            <a:xfrm flipH="1">
              <a:off x="9375188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9</a:t>
              </a:r>
            </a:p>
          </p:txBody>
        </p:sp>
        <p:sp>
          <p:nvSpPr>
            <p:cNvPr id="1034" name="文本框 1033">
              <a:extLst>
                <a:ext uri="{FF2B5EF4-FFF2-40B4-BE49-F238E27FC236}">
                  <a16:creationId xmlns:a16="http://schemas.microsoft.com/office/drawing/2014/main" id="{91BED032-37F9-4A04-AE86-C248FB278951}"/>
                </a:ext>
              </a:extLst>
            </p:cNvPr>
            <p:cNvSpPr txBox="1"/>
            <p:nvPr/>
          </p:nvSpPr>
          <p:spPr>
            <a:xfrm flipH="1">
              <a:off x="8363269" y="983694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5</a:t>
              </a:r>
            </a:p>
          </p:txBody>
        </p:sp>
        <p:sp>
          <p:nvSpPr>
            <p:cNvPr id="1035" name="文本框 1034">
              <a:extLst>
                <a:ext uri="{FF2B5EF4-FFF2-40B4-BE49-F238E27FC236}">
                  <a16:creationId xmlns:a16="http://schemas.microsoft.com/office/drawing/2014/main" id="{91554685-B849-A009-CC51-A02BBE3C83E8}"/>
                </a:ext>
              </a:extLst>
            </p:cNvPr>
            <p:cNvSpPr txBox="1"/>
            <p:nvPr/>
          </p:nvSpPr>
          <p:spPr>
            <a:xfrm flipH="1">
              <a:off x="9494176" y="983694"/>
              <a:ext cx="46710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10</a:t>
              </a:r>
            </a:p>
          </p:txBody>
        </p:sp>
        <p:sp>
          <p:nvSpPr>
            <p:cNvPr id="1036" name="文本框 1035">
              <a:extLst>
                <a:ext uri="{FF2B5EF4-FFF2-40B4-BE49-F238E27FC236}">
                  <a16:creationId xmlns:a16="http://schemas.microsoft.com/office/drawing/2014/main" id="{56BF6B2B-A005-1639-543F-D3ED17BBF602}"/>
                </a:ext>
              </a:extLst>
            </p:cNvPr>
            <p:cNvSpPr txBox="1"/>
            <p:nvPr/>
          </p:nvSpPr>
          <p:spPr>
            <a:xfrm flipH="1">
              <a:off x="7025876" y="1340015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1</a:t>
              </a:r>
            </a:p>
          </p:txBody>
        </p:sp>
        <p:sp>
          <p:nvSpPr>
            <p:cNvPr id="1037" name="文本框 1036">
              <a:extLst>
                <a:ext uri="{FF2B5EF4-FFF2-40B4-BE49-F238E27FC236}">
                  <a16:creationId xmlns:a16="http://schemas.microsoft.com/office/drawing/2014/main" id="{99DF2A96-10F5-62AF-6559-79616B71F112}"/>
                </a:ext>
              </a:extLst>
            </p:cNvPr>
            <p:cNvSpPr txBox="1"/>
            <p:nvPr/>
          </p:nvSpPr>
          <p:spPr>
            <a:xfrm flipH="1">
              <a:off x="7025876" y="1673053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2</a:t>
              </a:r>
            </a:p>
          </p:txBody>
        </p:sp>
        <p:sp>
          <p:nvSpPr>
            <p:cNvPr id="1038" name="文本框 1037">
              <a:extLst>
                <a:ext uri="{FF2B5EF4-FFF2-40B4-BE49-F238E27FC236}">
                  <a16:creationId xmlns:a16="http://schemas.microsoft.com/office/drawing/2014/main" id="{A172A81F-45DF-A2BC-2F7D-7951266D21BE}"/>
                </a:ext>
              </a:extLst>
            </p:cNvPr>
            <p:cNvSpPr txBox="1"/>
            <p:nvPr/>
          </p:nvSpPr>
          <p:spPr>
            <a:xfrm flipH="1">
              <a:off x="7023890" y="2002905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3</a:t>
              </a:r>
            </a:p>
          </p:txBody>
        </p:sp>
        <p:sp>
          <p:nvSpPr>
            <p:cNvPr id="1039" name="文本框 1038">
              <a:extLst>
                <a:ext uri="{FF2B5EF4-FFF2-40B4-BE49-F238E27FC236}">
                  <a16:creationId xmlns:a16="http://schemas.microsoft.com/office/drawing/2014/main" id="{9E5D70C2-18A8-BAE5-C75D-42A8E10843CE}"/>
                </a:ext>
              </a:extLst>
            </p:cNvPr>
            <p:cNvSpPr txBox="1"/>
            <p:nvPr/>
          </p:nvSpPr>
          <p:spPr>
            <a:xfrm flipH="1">
              <a:off x="7029003" y="2571752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4</a:t>
              </a:r>
            </a:p>
          </p:txBody>
        </p:sp>
        <p:sp>
          <p:nvSpPr>
            <p:cNvPr id="1040" name="文本框 1039">
              <a:extLst>
                <a:ext uri="{FF2B5EF4-FFF2-40B4-BE49-F238E27FC236}">
                  <a16:creationId xmlns:a16="http://schemas.microsoft.com/office/drawing/2014/main" id="{2C2F8FB4-DC8E-4E55-9395-1A5B93AE90B7}"/>
                </a:ext>
              </a:extLst>
            </p:cNvPr>
            <p:cNvSpPr txBox="1"/>
            <p:nvPr/>
          </p:nvSpPr>
          <p:spPr>
            <a:xfrm flipH="1">
              <a:off x="7029003" y="2904790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5</a:t>
              </a:r>
            </a:p>
          </p:txBody>
        </p:sp>
        <p:sp>
          <p:nvSpPr>
            <p:cNvPr id="1041" name="文本框 1040">
              <a:extLst>
                <a:ext uri="{FF2B5EF4-FFF2-40B4-BE49-F238E27FC236}">
                  <a16:creationId xmlns:a16="http://schemas.microsoft.com/office/drawing/2014/main" id="{1CAD70ED-4167-46F0-835A-5ECDD0C3135E}"/>
                </a:ext>
              </a:extLst>
            </p:cNvPr>
            <p:cNvSpPr txBox="1"/>
            <p:nvPr/>
          </p:nvSpPr>
          <p:spPr>
            <a:xfrm flipH="1">
              <a:off x="7027017" y="3234642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6</a:t>
              </a:r>
            </a:p>
          </p:txBody>
        </p:sp>
        <p:sp>
          <p:nvSpPr>
            <p:cNvPr id="1042" name="文本框 1041">
              <a:extLst>
                <a:ext uri="{FF2B5EF4-FFF2-40B4-BE49-F238E27FC236}">
                  <a16:creationId xmlns:a16="http://schemas.microsoft.com/office/drawing/2014/main" id="{BFD2186C-8471-4DD3-BF8E-D6C754AEB0F9}"/>
                </a:ext>
              </a:extLst>
            </p:cNvPr>
            <p:cNvSpPr txBox="1"/>
            <p:nvPr/>
          </p:nvSpPr>
          <p:spPr>
            <a:xfrm flipH="1">
              <a:off x="7031565" y="3789229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7</a:t>
              </a:r>
            </a:p>
          </p:txBody>
        </p:sp>
        <p:sp>
          <p:nvSpPr>
            <p:cNvPr id="1043" name="文本框 1042">
              <a:extLst>
                <a:ext uri="{FF2B5EF4-FFF2-40B4-BE49-F238E27FC236}">
                  <a16:creationId xmlns:a16="http://schemas.microsoft.com/office/drawing/2014/main" id="{9F58E023-FA9C-5FA1-29BD-3C019FA3FC18}"/>
                </a:ext>
              </a:extLst>
            </p:cNvPr>
            <p:cNvSpPr txBox="1"/>
            <p:nvPr/>
          </p:nvSpPr>
          <p:spPr>
            <a:xfrm flipH="1">
              <a:off x="7031565" y="4122267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8</a:t>
              </a:r>
            </a:p>
          </p:txBody>
        </p:sp>
        <p:sp>
          <p:nvSpPr>
            <p:cNvPr id="1044" name="文本框 1043">
              <a:extLst>
                <a:ext uri="{FF2B5EF4-FFF2-40B4-BE49-F238E27FC236}">
                  <a16:creationId xmlns:a16="http://schemas.microsoft.com/office/drawing/2014/main" id="{4485365F-F70C-1F4E-4DDF-D4EFCCCA220F}"/>
                </a:ext>
              </a:extLst>
            </p:cNvPr>
            <p:cNvSpPr txBox="1"/>
            <p:nvPr/>
          </p:nvSpPr>
          <p:spPr>
            <a:xfrm flipH="1">
              <a:off x="7029579" y="4452119"/>
              <a:ext cx="2013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9</a:t>
              </a:r>
            </a:p>
          </p:txBody>
        </p:sp>
        <p:sp>
          <p:nvSpPr>
            <p:cNvPr id="1073" name="文本框 1072">
              <a:extLst>
                <a:ext uri="{FF2B5EF4-FFF2-40B4-BE49-F238E27FC236}">
                  <a16:creationId xmlns:a16="http://schemas.microsoft.com/office/drawing/2014/main" id="{E52387FB-00A2-1CB3-E70D-C9FA78F7B424}"/>
                </a:ext>
              </a:extLst>
            </p:cNvPr>
            <p:cNvSpPr txBox="1"/>
            <p:nvPr/>
          </p:nvSpPr>
          <p:spPr>
            <a:xfrm flipH="1">
              <a:off x="6780311" y="4974551"/>
              <a:ext cx="58056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10</a:t>
              </a:r>
            </a:p>
          </p:txBody>
        </p: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64BBBA94-6871-F562-FBAB-501A025BB19E}"/>
                </a:ext>
              </a:extLst>
            </p:cNvPr>
            <p:cNvSpPr txBox="1"/>
            <p:nvPr/>
          </p:nvSpPr>
          <p:spPr>
            <a:xfrm flipH="1">
              <a:off x="6780310" y="5307589"/>
              <a:ext cx="5805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11</a:t>
              </a:r>
            </a:p>
          </p:txBody>
        </p:sp>
        <p:sp>
          <p:nvSpPr>
            <p:cNvPr id="1075" name="文本框 1074">
              <a:extLst>
                <a:ext uri="{FF2B5EF4-FFF2-40B4-BE49-F238E27FC236}">
                  <a16:creationId xmlns:a16="http://schemas.microsoft.com/office/drawing/2014/main" id="{D03271E1-90B8-CD26-5211-AA97CBD6B2D6}"/>
                </a:ext>
              </a:extLst>
            </p:cNvPr>
            <p:cNvSpPr txBox="1"/>
            <p:nvPr/>
          </p:nvSpPr>
          <p:spPr>
            <a:xfrm flipH="1">
              <a:off x="6780310" y="5637441"/>
              <a:ext cx="5785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12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6" name="文本框 1075">
                  <a:extLst>
                    <a:ext uri="{FF2B5EF4-FFF2-40B4-BE49-F238E27FC236}">
                      <a16:creationId xmlns:a16="http://schemas.microsoft.com/office/drawing/2014/main" id="{D1872653-5522-5AE1-90B9-C2DBC277FF8C}"/>
                    </a:ext>
                  </a:extLst>
                </p:cNvPr>
                <p:cNvSpPr txBox="1"/>
                <p:nvPr/>
              </p:nvSpPr>
              <p:spPr>
                <a:xfrm flipH="1">
                  <a:off x="6256578" y="2238654"/>
                  <a:ext cx="492876" cy="4770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0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76" name="文本框 1075">
                  <a:extLst>
                    <a:ext uri="{FF2B5EF4-FFF2-40B4-BE49-F238E27FC236}">
                      <a16:creationId xmlns:a16="http://schemas.microsoft.com/office/drawing/2014/main" id="{D1872653-5522-5AE1-90B9-C2DBC277FF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256578" y="2238654"/>
                  <a:ext cx="492876" cy="47705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7" name="文本框 1076">
                  <a:extLst>
                    <a:ext uri="{FF2B5EF4-FFF2-40B4-BE49-F238E27FC236}">
                      <a16:creationId xmlns:a16="http://schemas.microsoft.com/office/drawing/2014/main" id="{40C256A0-8B21-FF3B-51A7-DF82E79420ED}"/>
                    </a:ext>
                  </a:extLst>
                </p:cNvPr>
                <p:cNvSpPr txBox="1"/>
                <p:nvPr/>
              </p:nvSpPr>
              <p:spPr>
                <a:xfrm flipH="1">
                  <a:off x="6269265" y="3470619"/>
                  <a:ext cx="492876" cy="4770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oMath>
                    </m:oMathPara>
                  </a14:m>
                  <a:endPara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77" name="文本框 1076">
                  <a:extLst>
                    <a:ext uri="{FF2B5EF4-FFF2-40B4-BE49-F238E27FC236}">
                      <a16:creationId xmlns:a16="http://schemas.microsoft.com/office/drawing/2014/main" id="{40C256A0-8B21-FF3B-51A7-DF82E7942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269265" y="3470619"/>
                  <a:ext cx="492876" cy="47705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8" name="文本框 1077">
              <a:extLst>
                <a:ext uri="{FF2B5EF4-FFF2-40B4-BE49-F238E27FC236}">
                  <a16:creationId xmlns:a16="http://schemas.microsoft.com/office/drawing/2014/main" id="{8B377173-6518-1271-7919-67EBEC1DFD8F}"/>
                </a:ext>
              </a:extLst>
            </p:cNvPr>
            <p:cNvSpPr txBox="1"/>
            <p:nvPr/>
          </p:nvSpPr>
          <p:spPr>
            <a:xfrm flipH="1">
              <a:off x="6258775" y="4710502"/>
              <a:ext cx="49287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C</a:t>
              </a:r>
            </a:p>
          </p:txBody>
        </p:sp>
        <p:sp>
          <p:nvSpPr>
            <p:cNvPr id="1079" name="文本框 1078">
              <a:extLst>
                <a:ext uri="{FF2B5EF4-FFF2-40B4-BE49-F238E27FC236}">
                  <a16:creationId xmlns:a16="http://schemas.microsoft.com/office/drawing/2014/main" id="{215075BB-A70B-0FA2-5AFE-4EDBA40C107A}"/>
                </a:ext>
              </a:extLst>
            </p:cNvPr>
            <p:cNvSpPr txBox="1"/>
            <p:nvPr/>
          </p:nvSpPr>
          <p:spPr>
            <a:xfrm flipH="1">
              <a:off x="6262405" y="5909973"/>
              <a:ext cx="49287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rPr>
                <a:t>D</a:t>
              </a:r>
            </a:p>
          </p:txBody>
        </p:sp>
        <p:grpSp>
          <p:nvGrpSpPr>
            <p:cNvPr id="1080" name="组合 1079">
              <a:extLst>
                <a:ext uri="{FF2B5EF4-FFF2-40B4-BE49-F238E27FC236}">
                  <a16:creationId xmlns:a16="http://schemas.microsoft.com/office/drawing/2014/main" id="{86293320-3405-686B-3383-AD3DE2D046E0}"/>
                </a:ext>
              </a:extLst>
            </p:cNvPr>
            <p:cNvGrpSpPr/>
            <p:nvPr/>
          </p:nvGrpSpPr>
          <p:grpSpPr>
            <a:xfrm>
              <a:off x="10433517" y="2103904"/>
              <a:ext cx="211434" cy="211434"/>
              <a:chOff x="5127488" y="4220120"/>
              <a:chExt cx="182538" cy="182538"/>
            </a:xfrm>
          </p:grpSpPr>
          <p:sp>
            <p:nvSpPr>
              <p:cNvPr id="1114" name="Line 27">
                <a:extLst>
                  <a:ext uri="{FF2B5EF4-FFF2-40B4-BE49-F238E27FC236}">
                    <a16:creationId xmlns:a16="http://schemas.microsoft.com/office/drawing/2014/main" id="{6E3FD1EE-3F02-4AF6-CC89-13F1EF96AB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15" name="Line 27">
                <a:extLst>
                  <a:ext uri="{FF2B5EF4-FFF2-40B4-BE49-F238E27FC236}">
                    <a16:creationId xmlns:a16="http://schemas.microsoft.com/office/drawing/2014/main" id="{A3CB5546-60EB-FB8D-B328-C4D74A6A64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081" name="组合 1080">
              <a:extLst>
                <a:ext uri="{FF2B5EF4-FFF2-40B4-BE49-F238E27FC236}">
                  <a16:creationId xmlns:a16="http://schemas.microsoft.com/office/drawing/2014/main" id="{F59F0BFF-EDCE-0073-8BBE-39ECE2BB6F25}"/>
                </a:ext>
              </a:extLst>
            </p:cNvPr>
            <p:cNvGrpSpPr/>
            <p:nvPr/>
          </p:nvGrpSpPr>
          <p:grpSpPr>
            <a:xfrm>
              <a:off x="10431905" y="4541926"/>
              <a:ext cx="211434" cy="211434"/>
              <a:chOff x="5127488" y="4220120"/>
              <a:chExt cx="182538" cy="182538"/>
            </a:xfrm>
          </p:grpSpPr>
          <p:sp>
            <p:nvSpPr>
              <p:cNvPr id="1112" name="Line 27">
                <a:extLst>
                  <a:ext uri="{FF2B5EF4-FFF2-40B4-BE49-F238E27FC236}">
                    <a16:creationId xmlns:a16="http://schemas.microsoft.com/office/drawing/2014/main" id="{4A90D33F-104A-C5DE-C824-9DCA8CCEEC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13" name="Line 27">
                <a:extLst>
                  <a:ext uri="{FF2B5EF4-FFF2-40B4-BE49-F238E27FC236}">
                    <a16:creationId xmlns:a16="http://schemas.microsoft.com/office/drawing/2014/main" id="{5D9207E2-3626-3715-9911-DA295F575E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082" name="组合 1081">
              <a:extLst>
                <a:ext uri="{FF2B5EF4-FFF2-40B4-BE49-F238E27FC236}">
                  <a16:creationId xmlns:a16="http://schemas.microsoft.com/office/drawing/2014/main" id="{856E5A56-A026-9B16-10AB-B65B13699FF9}"/>
                </a:ext>
              </a:extLst>
            </p:cNvPr>
            <p:cNvGrpSpPr/>
            <p:nvPr/>
          </p:nvGrpSpPr>
          <p:grpSpPr>
            <a:xfrm>
              <a:off x="9430347" y="1823307"/>
              <a:ext cx="2102989" cy="811880"/>
              <a:chOff x="9430347" y="1823307"/>
              <a:chExt cx="2102989" cy="811880"/>
            </a:xfrm>
            <a:solidFill>
              <a:schemeClr val="tx1"/>
            </a:solidFill>
          </p:grpSpPr>
          <p:sp>
            <p:nvSpPr>
              <p:cNvPr id="1103" name="等腰三角形 1102">
                <a:extLst>
                  <a:ext uri="{FF2B5EF4-FFF2-40B4-BE49-F238E27FC236}">
                    <a16:creationId xmlns:a16="http://schemas.microsoft.com/office/drawing/2014/main" id="{9E724756-1566-417F-FAAF-EC7F5F981D09}"/>
                  </a:ext>
                </a:extLst>
              </p:cNvPr>
              <p:cNvSpPr/>
              <p:nvPr/>
            </p:nvSpPr>
            <p:spPr>
              <a:xfrm rot="16200000">
                <a:off x="9993565" y="2354398"/>
                <a:ext cx="284697" cy="265767"/>
              </a:xfrm>
              <a:prstGeom prst="triangl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04" name="椭圆 1103">
                <a:extLst>
                  <a:ext uri="{FF2B5EF4-FFF2-40B4-BE49-F238E27FC236}">
                    <a16:creationId xmlns:a16="http://schemas.microsoft.com/office/drawing/2014/main" id="{38B7294B-273A-18BE-7F50-50FC2C31FF1B}"/>
                  </a:ext>
                </a:extLst>
              </p:cNvPr>
              <p:cNvSpPr/>
              <p:nvPr/>
            </p:nvSpPr>
            <p:spPr>
              <a:xfrm>
                <a:off x="10062785" y="2551512"/>
                <a:ext cx="78120" cy="7812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05" name="Line 27">
                <a:extLst>
                  <a:ext uri="{FF2B5EF4-FFF2-40B4-BE49-F238E27FC236}">
                    <a16:creationId xmlns:a16="http://schemas.microsoft.com/office/drawing/2014/main" id="{EEDF679B-0109-518A-E8EB-95499E679E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29925" y="2587799"/>
                <a:ext cx="332859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06" name="Line 27">
                <a:extLst>
                  <a:ext uri="{FF2B5EF4-FFF2-40B4-BE49-F238E27FC236}">
                    <a16:creationId xmlns:a16="http://schemas.microsoft.com/office/drawing/2014/main" id="{50E0BC58-D85E-C7B9-D0BB-E01EBFF2D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76861" y="2393970"/>
                <a:ext cx="703383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07" name="Line 27">
                <a:extLst>
                  <a:ext uri="{FF2B5EF4-FFF2-40B4-BE49-F238E27FC236}">
                    <a16:creationId xmlns:a16="http://schemas.microsoft.com/office/drawing/2014/main" id="{F8B732D1-0255-06AA-FE7F-9CE8E8A967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68805" y="2486409"/>
                <a:ext cx="1228208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08" name="Line 27">
                <a:extLst>
                  <a:ext uri="{FF2B5EF4-FFF2-40B4-BE49-F238E27FC236}">
                    <a16:creationId xmlns:a16="http://schemas.microsoft.com/office/drawing/2014/main" id="{724FECCB-8E9D-2B9C-676B-D4B384B3B6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1178916" y="2180310"/>
                <a:ext cx="612198" cy="0"/>
              </a:xfrm>
              <a:prstGeom prst="line">
                <a:avLst/>
              </a:prstGeom>
              <a:grp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09" name="椭圆 1108">
                <a:extLst>
                  <a:ext uri="{FF2B5EF4-FFF2-40B4-BE49-F238E27FC236}">
                    <a16:creationId xmlns:a16="http://schemas.microsoft.com/office/drawing/2014/main" id="{A929EC44-2BEE-E358-DD13-ACA80F6801DD}"/>
                  </a:ext>
                </a:extLst>
              </p:cNvPr>
              <p:cNvSpPr/>
              <p:nvPr/>
            </p:nvSpPr>
            <p:spPr>
              <a:xfrm>
                <a:off x="9430347" y="2344795"/>
                <a:ext cx="96643" cy="96643"/>
              </a:xfrm>
              <a:prstGeom prst="ellipse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10" name="椭圆 1109">
                <a:extLst>
                  <a:ext uri="{FF2B5EF4-FFF2-40B4-BE49-F238E27FC236}">
                    <a16:creationId xmlns:a16="http://schemas.microsoft.com/office/drawing/2014/main" id="{1322231B-BFB6-69EE-39CE-9E6C0F396E5F}"/>
                  </a:ext>
                </a:extLst>
              </p:cNvPr>
              <p:cNvSpPr/>
              <p:nvPr/>
            </p:nvSpPr>
            <p:spPr>
              <a:xfrm>
                <a:off x="9682802" y="2538544"/>
                <a:ext cx="96643" cy="96643"/>
              </a:xfrm>
              <a:prstGeom prst="ellipse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11" name="椭圆 1110">
                <a:extLst>
                  <a:ext uri="{FF2B5EF4-FFF2-40B4-BE49-F238E27FC236}">
                    <a16:creationId xmlns:a16="http://schemas.microsoft.com/office/drawing/2014/main" id="{04A6FEB2-7A5D-3FBC-9BD2-3CF6AE846B0A}"/>
                  </a:ext>
                </a:extLst>
              </p:cNvPr>
              <p:cNvSpPr/>
              <p:nvPr/>
            </p:nvSpPr>
            <p:spPr>
              <a:xfrm>
                <a:off x="11436693" y="1823307"/>
                <a:ext cx="96643" cy="96643"/>
              </a:xfrm>
              <a:prstGeom prst="ellipse">
                <a:avLst/>
              </a:prstGeom>
              <a:grpFill/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083" name="组合 1082">
              <a:extLst>
                <a:ext uri="{FF2B5EF4-FFF2-40B4-BE49-F238E27FC236}">
                  <a16:creationId xmlns:a16="http://schemas.microsoft.com/office/drawing/2014/main" id="{399C487E-5362-945F-51CF-127588776C60}"/>
                </a:ext>
              </a:extLst>
            </p:cNvPr>
            <p:cNvGrpSpPr/>
            <p:nvPr/>
          </p:nvGrpSpPr>
          <p:grpSpPr>
            <a:xfrm>
              <a:off x="7350379" y="1452098"/>
              <a:ext cx="182538" cy="182538"/>
              <a:chOff x="5130526" y="4220120"/>
              <a:chExt cx="182538" cy="182538"/>
            </a:xfrm>
          </p:grpSpPr>
          <p:sp>
            <p:nvSpPr>
              <p:cNvPr id="1101" name="Line 27">
                <a:extLst>
                  <a:ext uri="{FF2B5EF4-FFF2-40B4-BE49-F238E27FC236}">
                    <a16:creationId xmlns:a16="http://schemas.microsoft.com/office/drawing/2014/main" id="{C689F7E9-9654-D142-478C-96A675B3A3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30526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02" name="Line 27">
                <a:extLst>
                  <a:ext uri="{FF2B5EF4-FFF2-40B4-BE49-F238E27FC236}">
                    <a16:creationId xmlns:a16="http://schemas.microsoft.com/office/drawing/2014/main" id="{C3FF99F9-6AF8-C566-349A-E0B8BC829B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30526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084" name="组合 1083">
              <a:extLst>
                <a:ext uri="{FF2B5EF4-FFF2-40B4-BE49-F238E27FC236}">
                  <a16:creationId xmlns:a16="http://schemas.microsoft.com/office/drawing/2014/main" id="{04385EF1-524C-A673-5DC6-1F748584CF7B}"/>
                </a:ext>
              </a:extLst>
            </p:cNvPr>
            <p:cNvGrpSpPr/>
            <p:nvPr/>
          </p:nvGrpSpPr>
          <p:grpSpPr>
            <a:xfrm>
              <a:off x="7867886" y="1452625"/>
              <a:ext cx="182538" cy="182538"/>
              <a:chOff x="5127488" y="4220120"/>
              <a:chExt cx="182538" cy="182538"/>
            </a:xfrm>
          </p:grpSpPr>
          <p:sp>
            <p:nvSpPr>
              <p:cNvPr id="1099" name="Line 27">
                <a:extLst>
                  <a:ext uri="{FF2B5EF4-FFF2-40B4-BE49-F238E27FC236}">
                    <a16:creationId xmlns:a16="http://schemas.microsoft.com/office/drawing/2014/main" id="{A83DCAE0-2789-C6DB-3F4A-B25DDFFEBF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00" name="Line 27">
                <a:extLst>
                  <a:ext uri="{FF2B5EF4-FFF2-40B4-BE49-F238E27FC236}">
                    <a16:creationId xmlns:a16="http://schemas.microsoft.com/office/drawing/2014/main" id="{E4DB4BF8-7327-D0D0-DBD7-89A249FC84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085" name="组合 1084">
              <a:extLst>
                <a:ext uri="{FF2B5EF4-FFF2-40B4-BE49-F238E27FC236}">
                  <a16:creationId xmlns:a16="http://schemas.microsoft.com/office/drawing/2014/main" id="{4C484338-93C9-76C5-39E2-9F8B3C3ABB1E}"/>
                </a:ext>
              </a:extLst>
            </p:cNvPr>
            <p:cNvGrpSpPr/>
            <p:nvPr/>
          </p:nvGrpSpPr>
          <p:grpSpPr>
            <a:xfrm>
              <a:off x="8626856" y="1454551"/>
              <a:ext cx="182538" cy="182538"/>
              <a:chOff x="5127488" y="4220120"/>
              <a:chExt cx="182538" cy="182538"/>
            </a:xfrm>
          </p:grpSpPr>
          <p:sp>
            <p:nvSpPr>
              <p:cNvPr id="1097" name="Line 27">
                <a:extLst>
                  <a:ext uri="{FF2B5EF4-FFF2-40B4-BE49-F238E27FC236}">
                    <a16:creationId xmlns:a16="http://schemas.microsoft.com/office/drawing/2014/main" id="{35E20263-58D2-6B07-4178-1C60A08A34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98" name="Line 27">
                <a:extLst>
                  <a:ext uri="{FF2B5EF4-FFF2-40B4-BE49-F238E27FC236}">
                    <a16:creationId xmlns:a16="http://schemas.microsoft.com/office/drawing/2014/main" id="{0BC2302A-59E8-309E-62CE-EE4E05C060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086" name="组合 1085">
              <a:extLst>
                <a:ext uri="{FF2B5EF4-FFF2-40B4-BE49-F238E27FC236}">
                  <a16:creationId xmlns:a16="http://schemas.microsoft.com/office/drawing/2014/main" id="{6B04624F-973A-722F-1736-CDE371A93A32}"/>
                </a:ext>
              </a:extLst>
            </p:cNvPr>
            <p:cNvGrpSpPr/>
            <p:nvPr/>
          </p:nvGrpSpPr>
          <p:grpSpPr>
            <a:xfrm>
              <a:off x="7601518" y="1786258"/>
              <a:ext cx="182538" cy="182538"/>
              <a:chOff x="5127488" y="4220120"/>
              <a:chExt cx="182538" cy="182538"/>
            </a:xfrm>
          </p:grpSpPr>
          <p:sp>
            <p:nvSpPr>
              <p:cNvPr id="1095" name="Line 27">
                <a:extLst>
                  <a:ext uri="{FF2B5EF4-FFF2-40B4-BE49-F238E27FC236}">
                    <a16:creationId xmlns:a16="http://schemas.microsoft.com/office/drawing/2014/main" id="{E6D5A742-73D2-6382-2568-CA035B58B0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96" name="Line 27">
                <a:extLst>
                  <a:ext uri="{FF2B5EF4-FFF2-40B4-BE49-F238E27FC236}">
                    <a16:creationId xmlns:a16="http://schemas.microsoft.com/office/drawing/2014/main" id="{760D3347-279E-9D75-99F1-C255555C2E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087" name="组合 1086">
              <a:extLst>
                <a:ext uri="{FF2B5EF4-FFF2-40B4-BE49-F238E27FC236}">
                  <a16:creationId xmlns:a16="http://schemas.microsoft.com/office/drawing/2014/main" id="{28117C87-CE7E-0E03-EC39-EBC6F839B7C4}"/>
                </a:ext>
              </a:extLst>
            </p:cNvPr>
            <p:cNvGrpSpPr/>
            <p:nvPr/>
          </p:nvGrpSpPr>
          <p:grpSpPr>
            <a:xfrm>
              <a:off x="7347341" y="2678891"/>
              <a:ext cx="182538" cy="182538"/>
              <a:chOff x="5127488" y="4220120"/>
              <a:chExt cx="182538" cy="182538"/>
            </a:xfrm>
          </p:grpSpPr>
          <p:sp>
            <p:nvSpPr>
              <p:cNvPr id="1093" name="Line 27">
                <a:extLst>
                  <a:ext uri="{FF2B5EF4-FFF2-40B4-BE49-F238E27FC236}">
                    <a16:creationId xmlns:a16="http://schemas.microsoft.com/office/drawing/2014/main" id="{D930C7AD-D03C-AA89-9FD3-853044704B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94" name="Line 27">
                <a:extLst>
                  <a:ext uri="{FF2B5EF4-FFF2-40B4-BE49-F238E27FC236}">
                    <a16:creationId xmlns:a16="http://schemas.microsoft.com/office/drawing/2014/main" id="{CE6C5F28-3504-912D-F18F-010F982982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68" name="组合 767">
              <a:extLst>
                <a:ext uri="{FF2B5EF4-FFF2-40B4-BE49-F238E27FC236}">
                  <a16:creationId xmlns:a16="http://schemas.microsoft.com/office/drawing/2014/main" id="{A2F220A4-16BF-A500-BE01-D428D34649AB}"/>
                </a:ext>
              </a:extLst>
            </p:cNvPr>
            <p:cNvGrpSpPr/>
            <p:nvPr/>
          </p:nvGrpSpPr>
          <p:grpSpPr>
            <a:xfrm>
              <a:off x="8374608" y="1780812"/>
              <a:ext cx="182538" cy="182538"/>
              <a:chOff x="5127488" y="4220120"/>
              <a:chExt cx="182538" cy="182538"/>
            </a:xfrm>
          </p:grpSpPr>
          <p:sp>
            <p:nvSpPr>
              <p:cNvPr id="1091" name="Line 27">
                <a:extLst>
                  <a:ext uri="{FF2B5EF4-FFF2-40B4-BE49-F238E27FC236}">
                    <a16:creationId xmlns:a16="http://schemas.microsoft.com/office/drawing/2014/main" id="{EB81BDFC-F2C2-3D48-A0E6-3B770AAA05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92" name="Line 27">
                <a:extLst>
                  <a:ext uri="{FF2B5EF4-FFF2-40B4-BE49-F238E27FC236}">
                    <a16:creationId xmlns:a16="http://schemas.microsoft.com/office/drawing/2014/main" id="{39247D30-E583-43A6-B6C5-F04FB7F7E9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69" name="组合 768">
              <a:extLst>
                <a:ext uri="{FF2B5EF4-FFF2-40B4-BE49-F238E27FC236}">
                  <a16:creationId xmlns:a16="http://schemas.microsoft.com/office/drawing/2014/main" id="{50594DE2-39DF-0D7B-7276-A52E53AEF9FC}"/>
                </a:ext>
              </a:extLst>
            </p:cNvPr>
            <p:cNvGrpSpPr/>
            <p:nvPr/>
          </p:nvGrpSpPr>
          <p:grpSpPr>
            <a:xfrm>
              <a:off x="8122063" y="1784953"/>
              <a:ext cx="182538" cy="182538"/>
              <a:chOff x="5127488" y="4220120"/>
              <a:chExt cx="182538" cy="182538"/>
            </a:xfrm>
          </p:grpSpPr>
          <p:sp>
            <p:nvSpPr>
              <p:cNvPr id="1089" name="Line 27">
                <a:extLst>
                  <a:ext uri="{FF2B5EF4-FFF2-40B4-BE49-F238E27FC236}">
                    <a16:creationId xmlns:a16="http://schemas.microsoft.com/office/drawing/2014/main" id="{ABAB0805-8658-A42B-4B8F-E7B5A744C2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90" name="Line 27">
                <a:extLst>
                  <a:ext uri="{FF2B5EF4-FFF2-40B4-BE49-F238E27FC236}">
                    <a16:creationId xmlns:a16="http://schemas.microsoft.com/office/drawing/2014/main" id="{2619D4EE-AE0A-93ED-663D-321FD80171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70" name="组合 769">
              <a:extLst>
                <a:ext uri="{FF2B5EF4-FFF2-40B4-BE49-F238E27FC236}">
                  <a16:creationId xmlns:a16="http://schemas.microsoft.com/office/drawing/2014/main" id="{03B1B3F3-88DE-3A14-811F-42370236C763}"/>
                </a:ext>
              </a:extLst>
            </p:cNvPr>
            <p:cNvGrpSpPr/>
            <p:nvPr/>
          </p:nvGrpSpPr>
          <p:grpSpPr>
            <a:xfrm>
              <a:off x="9134425" y="1782427"/>
              <a:ext cx="182538" cy="182538"/>
              <a:chOff x="5127488" y="4220120"/>
              <a:chExt cx="182538" cy="182538"/>
            </a:xfrm>
          </p:grpSpPr>
          <p:sp>
            <p:nvSpPr>
              <p:cNvPr id="813" name="Line 27">
                <a:extLst>
                  <a:ext uri="{FF2B5EF4-FFF2-40B4-BE49-F238E27FC236}">
                    <a16:creationId xmlns:a16="http://schemas.microsoft.com/office/drawing/2014/main" id="{51FBAE23-44B3-BE16-D62D-03E2784B2C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88" name="Line 27">
                <a:extLst>
                  <a:ext uri="{FF2B5EF4-FFF2-40B4-BE49-F238E27FC236}">
                    <a16:creationId xmlns:a16="http://schemas.microsoft.com/office/drawing/2014/main" id="{12951B44-904B-4D86-3B27-7FE56132A7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71" name="组合 770">
              <a:extLst>
                <a:ext uri="{FF2B5EF4-FFF2-40B4-BE49-F238E27FC236}">
                  <a16:creationId xmlns:a16="http://schemas.microsoft.com/office/drawing/2014/main" id="{FDDF76F6-8E37-C408-57F7-84E5DB4CE0FD}"/>
                </a:ext>
              </a:extLst>
            </p:cNvPr>
            <p:cNvGrpSpPr/>
            <p:nvPr/>
          </p:nvGrpSpPr>
          <p:grpSpPr>
            <a:xfrm>
              <a:off x="8122063" y="2681012"/>
              <a:ext cx="182538" cy="182538"/>
              <a:chOff x="5127488" y="4220120"/>
              <a:chExt cx="182538" cy="182538"/>
            </a:xfrm>
          </p:grpSpPr>
          <p:sp>
            <p:nvSpPr>
              <p:cNvPr id="811" name="Line 27">
                <a:extLst>
                  <a:ext uri="{FF2B5EF4-FFF2-40B4-BE49-F238E27FC236}">
                    <a16:creationId xmlns:a16="http://schemas.microsoft.com/office/drawing/2014/main" id="{DCF52EF6-FDF4-29E5-64C0-10A768849C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12" name="Line 27">
                <a:extLst>
                  <a:ext uri="{FF2B5EF4-FFF2-40B4-BE49-F238E27FC236}">
                    <a16:creationId xmlns:a16="http://schemas.microsoft.com/office/drawing/2014/main" id="{194352E6-5392-FB0C-04F6-C5BE5247B1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72" name="组合 771">
              <a:extLst>
                <a:ext uri="{FF2B5EF4-FFF2-40B4-BE49-F238E27FC236}">
                  <a16:creationId xmlns:a16="http://schemas.microsoft.com/office/drawing/2014/main" id="{2AFB5391-9F5C-F902-C026-F9256F784790}"/>
                </a:ext>
              </a:extLst>
            </p:cNvPr>
            <p:cNvGrpSpPr/>
            <p:nvPr/>
          </p:nvGrpSpPr>
          <p:grpSpPr>
            <a:xfrm>
              <a:off x="8372679" y="2681144"/>
              <a:ext cx="182538" cy="182538"/>
              <a:chOff x="5127488" y="4220120"/>
              <a:chExt cx="182538" cy="182538"/>
            </a:xfrm>
          </p:grpSpPr>
          <p:sp>
            <p:nvSpPr>
              <p:cNvPr id="809" name="Line 27">
                <a:extLst>
                  <a:ext uri="{FF2B5EF4-FFF2-40B4-BE49-F238E27FC236}">
                    <a16:creationId xmlns:a16="http://schemas.microsoft.com/office/drawing/2014/main" id="{B5CDC31B-A1F4-E58C-387B-976AE4D54C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10" name="Line 27">
                <a:extLst>
                  <a:ext uri="{FF2B5EF4-FFF2-40B4-BE49-F238E27FC236}">
                    <a16:creationId xmlns:a16="http://schemas.microsoft.com/office/drawing/2014/main" id="{6507F0BA-5F69-128B-E40F-CF825047CF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73" name="组合 772">
              <a:extLst>
                <a:ext uri="{FF2B5EF4-FFF2-40B4-BE49-F238E27FC236}">
                  <a16:creationId xmlns:a16="http://schemas.microsoft.com/office/drawing/2014/main" id="{70B2F2D4-6044-AC53-3398-6165918EA3AF}"/>
                </a:ext>
              </a:extLst>
            </p:cNvPr>
            <p:cNvGrpSpPr/>
            <p:nvPr/>
          </p:nvGrpSpPr>
          <p:grpSpPr>
            <a:xfrm>
              <a:off x="7347341" y="3011990"/>
              <a:ext cx="182538" cy="182538"/>
              <a:chOff x="5127488" y="4220120"/>
              <a:chExt cx="182538" cy="182538"/>
            </a:xfrm>
          </p:grpSpPr>
          <p:sp>
            <p:nvSpPr>
              <p:cNvPr id="807" name="Line 27">
                <a:extLst>
                  <a:ext uri="{FF2B5EF4-FFF2-40B4-BE49-F238E27FC236}">
                    <a16:creationId xmlns:a16="http://schemas.microsoft.com/office/drawing/2014/main" id="{9B2606E3-D746-D686-BF5C-F65DC6EA29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08" name="Line 27">
                <a:extLst>
                  <a:ext uri="{FF2B5EF4-FFF2-40B4-BE49-F238E27FC236}">
                    <a16:creationId xmlns:a16="http://schemas.microsoft.com/office/drawing/2014/main" id="{BC89E6BC-263E-2476-526E-7EC786EE40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74" name="组合 773">
              <a:extLst>
                <a:ext uri="{FF2B5EF4-FFF2-40B4-BE49-F238E27FC236}">
                  <a16:creationId xmlns:a16="http://schemas.microsoft.com/office/drawing/2014/main" id="{EB415697-914B-CEF9-A2AC-966CB7A47E24}"/>
                </a:ext>
              </a:extLst>
            </p:cNvPr>
            <p:cNvGrpSpPr/>
            <p:nvPr/>
          </p:nvGrpSpPr>
          <p:grpSpPr>
            <a:xfrm>
              <a:off x="8626856" y="3011990"/>
              <a:ext cx="182538" cy="182538"/>
              <a:chOff x="5127488" y="4220120"/>
              <a:chExt cx="182538" cy="182538"/>
            </a:xfrm>
          </p:grpSpPr>
          <p:sp>
            <p:nvSpPr>
              <p:cNvPr id="805" name="Line 27">
                <a:extLst>
                  <a:ext uri="{FF2B5EF4-FFF2-40B4-BE49-F238E27FC236}">
                    <a16:creationId xmlns:a16="http://schemas.microsoft.com/office/drawing/2014/main" id="{95B3868A-928E-1BDB-E20E-FF44D6A9D6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06" name="Line 27">
                <a:extLst>
                  <a:ext uri="{FF2B5EF4-FFF2-40B4-BE49-F238E27FC236}">
                    <a16:creationId xmlns:a16="http://schemas.microsoft.com/office/drawing/2014/main" id="{7CF85E53-0BC7-DFC3-7682-C8B21269CF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75" name="组合 774">
              <a:extLst>
                <a:ext uri="{FF2B5EF4-FFF2-40B4-BE49-F238E27FC236}">
                  <a16:creationId xmlns:a16="http://schemas.microsoft.com/office/drawing/2014/main" id="{BB839F70-CA52-1F50-CA76-60C5EE3F74EF}"/>
                </a:ext>
              </a:extLst>
            </p:cNvPr>
            <p:cNvGrpSpPr/>
            <p:nvPr/>
          </p:nvGrpSpPr>
          <p:grpSpPr>
            <a:xfrm>
              <a:off x="9135820" y="3011990"/>
              <a:ext cx="182538" cy="182538"/>
              <a:chOff x="5127488" y="4220120"/>
              <a:chExt cx="182538" cy="182538"/>
            </a:xfrm>
          </p:grpSpPr>
          <p:sp>
            <p:nvSpPr>
              <p:cNvPr id="803" name="Line 27">
                <a:extLst>
                  <a:ext uri="{FF2B5EF4-FFF2-40B4-BE49-F238E27FC236}">
                    <a16:creationId xmlns:a16="http://schemas.microsoft.com/office/drawing/2014/main" id="{7BF53F4F-461A-D5A4-23C5-34E9585825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04" name="Line 27">
                <a:extLst>
                  <a:ext uri="{FF2B5EF4-FFF2-40B4-BE49-F238E27FC236}">
                    <a16:creationId xmlns:a16="http://schemas.microsoft.com/office/drawing/2014/main" id="{94B07A79-12DA-3C0C-290C-A7572A58C2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76" name="组合 775">
              <a:extLst>
                <a:ext uri="{FF2B5EF4-FFF2-40B4-BE49-F238E27FC236}">
                  <a16:creationId xmlns:a16="http://schemas.microsoft.com/office/drawing/2014/main" id="{A47F7A29-1E25-3BA0-5BFE-84A7DCCA142E}"/>
                </a:ext>
              </a:extLst>
            </p:cNvPr>
            <p:cNvGrpSpPr/>
            <p:nvPr/>
          </p:nvGrpSpPr>
          <p:grpSpPr>
            <a:xfrm>
              <a:off x="9135424" y="3341293"/>
              <a:ext cx="182538" cy="182538"/>
              <a:chOff x="5127488" y="4220120"/>
              <a:chExt cx="182538" cy="182538"/>
            </a:xfrm>
          </p:grpSpPr>
          <p:sp>
            <p:nvSpPr>
              <p:cNvPr id="801" name="Line 27">
                <a:extLst>
                  <a:ext uri="{FF2B5EF4-FFF2-40B4-BE49-F238E27FC236}">
                    <a16:creationId xmlns:a16="http://schemas.microsoft.com/office/drawing/2014/main" id="{4382AF9F-985F-C6CA-2AFE-7DC4940B4D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02" name="Line 27">
                <a:extLst>
                  <a:ext uri="{FF2B5EF4-FFF2-40B4-BE49-F238E27FC236}">
                    <a16:creationId xmlns:a16="http://schemas.microsoft.com/office/drawing/2014/main" id="{21282DE3-1E4B-FF47-1E66-0F829BC0DC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77" name="组合 776">
              <a:extLst>
                <a:ext uri="{FF2B5EF4-FFF2-40B4-BE49-F238E27FC236}">
                  <a16:creationId xmlns:a16="http://schemas.microsoft.com/office/drawing/2014/main" id="{168C2D95-0062-B86B-9014-4177D675B4AF}"/>
                </a:ext>
              </a:extLst>
            </p:cNvPr>
            <p:cNvGrpSpPr/>
            <p:nvPr/>
          </p:nvGrpSpPr>
          <p:grpSpPr>
            <a:xfrm>
              <a:off x="8372679" y="3341254"/>
              <a:ext cx="182538" cy="182538"/>
              <a:chOff x="5127488" y="4220120"/>
              <a:chExt cx="182538" cy="182538"/>
            </a:xfrm>
          </p:grpSpPr>
          <p:sp>
            <p:nvSpPr>
              <p:cNvPr id="799" name="Line 27">
                <a:extLst>
                  <a:ext uri="{FF2B5EF4-FFF2-40B4-BE49-F238E27FC236}">
                    <a16:creationId xmlns:a16="http://schemas.microsoft.com/office/drawing/2014/main" id="{EA218E2C-92E7-A201-F354-607D167C4F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00" name="Line 27">
                <a:extLst>
                  <a:ext uri="{FF2B5EF4-FFF2-40B4-BE49-F238E27FC236}">
                    <a16:creationId xmlns:a16="http://schemas.microsoft.com/office/drawing/2014/main" id="{778E85E0-B6A3-5215-2063-E4AD1BCA39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78" name="组合 777">
              <a:extLst>
                <a:ext uri="{FF2B5EF4-FFF2-40B4-BE49-F238E27FC236}">
                  <a16:creationId xmlns:a16="http://schemas.microsoft.com/office/drawing/2014/main" id="{768B25F6-CBB8-3FEB-ED48-39FDA3E035E1}"/>
                </a:ext>
              </a:extLst>
            </p:cNvPr>
            <p:cNvGrpSpPr/>
            <p:nvPr/>
          </p:nvGrpSpPr>
          <p:grpSpPr>
            <a:xfrm>
              <a:off x="7867886" y="3341293"/>
              <a:ext cx="182538" cy="182538"/>
              <a:chOff x="5127488" y="4220120"/>
              <a:chExt cx="182538" cy="182538"/>
            </a:xfrm>
          </p:grpSpPr>
          <p:sp>
            <p:nvSpPr>
              <p:cNvPr id="797" name="Line 27">
                <a:extLst>
                  <a:ext uri="{FF2B5EF4-FFF2-40B4-BE49-F238E27FC236}">
                    <a16:creationId xmlns:a16="http://schemas.microsoft.com/office/drawing/2014/main" id="{33DCDC1C-2FE3-A1B6-9565-8CFBDA7EFE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98" name="Line 27">
                <a:extLst>
                  <a:ext uri="{FF2B5EF4-FFF2-40B4-BE49-F238E27FC236}">
                    <a16:creationId xmlns:a16="http://schemas.microsoft.com/office/drawing/2014/main" id="{4924C726-0595-B8A5-4E50-D455BA7E1E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79" name="组合 778">
              <a:extLst>
                <a:ext uri="{FF2B5EF4-FFF2-40B4-BE49-F238E27FC236}">
                  <a16:creationId xmlns:a16="http://schemas.microsoft.com/office/drawing/2014/main" id="{F4910471-5E3E-34A9-B509-004F09C80695}"/>
                </a:ext>
              </a:extLst>
            </p:cNvPr>
            <p:cNvGrpSpPr/>
            <p:nvPr/>
          </p:nvGrpSpPr>
          <p:grpSpPr>
            <a:xfrm>
              <a:off x="7601518" y="3896132"/>
              <a:ext cx="182538" cy="182538"/>
              <a:chOff x="5127488" y="4220120"/>
              <a:chExt cx="182538" cy="182538"/>
            </a:xfrm>
          </p:grpSpPr>
          <p:sp>
            <p:nvSpPr>
              <p:cNvPr id="795" name="Line 27">
                <a:extLst>
                  <a:ext uri="{FF2B5EF4-FFF2-40B4-BE49-F238E27FC236}">
                    <a16:creationId xmlns:a16="http://schemas.microsoft.com/office/drawing/2014/main" id="{88244CC0-ADA2-EC6B-1584-2D3CC2D3F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96" name="Line 27">
                <a:extLst>
                  <a:ext uri="{FF2B5EF4-FFF2-40B4-BE49-F238E27FC236}">
                    <a16:creationId xmlns:a16="http://schemas.microsoft.com/office/drawing/2014/main" id="{AE23DA7D-93E8-BFC4-EBE6-5B195A64C5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80" name="组合 779">
              <a:extLst>
                <a:ext uri="{FF2B5EF4-FFF2-40B4-BE49-F238E27FC236}">
                  <a16:creationId xmlns:a16="http://schemas.microsoft.com/office/drawing/2014/main" id="{097C3B23-8922-14A2-530C-8A89E7122D8E}"/>
                </a:ext>
              </a:extLst>
            </p:cNvPr>
            <p:cNvGrpSpPr/>
            <p:nvPr/>
          </p:nvGrpSpPr>
          <p:grpSpPr>
            <a:xfrm>
              <a:off x="8119473" y="3896936"/>
              <a:ext cx="182538" cy="182538"/>
              <a:chOff x="5127488" y="4220120"/>
              <a:chExt cx="182538" cy="182538"/>
            </a:xfrm>
          </p:grpSpPr>
          <p:sp>
            <p:nvSpPr>
              <p:cNvPr id="793" name="Line 27">
                <a:extLst>
                  <a:ext uri="{FF2B5EF4-FFF2-40B4-BE49-F238E27FC236}">
                    <a16:creationId xmlns:a16="http://schemas.microsoft.com/office/drawing/2014/main" id="{293BEB73-5CD2-360A-89B5-40A784E9DF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94" name="Line 27">
                <a:extLst>
                  <a:ext uri="{FF2B5EF4-FFF2-40B4-BE49-F238E27FC236}">
                    <a16:creationId xmlns:a16="http://schemas.microsoft.com/office/drawing/2014/main" id="{9EBFE754-81D6-C592-7406-6AA0B34050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81" name="组合 780">
              <a:extLst>
                <a:ext uri="{FF2B5EF4-FFF2-40B4-BE49-F238E27FC236}">
                  <a16:creationId xmlns:a16="http://schemas.microsoft.com/office/drawing/2014/main" id="{0BB33DD9-0679-BCD9-92B6-21AD0F7F0871}"/>
                </a:ext>
              </a:extLst>
            </p:cNvPr>
            <p:cNvGrpSpPr/>
            <p:nvPr/>
          </p:nvGrpSpPr>
          <p:grpSpPr>
            <a:xfrm>
              <a:off x="8372679" y="3893542"/>
              <a:ext cx="182538" cy="182538"/>
              <a:chOff x="5127488" y="4220120"/>
              <a:chExt cx="182538" cy="182538"/>
            </a:xfrm>
          </p:grpSpPr>
          <p:sp>
            <p:nvSpPr>
              <p:cNvPr id="791" name="Line 27">
                <a:extLst>
                  <a:ext uri="{FF2B5EF4-FFF2-40B4-BE49-F238E27FC236}">
                    <a16:creationId xmlns:a16="http://schemas.microsoft.com/office/drawing/2014/main" id="{709D9D06-8385-1199-CF0C-EE6C7CDF77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92" name="Line 27">
                <a:extLst>
                  <a:ext uri="{FF2B5EF4-FFF2-40B4-BE49-F238E27FC236}">
                    <a16:creationId xmlns:a16="http://schemas.microsoft.com/office/drawing/2014/main" id="{E8370AAD-A9D4-2E47-D255-F54FAFAEAF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82" name="组合 781">
              <a:extLst>
                <a:ext uri="{FF2B5EF4-FFF2-40B4-BE49-F238E27FC236}">
                  <a16:creationId xmlns:a16="http://schemas.microsoft.com/office/drawing/2014/main" id="{87C65C73-FB71-96D8-9217-2ED91E1E3855}"/>
                </a:ext>
              </a:extLst>
            </p:cNvPr>
            <p:cNvGrpSpPr/>
            <p:nvPr/>
          </p:nvGrpSpPr>
          <p:grpSpPr>
            <a:xfrm>
              <a:off x="7349931" y="4226282"/>
              <a:ext cx="182538" cy="182538"/>
              <a:chOff x="5127488" y="4220120"/>
              <a:chExt cx="182538" cy="182538"/>
            </a:xfrm>
          </p:grpSpPr>
          <p:sp>
            <p:nvSpPr>
              <p:cNvPr id="789" name="Line 27">
                <a:extLst>
                  <a:ext uri="{FF2B5EF4-FFF2-40B4-BE49-F238E27FC236}">
                    <a16:creationId xmlns:a16="http://schemas.microsoft.com/office/drawing/2014/main" id="{6FC5E200-C291-DE52-CDD8-3B77802BC7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90" name="Line 27">
                <a:extLst>
                  <a:ext uri="{FF2B5EF4-FFF2-40B4-BE49-F238E27FC236}">
                    <a16:creationId xmlns:a16="http://schemas.microsoft.com/office/drawing/2014/main" id="{E7CC1D0D-E4DF-43D7-3AE9-43493B2930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83" name="组合 782">
              <a:extLst>
                <a:ext uri="{FF2B5EF4-FFF2-40B4-BE49-F238E27FC236}">
                  <a16:creationId xmlns:a16="http://schemas.microsoft.com/office/drawing/2014/main" id="{2DAB7DB5-21BF-EAE2-9310-FD8E2BABB6B6}"/>
                </a:ext>
              </a:extLst>
            </p:cNvPr>
            <p:cNvGrpSpPr/>
            <p:nvPr/>
          </p:nvGrpSpPr>
          <p:grpSpPr>
            <a:xfrm>
              <a:off x="8122063" y="4227445"/>
              <a:ext cx="182538" cy="182538"/>
              <a:chOff x="5127488" y="4220120"/>
              <a:chExt cx="182538" cy="182538"/>
            </a:xfrm>
          </p:grpSpPr>
          <p:sp>
            <p:nvSpPr>
              <p:cNvPr id="787" name="Line 27">
                <a:extLst>
                  <a:ext uri="{FF2B5EF4-FFF2-40B4-BE49-F238E27FC236}">
                    <a16:creationId xmlns:a16="http://schemas.microsoft.com/office/drawing/2014/main" id="{CC1821A4-2AC9-9667-A984-8A7BA88E14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88" name="Line 27">
                <a:extLst>
                  <a:ext uri="{FF2B5EF4-FFF2-40B4-BE49-F238E27FC236}">
                    <a16:creationId xmlns:a16="http://schemas.microsoft.com/office/drawing/2014/main" id="{EC4E1131-CC11-6C81-E310-504849D0E8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784" name="组合 783">
              <a:extLst>
                <a:ext uri="{FF2B5EF4-FFF2-40B4-BE49-F238E27FC236}">
                  <a16:creationId xmlns:a16="http://schemas.microsoft.com/office/drawing/2014/main" id="{6D896EFA-978D-773E-E65C-8FEF0D0C62F0}"/>
                </a:ext>
              </a:extLst>
            </p:cNvPr>
            <p:cNvGrpSpPr/>
            <p:nvPr/>
          </p:nvGrpSpPr>
          <p:grpSpPr>
            <a:xfrm>
              <a:off x="8626856" y="4228513"/>
              <a:ext cx="182538" cy="182538"/>
              <a:chOff x="5127488" y="4220120"/>
              <a:chExt cx="182538" cy="182538"/>
            </a:xfrm>
          </p:grpSpPr>
          <p:sp>
            <p:nvSpPr>
              <p:cNvPr id="785" name="Line 27">
                <a:extLst>
                  <a:ext uri="{FF2B5EF4-FFF2-40B4-BE49-F238E27FC236}">
                    <a16:creationId xmlns:a16="http://schemas.microsoft.com/office/drawing/2014/main" id="{FA21DDAC-3C04-0C8A-FC61-703C98565E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86" name="Line 27">
                <a:extLst>
                  <a:ext uri="{FF2B5EF4-FFF2-40B4-BE49-F238E27FC236}">
                    <a16:creationId xmlns:a16="http://schemas.microsoft.com/office/drawing/2014/main" id="{633B4A1F-7E58-C193-38B3-A804122C5C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</p:grpSp>
      <p:grpSp>
        <p:nvGrpSpPr>
          <p:cNvPr id="1142" name="组合 1141">
            <a:extLst>
              <a:ext uri="{FF2B5EF4-FFF2-40B4-BE49-F238E27FC236}">
                <a16:creationId xmlns:a16="http://schemas.microsoft.com/office/drawing/2014/main" id="{75C6585E-8EFC-66A5-EF12-CA467400CD69}"/>
              </a:ext>
            </a:extLst>
          </p:cNvPr>
          <p:cNvGrpSpPr/>
          <p:nvPr/>
        </p:nvGrpSpPr>
        <p:grpSpPr>
          <a:xfrm>
            <a:off x="7347341" y="5079522"/>
            <a:ext cx="1969154" cy="842780"/>
            <a:chOff x="7347341" y="5079522"/>
            <a:chExt cx="1969154" cy="842780"/>
          </a:xfrm>
        </p:grpSpPr>
        <p:grpSp>
          <p:nvGrpSpPr>
            <p:cNvPr id="1143" name="组合 1142">
              <a:extLst>
                <a:ext uri="{FF2B5EF4-FFF2-40B4-BE49-F238E27FC236}">
                  <a16:creationId xmlns:a16="http://schemas.microsoft.com/office/drawing/2014/main" id="{5001F27B-36DB-C98A-43C7-FD615B8B9498}"/>
                </a:ext>
              </a:extLst>
            </p:cNvPr>
            <p:cNvGrpSpPr/>
            <p:nvPr/>
          </p:nvGrpSpPr>
          <p:grpSpPr>
            <a:xfrm>
              <a:off x="7347341" y="5079522"/>
              <a:ext cx="182538" cy="182538"/>
              <a:chOff x="5127488" y="4220120"/>
              <a:chExt cx="182538" cy="182538"/>
            </a:xfrm>
          </p:grpSpPr>
          <p:sp>
            <p:nvSpPr>
              <p:cNvPr id="1168" name="Line 27">
                <a:extLst>
                  <a:ext uri="{FF2B5EF4-FFF2-40B4-BE49-F238E27FC236}">
                    <a16:creationId xmlns:a16="http://schemas.microsoft.com/office/drawing/2014/main" id="{1F1CEB51-0278-9A14-E138-6A11B544E8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69" name="Line 27">
                <a:extLst>
                  <a:ext uri="{FF2B5EF4-FFF2-40B4-BE49-F238E27FC236}">
                    <a16:creationId xmlns:a16="http://schemas.microsoft.com/office/drawing/2014/main" id="{0E47E9C3-AB4D-8C07-E17E-BA4F0AFAF3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144" name="组合 1143">
              <a:extLst>
                <a:ext uri="{FF2B5EF4-FFF2-40B4-BE49-F238E27FC236}">
                  <a16:creationId xmlns:a16="http://schemas.microsoft.com/office/drawing/2014/main" id="{EAF6328F-5342-0E3B-E26B-666B77638A2B}"/>
                </a:ext>
              </a:extLst>
            </p:cNvPr>
            <p:cNvGrpSpPr/>
            <p:nvPr/>
          </p:nvGrpSpPr>
          <p:grpSpPr>
            <a:xfrm>
              <a:off x="7867886" y="5079522"/>
              <a:ext cx="182538" cy="182538"/>
              <a:chOff x="5127488" y="4220120"/>
              <a:chExt cx="182538" cy="182538"/>
            </a:xfrm>
          </p:grpSpPr>
          <p:sp>
            <p:nvSpPr>
              <p:cNvPr id="1166" name="Line 27">
                <a:extLst>
                  <a:ext uri="{FF2B5EF4-FFF2-40B4-BE49-F238E27FC236}">
                    <a16:creationId xmlns:a16="http://schemas.microsoft.com/office/drawing/2014/main" id="{71823AE2-FD90-E7AA-AAEB-67BAA9B195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67" name="Line 27">
                <a:extLst>
                  <a:ext uri="{FF2B5EF4-FFF2-40B4-BE49-F238E27FC236}">
                    <a16:creationId xmlns:a16="http://schemas.microsoft.com/office/drawing/2014/main" id="{382EC1F9-8CCA-4A87-8179-B07BCF3B98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419A01D-E3CC-CAC7-DE91-EC5BE8D3AC39}"/>
                </a:ext>
              </a:extLst>
            </p:cNvPr>
            <p:cNvGrpSpPr/>
            <p:nvPr/>
          </p:nvGrpSpPr>
          <p:grpSpPr>
            <a:xfrm>
              <a:off x="9133385" y="5079522"/>
              <a:ext cx="182538" cy="182538"/>
              <a:chOff x="5127488" y="4220120"/>
              <a:chExt cx="182538" cy="182538"/>
            </a:xfrm>
          </p:grpSpPr>
          <p:sp>
            <p:nvSpPr>
              <p:cNvPr id="1164" name="Line 27">
                <a:extLst>
                  <a:ext uri="{FF2B5EF4-FFF2-40B4-BE49-F238E27FC236}">
                    <a16:creationId xmlns:a16="http://schemas.microsoft.com/office/drawing/2014/main" id="{65944793-BE9E-36A3-25CB-D1957D5541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65" name="Line 27">
                <a:extLst>
                  <a:ext uri="{FF2B5EF4-FFF2-40B4-BE49-F238E27FC236}">
                    <a16:creationId xmlns:a16="http://schemas.microsoft.com/office/drawing/2014/main" id="{7429C225-4B4B-6641-F1FC-B8AC918999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146" name="组合 1145">
              <a:extLst>
                <a:ext uri="{FF2B5EF4-FFF2-40B4-BE49-F238E27FC236}">
                  <a16:creationId xmlns:a16="http://schemas.microsoft.com/office/drawing/2014/main" id="{9BC2D47D-2656-FE8C-0348-3521BB48AAEE}"/>
                </a:ext>
              </a:extLst>
            </p:cNvPr>
            <p:cNvGrpSpPr/>
            <p:nvPr/>
          </p:nvGrpSpPr>
          <p:grpSpPr>
            <a:xfrm>
              <a:off x="7867886" y="5410500"/>
              <a:ext cx="182538" cy="182538"/>
              <a:chOff x="5127488" y="4220120"/>
              <a:chExt cx="182538" cy="182538"/>
            </a:xfrm>
          </p:grpSpPr>
          <p:sp>
            <p:nvSpPr>
              <p:cNvPr id="1162" name="Line 27">
                <a:extLst>
                  <a:ext uri="{FF2B5EF4-FFF2-40B4-BE49-F238E27FC236}">
                    <a16:creationId xmlns:a16="http://schemas.microsoft.com/office/drawing/2014/main" id="{85F09B23-30F5-380D-BB94-F52BDA3336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63" name="Line 27">
                <a:extLst>
                  <a:ext uri="{FF2B5EF4-FFF2-40B4-BE49-F238E27FC236}">
                    <a16:creationId xmlns:a16="http://schemas.microsoft.com/office/drawing/2014/main" id="{EA48F373-CE46-2D97-9CA3-F3CFC91DB5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147" name="组合 1146">
              <a:extLst>
                <a:ext uri="{FF2B5EF4-FFF2-40B4-BE49-F238E27FC236}">
                  <a16:creationId xmlns:a16="http://schemas.microsoft.com/office/drawing/2014/main" id="{E1CFF4AF-509E-D709-6218-6F883C717A66}"/>
                </a:ext>
              </a:extLst>
            </p:cNvPr>
            <p:cNvGrpSpPr/>
            <p:nvPr/>
          </p:nvGrpSpPr>
          <p:grpSpPr>
            <a:xfrm>
              <a:off x="8628350" y="5410500"/>
              <a:ext cx="182538" cy="182538"/>
              <a:chOff x="5127488" y="4220120"/>
              <a:chExt cx="182538" cy="182538"/>
            </a:xfrm>
          </p:grpSpPr>
          <p:sp>
            <p:nvSpPr>
              <p:cNvPr id="1160" name="Line 27">
                <a:extLst>
                  <a:ext uri="{FF2B5EF4-FFF2-40B4-BE49-F238E27FC236}">
                    <a16:creationId xmlns:a16="http://schemas.microsoft.com/office/drawing/2014/main" id="{61D53EAE-792B-F8D9-713F-B12C790030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61" name="Line 27">
                <a:extLst>
                  <a:ext uri="{FF2B5EF4-FFF2-40B4-BE49-F238E27FC236}">
                    <a16:creationId xmlns:a16="http://schemas.microsoft.com/office/drawing/2014/main" id="{9FA5BCA6-0164-40A2-AF15-838CF4EDCF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148" name="组合 1147">
              <a:extLst>
                <a:ext uri="{FF2B5EF4-FFF2-40B4-BE49-F238E27FC236}">
                  <a16:creationId xmlns:a16="http://schemas.microsoft.com/office/drawing/2014/main" id="{3381B6D6-907B-E231-267F-4C30892E19F4}"/>
                </a:ext>
              </a:extLst>
            </p:cNvPr>
            <p:cNvGrpSpPr/>
            <p:nvPr/>
          </p:nvGrpSpPr>
          <p:grpSpPr>
            <a:xfrm>
              <a:off x="8878988" y="5410500"/>
              <a:ext cx="182538" cy="182538"/>
              <a:chOff x="5127488" y="4220120"/>
              <a:chExt cx="182538" cy="182538"/>
            </a:xfrm>
          </p:grpSpPr>
          <p:sp>
            <p:nvSpPr>
              <p:cNvPr id="1158" name="Line 27">
                <a:extLst>
                  <a:ext uri="{FF2B5EF4-FFF2-40B4-BE49-F238E27FC236}">
                    <a16:creationId xmlns:a16="http://schemas.microsoft.com/office/drawing/2014/main" id="{D9A279C2-C65C-7BD2-F86A-A16FB6A8DC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59" name="Line 27">
                <a:extLst>
                  <a:ext uri="{FF2B5EF4-FFF2-40B4-BE49-F238E27FC236}">
                    <a16:creationId xmlns:a16="http://schemas.microsoft.com/office/drawing/2014/main" id="{B557680B-0D74-D668-28CA-AEE7BF934A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2C689FE6-E350-E9CD-D300-7533D8E67AA5}"/>
                </a:ext>
              </a:extLst>
            </p:cNvPr>
            <p:cNvGrpSpPr/>
            <p:nvPr/>
          </p:nvGrpSpPr>
          <p:grpSpPr>
            <a:xfrm>
              <a:off x="8122063" y="5739764"/>
              <a:ext cx="182538" cy="182538"/>
              <a:chOff x="5127488" y="4220120"/>
              <a:chExt cx="182538" cy="182538"/>
            </a:xfrm>
          </p:grpSpPr>
          <p:sp>
            <p:nvSpPr>
              <p:cNvPr id="1156" name="Line 27">
                <a:extLst>
                  <a:ext uri="{FF2B5EF4-FFF2-40B4-BE49-F238E27FC236}">
                    <a16:creationId xmlns:a16="http://schemas.microsoft.com/office/drawing/2014/main" id="{1EDBE463-5010-6087-AD34-3DC389FCDC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57" name="Line 27">
                <a:extLst>
                  <a:ext uri="{FF2B5EF4-FFF2-40B4-BE49-F238E27FC236}">
                    <a16:creationId xmlns:a16="http://schemas.microsoft.com/office/drawing/2014/main" id="{B782D880-55BB-B7FA-1125-1F1D3DBB39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150" name="组合 1149">
              <a:extLst>
                <a:ext uri="{FF2B5EF4-FFF2-40B4-BE49-F238E27FC236}">
                  <a16:creationId xmlns:a16="http://schemas.microsoft.com/office/drawing/2014/main" id="{36B442A4-7D0B-8859-6811-677F063F4E2D}"/>
                </a:ext>
              </a:extLst>
            </p:cNvPr>
            <p:cNvGrpSpPr/>
            <p:nvPr/>
          </p:nvGrpSpPr>
          <p:grpSpPr>
            <a:xfrm>
              <a:off x="8372679" y="5739061"/>
              <a:ext cx="182538" cy="182538"/>
              <a:chOff x="5127488" y="4220120"/>
              <a:chExt cx="182538" cy="182538"/>
            </a:xfrm>
          </p:grpSpPr>
          <p:sp>
            <p:nvSpPr>
              <p:cNvPr id="1154" name="Line 27">
                <a:extLst>
                  <a:ext uri="{FF2B5EF4-FFF2-40B4-BE49-F238E27FC236}">
                    <a16:creationId xmlns:a16="http://schemas.microsoft.com/office/drawing/2014/main" id="{A7B5E937-549A-3A0D-6957-E432344128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55" name="Line 27">
                <a:extLst>
                  <a:ext uri="{FF2B5EF4-FFF2-40B4-BE49-F238E27FC236}">
                    <a16:creationId xmlns:a16="http://schemas.microsoft.com/office/drawing/2014/main" id="{D8175585-339B-12BA-6013-8C90EA6F24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151" name="组合 1150">
              <a:extLst>
                <a:ext uri="{FF2B5EF4-FFF2-40B4-BE49-F238E27FC236}">
                  <a16:creationId xmlns:a16="http://schemas.microsoft.com/office/drawing/2014/main" id="{6D82749F-4EEC-6FAE-C703-0C19EB99E03C}"/>
                </a:ext>
              </a:extLst>
            </p:cNvPr>
            <p:cNvGrpSpPr/>
            <p:nvPr/>
          </p:nvGrpSpPr>
          <p:grpSpPr>
            <a:xfrm>
              <a:off x="9133957" y="5739764"/>
              <a:ext cx="182538" cy="182538"/>
              <a:chOff x="5127488" y="4220120"/>
              <a:chExt cx="182538" cy="182538"/>
            </a:xfrm>
          </p:grpSpPr>
          <p:sp>
            <p:nvSpPr>
              <p:cNvPr id="1152" name="Line 27">
                <a:extLst>
                  <a:ext uri="{FF2B5EF4-FFF2-40B4-BE49-F238E27FC236}">
                    <a16:creationId xmlns:a16="http://schemas.microsoft.com/office/drawing/2014/main" id="{3316F074-758D-01E8-2B2A-2251BDE55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700000">
                <a:off x="5127488" y="4311389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53" name="Line 27">
                <a:extLst>
                  <a:ext uri="{FF2B5EF4-FFF2-40B4-BE49-F238E27FC236}">
                    <a16:creationId xmlns:a16="http://schemas.microsoft.com/office/drawing/2014/main" id="{02C70E08-F4BC-2C47-2929-D026B64FAB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8900000" flipV="1">
                <a:off x="5127488" y="4309696"/>
                <a:ext cx="18253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7335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EB142-39A8-3D14-10FB-AE69E3443E4A}"/>
              </a:ext>
            </a:extLst>
          </p:cNvPr>
          <p:cNvSpPr txBox="1">
            <a:spLocks/>
          </p:cNvSpPr>
          <p:nvPr/>
        </p:nvSpPr>
        <p:spPr>
          <a:xfrm>
            <a:off x="338992" y="0"/>
            <a:ext cx="11847358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作业</a:t>
            </a:r>
            <a:endParaRPr lang="zh-CN" altLang="en-US" sz="3000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C804E2-3574-7E53-69D5-2A03BA964B23}"/>
              </a:ext>
            </a:extLst>
          </p:cNvPr>
          <p:cNvSpPr txBox="1"/>
          <p:nvPr/>
        </p:nvSpPr>
        <p:spPr>
          <a:xfrm>
            <a:off x="360001" y="828000"/>
            <a:ext cx="4977544" cy="2343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电子技术基础（数字部分）</a:t>
            </a:r>
            <a:endParaRPr lang="en-US" altLang="zh-CN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日的作业 </a:t>
            </a:r>
            <a:r>
              <a:rPr lang="en-US" altLang="zh-CN" sz="2800" ker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P216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4.5.2</a:t>
            </a:r>
          </a:p>
        </p:txBody>
      </p:sp>
    </p:spTree>
    <p:extLst>
      <p:ext uri="{BB962C8B-B14F-4D97-AF65-F5344CB8AC3E}">
        <p14:creationId xmlns:p14="http://schemas.microsoft.com/office/powerpoint/2010/main" val="1841518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19337</TotalTime>
  <Words>1596</Words>
  <Application>Microsoft Office PowerPoint</Application>
  <PresentationFormat>宽屏</PresentationFormat>
  <Paragraphs>354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等线</vt:lpstr>
      <vt:lpstr>微软雅黑</vt:lpstr>
      <vt:lpstr>微软雅黑</vt:lpstr>
      <vt:lpstr>Arial</vt:lpstr>
      <vt:lpstr>Cambria Math</vt:lpstr>
      <vt:lpstr>Candara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 Liao</dc:creator>
  <cp:lastModifiedBy>QF</cp:lastModifiedBy>
  <cp:revision>869</cp:revision>
  <dcterms:created xsi:type="dcterms:W3CDTF">2024-12-23T04:28:42Z</dcterms:created>
  <dcterms:modified xsi:type="dcterms:W3CDTF">2025-10-15T06:14:52Z</dcterms:modified>
</cp:coreProperties>
</file>