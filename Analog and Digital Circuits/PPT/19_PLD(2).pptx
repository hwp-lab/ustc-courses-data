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1354" r:id="rId2"/>
    <p:sldId id="6935" r:id="rId3"/>
    <p:sldId id="7182" r:id="rId4"/>
    <p:sldId id="7183" r:id="rId5"/>
    <p:sldId id="7033" r:id="rId6"/>
    <p:sldId id="7176" r:id="rId7"/>
    <p:sldId id="7179" r:id="rId8"/>
    <p:sldId id="7180" r:id="rId9"/>
    <p:sldId id="7187" r:id="rId10"/>
    <p:sldId id="7189" r:id="rId11"/>
    <p:sldId id="7184" r:id="rId12"/>
    <p:sldId id="7185" r:id="rId13"/>
    <p:sldId id="7186" r:id="rId14"/>
    <p:sldId id="7188" r:id="rId15"/>
    <p:sldId id="7007"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DE7"/>
    <a:srgbClr val="FF00FF"/>
    <a:srgbClr val="00FF00"/>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48" autoAdjust="0"/>
    <p:restoredTop sz="24700" autoAdjust="0"/>
  </p:normalViewPr>
  <p:slideViewPr>
    <p:cSldViewPr snapToGrid="0">
      <p:cViewPr varScale="1">
        <p:scale>
          <a:sx n="23" d="100"/>
          <a:sy n="23" d="100"/>
        </p:scale>
        <p:origin x="2664" y="30"/>
      </p:cViewPr>
      <p:guideLst/>
    </p:cSldViewPr>
  </p:slideViewPr>
  <p:notesTextViewPr>
    <p:cViewPr>
      <p:scale>
        <a:sx n="1" d="1"/>
        <a:sy n="1" d="1"/>
      </p:scale>
      <p:origin x="0" y="0"/>
    </p:cViewPr>
  </p:notesTextViewPr>
  <p:notesViewPr>
    <p:cSldViewPr snapToGrid="0">
      <p:cViewPr varScale="1">
        <p:scale>
          <a:sx n="60" d="100"/>
          <a:sy n="60" d="100"/>
        </p:scale>
        <p:origin x="1230" y="3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336B957-0C23-1CDE-A2B8-044701C667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07E1FBC-070D-8861-8D9C-258144CACE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72CA61-C7A7-44C1-8225-2F3B25FCEFE9}" type="datetimeFigureOut">
              <a:rPr lang="zh-CN" altLang="en-US" smtClean="0"/>
              <a:t>2025/11/12</a:t>
            </a:fld>
            <a:endParaRPr lang="zh-CN" altLang="en-US"/>
          </a:p>
        </p:txBody>
      </p:sp>
      <p:sp>
        <p:nvSpPr>
          <p:cNvPr id="4" name="页脚占位符 3">
            <a:extLst>
              <a:ext uri="{FF2B5EF4-FFF2-40B4-BE49-F238E27FC236}">
                <a16:creationId xmlns:a16="http://schemas.microsoft.com/office/drawing/2014/main" id="{CE964B15-02A6-96D1-7025-FFA5019E5E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1ABE5DA-4AAF-6256-556A-73DB14F76B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1A6520-B727-41E0-BB1B-FA4B49A625E8}" type="slidenum">
              <a:rPr lang="zh-CN" altLang="en-US" smtClean="0"/>
              <a:t>‹#›</a:t>
            </a:fld>
            <a:endParaRPr lang="zh-CN" altLang="en-US"/>
          </a:p>
        </p:txBody>
      </p:sp>
    </p:spTree>
    <p:extLst>
      <p:ext uri="{BB962C8B-B14F-4D97-AF65-F5344CB8AC3E}">
        <p14:creationId xmlns:p14="http://schemas.microsoft.com/office/powerpoint/2010/main" val="2731041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499D7-817A-4BF8-98BA-7E2BFEC27B52}" type="datetimeFigureOut">
              <a:rPr lang="zh-CN" altLang="en-US" smtClean="0"/>
              <a:t>2025/11/12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F8E926-3218-4A05-BE3C-00B734B06F20}" type="slidenum">
              <a:rPr lang="zh-CN" altLang="en-US" smtClean="0"/>
              <a:t>‹#›</a:t>
            </a:fld>
            <a:endParaRPr lang="zh-CN" altLang="en-US"/>
          </a:p>
        </p:txBody>
      </p:sp>
    </p:spTree>
    <p:extLst>
      <p:ext uri="{BB962C8B-B14F-4D97-AF65-F5344CB8AC3E}">
        <p14:creationId xmlns:p14="http://schemas.microsoft.com/office/powerpoint/2010/main" val="114420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049EC6D-DB1F-44A4-BAF7-4CD4248B20AA}" type="slidenum">
              <a:rPr lang="zh-CN" altLang="en-US" smtClean="0"/>
              <a:pPr/>
              <a:t>1</a:t>
            </a:fld>
            <a:endParaRPr lang="zh-CN" altLang="en-US"/>
          </a:p>
        </p:txBody>
      </p:sp>
    </p:spTree>
    <p:extLst>
      <p:ext uri="{BB962C8B-B14F-4D97-AF65-F5344CB8AC3E}">
        <p14:creationId xmlns:p14="http://schemas.microsoft.com/office/powerpoint/2010/main" val="2828306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sz="1200"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a:t>
            </a:fld>
            <a:endParaRPr lang="zh-CN" altLang="en-US"/>
          </a:p>
        </p:txBody>
      </p:sp>
    </p:spTree>
    <p:extLst>
      <p:ext uri="{BB962C8B-B14F-4D97-AF65-F5344CB8AC3E}">
        <p14:creationId xmlns:p14="http://schemas.microsoft.com/office/powerpoint/2010/main" val="221483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en-US" altLang="zh-CN" sz="1200" dirty="0"/>
          </a:p>
          <a:p>
            <a:pPr eaLnBrk="1" hangingPunct="1"/>
            <a:endParaRPr lang="zh-CN" altLang="en-US" sz="1200" dirty="0"/>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5</a:t>
            </a:fld>
            <a:endParaRPr lang="zh-CN" altLang="en-US"/>
          </a:p>
        </p:txBody>
      </p:sp>
    </p:spTree>
    <p:extLst>
      <p:ext uri="{BB962C8B-B14F-4D97-AF65-F5344CB8AC3E}">
        <p14:creationId xmlns:p14="http://schemas.microsoft.com/office/powerpoint/2010/main" val="1436032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90000"/>
              </a:lnSpc>
              <a:spcBef>
                <a:spcPts val="0"/>
              </a:spcBef>
              <a:spcAft>
                <a:spcPts val="0"/>
              </a:spcAft>
              <a:buClrTx/>
              <a:buSzTx/>
              <a:buFontTx/>
              <a:buNone/>
              <a:tabLst/>
              <a:defRPr/>
            </a:pPr>
            <a:r>
              <a:rPr lang="en-US" altLang="zh-CN" dirty="0">
                <a:latin typeface="Times New Roman" panose="02020603050405020304" pitchFamily="18" charset="0"/>
              </a:rPr>
              <a:t>CPLD </a:t>
            </a:r>
            <a:r>
              <a:rPr lang="zh-CN" altLang="en-US" dirty="0">
                <a:latin typeface="Times New Roman" panose="02020603050405020304" pitchFamily="18" charset="0"/>
              </a:rPr>
              <a:t>器件一般采用 </a:t>
            </a:r>
            <a:r>
              <a:rPr lang="en-US" altLang="zh-CN" dirty="0">
                <a:latin typeface="Times New Roman" panose="02020603050405020304" pitchFamily="18" charset="0"/>
              </a:rPr>
              <a:t>E</a:t>
            </a:r>
            <a:r>
              <a:rPr lang="en-US" altLang="zh-CN" baseline="30000" dirty="0">
                <a:latin typeface="Times New Roman" panose="02020603050405020304" pitchFamily="18" charset="0"/>
              </a:rPr>
              <a:t>2</a:t>
            </a:r>
            <a:r>
              <a:rPr lang="en-US" altLang="zh-CN" dirty="0">
                <a:latin typeface="Times New Roman" panose="02020603050405020304" pitchFamily="18" charset="0"/>
              </a:rPr>
              <a:t>PROM </a:t>
            </a:r>
            <a:r>
              <a:rPr lang="zh-CN" altLang="en-US" dirty="0">
                <a:latin typeface="Times New Roman" panose="02020603050405020304" pitchFamily="18" charset="0"/>
              </a:rPr>
              <a:t>存储技术，可重复编程，并且系统掉电后，</a:t>
            </a:r>
            <a:r>
              <a:rPr lang="en-US" altLang="zh-CN" dirty="0">
                <a:latin typeface="Times New Roman" panose="02020603050405020304" pitchFamily="18" charset="0"/>
              </a:rPr>
              <a:t>E</a:t>
            </a:r>
            <a:r>
              <a:rPr lang="en-US" altLang="zh-CN" baseline="30000" dirty="0">
                <a:latin typeface="Times New Roman" panose="02020603050405020304" pitchFamily="18" charset="0"/>
              </a:rPr>
              <a:t>2</a:t>
            </a:r>
            <a:r>
              <a:rPr lang="en-US" altLang="zh-CN" dirty="0">
                <a:latin typeface="Times New Roman" panose="02020603050405020304" pitchFamily="18" charset="0"/>
              </a:rPr>
              <a:t>PROM </a:t>
            </a:r>
            <a:r>
              <a:rPr lang="zh-CN" altLang="en-US" dirty="0">
                <a:latin typeface="Times New Roman" panose="02020603050405020304" pitchFamily="18" charset="0"/>
              </a:rPr>
              <a:t>中的数据不会丢失，适于数据的保密</a:t>
            </a:r>
            <a:endParaRPr lang="en-US" altLang="zh-CN" dirty="0">
              <a:latin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endParaRPr lang="en-US" altLang="zh-CN" dirty="0">
              <a:latin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lang="en-US" altLang="zh-CN" dirty="0">
                <a:latin typeface="Times New Roman" panose="02020603050405020304" pitchFamily="18" charset="0"/>
              </a:rPr>
              <a:t>E</a:t>
            </a:r>
            <a:r>
              <a:rPr lang="en-US" altLang="zh-CN" baseline="30000" dirty="0">
                <a:latin typeface="Times New Roman" panose="02020603050405020304" pitchFamily="18" charset="0"/>
              </a:rPr>
              <a:t>2</a:t>
            </a:r>
            <a:r>
              <a:rPr lang="en-US" altLang="zh-CN" dirty="0">
                <a:latin typeface="Times New Roman" panose="02020603050405020304" pitchFamily="18" charset="0"/>
              </a:rPr>
              <a:t>PROM</a:t>
            </a:r>
            <a:r>
              <a:rPr lang="zh-CN" altLang="en-US" dirty="0">
                <a:latin typeface="Times New Roman" panose="02020603050405020304" pitchFamily="18" charset="0"/>
              </a:rPr>
              <a:t>（</a:t>
            </a:r>
            <a:r>
              <a:rPr lang="en-US" altLang="zh-CN" dirty="0">
                <a:latin typeface="Times New Roman" panose="02020603050405020304" pitchFamily="18" charset="0"/>
              </a:rPr>
              <a:t>Electrically Erasable Programmable Read Only Memory</a:t>
            </a:r>
            <a:r>
              <a:rPr lang="zh-CN" altLang="en-US" dirty="0">
                <a:latin typeface="Times New Roman" panose="02020603050405020304" pitchFamily="18" charset="0"/>
              </a:rPr>
              <a:t>）是指</a:t>
            </a:r>
            <a:r>
              <a:rPr lang="zh-CN" altLang="en-US">
                <a:latin typeface="Times New Roman" panose="02020603050405020304" pitchFamily="18" charset="0"/>
              </a:rPr>
              <a:t>带电可擦可编程只读存储器，是</a:t>
            </a:r>
            <a:r>
              <a:rPr lang="zh-CN" altLang="en-US" dirty="0">
                <a:latin typeface="Times New Roman" panose="02020603050405020304" pitchFamily="18" charset="0"/>
              </a:rPr>
              <a:t>一种掉电后数据不丢失的存储芯片</a:t>
            </a:r>
            <a:endParaRPr lang="en-US" altLang="zh-CN" dirty="0">
              <a:latin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lang="en-US" altLang="zh-CN" dirty="0">
                <a:latin typeface="Times New Roman" panose="02020603050405020304" pitchFamily="18" charset="0"/>
              </a:rPr>
              <a:t>E</a:t>
            </a:r>
            <a:r>
              <a:rPr lang="en-US" altLang="zh-CN" baseline="30000" dirty="0">
                <a:latin typeface="Times New Roman" panose="02020603050405020304" pitchFamily="18" charset="0"/>
              </a:rPr>
              <a:t>2</a:t>
            </a:r>
            <a:r>
              <a:rPr lang="en-US" altLang="zh-CN" dirty="0">
                <a:latin typeface="Times New Roman" panose="02020603050405020304" pitchFamily="18" charset="0"/>
              </a:rPr>
              <a:t>PROM </a:t>
            </a:r>
            <a:r>
              <a:rPr lang="zh-CN" altLang="en-US" dirty="0">
                <a:latin typeface="Times New Roman" panose="02020603050405020304" pitchFamily="18" charset="0"/>
              </a:rPr>
              <a:t>可以在电脑上或专用设备上擦除已有信息，重新编程，一般用在即插即用</a:t>
            </a:r>
            <a:endParaRPr lang="en-US" altLang="zh-CN" dirty="0">
              <a:latin typeface="Times New Roman" panose="02020603050405020304" pitchFamily="18" charset="0"/>
            </a:endParaRPr>
          </a:p>
          <a:p>
            <a:pPr algn="just" eaLnBrk="1" hangingPunct="1">
              <a:lnSpc>
                <a:spcPct val="90000"/>
              </a:lnSpc>
            </a:pPr>
            <a:endParaRPr lang="en-US" altLang="zh-CN" dirty="0">
              <a:latin typeface="Times New Roman" panose="02020603050405020304" pitchFamily="18" charset="0"/>
            </a:endParaRPr>
          </a:p>
          <a:p>
            <a:pPr algn="just" eaLnBrk="1" hangingPunct="1">
              <a:lnSpc>
                <a:spcPct val="90000"/>
              </a:lnSpc>
            </a:pPr>
            <a:r>
              <a:rPr lang="en-US" altLang="zh-CN" dirty="0">
                <a:latin typeface="Times New Roman" panose="02020603050405020304" pitchFamily="18" charset="0"/>
              </a:rPr>
              <a:t>FPGA </a:t>
            </a:r>
            <a:r>
              <a:rPr lang="zh-CN" altLang="en-US" dirty="0">
                <a:latin typeface="Times New Roman" panose="02020603050405020304" pitchFamily="18" charset="0"/>
              </a:rPr>
              <a:t>采用 </a:t>
            </a:r>
            <a:r>
              <a:rPr lang="en-US" altLang="zh-CN" dirty="0">
                <a:latin typeface="Times New Roman" panose="02020603050405020304" pitchFamily="18" charset="0"/>
              </a:rPr>
              <a:t>SRAM </a:t>
            </a:r>
            <a:r>
              <a:rPr lang="zh-CN" altLang="en-US" dirty="0">
                <a:latin typeface="Times New Roman" panose="02020603050405020304" pitchFamily="18" charset="0"/>
              </a:rPr>
              <a:t>进行功能配置，可重复编程，但系统掉电后，</a:t>
            </a:r>
            <a:r>
              <a:rPr lang="en-US" altLang="zh-CN" dirty="0">
                <a:latin typeface="Times New Roman" panose="02020603050405020304" pitchFamily="18" charset="0"/>
              </a:rPr>
              <a:t>SRAM </a:t>
            </a:r>
            <a:r>
              <a:rPr lang="zh-CN" altLang="en-US" dirty="0">
                <a:latin typeface="Times New Roman" panose="02020603050405020304" pitchFamily="18" charset="0"/>
              </a:rPr>
              <a:t>中的数据丢失</a:t>
            </a:r>
            <a:endParaRPr lang="en-US" altLang="zh-CN" dirty="0">
              <a:latin typeface="Times New Roman" panose="02020603050405020304" pitchFamily="18" charset="0"/>
            </a:endParaRPr>
          </a:p>
          <a:p>
            <a:pPr algn="just" eaLnBrk="1" hangingPunct="1">
              <a:lnSpc>
                <a:spcPct val="90000"/>
              </a:lnSpc>
            </a:pPr>
            <a:r>
              <a:rPr lang="zh-CN" altLang="en-US" dirty="0">
                <a:latin typeface="Times New Roman" panose="02020603050405020304" pitchFamily="18" charset="0"/>
              </a:rPr>
              <a:t>因此，需在 </a:t>
            </a:r>
            <a:r>
              <a:rPr lang="en-US" altLang="zh-CN" dirty="0">
                <a:latin typeface="Times New Roman" panose="02020603050405020304" pitchFamily="18" charset="0"/>
              </a:rPr>
              <a:t>FPGA </a:t>
            </a:r>
            <a:r>
              <a:rPr lang="zh-CN" altLang="en-US" dirty="0">
                <a:latin typeface="Times New Roman" panose="02020603050405020304" pitchFamily="18" charset="0"/>
              </a:rPr>
              <a:t>外加 </a:t>
            </a:r>
            <a:r>
              <a:rPr lang="en-US" altLang="zh-CN" dirty="0">
                <a:latin typeface="Times New Roman" panose="02020603050405020304" pitchFamily="18" charset="0"/>
              </a:rPr>
              <a:t>E</a:t>
            </a:r>
            <a:r>
              <a:rPr lang="en-US" altLang="zh-CN" baseline="30000" dirty="0">
                <a:latin typeface="Times New Roman" panose="02020603050405020304" pitchFamily="18" charset="0"/>
              </a:rPr>
              <a:t>2</a:t>
            </a:r>
            <a:r>
              <a:rPr lang="en-US" altLang="zh-CN" dirty="0">
                <a:latin typeface="Times New Roman" panose="02020603050405020304" pitchFamily="18" charset="0"/>
              </a:rPr>
              <a:t>PROM</a:t>
            </a:r>
            <a:r>
              <a:rPr lang="zh-CN" altLang="en-US" dirty="0">
                <a:latin typeface="Times New Roman" panose="02020603050405020304" pitchFamily="18" charset="0"/>
              </a:rPr>
              <a:t>，将配置数据写入其中，系统每次上电自动将数据引入 </a:t>
            </a:r>
            <a:r>
              <a:rPr lang="en-US" altLang="zh-CN" dirty="0">
                <a:latin typeface="Times New Roman" panose="02020603050405020304" pitchFamily="18" charset="0"/>
              </a:rPr>
              <a:t>SRAM </a:t>
            </a:r>
            <a:r>
              <a:rPr lang="zh-CN" altLang="en-US" dirty="0">
                <a:latin typeface="Times New Roman" panose="02020603050405020304" pitchFamily="18" charset="0"/>
              </a:rPr>
              <a:t>中</a:t>
            </a:r>
            <a:endParaRPr lang="en-US" altLang="zh-CN" dirty="0">
              <a:latin typeface="Times New Roman" panose="02020603050405020304" pitchFamily="18" charset="0"/>
            </a:endParaRPr>
          </a:p>
          <a:p>
            <a:pPr algn="just" eaLnBrk="1" hangingPunct="1">
              <a:lnSpc>
                <a:spcPct val="90000"/>
              </a:lnSpc>
            </a:pPr>
            <a:endParaRPr lang="zh-CN" altLang="en-US" dirty="0">
              <a:latin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lang="en-US" altLang="zh-CN" dirty="0">
                <a:latin typeface="Times New Roman" panose="02020603050405020304" pitchFamily="18" charset="0"/>
              </a:rPr>
              <a:t>CPLD </a:t>
            </a:r>
            <a:r>
              <a:rPr lang="zh-CN" altLang="en-US" dirty="0">
                <a:latin typeface="Times New Roman" panose="02020603050405020304" pitchFamily="18" charset="0"/>
              </a:rPr>
              <a:t>基于与或阵列结构，适于实现大规模的组合功能，但触发器资源相对较少</a:t>
            </a:r>
          </a:p>
          <a:p>
            <a:pPr algn="just" eaLnBrk="1" hangingPunct="1">
              <a:lnSpc>
                <a:spcPct val="90000"/>
              </a:lnSpc>
            </a:pPr>
            <a:endParaRPr lang="zh-CN" altLang="en-US" dirty="0">
              <a:latin typeface="Times New Roman" panose="02020603050405020304" pitchFamily="18" charset="0"/>
            </a:endParaRPr>
          </a:p>
          <a:p>
            <a:pPr eaLnBrk="1" hangingPunct="1">
              <a:lnSpc>
                <a:spcPct val="90000"/>
              </a:lnSpc>
            </a:pPr>
            <a:r>
              <a:rPr lang="en-US" altLang="zh-CN" dirty="0">
                <a:latin typeface="Times New Roman" panose="02020603050405020304" pitchFamily="18" charset="0"/>
              </a:rPr>
              <a:t>FPGA </a:t>
            </a:r>
            <a:r>
              <a:rPr lang="zh-CN" altLang="en-US" dirty="0">
                <a:latin typeface="Times New Roman" panose="02020603050405020304" pitchFamily="18" charset="0"/>
              </a:rPr>
              <a:t>器件含有丰富的触发器资源，易于实现时序逻辑，如果要求实现较复杂的组合电路则需要几个 </a:t>
            </a:r>
            <a:r>
              <a:rPr lang="en-US" altLang="zh-CN" dirty="0">
                <a:latin typeface="Times New Roman" panose="02020603050405020304" pitchFamily="18" charset="0"/>
              </a:rPr>
              <a:t>CLB </a:t>
            </a:r>
            <a:r>
              <a:rPr lang="zh-CN" altLang="en-US" dirty="0">
                <a:latin typeface="Times New Roman" panose="02020603050405020304" pitchFamily="18" charset="0"/>
              </a:rPr>
              <a:t>（</a:t>
            </a:r>
            <a:r>
              <a:rPr lang="en-US" altLang="zh-CN" sz="1200" b="0" i="0" kern="1200" dirty="0">
                <a:solidFill>
                  <a:schemeClr val="tx1"/>
                </a:solidFill>
                <a:effectLst/>
                <a:latin typeface="+mn-lt"/>
                <a:ea typeface="+mn-ea"/>
                <a:cs typeface="+mn-cs"/>
              </a:rPr>
              <a:t>Configurable Logic Block</a:t>
            </a:r>
            <a:r>
              <a:rPr lang="zh-CN" altLang="en-US" sz="1200" b="0" i="0" kern="1200" dirty="0">
                <a:solidFill>
                  <a:schemeClr val="tx1"/>
                </a:solidFill>
                <a:effectLst/>
                <a:latin typeface="+mn-lt"/>
                <a:ea typeface="+mn-ea"/>
                <a:cs typeface="+mn-cs"/>
              </a:rPr>
              <a:t>，可配置逻辑模块</a:t>
            </a:r>
            <a:r>
              <a:rPr lang="zh-CN" altLang="en-US" dirty="0">
                <a:latin typeface="Times New Roman" panose="02020603050405020304" pitchFamily="18" charset="0"/>
              </a:rPr>
              <a:t>）结合起来实现</a:t>
            </a:r>
            <a:endParaRPr lang="en-US" altLang="zh-CN" dirty="0">
              <a:latin typeface="Times New Roman" panose="02020603050405020304" pitchFamily="18" charset="0"/>
            </a:endParaRPr>
          </a:p>
          <a:p>
            <a:pPr eaLnBrk="1" hangingPunct="1">
              <a:lnSpc>
                <a:spcPct val="90000"/>
              </a:lnSpc>
            </a:pPr>
            <a:r>
              <a:rPr lang="en-US" altLang="zh-CN" dirty="0">
                <a:latin typeface="Times New Roman" panose="02020603050405020304" pitchFamily="18" charset="0"/>
              </a:rPr>
              <a:t>FPGA </a:t>
            </a:r>
            <a:r>
              <a:rPr lang="zh-CN" altLang="en-US" dirty="0">
                <a:latin typeface="Times New Roman" panose="02020603050405020304" pitchFamily="18" charset="0"/>
              </a:rPr>
              <a:t>内部有丰富连线资源，</a:t>
            </a:r>
            <a:r>
              <a:rPr lang="en-US" altLang="zh-CN" dirty="0">
                <a:latin typeface="Times New Roman" panose="02020603050405020304" pitchFamily="18" charset="0"/>
              </a:rPr>
              <a:t>CLB </a:t>
            </a:r>
            <a:r>
              <a:rPr lang="zh-CN" altLang="en-US" dirty="0">
                <a:latin typeface="Times New Roman" panose="02020603050405020304" pitchFamily="18" charset="0"/>
              </a:rPr>
              <a:t>分块较小，芯片的利用率较高</a:t>
            </a:r>
          </a:p>
          <a:p>
            <a:pPr eaLnBrk="1" hangingPunct="1">
              <a:lnSpc>
                <a:spcPct val="90000"/>
              </a:lnSpc>
            </a:pPr>
            <a:endParaRPr lang="en-US" altLang="zh-CN" dirty="0">
              <a:latin typeface="Times New Roman" panose="02020603050405020304" pitchFamily="18" charset="0"/>
            </a:endParaRPr>
          </a:p>
          <a:p>
            <a:pPr eaLnBrk="1" hangingPunct="1">
              <a:lnSpc>
                <a:spcPct val="90000"/>
              </a:lnSpc>
            </a:pPr>
            <a:r>
              <a:rPr lang="en-US" altLang="zh-CN" dirty="0">
                <a:latin typeface="Times New Roman" panose="02020603050405020304" pitchFamily="18" charset="0"/>
              </a:rPr>
              <a:t>CPLD </a:t>
            </a:r>
            <a:r>
              <a:rPr lang="zh-CN" altLang="en-US" dirty="0">
                <a:latin typeface="Times New Roman" panose="02020603050405020304" pitchFamily="18" charset="0"/>
              </a:rPr>
              <a:t>为粗粒度结构；</a:t>
            </a:r>
            <a:r>
              <a:rPr lang="en-US" altLang="zh-CN" dirty="0">
                <a:latin typeface="Times New Roman" panose="02020603050405020304" pitchFamily="18" charset="0"/>
              </a:rPr>
              <a:t>FPGA </a:t>
            </a:r>
            <a:r>
              <a:rPr lang="zh-CN" altLang="en-US" dirty="0">
                <a:latin typeface="Times New Roman" panose="02020603050405020304" pitchFamily="18" charset="0"/>
              </a:rPr>
              <a:t>为细粒度结构</a:t>
            </a:r>
            <a:endParaRPr lang="en-US" altLang="zh-CN" dirty="0">
              <a:latin typeface="Times New Roman" panose="02020603050405020304" pitchFamily="18" charset="0"/>
            </a:endParaRPr>
          </a:p>
          <a:p>
            <a:pPr eaLnBrk="1" hangingPunct="1">
              <a:lnSpc>
                <a:spcPct val="90000"/>
              </a:lnSpc>
            </a:pPr>
            <a:endParaRPr lang="zh-CN" altLang="en-US" dirty="0">
              <a:latin typeface="Times New Roman" panose="02020603050405020304" pitchFamily="18" charset="0"/>
            </a:endParaRPr>
          </a:p>
          <a:p>
            <a:pPr algn="just" eaLnBrk="1" hangingPunct="1">
              <a:lnSpc>
                <a:spcPct val="90000"/>
              </a:lnSpc>
            </a:pPr>
            <a:r>
              <a:rPr lang="en-US" altLang="zh-CN" dirty="0">
                <a:latin typeface="Times New Roman" panose="02020603050405020304" pitchFamily="18" charset="0"/>
              </a:rPr>
              <a:t>CPLD </a:t>
            </a:r>
            <a:r>
              <a:rPr lang="zh-CN" altLang="en-US" dirty="0">
                <a:latin typeface="Times New Roman" panose="02020603050405020304" pitchFamily="18" charset="0"/>
              </a:rPr>
              <a:t>的宏单元的与或阵列较大，通常不能完全被应用，且宏单元之间主要通过高速数据通道连接，其容量有限，限制了器件的灵活布线，因此 </a:t>
            </a:r>
            <a:r>
              <a:rPr lang="en-US" altLang="zh-CN" dirty="0">
                <a:latin typeface="Times New Roman" panose="02020603050405020304" pitchFamily="18" charset="0"/>
              </a:rPr>
              <a:t>CPLD </a:t>
            </a:r>
            <a:r>
              <a:rPr lang="zh-CN" altLang="en-US" dirty="0">
                <a:latin typeface="Times New Roman" panose="02020603050405020304" pitchFamily="18" charset="0"/>
              </a:rPr>
              <a:t>利用率较 </a:t>
            </a:r>
            <a:r>
              <a:rPr lang="en-US" altLang="zh-CN" dirty="0">
                <a:latin typeface="Times New Roman" panose="02020603050405020304" pitchFamily="18" charset="0"/>
              </a:rPr>
              <a:t>FPGA </a:t>
            </a:r>
            <a:r>
              <a:rPr lang="zh-CN" altLang="en-US" dirty="0">
                <a:latin typeface="Times New Roman" panose="02020603050405020304" pitchFamily="18" charset="0"/>
              </a:rPr>
              <a:t>器件低</a:t>
            </a:r>
          </a:p>
          <a:p>
            <a:pPr algn="just" eaLnBrk="1" hangingPunct="1">
              <a:lnSpc>
                <a:spcPct val="90000"/>
              </a:lnSpc>
            </a:pPr>
            <a:endParaRPr lang="zh-CN" altLang="en-US" dirty="0">
              <a:latin typeface="Times New Roman" panose="02020603050405020304" pitchFamily="18" charset="0"/>
            </a:endParaRPr>
          </a:p>
          <a:p>
            <a:pPr algn="just" eaLnBrk="1" hangingPunct="1">
              <a:lnSpc>
                <a:spcPct val="90000"/>
              </a:lnSpc>
            </a:pPr>
            <a:r>
              <a:rPr lang="en-US" altLang="zh-CN" dirty="0">
                <a:latin typeface="Times New Roman" panose="02020603050405020304" pitchFamily="18" charset="0"/>
              </a:rPr>
              <a:t>CPLD </a:t>
            </a:r>
            <a:r>
              <a:rPr lang="zh-CN" altLang="en-US" dirty="0">
                <a:latin typeface="Times New Roman" panose="02020603050405020304" pitchFamily="18" charset="0"/>
              </a:rPr>
              <a:t>为连续式布线；</a:t>
            </a:r>
            <a:r>
              <a:rPr lang="en-US" altLang="zh-CN" dirty="0">
                <a:latin typeface="Times New Roman" panose="02020603050405020304" pitchFamily="18" charset="0"/>
              </a:rPr>
              <a:t>FPGA </a:t>
            </a:r>
            <a:r>
              <a:rPr lang="zh-CN" altLang="en-US" dirty="0">
                <a:latin typeface="Times New Roman" panose="02020603050405020304" pitchFamily="18" charset="0"/>
              </a:rPr>
              <a:t>为非连续式布线</a:t>
            </a:r>
            <a:endParaRPr lang="en-US" altLang="zh-CN" dirty="0">
              <a:latin typeface="Times New Roman" panose="02020603050405020304" pitchFamily="18" charset="0"/>
            </a:endParaRPr>
          </a:p>
          <a:p>
            <a:pPr algn="just" eaLnBrk="1" hangingPunct="1">
              <a:lnSpc>
                <a:spcPct val="90000"/>
              </a:lnSpc>
            </a:pPr>
            <a:endParaRPr lang="en-US" altLang="zh-CN" dirty="0">
              <a:latin typeface="Times New Roman" panose="02020603050405020304" pitchFamily="18" charset="0"/>
            </a:endParaRPr>
          </a:p>
          <a:p>
            <a:pPr marL="0" marR="0" lvl="0" indent="0" algn="just" defTabSz="914400" rtl="0" eaLnBrk="1" fontAlgn="auto" latinLnBrk="0" hangingPunct="1">
              <a:lnSpc>
                <a:spcPct val="90000"/>
              </a:lnSpc>
              <a:spcBef>
                <a:spcPts val="0"/>
              </a:spcBef>
              <a:spcAft>
                <a:spcPts val="0"/>
              </a:spcAft>
              <a:buClrTx/>
              <a:buSzTx/>
              <a:buFontTx/>
              <a:buNone/>
              <a:tabLst/>
              <a:defRPr/>
            </a:pPr>
            <a:r>
              <a:rPr lang="en-US" altLang="zh-CN" dirty="0">
                <a:latin typeface="Times New Roman" panose="02020603050405020304" pitchFamily="18" charset="0"/>
              </a:rPr>
              <a:t>CPLD </a:t>
            </a:r>
            <a:r>
              <a:rPr lang="zh-CN" altLang="en-US" dirty="0">
                <a:latin typeface="Times New Roman" panose="02020603050405020304" pitchFamily="18" charset="0"/>
              </a:rPr>
              <a:t>每次布线路径一样，</a:t>
            </a:r>
            <a:r>
              <a:rPr lang="en-US" altLang="zh-CN" dirty="0">
                <a:latin typeface="Times New Roman" panose="02020603050405020304" pitchFamily="18" charset="0"/>
              </a:rPr>
              <a:t>CPLD </a:t>
            </a:r>
            <a:r>
              <a:rPr lang="zh-CN" altLang="en-US" dirty="0">
                <a:latin typeface="Times New Roman" panose="02020603050405020304" pitchFamily="18" charset="0"/>
              </a:rPr>
              <a:t>的连续式互连结构利用具有同样长度的一些金属线实现逻辑单元之间的互连；连续式互连结构消除了分段式互连结构在定时上的差异，并在逻辑单元之间提供快速且具有固定延时的通路</a:t>
            </a:r>
          </a:p>
          <a:p>
            <a:pPr algn="just" eaLnBrk="1" hangingPunct="1">
              <a:lnSpc>
                <a:spcPct val="90000"/>
              </a:lnSpc>
            </a:pPr>
            <a:endParaRPr lang="en-US" altLang="zh-CN" dirty="0">
              <a:latin typeface="Times New Roman" panose="02020603050405020304" pitchFamily="18" charset="0"/>
            </a:endParaRPr>
          </a:p>
          <a:p>
            <a:pPr algn="just" eaLnBrk="1" hangingPunct="1">
              <a:lnSpc>
                <a:spcPct val="90000"/>
              </a:lnSpc>
            </a:pPr>
            <a:r>
              <a:rPr lang="en-US" altLang="zh-CN" dirty="0">
                <a:latin typeface="Times New Roman" panose="02020603050405020304" pitchFamily="18" charset="0"/>
              </a:rPr>
              <a:t>FPGA </a:t>
            </a:r>
            <a:r>
              <a:rPr lang="zh-CN" altLang="en-US" dirty="0">
                <a:latin typeface="Times New Roman" panose="02020603050405020304" pitchFamily="18" charset="0"/>
              </a:rPr>
              <a:t>器件在每次编程时实现的逻辑功能一样，但走的路线不同，因此延时不易控制，要求开发软件允许工程师对关键的路线给予限制</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6</a:t>
            </a:fld>
            <a:endParaRPr lang="zh-CN" altLang="en-US"/>
          </a:p>
        </p:txBody>
      </p:sp>
    </p:spTree>
    <p:extLst>
      <p:ext uri="{BB962C8B-B14F-4D97-AF65-F5344CB8AC3E}">
        <p14:creationId xmlns:p14="http://schemas.microsoft.com/office/powerpoint/2010/main" val="2966695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逻辑块是 </a:t>
            </a:r>
            <a:r>
              <a:rPr lang="en-US" altLang="zh-CN" dirty="0"/>
              <a:t>CPLD </a:t>
            </a:r>
            <a:r>
              <a:rPr lang="zh-CN" altLang="en-US" dirty="0"/>
              <a:t>实现逻辑功能的核心模块，能实现用乘积项之和表示的逻辑函数</a:t>
            </a:r>
            <a:endParaRPr lang="en-US" altLang="zh-CN" dirty="0"/>
          </a:p>
          <a:p>
            <a:r>
              <a:rPr lang="en-US" altLang="zh-CN" dirty="0"/>
              <a:t>CPLD </a:t>
            </a:r>
            <a:r>
              <a:rPr lang="zh-CN" altLang="en-US" dirty="0"/>
              <a:t>逻辑块类似一个 </a:t>
            </a:r>
            <a:r>
              <a:rPr lang="en-US" altLang="zh-CN" dirty="0"/>
              <a:t>PAL </a:t>
            </a:r>
            <a:r>
              <a:rPr lang="zh-CN" altLang="en-US" dirty="0"/>
              <a:t>器件</a:t>
            </a:r>
            <a:endParaRPr lang="en-US" altLang="zh-CN" dirty="0"/>
          </a:p>
          <a:p>
            <a:endParaRPr lang="en-US" altLang="zh-CN" dirty="0"/>
          </a:p>
          <a:p>
            <a:r>
              <a:rPr lang="zh-CN" altLang="en-US" dirty="0"/>
              <a:t>乘积项分配实现乘积项的结果的后续应用</a:t>
            </a:r>
            <a:endParaRPr lang="en-US" altLang="zh-CN" dirty="0"/>
          </a:p>
          <a:p>
            <a:endParaRPr lang="en-US" altLang="zh-CN" dirty="0"/>
          </a:p>
          <a:p>
            <a:r>
              <a:rPr lang="zh-CN" altLang="en-US" dirty="0"/>
              <a:t>通过对宏单元编程可实现组合逻辑输出、寄存器输出、清零、置位等工作方式</a:t>
            </a:r>
            <a:endParaRPr lang="en-US" altLang="zh-CN" dirty="0"/>
          </a:p>
          <a:p>
            <a:r>
              <a:rPr lang="zh-CN" altLang="en-US" dirty="0"/>
              <a:t>宏单元的输出不仅送至 </a:t>
            </a:r>
            <a:r>
              <a:rPr lang="en-US" altLang="zh-CN" dirty="0"/>
              <a:t>I/O </a:t>
            </a:r>
            <a:r>
              <a:rPr lang="zh-CN" altLang="en-US" dirty="0"/>
              <a:t>块，还送到内部可编程连线区（开关矩阵），以便被其它逻辑块使用</a:t>
            </a:r>
            <a:endParaRPr lang="en-US" altLang="zh-CN" dirty="0"/>
          </a:p>
          <a:p>
            <a:endParaRPr lang="en-US" altLang="zh-CN" dirty="0"/>
          </a:p>
          <a:p>
            <a:r>
              <a:rPr lang="en-US" altLang="zh-CN" dirty="0"/>
              <a:t>CPLD </a:t>
            </a:r>
            <a:r>
              <a:rPr lang="zh-CN" altLang="en-US" dirty="0"/>
              <a:t>实际上是将多个简单的 </a:t>
            </a:r>
            <a:r>
              <a:rPr lang="en-US" altLang="zh-CN" dirty="0"/>
              <a:t>PLD </a:t>
            </a:r>
            <a:r>
              <a:rPr lang="zh-CN" altLang="en-US" dirty="0"/>
              <a:t>集成到单个芯片内部，使用可编程内部连线来连接片内各个逻辑块</a:t>
            </a:r>
            <a:endParaRPr lang="en-US" altLang="zh-CN" dirty="0"/>
          </a:p>
          <a:p>
            <a:endParaRPr lang="en-US" altLang="zh-CN" dirty="0"/>
          </a:p>
          <a:p>
            <a:r>
              <a:rPr lang="zh-CN" altLang="en-US" dirty="0"/>
              <a:t>见数电教材 </a:t>
            </a:r>
            <a:r>
              <a:rPr lang="en-US" altLang="zh-CN" dirty="0"/>
              <a:t>P361 - 364</a:t>
            </a:r>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8</a:t>
            </a:fld>
            <a:endParaRPr lang="zh-CN" altLang="en-US"/>
          </a:p>
        </p:txBody>
      </p:sp>
    </p:spTree>
    <p:extLst>
      <p:ext uri="{BB962C8B-B14F-4D97-AF65-F5344CB8AC3E}">
        <p14:creationId xmlns:p14="http://schemas.microsoft.com/office/powerpoint/2010/main" val="1674967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FFFF00"/>
                </a:solidFill>
              </a:rPr>
              <a:t>20 </a:t>
            </a:r>
            <a:r>
              <a:rPr lang="zh-CN" altLang="en-US" dirty="0">
                <a:solidFill>
                  <a:srgbClr val="FFFF00"/>
                </a:solidFill>
              </a:rPr>
              <a:t>世纪 </a:t>
            </a:r>
            <a:r>
              <a:rPr lang="en-US" altLang="zh-CN" dirty="0">
                <a:solidFill>
                  <a:srgbClr val="FFFF00"/>
                </a:solidFill>
              </a:rPr>
              <a:t>80 </a:t>
            </a:r>
            <a:r>
              <a:rPr lang="zh-CN" altLang="en-US" dirty="0">
                <a:solidFill>
                  <a:srgbClr val="FFFF00"/>
                </a:solidFill>
              </a:rPr>
              <a:t>年代中期，</a:t>
            </a:r>
            <a:r>
              <a:rPr lang="en-US" altLang="zh-CN" dirty="0">
                <a:solidFill>
                  <a:srgbClr val="FFFF00"/>
                </a:solidFill>
              </a:rPr>
              <a:t>Xilinx </a:t>
            </a:r>
            <a:r>
              <a:rPr lang="zh-CN" altLang="en-US" dirty="0">
                <a:solidFill>
                  <a:srgbClr val="FFFF00"/>
                </a:solidFill>
              </a:rPr>
              <a:t>公司提出了现场可编程的概念，并于 </a:t>
            </a:r>
            <a:r>
              <a:rPr lang="en-US" altLang="zh-CN" dirty="0">
                <a:solidFill>
                  <a:srgbClr val="FFFF00"/>
                </a:solidFill>
              </a:rPr>
              <a:t>1985 </a:t>
            </a:r>
            <a:r>
              <a:rPr lang="zh-CN" altLang="en-US" dirty="0">
                <a:solidFill>
                  <a:srgbClr val="FFFF00"/>
                </a:solidFill>
              </a:rPr>
              <a:t>年率先推出现场可编程门阵列器件（</a:t>
            </a:r>
            <a:r>
              <a:rPr lang="en-US" altLang="zh-CN" dirty="0">
                <a:solidFill>
                  <a:srgbClr val="FFFF00"/>
                </a:solidFill>
              </a:rPr>
              <a:t>FPGA</a:t>
            </a:r>
            <a:r>
              <a:rPr lang="zh-CN" altLang="en-US" dirty="0">
                <a:solidFill>
                  <a:srgbClr val="FFFF00"/>
                </a:solidFill>
              </a:rPr>
              <a:t>）</a:t>
            </a:r>
            <a:endParaRPr lang="en-US" altLang="zh-CN" dirty="0">
              <a:solidFill>
                <a:srgbClr val="FFFF00"/>
              </a:solidFill>
            </a:endParaRPr>
          </a:p>
          <a:p>
            <a:endParaRPr lang="en-US" altLang="zh-CN" dirty="0">
              <a:solidFill>
                <a:srgbClr val="FFFF00"/>
              </a:solidFill>
            </a:endParaRPr>
          </a:p>
          <a:p>
            <a:r>
              <a:rPr lang="en-US" altLang="zh-CN" dirty="0">
                <a:solidFill>
                  <a:srgbClr val="CCECFF"/>
                </a:solidFill>
              </a:rPr>
              <a:t>FPGA </a:t>
            </a:r>
            <a:r>
              <a:rPr lang="zh-CN" altLang="en-US" dirty="0">
                <a:solidFill>
                  <a:srgbClr val="CCECFF"/>
                </a:solidFill>
              </a:rPr>
              <a:t>具有密度高、编程速度快、设计灵活和可重新配置等优点</a:t>
            </a:r>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9</a:t>
            </a:fld>
            <a:endParaRPr lang="zh-CN" altLang="en-US"/>
          </a:p>
        </p:txBody>
      </p:sp>
    </p:spTree>
    <p:extLst>
      <p:ext uri="{BB962C8B-B14F-4D97-AF65-F5344CB8AC3E}">
        <p14:creationId xmlns:p14="http://schemas.microsoft.com/office/powerpoint/2010/main" val="3761168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 </a:t>
            </a:r>
            <a:r>
              <a:rPr lang="en-US" altLang="zh-CN" dirty="0"/>
              <a:t>FPGA </a:t>
            </a:r>
            <a:r>
              <a:rPr lang="zh-CN" altLang="en-US" dirty="0"/>
              <a:t>实现大规模逻辑电路时，变量数比较多，首先要对负责逻辑函数进行函数分解变换，以满足单个 </a:t>
            </a:r>
            <a:r>
              <a:rPr lang="en-US" altLang="zh-CN" dirty="0"/>
              <a:t>LUT </a:t>
            </a:r>
            <a:r>
              <a:rPr lang="zh-CN" altLang="en-US" dirty="0"/>
              <a:t>对变量数的要求，然后通过多个</a:t>
            </a:r>
            <a:r>
              <a:rPr lang="en-US" altLang="zh-CN" dirty="0"/>
              <a:t> LUT </a:t>
            </a:r>
            <a:r>
              <a:rPr lang="zh-CN" altLang="en-US" dirty="0"/>
              <a:t>扩展实现复杂的逻辑函数</a:t>
            </a:r>
            <a:endParaRPr lang="en-US" altLang="zh-CN" dirty="0"/>
          </a:p>
          <a:p>
            <a:endParaRPr lang="en-US" altLang="zh-CN" dirty="0"/>
          </a:p>
          <a:p>
            <a:r>
              <a:rPr lang="zh-CN" altLang="en-US" dirty="0"/>
              <a:t>目前 </a:t>
            </a:r>
            <a:r>
              <a:rPr lang="en-US" altLang="zh-CN" dirty="0"/>
              <a:t>FPGA </a:t>
            </a:r>
            <a:r>
              <a:rPr lang="zh-CN" altLang="en-US" dirty="0"/>
              <a:t>中大多使用 </a:t>
            </a:r>
            <a:r>
              <a:rPr lang="en-US" altLang="zh-CN" dirty="0"/>
              <a:t>4 ~ 6 </a:t>
            </a:r>
            <a:r>
              <a:rPr lang="zh-CN" altLang="en-US" dirty="0"/>
              <a:t>输入、</a:t>
            </a:r>
            <a:r>
              <a:rPr lang="en-US" altLang="zh-CN" dirty="0"/>
              <a:t>1 </a:t>
            </a:r>
            <a:r>
              <a:rPr lang="zh-CN" altLang="en-US" dirty="0"/>
              <a:t>个输出的 </a:t>
            </a:r>
            <a:r>
              <a:rPr lang="en-US" altLang="zh-CN"/>
              <a:t>LUT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11</a:t>
            </a:fld>
            <a:endParaRPr lang="zh-CN" altLang="en-US"/>
          </a:p>
        </p:txBody>
      </p:sp>
    </p:spTree>
    <p:extLst>
      <p:ext uri="{BB962C8B-B14F-4D97-AF65-F5344CB8AC3E}">
        <p14:creationId xmlns:p14="http://schemas.microsoft.com/office/powerpoint/2010/main" val="2125651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15</a:t>
            </a:fld>
            <a:endParaRPr lang="zh-CN" altLang="en-US"/>
          </a:p>
        </p:txBody>
      </p:sp>
    </p:spTree>
    <p:extLst>
      <p:ext uri="{BB962C8B-B14F-4D97-AF65-F5344CB8AC3E}">
        <p14:creationId xmlns:p14="http://schemas.microsoft.com/office/powerpoint/2010/main" val="37776462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8" name="Picture 16" descr="bg3">
            <a:extLst>
              <a:ext uri="{FF2B5EF4-FFF2-40B4-BE49-F238E27FC236}">
                <a16:creationId xmlns:a16="http://schemas.microsoft.com/office/drawing/2014/main" id="{3C12D28E-7FDA-416A-89CF-B41CFE8C112F}"/>
              </a:ext>
            </a:extLst>
          </p:cNvPr>
          <p:cNvPicPr>
            <a:picLocks noChangeAspect="1" noChangeArrowheads="1"/>
          </p:cNvPicPr>
          <p:nvPr/>
        </p:nvPicPr>
        <p:blipFill>
          <a:blip r:embed="rId2" cstate="print"/>
          <a:srcRect t="80031" b="16504"/>
          <a:stretch>
            <a:fillRect/>
          </a:stretch>
        </p:blipFill>
        <p:spPr bwMode="auto">
          <a:xfrm flipV="1">
            <a:off x="0" y="1711615"/>
            <a:ext cx="12192000" cy="43788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a:noFill/>
            <a:miter lim="800000"/>
            <a:headEnd/>
            <a:tailEnd/>
          </a:ln>
        </p:spPr>
      </p:pic>
      <p:pic>
        <p:nvPicPr>
          <p:cNvPr id="9" name="Picture 17" descr="bg3">
            <a:extLst>
              <a:ext uri="{FF2B5EF4-FFF2-40B4-BE49-F238E27FC236}">
                <a16:creationId xmlns:a16="http://schemas.microsoft.com/office/drawing/2014/main" id="{6256C6DD-5C6C-4934-AE0F-6E767F3C2F86}"/>
              </a:ext>
            </a:extLst>
          </p:cNvPr>
          <p:cNvPicPr>
            <a:picLocks noChangeAspect="1" noChangeArrowheads="1"/>
          </p:cNvPicPr>
          <p:nvPr/>
        </p:nvPicPr>
        <p:blipFill>
          <a:blip r:embed="rId2" cstate="print"/>
          <a:srcRect t="48767" b="15891"/>
          <a:stretch>
            <a:fillRect/>
          </a:stretch>
        </p:blipFill>
        <p:spPr bwMode="auto">
          <a:xfrm>
            <a:off x="0" y="1930558"/>
            <a:ext cx="12192000" cy="2777943"/>
          </a:xfrm>
          <a:prstGeom prst="rect">
            <a:avLst/>
          </a:prstGeom>
          <a:noFill/>
          <a:ln w="9525">
            <a:noFill/>
            <a:miter lim="800000"/>
            <a:headEnd/>
            <a:tailEnd/>
          </a:ln>
        </p:spPr>
      </p:pic>
      <p:pic>
        <p:nvPicPr>
          <p:cNvPr id="10" name="Picture 10" descr="2">
            <a:extLst>
              <a:ext uri="{FF2B5EF4-FFF2-40B4-BE49-F238E27FC236}">
                <a16:creationId xmlns:a16="http://schemas.microsoft.com/office/drawing/2014/main" id="{12F893B6-5430-4116-B41C-027E149AB2E4}"/>
              </a:ext>
            </a:extLst>
          </p:cNvPr>
          <p:cNvPicPr>
            <a:picLocks noChangeAspect="1" noChangeArrowheads="1"/>
          </p:cNvPicPr>
          <p:nvPr userDrawn="1"/>
        </p:nvPicPr>
        <p:blipFill rotWithShape="1">
          <a:blip r:embed="rId3" cstate="print">
            <a:clrChange>
              <a:clrFrom>
                <a:srgbClr val="E8E8EA"/>
              </a:clrFrom>
              <a:clrTo>
                <a:srgbClr val="E8E8EA">
                  <a:alpha val="0"/>
                </a:srgbClr>
              </a:clrTo>
            </a:clrChange>
          </a:blip>
          <a:srcRect l="3981" t="5824" r="52233" b="80846"/>
          <a:stretch/>
        </p:blipFill>
        <p:spPr bwMode="auto">
          <a:xfrm>
            <a:off x="0" y="278392"/>
            <a:ext cx="4244196" cy="914401"/>
          </a:xfrm>
          <a:prstGeom prst="rect">
            <a:avLst/>
          </a:prstGeom>
          <a:noFill/>
          <a:ln w="9525">
            <a:noFill/>
            <a:miter lim="800000"/>
            <a:headEnd/>
            <a:tailEnd/>
          </a:ln>
        </p:spPr>
      </p:pic>
    </p:spTree>
    <p:extLst>
      <p:ext uri="{BB962C8B-B14F-4D97-AF65-F5344CB8AC3E}">
        <p14:creationId xmlns:p14="http://schemas.microsoft.com/office/powerpoint/2010/main" val="225851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7" name="Picture 14" descr="bg2">
            <a:extLst>
              <a:ext uri="{FF2B5EF4-FFF2-40B4-BE49-F238E27FC236}">
                <a16:creationId xmlns:a16="http://schemas.microsoft.com/office/drawing/2014/main" id="{B5E88CDA-D72A-4EE5-A041-54DDE04C08EC}"/>
              </a:ext>
            </a:extLst>
          </p:cNvPr>
          <p:cNvPicPr>
            <a:picLocks noChangeAspect="1" noChangeArrowheads="1"/>
          </p:cNvPicPr>
          <p:nvPr userDrawn="1"/>
        </p:nvPicPr>
        <p:blipFill rotWithShape="1">
          <a:blip r:embed="rId2" cstate="print"/>
          <a:srcRect r="31108" b="84377"/>
          <a:stretch/>
        </p:blipFill>
        <p:spPr bwMode="auto">
          <a:xfrm>
            <a:off x="0" y="1"/>
            <a:ext cx="12192000" cy="575094"/>
          </a:xfrm>
          <a:prstGeom prst="rect">
            <a:avLst/>
          </a:prstGeom>
          <a:noFill/>
          <a:ln w="9525">
            <a:noFill/>
            <a:miter lim="800000"/>
            <a:headEnd/>
            <a:tailEnd/>
          </a:ln>
        </p:spPr>
      </p:pic>
    </p:spTree>
    <p:extLst>
      <p:ext uri="{BB962C8B-B14F-4D97-AF65-F5344CB8AC3E}">
        <p14:creationId xmlns:p14="http://schemas.microsoft.com/office/powerpoint/2010/main" val="28375890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057589"/>
      </p:ext>
    </p:extLst>
  </p:cSld>
  <p:clrMap bg1="lt1" tx1="dk1" bg2="lt2" tx2="dk2" accent1="accent1" accent2="accent2" accent3="accent3" accent4="accent4" accent5="accent5" accent6="accent6" hlink="hlink" folHlink="folHlink"/>
  <p:sldLayoutIdLst>
    <p:sldLayoutId id="2147483660" r:id="rId1"/>
    <p:sldLayoutId id="214748366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70.png"/><Relationship Id="rId3" Type="http://schemas.openxmlformats.org/officeDocument/2006/relationships/image" Target="../media/image70.png"/><Relationship Id="rId7" Type="http://schemas.openxmlformats.org/officeDocument/2006/relationships/image" Target="../media/image110.png"/><Relationship Id="rId12" Type="http://schemas.openxmlformats.org/officeDocument/2006/relationships/image" Target="../media/image16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50.png"/><Relationship Id="rId5" Type="http://schemas.openxmlformats.org/officeDocument/2006/relationships/image" Target="../media/image90.png"/><Relationship Id="rId10" Type="http://schemas.openxmlformats.org/officeDocument/2006/relationships/image" Target="../media/image140.png"/><Relationship Id="rId4" Type="http://schemas.openxmlformats.org/officeDocument/2006/relationships/image" Target="../media/image80.png"/><Relationship Id="rId9" Type="http://schemas.openxmlformats.org/officeDocument/2006/relationships/image" Target="../media/image130.png"/><Relationship Id="rId14" Type="http://schemas.openxmlformats.org/officeDocument/2006/relationships/image" Target="../media/image180.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image" Target="../media/image190.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14.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image" Target="../media/image47.png"/><Relationship Id="rId16"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9073248-787E-5D40-AE5E-610E41D0A30C}"/>
              </a:ext>
            </a:extLst>
          </p:cNvPr>
          <p:cNvSpPr txBox="1">
            <a:spLocks/>
          </p:cNvSpPr>
          <p:nvPr/>
        </p:nvSpPr>
        <p:spPr>
          <a:xfrm>
            <a:off x="0" y="2817091"/>
            <a:ext cx="12191999" cy="1226516"/>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altLang="zh-CN"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PLD</a:t>
            </a:r>
            <a:r>
              <a:rPr lang="zh-CN" altLang="en-US"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 </a:t>
            </a:r>
            <a:r>
              <a:rPr lang="en-US" altLang="zh-CN"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(2)</a:t>
            </a:r>
          </a:p>
        </p:txBody>
      </p:sp>
      <p:sp>
        <p:nvSpPr>
          <p:cNvPr id="6" name="矩形 5">
            <a:extLst>
              <a:ext uri="{FF2B5EF4-FFF2-40B4-BE49-F238E27FC236}">
                <a16:creationId xmlns:a16="http://schemas.microsoft.com/office/drawing/2014/main" id="{9D42438B-9455-BCBC-7490-250107AE8BAC}"/>
              </a:ext>
            </a:extLst>
          </p:cNvPr>
          <p:cNvSpPr/>
          <p:nvPr/>
        </p:nvSpPr>
        <p:spPr>
          <a:xfrm>
            <a:off x="0" y="252787"/>
            <a:ext cx="4271375"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C03BB9C-92C3-DE18-5792-0E22FDDAA0A4}"/>
              </a:ext>
            </a:extLst>
          </p:cNvPr>
          <p:cNvSpPr/>
          <p:nvPr/>
        </p:nvSpPr>
        <p:spPr>
          <a:xfrm>
            <a:off x="4115280" y="5040000"/>
            <a:ext cx="3961438" cy="523220"/>
          </a:xfrm>
          <a:prstGeom prst="rect">
            <a:avLst/>
          </a:prstGeom>
        </p:spPr>
        <p:txBody>
          <a:bodyPr wrap="square">
            <a:spAutoFit/>
          </a:bodyPr>
          <a:lstStyle/>
          <a:p>
            <a:pPr algn="ctr">
              <a:spcAft>
                <a:spcPts val="1200"/>
              </a:spcAft>
            </a:pPr>
            <a:r>
              <a:rPr lang="zh-CN" altLang="en-US" sz="2800" dirty="0">
                <a:solidFill>
                  <a:prstClr val="black"/>
                </a:solidFill>
                <a:latin typeface="微软雅黑" panose="020B0503020204020204" pitchFamily="34" charset="-122"/>
                <a:ea typeface="微软雅黑" panose="020B0503020204020204" pitchFamily="34" charset="-122"/>
              </a:rPr>
              <a:t>数电 </a:t>
            </a:r>
            <a:r>
              <a:rPr lang="en-US" altLang="zh-CN" sz="2800" dirty="0">
                <a:solidFill>
                  <a:prstClr val="black"/>
                </a:solidFill>
                <a:latin typeface="微软雅黑" panose="020B0503020204020204" pitchFamily="34" charset="-122"/>
                <a:ea typeface="微软雅黑" panose="020B0503020204020204" pitchFamily="34" charset="-122"/>
              </a:rPr>
              <a:t>P354 – 365</a:t>
            </a:r>
          </a:p>
        </p:txBody>
      </p:sp>
      <p:pic>
        <p:nvPicPr>
          <p:cNvPr id="12" name="图片 11" descr="图片包含 图形用户界面&#10;&#10;描述已自动生成">
            <a:extLst>
              <a:ext uri="{FF2B5EF4-FFF2-40B4-BE49-F238E27FC236}">
                <a16:creationId xmlns:a16="http://schemas.microsoft.com/office/drawing/2014/main" id="{36B95622-439B-2F01-3763-4744D210F1DF}"/>
              </a:ext>
            </a:extLst>
          </p:cNvPr>
          <p:cNvPicPr>
            <a:picLocks noChangeAspect="1"/>
          </p:cNvPicPr>
          <p:nvPr/>
        </p:nvPicPr>
        <p:blipFill>
          <a:blip r:embed="rId3">
            <a:extLst>
              <a:ext uri="{28A0092B-C50C-407E-A947-70E740481C1C}">
                <a14:useLocalDpi xmlns:a14="http://schemas.microsoft.com/office/drawing/2010/main" val="0"/>
              </a:ext>
            </a:extLst>
          </a:blip>
          <a:srcRect l="12638" t="27915" r="8682" b="26692"/>
          <a:stretch/>
        </p:blipFill>
        <p:spPr>
          <a:xfrm>
            <a:off x="0" y="0"/>
            <a:ext cx="4405745" cy="998424"/>
          </a:xfrm>
          <a:prstGeom prst="rect">
            <a:avLst/>
          </a:prstGeom>
        </p:spPr>
      </p:pic>
      <p:sp>
        <p:nvSpPr>
          <p:cNvPr id="3" name="文本框 2">
            <a:extLst>
              <a:ext uri="{FF2B5EF4-FFF2-40B4-BE49-F238E27FC236}">
                <a16:creationId xmlns:a16="http://schemas.microsoft.com/office/drawing/2014/main" id="{93570352-420A-0C13-044B-FD4A338CD6AA}"/>
              </a:ext>
            </a:extLst>
          </p:cNvPr>
          <p:cNvSpPr txBox="1"/>
          <p:nvPr/>
        </p:nvSpPr>
        <p:spPr>
          <a:xfrm>
            <a:off x="0" y="1931813"/>
            <a:ext cx="9531927" cy="584775"/>
          </a:xfrm>
          <a:prstGeom prst="rect">
            <a:avLst/>
          </a:prstGeom>
          <a:no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模拟与数字电路 </a:t>
            </a:r>
            <a:r>
              <a:rPr lang="en-US" altLang="zh-CN" sz="3200" b="1" dirty="0">
                <a:solidFill>
                  <a:schemeClr val="bg1"/>
                </a:solidFill>
                <a:latin typeface="微软雅黑" panose="020B0503020204020204" pitchFamily="34" charset="-122"/>
                <a:ea typeface="微软雅黑" panose="020B0503020204020204" pitchFamily="34" charset="-122"/>
              </a:rPr>
              <a:t>(Analog and Digital Circuits)</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7EF3C51-ACC3-CEB4-0CD3-FB5FA64AEC1C}"/>
              </a:ext>
            </a:extLst>
          </p:cNvPr>
          <p:cNvSpPr/>
          <p:nvPr/>
        </p:nvSpPr>
        <p:spPr>
          <a:xfrm>
            <a:off x="0" y="6352426"/>
            <a:ext cx="12192000" cy="50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计算机科学与技术学院本科课程</a:t>
            </a:r>
          </a:p>
        </p:txBody>
      </p:sp>
    </p:spTree>
    <p:extLst>
      <p:ext uri="{BB962C8B-B14F-4D97-AF65-F5344CB8AC3E}">
        <p14:creationId xmlns:p14="http://schemas.microsoft.com/office/powerpoint/2010/main" val="253319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24A8A429-A57A-A971-5B68-36C274978AD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内容提纲</a:t>
            </a:r>
          </a:p>
        </p:txBody>
      </p:sp>
      <p:grpSp>
        <p:nvGrpSpPr>
          <p:cNvPr id="4" name="组合 3">
            <a:extLst>
              <a:ext uri="{FF2B5EF4-FFF2-40B4-BE49-F238E27FC236}">
                <a16:creationId xmlns:a16="http://schemas.microsoft.com/office/drawing/2014/main" id="{F45B4BAD-F1AF-DA8F-D325-2AEA1322389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4CADB5B-DD68-FB6B-CE4A-4D568A53302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CA2CB5-31A5-2271-2D0D-B793AF350D1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15BBDD1-4572-5612-26B6-27B8BA88897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8A25324-8856-1585-AC55-264ACE01D5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7C59336C-2E43-B8C7-2F16-40C607CA1C08}"/>
              </a:ext>
            </a:extLst>
          </p:cNvPr>
          <p:cNvSpPr txBox="1"/>
          <p:nvPr/>
        </p:nvSpPr>
        <p:spPr>
          <a:xfrm>
            <a:off x="1296000" y="1296000"/>
            <a:ext cx="8294141" cy="3015377"/>
          </a:xfrm>
          <a:prstGeom prst="rect">
            <a:avLst/>
          </a:prstGeom>
          <a:noFill/>
        </p:spPr>
        <p:txBody>
          <a:bodyPr wrap="square">
            <a:spAutoFit/>
          </a:bodyPr>
          <a:lstStyle/>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可编程逻辑器件回顾</a:t>
            </a:r>
            <a:endParaRPr lang="en-US" altLang="zh-CN" sz="3600" dirty="0">
              <a:solidFill>
                <a:srgbClr val="002060"/>
              </a:solidFill>
              <a:latin typeface="微软雅黑" panose="020B0503020204020204" pitchFamily="34" charset="-122"/>
              <a:ea typeface="微软雅黑" panose="020B0503020204020204" pitchFamily="34" charset="-122"/>
            </a:endParaRPr>
          </a:p>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高密度可编程逻辑器件</a:t>
            </a:r>
            <a:endParaRPr lang="en-US" altLang="zh-CN" sz="3600" dirty="0">
              <a:solidFill>
                <a:srgbClr val="002060"/>
              </a:solidFill>
              <a:latin typeface="微软雅黑" panose="020B0503020204020204" pitchFamily="34" charset="-122"/>
              <a:ea typeface="微软雅黑" panose="020B0503020204020204" pitchFamily="34" charset="-122"/>
            </a:endParaRPr>
          </a:p>
          <a:p>
            <a:pPr marL="1028700" lvl="1" indent="-571500">
              <a:lnSpc>
                <a:spcPct val="120000"/>
              </a:lnSpc>
              <a:spcBef>
                <a:spcPts val="600"/>
              </a:spcBef>
              <a:spcAft>
                <a:spcPts val="600"/>
              </a:spcAft>
              <a:buFont typeface="Wingdings" panose="05000000000000000000" pitchFamily="2" charset="2"/>
              <a:buChar char="Ø"/>
            </a:pPr>
            <a:r>
              <a:rPr lang="zh-CN" altLang="en-US" sz="3200" dirty="0">
                <a:solidFill>
                  <a:schemeClr val="accent5">
                    <a:lumMod val="75000"/>
                  </a:schemeClr>
                </a:solidFill>
                <a:latin typeface="微软雅黑" panose="020B0503020204020204" pitchFamily="34" charset="-122"/>
                <a:ea typeface="微软雅黑" panose="020B0503020204020204" pitchFamily="34" charset="-122"/>
              </a:rPr>
              <a:t>复杂可编程逻辑器件（</a:t>
            </a:r>
            <a:r>
              <a:rPr lang="en-US" altLang="zh-CN" sz="3200" dirty="0">
                <a:solidFill>
                  <a:schemeClr val="accent5">
                    <a:lumMod val="75000"/>
                  </a:schemeClr>
                </a:solidFill>
                <a:latin typeface="微软雅黑" panose="020B0503020204020204" pitchFamily="34" charset="-122"/>
                <a:ea typeface="微软雅黑" panose="020B0503020204020204" pitchFamily="34" charset="-122"/>
              </a:rPr>
              <a:t>CPLD</a:t>
            </a:r>
            <a:r>
              <a:rPr lang="zh-CN" altLang="en-US" sz="320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3200" dirty="0">
              <a:solidFill>
                <a:schemeClr val="accent5">
                  <a:lumMod val="75000"/>
                </a:schemeClr>
              </a:solidFill>
              <a:latin typeface="微软雅黑" panose="020B0503020204020204" pitchFamily="34" charset="-122"/>
              <a:ea typeface="微软雅黑" panose="020B0503020204020204" pitchFamily="34" charset="-122"/>
            </a:endParaRPr>
          </a:p>
          <a:p>
            <a:pPr marL="1028700" lvl="1" indent="-571500">
              <a:lnSpc>
                <a:spcPct val="120000"/>
              </a:lnSpc>
              <a:spcBef>
                <a:spcPts val="600"/>
              </a:spcBef>
              <a:spcAft>
                <a:spcPts val="600"/>
              </a:spcAft>
              <a:buFont typeface="Wingdings" panose="05000000000000000000" pitchFamily="2" charset="2"/>
              <a:buChar char="Ø"/>
            </a:pPr>
            <a:r>
              <a:rPr lang="zh-CN" altLang="en-US" sz="3200" dirty="0">
                <a:solidFill>
                  <a:schemeClr val="accent5">
                    <a:lumMod val="75000"/>
                  </a:schemeClr>
                </a:solidFill>
                <a:latin typeface="微软雅黑" panose="020B0503020204020204" pitchFamily="34" charset="-122"/>
                <a:ea typeface="微软雅黑" panose="020B0503020204020204" pitchFamily="34" charset="-122"/>
              </a:rPr>
              <a:t>现场可编程门阵列器件（</a:t>
            </a:r>
            <a:r>
              <a:rPr lang="en-US" altLang="zh-CN" sz="3200" dirty="0">
                <a:solidFill>
                  <a:schemeClr val="accent5">
                    <a:lumMod val="75000"/>
                  </a:schemeClr>
                </a:solidFill>
                <a:latin typeface="微软雅黑" panose="020B0503020204020204" pitchFamily="34" charset="-122"/>
                <a:ea typeface="微软雅黑" panose="020B0503020204020204" pitchFamily="34" charset="-122"/>
              </a:rPr>
              <a:t>FPGA</a:t>
            </a:r>
            <a:r>
              <a:rPr lang="zh-CN" altLang="en-US" sz="320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32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6743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157988-F263-61E6-1ED6-92C6EF718CFD}"/>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可编程逻辑器件回顾</a:t>
            </a:r>
            <a:endParaRPr lang="en-US" altLang="zh-CN" sz="3000" dirty="0"/>
          </a:p>
        </p:txBody>
      </p:sp>
      <p:sp>
        <p:nvSpPr>
          <p:cNvPr id="3" name="文本框 2">
            <a:extLst>
              <a:ext uri="{FF2B5EF4-FFF2-40B4-BE49-F238E27FC236}">
                <a16:creationId xmlns:a16="http://schemas.microsoft.com/office/drawing/2014/main" id="{ED1046C0-923E-9FB3-C67F-4871451A804C}"/>
              </a:ext>
            </a:extLst>
          </p:cNvPr>
          <p:cNvSpPr txBox="1"/>
          <p:nvPr/>
        </p:nvSpPr>
        <p:spPr>
          <a:xfrm>
            <a:off x="360000" y="828000"/>
            <a:ext cx="11229800" cy="3304815"/>
          </a:xfrm>
          <a:prstGeom prst="rect">
            <a:avLst/>
          </a:prstGeom>
          <a:noFill/>
        </p:spPr>
        <p:txBody>
          <a:bodyPr wrap="square">
            <a:spAutoFit/>
          </a:bodyPr>
          <a:lstStyle/>
          <a:p>
            <a:pPr>
              <a:lnSpc>
                <a:spcPct val="120000"/>
              </a:lnSpc>
              <a:spcAft>
                <a:spcPts val="600"/>
              </a:spcAft>
            </a:pPr>
            <a:r>
              <a:rPr kumimoji="1" lang="zh-CN" altLang="en-US" sz="2800" b="1" dirty="0">
                <a:solidFill>
                  <a:srgbClr val="002060"/>
                </a:solidFill>
                <a:latin typeface="微软雅黑" panose="020B0503020204020204" pitchFamily="34" charset="-122"/>
                <a:ea typeface="微软雅黑" panose="020B0503020204020204" pitchFamily="34" charset="-122"/>
              </a:rPr>
              <a:t>可编程逻辑器件</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Programmable Logic Device</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PLD</a:t>
            </a:r>
            <a:r>
              <a:rPr kumimoji="1" lang="zh-CN" altLang="en-US" sz="2800" dirty="0">
                <a:solidFill>
                  <a:srgbClr val="002060"/>
                </a:solidFill>
                <a:latin typeface="微软雅黑" panose="020B0503020204020204" pitchFamily="34" charset="-122"/>
                <a:ea typeface="微软雅黑" panose="020B0503020204020204" pitchFamily="34" charset="-122"/>
              </a:rPr>
              <a:t>）：一种可以由用户定义和设置逻辑功能的器件</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与中小规模通用逻辑器件相比，</a:t>
            </a:r>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PLD </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集成度高、速度快、功耗低、可靠性高</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与其他专用集成电路相比，</a:t>
            </a:r>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PLD </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产品开发周期短、用户投资风险小、小批量生产成本低</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6A47D379-3322-31E6-B558-A39E947CE3F6}"/>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09DE79BB-FF93-1007-7CD8-449B53C5C52D}"/>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1DE6E779-3BE6-240B-6EBF-BDE0B83D432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CD4B2D82-5D6A-50CD-3418-B0521D4DDB0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10E30636-9E9F-9EC7-D340-DEFED0B95F80}"/>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3418808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50BEB-3968-A674-21BD-67D10CF6305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8467D3-9D22-B75A-2CC1-0CDBD6020DF7}"/>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可编程逻辑器件回顾</a:t>
            </a:r>
            <a:endParaRPr lang="en-US" altLang="zh-CN" sz="3000" dirty="0"/>
          </a:p>
        </p:txBody>
      </p:sp>
      <p:sp>
        <p:nvSpPr>
          <p:cNvPr id="4" name="文本框 3">
            <a:extLst>
              <a:ext uri="{FF2B5EF4-FFF2-40B4-BE49-F238E27FC236}">
                <a16:creationId xmlns:a16="http://schemas.microsoft.com/office/drawing/2014/main" id="{698EAC5A-756C-E7AD-A9C1-E87F7F1E7731}"/>
              </a:ext>
            </a:extLst>
          </p:cNvPr>
          <p:cNvSpPr txBox="1"/>
          <p:nvPr/>
        </p:nvSpPr>
        <p:spPr>
          <a:xfrm>
            <a:off x="360000" y="828000"/>
            <a:ext cx="11539474" cy="442518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按集成度分类：</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rgbClr val="002060"/>
                </a:solidFill>
                <a:latin typeface="微软雅黑" panose="020B0503020204020204" pitchFamily="34" charset="-122"/>
                <a:ea typeface="微软雅黑" panose="020B0503020204020204" pitchFamily="34" charset="-122"/>
              </a:rPr>
              <a:t>低密度 </a:t>
            </a:r>
            <a:r>
              <a:rPr kumimoji="1" lang="en-US" altLang="zh-CN" sz="2400" dirty="0">
                <a:solidFill>
                  <a:srgbClr val="002060"/>
                </a:solidFill>
                <a:latin typeface="微软雅黑" panose="020B0503020204020204" pitchFamily="34" charset="-122"/>
                <a:ea typeface="微软雅黑" panose="020B0503020204020204" pitchFamily="34" charset="-122"/>
              </a:rPr>
              <a:t>PLD</a:t>
            </a:r>
            <a:r>
              <a:rPr kumimoji="1" lang="zh-CN" altLang="en-US" sz="2400" dirty="0">
                <a:solidFill>
                  <a:srgbClr val="002060"/>
                </a:solidFill>
                <a:latin typeface="微软雅黑" panose="020B0503020204020204" pitchFamily="34" charset="-122"/>
                <a:ea typeface="微软雅黑" panose="020B0503020204020204" pitchFamily="34" charset="-122"/>
              </a:rPr>
              <a:t>：</a:t>
            </a:r>
            <a:r>
              <a:rPr kumimoji="1" lang="en-US" altLang="zh-CN" sz="2400" dirty="0">
                <a:solidFill>
                  <a:srgbClr val="002060"/>
                </a:solidFill>
                <a:latin typeface="微软雅黑" panose="020B0503020204020204" pitchFamily="34" charset="-122"/>
                <a:ea typeface="微软雅黑" panose="020B0503020204020204" pitchFamily="34" charset="-122"/>
              </a:rPr>
              <a:t>PROM</a:t>
            </a:r>
            <a:r>
              <a:rPr kumimoji="1" lang="zh-CN" altLang="en-US" sz="2400" dirty="0">
                <a:solidFill>
                  <a:srgbClr val="002060"/>
                </a:solidFill>
                <a:latin typeface="微软雅黑" panose="020B0503020204020204" pitchFamily="34" charset="-122"/>
                <a:ea typeface="微软雅黑" panose="020B0503020204020204" pitchFamily="34" charset="-122"/>
              </a:rPr>
              <a:t>、</a:t>
            </a:r>
            <a:r>
              <a:rPr kumimoji="1" lang="en-US" altLang="zh-CN" sz="2400" dirty="0">
                <a:solidFill>
                  <a:srgbClr val="002060"/>
                </a:solidFill>
                <a:latin typeface="微软雅黑" panose="020B0503020204020204" pitchFamily="34" charset="-122"/>
                <a:ea typeface="微软雅黑" panose="020B0503020204020204" pitchFamily="34" charset="-122"/>
              </a:rPr>
              <a:t>PLA</a:t>
            </a:r>
            <a:r>
              <a:rPr kumimoji="1" lang="zh-CN" altLang="en-US" sz="2400" dirty="0">
                <a:solidFill>
                  <a:srgbClr val="002060"/>
                </a:solidFill>
                <a:latin typeface="微软雅黑" panose="020B0503020204020204" pitchFamily="34" charset="-122"/>
                <a:ea typeface="微软雅黑" panose="020B0503020204020204" pitchFamily="34" charset="-122"/>
              </a:rPr>
              <a:t>、</a:t>
            </a:r>
            <a:r>
              <a:rPr kumimoji="1" lang="en-US" altLang="zh-CN" sz="2400" dirty="0">
                <a:solidFill>
                  <a:srgbClr val="002060"/>
                </a:solidFill>
                <a:latin typeface="微软雅黑" panose="020B0503020204020204" pitchFamily="34" charset="-122"/>
                <a:ea typeface="微软雅黑" panose="020B0503020204020204" pitchFamily="34" charset="-122"/>
              </a:rPr>
              <a:t>PAL</a:t>
            </a:r>
            <a:r>
              <a:rPr kumimoji="1" lang="zh-CN" altLang="en-US" sz="2400" dirty="0">
                <a:solidFill>
                  <a:srgbClr val="002060"/>
                </a:solidFill>
                <a:latin typeface="微软雅黑" panose="020B0503020204020204" pitchFamily="34" charset="-122"/>
                <a:ea typeface="微软雅黑" panose="020B0503020204020204" pitchFamily="34" charset="-122"/>
              </a:rPr>
              <a:t>、</a:t>
            </a:r>
            <a:r>
              <a:rPr kumimoji="1" lang="en-US" altLang="zh-CN" sz="2400" dirty="0">
                <a:solidFill>
                  <a:srgbClr val="002060"/>
                </a:solidFill>
                <a:latin typeface="微软雅黑" panose="020B0503020204020204" pitchFamily="34" charset="-122"/>
                <a:ea typeface="微软雅黑" panose="020B0503020204020204" pitchFamily="34" charset="-122"/>
              </a:rPr>
              <a:t>GAL</a:t>
            </a:r>
          </a:p>
          <a:p>
            <a:pPr lvl="2">
              <a:lnSpc>
                <a:spcPct val="120000"/>
              </a:lnSpc>
            </a:pP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PROM</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Programmable Read Only Memory</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，可编程只读存储器</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2">
              <a:lnSpc>
                <a:spcPct val="120000"/>
              </a:lnSpc>
            </a:pP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PLA</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Programmable Logic Array</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，可编程逻辑阵列</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2">
              <a:lnSpc>
                <a:spcPct val="120000"/>
              </a:lnSpc>
            </a:pP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PAL</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Programmable Array Logic</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，可编程阵列逻辑</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2">
              <a:lnSpc>
                <a:spcPct val="120000"/>
              </a:lnSpc>
            </a:pP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GAL</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Generic Array Logic</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，通用阵列逻辑</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rgbClr val="002060"/>
                </a:solidFill>
                <a:latin typeface="微软雅黑" panose="020B0503020204020204" pitchFamily="34" charset="-122"/>
                <a:ea typeface="微软雅黑" panose="020B0503020204020204" pitchFamily="34" charset="-122"/>
              </a:rPr>
              <a:t>高密度 </a:t>
            </a:r>
            <a:r>
              <a:rPr kumimoji="1" lang="en-US" altLang="zh-CN" sz="2400" dirty="0">
                <a:solidFill>
                  <a:srgbClr val="002060"/>
                </a:solidFill>
                <a:latin typeface="微软雅黑" panose="020B0503020204020204" pitchFamily="34" charset="-122"/>
                <a:ea typeface="微软雅黑" panose="020B0503020204020204" pitchFamily="34" charset="-122"/>
              </a:rPr>
              <a:t>PLD</a:t>
            </a:r>
            <a:r>
              <a:rPr kumimoji="1" lang="zh-CN" altLang="en-US" sz="2400" dirty="0">
                <a:solidFill>
                  <a:srgbClr val="002060"/>
                </a:solidFill>
                <a:latin typeface="微软雅黑" panose="020B0503020204020204" pitchFamily="34" charset="-122"/>
                <a:ea typeface="微软雅黑" panose="020B0503020204020204" pitchFamily="34" charset="-122"/>
              </a:rPr>
              <a:t>：</a:t>
            </a:r>
            <a:r>
              <a:rPr kumimoji="1" lang="en-US" altLang="zh-CN" sz="2400" dirty="0">
                <a:solidFill>
                  <a:srgbClr val="002060"/>
                </a:solidFill>
                <a:latin typeface="微软雅黑" panose="020B0503020204020204" pitchFamily="34" charset="-122"/>
                <a:ea typeface="微软雅黑" panose="020B0503020204020204" pitchFamily="34" charset="-122"/>
              </a:rPr>
              <a:t>CPLD</a:t>
            </a:r>
            <a:r>
              <a:rPr kumimoji="1" lang="zh-CN" altLang="en-US" sz="2400" dirty="0">
                <a:solidFill>
                  <a:srgbClr val="002060"/>
                </a:solidFill>
                <a:latin typeface="微软雅黑" panose="020B0503020204020204" pitchFamily="34" charset="-122"/>
                <a:ea typeface="微软雅黑" panose="020B0503020204020204" pitchFamily="34" charset="-122"/>
              </a:rPr>
              <a:t>、</a:t>
            </a:r>
            <a:r>
              <a:rPr kumimoji="1" lang="en-US" altLang="zh-CN" sz="2400" dirty="0">
                <a:solidFill>
                  <a:srgbClr val="002060"/>
                </a:solidFill>
                <a:latin typeface="微软雅黑" panose="020B0503020204020204" pitchFamily="34" charset="-122"/>
                <a:ea typeface="微软雅黑" panose="020B0503020204020204" pitchFamily="34" charset="-122"/>
              </a:rPr>
              <a:t>FPGA</a:t>
            </a:r>
          </a:p>
          <a:p>
            <a:pPr lvl="2">
              <a:lnSpc>
                <a:spcPct val="120000"/>
              </a:lnSpc>
              <a:spcAft>
                <a:spcPts val="600"/>
              </a:spcAft>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CPLD</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Complex Programmable Logic Device</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，复杂可编程逻辑器件</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2">
              <a:lnSpc>
                <a:spcPct val="120000"/>
              </a:lnSpc>
              <a:spcAft>
                <a:spcPts val="600"/>
              </a:spcAft>
            </a:pP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FPGA</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	Field Programmable Gate Array</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，现场可编程门阵列</a:t>
            </a:r>
          </a:p>
        </p:txBody>
      </p:sp>
      <p:pic>
        <p:nvPicPr>
          <p:cNvPr id="5" name="图片 4">
            <a:extLst>
              <a:ext uri="{FF2B5EF4-FFF2-40B4-BE49-F238E27FC236}">
                <a16:creationId xmlns:a16="http://schemas.microsoft.com/office/drawing/2014/main" id="{11F64650-598A-83AB-147B-35ACA8F6605E}"/>
              </a:ext>
            </a:extLst>
          </p:cNvPr>
          <p:cNvPicPr>
            <a:picLocks noChangeAspect="1"/>
          </p:cNvPicPr>
          <p:nvPr/>
        </p:nvPicPr>
        <p:blipFill>
          <a:blip r:embed="rId2"/>
          <a:stretch>
            <a:fillRect/>
          </a:stretch>
        </p:blipFill>
        <p:spPr>
          <a:xfrm>
            <a:off x="1296000" y="5400000"/>
            <a:ext cx="3240000" cy="1362706"/>
          </a:xfrm>
          <a:prstGeom prst="rect">
            <a:avLst/>
          </a:prstGeom>
          <a:effectLst>
            <a:softEdge rad="76200"/>
          </a:effectLst>
        </p:spPr>
      </p:pic>
      <p:grpSp>
        <p:nvGrpSpPr>
          <p:cNvPr id="6" name="组合 5">
            <a:extLst>
              <a:ext uri="{FF2B5EF4-FFF2-40B4-BE49-F238E27FC236}">
                <a16:creationId xmlns:a16="http://schemas.microsoft.com/office/drawing/2014/main" id="{4549C128-5912-2133-8157-65FD004B98BE}"/>
              </a:ext>
            </a:extLst>
          </p:cNvPr>
          <p:cNvGrpSpPr/>
          <p:nvPr/>
        </p:nvGrpSpPr>
        <p:grpSpPr>
          <a:xfrm>
            <a:off x="11449269" y="6198682"/>
            <a:ext cx="786273" cy="548639"/>
            <a:chOff x="11454918" y="5839511"/>
            <a:chExt cx="786273" cy="548639"/>
          </a:xfrm>
        </p:grpSpPr>
        <p:grpSp>
          <p:nvGrpSpPr>
            <p:cNvPr id="7" name="组合 6">
              <a:extLst>
                <a:ext uri="{FF2B5EF4-FFF2-40B4-BE49-F238E27FC236}">
                  <a16:creationId xmlns:a16="http://schemas.microsoft.com/office/drawing/2014/main" id="{D6BFAA95-82E8-9DD7-2DBF-35DFBF8A31E0}"/>
                </a:ext>
              </a:extLst>
            </p:cNvPr>
            <p:cNvGrpSpPr/>
            <p:nvPr/>
          </p:nvGrpSpPr>
          <p:grpSpPr>
            <a:xfrm>
              <a:off x="11454918" y="5867450"/>
              <a:ext cx="737081" cy="520700"/>
              <a:chOff x="11454918" y="5867450"/>
              <a:chExt cx="737081" cy="520700"/>
            </a:xfrm>
          </p:grpSpPr>
          <p:sp>
            <p:nvSpPr>
              <p:cNvPr id="9" name="箭头: 五边形 8">
                <a:extLst>
                  <a:ext uri="{FF2B5EF4-FFF2-40B4-BE49-F238E27FC236}">
                    <a16:creationId xmlns:a16="http://schemas.microsoft.com/office/drawing/2014/main" id="{11C76B68-FC3D-5E31-6E18-27C08E2B19B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箭头: V 形 9">
                <a:extLst>
                  <a:ext uri="{FF2B5EF4-FFF2-40B4-BE49-F238E27FC236}">
                    <a16:creationId xmlns:a16="http://schemas.microsoft.com/office/drawing/2014/main" id="{6433B4D1-A8D6-994C-DB00-8EEDFDE9F29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8" name="灯片编号占位符 3">
              <a:extLst>
                <a:ext uri="{FF2B5EF4-FFF2-40B4-BE49-F238E27FC236}">
                  <a16:creationId xmlns:a16="http://schemas.microsoft.com/office/drawing/2014/main" id="{DF6BF2DB-9086-BE2E-D0EE-1497B817E46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1457476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0B72B52-CFB5-5FDD-BA69-D6AF280D7ECA}"/>
              </a:ext>
            </a:extLst>
          </p:cNvPr>
          <p:cNvGrpSpPr/>
          <p:nvPr/>
        </p:nvGrpSpPr>
        <p:grpSpPr>
          <a:xfrm>
            <a:off x="11449269" y="6198682"/>
            <a:ext cx="786273" cy="548639"/>
            <a:chOff x="11454918" y="5839511"/>
            <a:chExt cx="786273" cy="548639"/>
          </a:xfrm>
        </p:grpSpPr>
        <p:grpSp>
          <p:nvGrpSpPr>
            <p:cNvPr id="3" name="组合 2">
              <a:extLst>
                <a:ext uri="{FF2B5EF4-FFF2-40B4-BE49-F238E27FC236}">
                  <a16:creationId xmlns:a16="http://schemas.microsoft.com/office/drawing/2014/main" id="{9556D23A-2EF5-FDDA-3792-19A1CA1434A1}"/>
                </a:ext>
              </a:extLst>
            </p:cNvPr>
            <p:cNvGrpSpPr/>
            <p:nvPr/>
          </p:nvGrpSpPr>
          <p:grpSpPr>
            <a:xfrm>
              <a:off x="11454918" y="5867450"/>
              <a:ext cx="737081" cy="520700"/>
              <a:chOff x="11454918" y="5867450"/>
              <a:chExt cx="737081" cy="520700"/>
            </a:xfrm>
          </p:grpSpPr>
          <p:sp>
            <p:nvSpPr>
              <p:cNvPr id="5" name="箭头: 五边形 4">
                <a:extLst>
                  <a:ext uri="{FF2B5EF4-FFF2-40B4-BE49-F238E27FC236}">
                    <a16:creationId xmlns:a16="http://schemas.microsoft.com/office/drawing/2014/main" id="{AB438092-B83A-6D51-EFE4-E45003E67A4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箭头: V 形 5">
                <a:extLst>
                  <a:ext uri="{FF2B5EF4-FFF2-40B4-BE49-F238E27FC236}">
                    <a16:creationId xmlns:a16="http://schemas.microsoft.com/office/drawing/2014/main" id="{396E2ED3-5661-807E-8160-D1625A11CB8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 name="灯片编号占位符 3">
              <a:extLst>
                <a:ext uri="{FF2B5EF4-FFF2-40B4-BE49-F238E27FC236}">
                  <a16:creationId xmlns:a16="http://schemas.microsoft.com/office/drawing/2014/main" id="{D827D474-980D-753E-4575-E82499CFF6E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a:t>
              </a:fld>
              <a:endParaRPr lang="zh-CN" altLang="en-US" sz="3200" dirty="0">
                <a:solidFill>
                  <a:schemeClr val="bg1"/>
                </a:solidFill>
                <a:latin typeface="Candara"/>
                <a:ea typeface="微软雅黑"/>
              </a:endParaRPr>
            </a:p>
          </p:txBody>
        </p:sp>
      </p:grpSp>
      <p:sp>
        <p:nvSpPr>
          <p:cNvPr id="431" name="文本框 430">
            <a:extLst>
              <a:ext uri="{FF2B5EF4-FFF2-40B4-BE49-F238E27FC236}">
                <a16:creationId xmlns:a16="http://schemas.microsoft.com/office/drawing/2014/main" id="{8340EDC4-9557-099B-82FF-B9F9DFF62F18}"/>
              </a:ext>
            </a:extLst>
          </p:cNvPr>
          <p:cNvSpPr txBox="1"/>
          <p:nvPr/>
        </p:nvSpPr>
        <p:spPr>
          <a:xfrm>
            <a:off x="360000" y="828000"/>
            <a:ext cx="7208194"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按 </a:t>
            </a:r>
            <a:r>
              <a:rPr kumimoji="1" lang="en-US" altLang="zh-CN" sz="2800" dirty="0">
                <a:solidFill>
                  <a:srgbClr val="002060"/>
                </a:solidFill>
                <a:latin typeface="微软雅黑" panose="020B0503020204020204" pitchFamily="34" charset="-122"/>
                <a:ea typeface="微软雅黑" panose="020B0503020204020204" pitchFamily="34" charset="-122"/>
              </a:rPr>
              <a:t>PLD </a:t>
            </a:r>
            <a:r>
              <a:rPr kumimoji="1" lang="zh-CN" altLang="en-US" sz="2800" dirty="0">
                <a:solidFill>
                  <a:srgbClr val="002060"/>
                </a:solidFill>
                <a:latin typeface="微软雅黑" panose="020B0503020204020204" pitchFamily="34" charset="-122"/>
                <a:ea typeface="微软雅黑" panose="020B0503020204020204" pitchFamily="34" charset="-122"/>
              </a:rPr>
              <a:t>中的与、或阵列是否可编程分类：</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sp>
        <p:nvSpPr>
          <p:cNvPr id="433" name="文本框 432">
            <a:extLst>
              <a:ext uri="{FF2B5EF4-FFF2-40B4-BE49-F238E27FC236}">
                <a16:creationId xmlns:a16="http://schemas.microsoft.com/office/drawing/2014/main" id="{6B8EFEA2-DA23-F571-38B0-203A4A6D006B}"/>
              </a:ext>
            </a:extLst>
          </p:cNvPr>
          <p:cNvSpPr txBox="1"/>
          <p:nvPr/>
        </p:nvSpPr>
        <p:spPr>
          <a:xfrm>
            <a:off x="547998" y="5717469"/>
            <a:ext cx="3336025" cy="769441"/>
          </a:xfrm>
          <a:prstGeom prst="rect">
            <a:avLst/>
          </a:prstGeom>
          <a:noFill/>
        </p:spPr>
        <p:txBody>
          <a:bodyPr wrap="square">
            <a:spAutoFit/>
          </a:bodyPr>
          <a:lstStyle/>
          <a:p>
            <a:pPr algn="ctr"/>
            <a:r>
              <a:rPr lang="zh-CN" altLang="en-US" sz="2200" dirty="0">
                <a:solidFill>
                  <a:srgbClr val="002060"/>
                </a:solidFill>
                <a:latin typeface="微软雅黑" panose="020B0503020204020204" pitchFamily="34" charset="-122"/>
                <a:ea typeface="微软雅黑" panose="020B0503020204020204" pitchFamily="34" charset="-122"/>
              </a:rPr>
              <a:t>可编程只读存储器</a:t>
            </a:r>
            <a:endParaRPr lang="en-US" altLang="zh-CN" sz="2200" dirty="0">
              <a:solidFill>
                <a:srgbClr val="002060"/>
              </a:solidFill>
              <a:latin typeface="微软雅黑" panose="020B0503020204020204" pitchFamily="34" charset="-122"/>
              <a:ea typeface="微软雅黑" panose="020B0503020204020204" pitchFamily="34" charset="-122"/>
            </a:endParaRPr>
          </a:p>
          <a:p>
            <a:pPr algn="ctr"/>
            <a:r>
              <a:rPr lang="en-US" altLang="zh-CN" sz="2200" dirty="0">
                <a:solidFill>
                  <a:srgbClr val="002060"/>
                </a:solidFill>
                <a:latin typeface="微软雅黑" panose="020B0503020204020204" pitchFamily="34" charset="-122"/>
                <a:ea typeface="微软雅黑" panose="020B0503020204020204" pitchFamily="34" charset="-122"/>
              </a:rPr>
              <a:t>PROM </a:t>
            </a:r>
            <a:r>
              <a:rPr lang="zh-CN" altLang="en-US" sz="2200" dirty="0">
                <a:solidFill>
                  <a:srgbClr val="002060"/>
                </a:solidFill>
                <a:latin typeface="微软雅黑" panose="020B0503020204020204" pitchFamily="34" charset="-122"/>
                <a:ea typeface="微软雅黑" panose="020B0503020204020204" pitchFamily="34" charset="-122"/>
              </a:rPr>
              <a:t>基本结构</a:t>
            </a:r>
          </a:p>
        </p:txBody>
      </p:sp>
      <p:sp>
        <p:nvSpPr>
          <p:cNvPr id="434" name="文本框 433">
            <a:extLst>
              <a:ext uri="{FF2B5EF4-FFF2-40B4-BE49-F238E27FC236}">
                <a16:creationId xmlns:a16="http://schemas.microsoft.com/office/drawing/2014/main" id="{8F803D95-A8EC-A716-21F0-A9E79C6EAB27}"/>
              </a:ext>
            </a:extLst>
          </p:cNvPr>
          <p:cNvSpPr txBox="1"/>
          <p:nvPr/>
        </p:nvSpPr>
        <p:spPr>
          <a:xfrm>
            <a:off x="4978157" y="5717469"/>
            <a:ext cx="2569028" cy="769441"/>
          </a:xfrm>
          <a:prstGeom prst="rect">
            <a:avLst/>
          </a:prstGeom>
          <a:noFill/>
        </p:spPr>
        <p:txBody>
          <a:bodyPr wrap="square">
            <a:spAutoFit/>
          </a:bodyPr>
          <a:lstStyle/>
          <a:p>
            <a:pPr algn="ctr"/>
            <a:r>
              <a:rPr lang="zh-CN" altLang="en-US" sz="2200" dirty="0">
                <a:solidFill>
                  <a:srgbClr val="002060"/>
                </a:solidFill>
                <a:latin typeface="微软雅黑" panose="020B0503020204020204" pitchFamily="34" charset="-122"/>
                <a:ea typeface="微软雅黑" panose="020B0503020204020204" pitchFamily="34" charset="-122"/>
              </a:rPr>
              <a:t>可编程逻辑阵列</a:t>
            </a:r>
            <a:endParaRPr lang="en-US" altLang="zh-CN" sz="2200" dirty="0">
              <a:solidFill>
                <a:srgbClr val="002060"/>
              </a:solidFill>
              <a:latin typeface="微软雅黑" panose="020B0503020204020204" pitchFamily="34" charset="-122"/>
              <a:ea typeface="微软雅黑" panose="020B0503020204020204" pitchFamily="34" charset="-122"/>
            </a:endParaRPr>
          </a:p>
          <a:p>
            <a:pPr algn="ctr"/>
            <a:r>
              <a:rPr lang="en-US" altLang="zh-CN" sz="2200" dirty="0">
                <a:solidFill>
                  <a:srgbClr val="002060"/>
                </a:solidFill>
                <a:latin typeface="微软雅黑" panose="020B0503020204020204" pitchFamily="34" charset="-122"/>
                <a:ea typeface="微软雅黑" panose="020B0503020204020204" pitchFamily="34" charset="-122"/>
              </a:rPr>
              <a:t>PLA </a:t>
            </a:r>
            <a:r>
              <a:rPr lang="zh-CN" altLang="en-US" sz="2200" dirty="0">
                <a:solidFill>
                  <a:srgbClr val="002060"/>
                </a:solidFill>
                <a:latin typeface="微软雅黑" panose="020B0503020204020204" pitchFamily="34" charset="-122"/>
                <a:ea typeface="微软雅黑" panose="020B0503020204020204" pitchFamily="34" charset="-122"/>
              </a:rPr>
              <a:t>基本结构</a:t>
            </a:r>
            <a:endParaRPr lang="zh-CN" altLang="en-US" sz="2200" dirty="0">
              <a:solidFill>
                <a:srgbClr val="002060"/>
              </a:solidFill>
            </a:endParaRPr>
          </a:p>
        </p:txBody>
      </p:sp>
      <p:sp>
        <p:nvSpPr>
          <p:cNvPr id="435" name="文本框 434">
            <a:extLst>
              <a:ext uri="{FF2B5EF4-FFF2-40B4-BE49-F238E27FC236}">
                <a16:creationId xmlns:a16="http://schemas.microsoft.com/office/drawing/2014/main" id="{206AAFDA-268F-D189-BB02-48E4D2170634}"/>
              </a:ext>
            </a:extLst>
          </p:cNvPr>
          <p:cNvSpPr txBox="1"/>
          <p:nvPr/>
        </p:nvSpPr>
        <p:spPr>
          <a:xfrm>
            <a:off x="8961120" y="5717469"/>
            <a:ext cx="2883722" cy="769441"/>
          </a:xfrm>
          <a:prstGeom prst="rect">
            <a:avLst/>
          </a:prstGeom>
          <a:noFill/>
        </p:spPr>
        <p:txBody>
          <a:bodyPr wrap="square">
            <a:spAutoFit/>
          </a:bodyPr>
          <a:lstStyle/>
          <a:p>
            <a:pPr algn="ctr"/>
            <a:r>
              <a:rPr lang="zh-CN" altLang="en-US" sz="2200" dirty="0">
                <a:solidFill>
                  <a:srgbClr val="002060"/>
                </a:solidFill>
                <a:latin typeface="微软雅黑" panose="020B0503020204020204" pitchFamily="34" charset="-122"/>
                <a:ea typeface="微软雅黑" panose="020B0503020204020204" pitchFamily="34" charset="-122"/>
              </a:rPr>
              <a:t>可编程阵列逻辑</a:t>
            </a:r>
            <a:endParaRPr lang="en-US" altLang="zh-CN" sz="2200" dirty="0">
              <a:solidFill>
                <a:srgbClr val="002060"/>
              </a:solidFill>
              <a:latin typeface="微软雅黑" panose="020B0503020204020204" pitchFamily="34" charset="-122"/>
              <a:ea typeface="微软雅黑" panose="020B0503020204020204" pitchFamily="34" charset="-122"/>
            </a:endParaRPr>
          </a:p>
          <a:p>
            <a:pPr algn="ctr"/>
            <a:r>
              <a:rPr lang="en-US" altLang="zh-CN" sz="2200" dirty="0">
                <a:solidFill>
                  <a:srgbClr val="002060"/>
                </a:solidFill>
                <a:latin typeface="微软雅黑" panose="020B0503020204020204" pitchFamily="34" charset="-122"/>
                <a:ea typeface="微软雅黑" panose="020B0503020204020204" pitchFamily="34" charset="-122"/>
              </a:rPr>
              <a:t>PAL </a:t>
            </a:r>
            <a:r>
              <a:rPr lang="zh-CN" altLang="en-US" sz="2200" dirty="0">
                <a:solidFill>
                  <a:srgbClr val="002060"/>
                </a:solidFill>
                <a:latin typeface="微软雅黑" panose="020B0503020204020204" pitchFamily="34" charset="-122"/>
                <a:ea typeface="微软雅黑" panose="020B0503020204020204" pitchFamily="34" charset="-122"/>
              </a:rPr>
              <a:t>基本结构</a:t>
            </a:r>
            <a:endParaRPr lang="zh-CN" altLang="en-US" sz="2200" dirty="0">
              <a:solidFill>
                <a:srgbClr val="002060"/>
              </a:solidFill>
            </a:endParaRPr>
          </a:p>
        </p:txBody>
      </p:sp>
      <p:grpSp>
        <p:nvGrpSpPr>
          <p:cNvPr id="10" name="组合 9">
            <a:extLst>
              <a:ext uri="{FF2B5EF4-FFF2-40B4-BE49-F238E27FC236}">
                <a16:creationId xmlns:a16="http://schemas.microsoft.com/office/drawing/2014/main" id="{1E6DC749-E816-5BB3-9F5B-0CC3CA0FF4DB}"/>
              </a:ext>
            </a:extLst>
          </p:cNvPr>
          <p:cNvGrpSpPr/>
          <p:nvPr/>
        </p:nvGrpSpPr>
        <p:grpSpPr>
          <a:xfrm>
            <a:off x="4705385" y="1381718"/>
            <a:ext cx="3114572" cy="4249740"/>
            <a:chOff x="4705385" y="1381718"/>
            <a:chExt cx="3114572" cy="4249740"/>
          </a:xfrm>
        </p:grpSpPr>
        <p:sp>
          <p:nvSpPr>
            <p:cNvPr id="512" name="流程图: 延期 511">
              <a:extLst>
                <a:ext uri="{FF2B5EF4-FFF2-40B4-BE49-F238E27FC236}">
                  <a16:creationId xmlns:a16="http://schemas.microsoft.com/office/drawing/2014/main" id="{FA0AF823-8F9E-631E-6D5C-2280F0521452}"/>
                </a:ext>
              </a:extLst>
            </p:cNvPr>
            <p:cNvSpPr/>
            <p:nvPr/>
          </p:nvSpPr>
          <p:spPr>
            <a:xfrm>
              <a:off x="6239581" y="2439766"/>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513" name="Line 27">
              <a:extLst>
                <a:ext uri="{FF2B5EF4-FFF2-40B4-BE49-F238E27FC236}">
                  <a16:creationId xmlns:a16="http://schemas.microsoft.com/office/drawing/2014/main" id="{1BD3612D-BCF3-D76A-6DA2-EBAA535207AF}"/>
                </a:ext>
              </a:extLst>
            </p:cNvPr>
            <p:cNvSpPr>
              <a:spLocks noChangeShapeType="1"/>
            </p:cNvSpPr>
            <p:nvPr/>
          </p:nvSpPr>
          <p:spPr bwMode="auto">
            <a:xfrm>
              <a:off x="4705386" y="2671562"/>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mc:AlternateContent xmlns:mc="http://schemas.openxmlformats.org/markup-compatibility/2006" xmlns:a14="http://schemas.microsoft.com/office/drawing/2010/main">
          <mc:Choice Requires="a14">
            <p:sp>
              <p:nvSpPr>
                <p:cNvPr id="514" name="文本框 513">
                  <a:extLst>
                    <a:ext uri="{FF2B5EF4-FFF2-40B4-BE49-F238E27FC236}">
                      <a16:creationId xmlns:a16="http://schemas.microsoft.com/office/drawing/2014/main" id="{7019F1C5-1D51-12B8-C2D4-A3792081B4CD}"/>
                    </a:ext>
                  </a:extLst>
                </p:cNvPr>
                <p:cNvSpPr txBox="1"/>
                <p:nvPr/>
              </p:nvSpPr>
              <p:spPr>
                <a:xfrm>
                  <a:off x="4872544" y="1384186"/>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a:latin typeface="Cambria Math" panose="02040503050406030204" pitchFamily="18" charset="0"/>
                            <a:ea typeface="楷体_GB2312" pitchFamily="49" charset="-122"/>
                          </a:rPr>
                          <m:t>A</m:t>
                        </m:r>
                      </m:oMath>
                    </m:oMathPara>
                  </a14:m>
                  <a:endParaRPr lang="zh-CN" altLang="en-US" sz="2400" dirty="0"/>
                </a:p>
              </p:txBody>
            </p:sp>
          </mc:Choice>
          <mc:Fallback xmlns="">
            <p:sp>
              <p:nvSpPr>
                <p:cNvPr id="514" name="文本框 513">
                  <a:extLst>
                    <a:ext uri="{FF2B5EF4-FFF2-40B4-BE49-F238E27FC236}">
                      <a16:creationId xmlns:a16="http://schemas.microsoft.com/office/drawing/2014/main" id="{7019F1C5-1D51-12B8-C2D4-A3792081B4CD}"/>
                    </a:ext>
                  </a:extLst>
                </p:cNvPr>
                <p:cNvSpPr txBox="1">
                  <a:spLocks noRot="1" noChangeAspect="1" noMove="1" noResize="1" noEditPoints="1" noAdjustHandles="1" noChangeArrowheads="1" noChangeShapeType="1" noTextEdit="1"/>
                </p:cNvSpPr>
                <p:nvPr/>
              </p:nvSpPr>
              <p:spPr>
                <a:xfrm>
                  <a:off x="4872544" y="1384186"/>
                  <a:ext cx="450256" cy="461665"/>
                </a:xfrm>
                <a:prstGeom prst="rect">
                  <a:avLst/>
                </a:prstGeom>
                <a:blipFill>
                  <a:blip r:embed="rId3"/>
                  <a:stretch>
                    <a:fillRect l="-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5" name="文本框 514">
                  <a:extLst>
                    <a:ext uri="{FF2B5EF4-FFF2-40B4-BE49-F238E27FC236}">
                      <a16:creationId xmlns:a16="http://schemas.microsoft.com/office/drawing/2014/main" id="{FDE99939-13F5-783C-1946-FA42468BA036}"/>
                    </a:ext>
                  </a:extLst>
                </p:cNvPr>
                <p:cNvSpPr txBox="1"/>
                <p:nvPr/>
              </p:nvSpPr>
              <p:spPr>
                <a:xfrm>
                  <a:off x="7316549" y="5169793"/>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b="0" i="0" smtClean="0">
                                <a:latin typeface="Cambria Math" panose="02040503050406030204" pitchFamily="18" charset="0"/>
                              </a:rPr>
                              <m:t>0</m:t>
                            </m:r>
                          </m:sub>
                        </m:sSub>
                      </m:oMath>
                    </m:oMathPara>
                  </a14:m>
                  <a:endParaRPr lang="zh-CN" altLang="en-US" sz="2400" dirty="0"/>
                </a:p>
              </p:txBody>
            </p:sp>
          </mc:Choice>
          <mc:Fallback xmlns="">
            <p:sp>
              <p:nvSpPr>
                <p:cNvPr id="515" name="文本框 514">
                  <a:extLst>
                    <a:ext uri="{FF2B5EF4-FFF2-40B4-BE49-F238E27FC236}">
                      <a16:creationId xmlns:a16="http://schemas.microsoft.com/office/drawing/2014/main" id="{FDE99939-13F5-783C-1946-FA42468BA036}"/>
                    </a:ext>
                  </a:extLst>
                </p:cNvPr>
                <p:cNvSpPr txBox="1">
                  <a:spLocks noRot="1" noChangeAspect="1" noMove="1" noResize="1" noEditPoints="1" noAdjustHandles="1" noChangeArrowheads="1" noChangeShapeType="1" noTextEdit="1"/>
                </p:cNvSpPr>
                <p:nvPr/>
              </p:nvSpPr>
              <p:spPr>
                <a:xfrm>
                  <a:off x="7316549" y="5169793"/>
                  <a:ext cx="458075" cy="461665"/>
                </a:xfrm>
                <a:prstGeom prst="rect">
                  <a:avLst/>
                </a:prstGeom>
                <a:blipFill>
                  <a:blip r:embed="rId4"/>
                  <a:stretch>
                    <a:fillRect l="-14667" b="-1316"/>
                  </a:stretch>
                </a:blipFill>
              </p:spPr>
              <p:txBody>
                <a:bodyPr/>
                <a:lstStyle/>
                <a:p>
                  <a:r>
                    <a:rPr lang="zh-CN" altLang="en-US">
                      <a:noFill/>
                    </a:rPr>
                    <a:t> </a:t>
                  </a:r>
                </a:p>
              </p:txBody>
            </p:sp>
          </mc:Fallback>
        </mc:AlternateContent>
        <p:sp>
          <p:nvSpPr>
            <p:cNvPr id="516" name="等腰三角形 515">
              <a:extLst>
                <a:ext uri="{FF2B5EF4-FFF2-40B4-BE49-F238E27FC236}">
                  <a16:creationId xmlns:a16="http://schemas.microsoft.com/office/drawing/2014/main" id="{82BF1F8D-F91C-B1F4-59F6-1A9593CE57A8}"/>
                </a:ext>
              </a:extLst>
            </p:cNvPr>
            <p:cNvSpPr/>
            <p:nvPr/>
          </p:nvSpPr>
          <p:spPr>
            <a:xfrm flipH="1" flipV="1">
              <a:off x="5508704" y="1987248"/>
              <a:ext cx="501869" cy="448573"/>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400" dirty="0"/>
            </a:p>
          </p:txBody>
        </p:sp>
        <p:sp>
          <p:nvSpPr>
            <p:cNvPr id="517" name="椭圆 516">
              <a:extLst>
                <a:ext uri="{FF2B5EF4-FFF2-40B4-BE49-F238E27FC236}">
                  <a16:creationId xmlns:a16="http://schemas.microsoft.com/office/drawing/2014/main" id="{868EEA9A-C0E8-D333-67F2-25DB1E29B964}"/>
                </a:ext>
              </a:extLst>
            </p:cNvPr>
            <p:cNvSpPr/>
            <p:nvPr/>
          </p:nvSpPr>
          <p:spPr>
            <a:xfrm flipV="1">
              <a:off x="5894486" y="2154951"/>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18" name="流程图: 延期 517">
              <a:extLst>
                <a:ext uri="{FF2B5EF4-FFF2-40B4-BE49-F238E27FC236}">
                  <a16:creationId xmlns:a16="http://schemas.microsoft.com/office/drawing/2014/main" id="{3481F468-B92B-13E6-D87E-CA373BA22158}"/>
                </a:ext>
              </a:extLst>
            </p:cNvPr>
            <p:cNvSpPr/>
            <p:nvPr/>
          </p:nvSpPr>
          <p:spPr>
            <a:xfrm>
              <a:off x="6239581" y="2958298"/>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519" name="Line 27">
              <a:extLst>
                <a:ext uri="{FF2B5EF4-FFF2-40B4-BE49-F238E27FC236}">
                  <a16:creationId xmlns:a16="http://schemas.microsoft.com/office/drawing/2014/main" id="{52E34DC6-DD2F-3D33-E91F-992EADA6B50D}"/>
                </a:ext>
              </a:extLst>
            </p:cNvPr>
            <p:cNvSpPr>
              <a:spLocks noChangeShapeType="1"/>
            </p:cNvSpPr>
            <p:nvPr/>
          </p:nvSpPr>
          <p:spPr bwMode="auto">
            <a:xfrm>
              <a:off x="4705386" y="3190094"/>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0" name="流程图: 延期 519">
              <a:extLst>
                <a:ext uri="{FF2B5EF4-FFF2-40B4-BE49-F238E27FC236}">
                  <a16:creationId xmlns:a16="http://schemas.microsoft.com/office/drawing/2014/main" id="{10B29ECA-0A89-134D-9E8F-4610A83CD9A6}"/>
                </a:ext>
              </a:extLst>
            </p:cNvPr>
            <p:cNvSpPr/>
            <p:nvPr/>
          </p:nvSpPr>
          <p:spPr>
            <a:xfrm>
              <a:off x="6239581" y="3472885"/>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521" name="Line 27">
              <a:extLst>
                <a:ext uri="{FF2B5EF4-FFF2-40B4-BE49-F238E27FC236}">
                  <a16:creationId xmlns:a16="http://schemas.microsoft.com/office/drawing/2014/main" id="{1ADB694C-F3B8-2B7B-26D4-EFCAEB1802C6}"/>
                </a:ext>
              </a:extLst>
            </p:cNvPr>
            <p:cNvSpPr>
              <a:spLocks noChangeShapeType="1"/>
            </p:cNvSpPr>
            <p:nvPr/>
          </p:nvSpPr>
          <p:spPr bwMode="auto">
            <a:xfrm>
              <a:off x="4705386" y="3704681"/>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2" name="流程图: 延期 521">
              <a:extLst>
                <a:ext uri="{FF2B5EF4-FFF2-40B4-BE49-F238E27FC236}">
                  <a16:creationId xmlns:a16="http://schemas.microsoft.com/office/drawing/2014/main" id="{60AD1028-26A3-A2A4-6E2C-7264A2259E93}"/>
                </a:ext>
              </a:extLst>
            </p:cNvPr>
            <p:cNvSpPr/>
            <p:nvPr/>
          </p:nvSpPr>
          <p:spPr>
            <a:xfrm>
              <a:off x="6239580" y="3987472"/>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523" name="Line 27">
              <a:extLst>
                <a:ext uri="{FF2B5EF4-FFF2-40B4-BE49-F238E27FC236}">
                  <a16:creationId xmlns:a16="http://schemas.microsoft.com/office/drawing/2014/main" id="{F439A5B8-9F03-F2FD-F0FB-3BE677DF83AE}"/>
                </a:ext>
              </a:extLst>
            </p:cNvPr>
            <p:cNvSpPr>
              <a:spLocks noChangeShapeType="1"/>
            </p:cNvSpPr>
            <p:nvPr/>
          </p:nvSpPr>
          <p:spPr bwMode="auto">
            <a:xfrm>
              <a:off x="4705385" y="4219268"/>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4" name="Line 27">
              <a:extLst>
                <a:ext uri="{FF2B5EF4-FFF2-40B4-BE49-F238E27FC236}">
                  <a16:creationId xmlns:a16="http://schemas.microsoft.com/office/drawing/2014/main" id="{B750DDF4-6B5A-C001-A631-58C7BBBDE704}"/>
                </a:ext>
              </a:extLst>
            </p:cNvPr>
            <p:cNvSpPr>
              <a:spLocks noChangeShapeType="1"/>
            </p:cNvSpPr>
            <p:nvPr/>
          </p:nvSpPr>
          <p:spPr bwMode="auto">
            <a:xfrm>
              <a:off x="6694849" y="2671562"/>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5" name="Line 27">
              <a:extLst>
                <a:ext uri="{FF2B5EF4-FFF2-40B4-BE49-F238E27FC236}">
                  <a16:creationId xmlns:a16="http://schemas.microsoft.com/office/drawing/2014/main" id="{23E5DF8A-BCA9-6D2D-EFDA-6BAED109A798}"/>
                </a:ext>
              </a:extLst>
            </p:cNvPr>
            <p:cNvSpPr>
              <a:spLocks noChangeShapeType="1"/>
            </p:cNvSpPr>
            <p:nvPr/>
          </p:nvSpPr>
          <p:spPr bwMode="auto">
            <a:xfrm>
              <a:off x="6694849" y="3190094"/>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6" name="Line 27">
              <a:extLst>
                <a:ext uri="{FF2B5EF4-FFF2-40B4-BE49-F238E27FC236}">
                  <a16:creationId xmlns:a16="http://schemas.microsoft.com/office/drawing/2014/main" id="{79EEDEE5-254D-C601-7236-1F1999B4A34D}"/>
                </a:ext>
              </a:extLst>
            </p:cNvPr>
            <p:cNvSpPr>
              <a:spLocks noChangeShapeType="1"/>
            </p:cNvSpPr>
            <p:nvPr/>
          </p:nvSpPr>
          <p:spPr bwMode="auto">
            <a:xfrm>
              <a:off x="6694849" y="3704681"/>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7" name="Line 27">
              <a:extLst>
                <a:ext uri="{FF2B5EF4-FFF2-40B4-BE49-F238E27FC236}">
                  <a16:creationId xmlns:a16="http://schemas.microsoft.com/office/drawing/2014/main" id="{BDAC99A1-72A2-2430-FD55-C322A046E45F}"/>
                </a:ext>
              </a:extLst>
            </p:cNvPr>
            <p:cNvSpPr>
              <a:spLocks noChangeShapeType="1"/>
            </p:cNvSpPr>
            <p:nvPr/>
          </p:nvSpPr>
          <p:spPr bwMode="auto">
            <a:xfrm>
              <a:off x="6694847" y="4219268"/>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8" name="Line 27">
              <a:extLst>
                <a:ext uri="{FF2B5EF4-FFF2-40B4-BE49-F238E27FC236}">
                  <a16:creationId xmlns:a16="http://schemas.microsoft.com/office/drawing/2014/main" id="{B9587954-518D-BBBE-B413-D76345CD8070}"/>
                </a:ext>
              </a:extLst>
            </p:cNvPr>
            <p:cNvSpPr>
              <a:spLocks noChangeShapeType="1"/>
            </p:cNvSpPr>
            <p:nvPr/>
          </p:nvSpPr>
          <p:spPr bwMode="auto">
            <a:xfrm rot="5400000">
              <a:off x="4840132" y="3390343"/>
              <a:ext cx="22282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9" name="Line 27">
              <a:extLst>
                <a:ext uri="{FF2B5EF4-FFF2-40B4-BE49-F238E27FC236}">
                  <a16:creationId xmlns:a16="http://schemas.microsoft.com/office/drawing/2014/main" id="{E41F81FB-54D3-E749-C8D8-43B28548D91E}"/>
                </a:ext>
              </a:extLst>
            </p:cNvPr>
            <p:cNvSpPr>
              <a:spLocks noChangeShapeType="1"/>
            </p:cNvSpPr>
            <p:nvPr/>
          </p:nvSpPr>
          <p:spPr bwMode="auto">
            <a:xfrm rot="5400000">
              <a:off x="4393967" y="3312089"/>
              <a:ext cx="2384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30" name="Line 27">
              <a:extLst>
                <a:ext uri="{FF2B5EF4-FFF2-40B4-BE49-F238E27FC236}">
                  <a16:creationId xmlns:a16="http://schemas.microsoft.com/office/drawing/2014/main" id="{D83AEB1A-6F1F-D128-5075-13AA31B3DE91}"/>
                </a:ext>
              </a:extLst>
            </p:cNvPr>
            <p:cNvSpPr>
              <a:spLocks noChangeShapeType="1"/>
            </p:cNvSpPr>
            <p:nvPr/>
          </p:nvSpPr>
          <p:spPr bwMode="auto">
            <a:xfrm rot="5400000">
              <a:off x="5640681" y="1868552"/>
              <a:ext cx="237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1" name="等腰三角形 530">
              <a:extLst>
                <a:ext uri="{FF2B5EF4-FFF2-40B4-BE49-F238E27FC236}">
                  <a16:creationId xmlns:a16="http://schemas.microsoft.com/office/drawing/2014/main" id="{200F0B53-6192-EF96-B566-AE9534E2A0D7}"/>
                </a:ext>
              </a:extLst>
            </p:cNvPr>
            <p:cNvSpPr/>
            <p:nvPr/>
          </p:nvSpPr>
          <p:spPr>
            <a:xfrm flipH="1" flipV="1">
              <a:off x="4806712" y="1987246"/>
              <a:ext cx="501869" cy="448573"/>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400" dirty="0"/>
            </a:p>
          </p:txBody>
        </p:sp>
        <p:sp>
          <p:nvSpPr>
            <p:cNvPr id="532" name="椭圆 531">
              <a:extLst>
                <a:ext uri="{FF2B5EF4-FFF2-40B4-BE49-F238E27FC236}">
                  <a16:creationId xmlns:a16="http://schemas.microsoft.com/office/drawing/2014/main" id="{5626FA2D-884C-2C6A-80BC-690E47F421C0}"/>
                </a:ext>
              </a:extLst>
            </p:cNvPr>
            <p:cNvSpPr/>
            <p:nvPr/>
          </p:nvSpPr>
          <p:spPr>
            <a:xfrm flipV="1">
              <a:off x="5192494" y="2154949"/>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33" name="Line 27">
              <a:extLst>
                <a:ext uri="{FF2B5EF4-FFF2-40B4-BE49-F238E27FC236}">
                  <a16:creationId xmlns:a16="http://schemas.microsoft.com/office/drawing/2014/main" id="{8CFC8F8D-3C5E-1479-76E5-724DA573C5B3}"/>
                </a:ext>
              </a:extLst>
            </p:cNvPr>
            <p:cNvSpPr>
              <a:spLocks noChangeShapeType="1"/>
            </p:cNvSpPr>
            <p:nvPr/>
          </p:nvSpPr>
          <p:spPr bwMode="auto">
            <a:xfrm rot="5400000">
              <a:off x="4138139" y="3390342"/>
              <a:ext cx="2228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34" name="Line 27">
              <a:extLst>
                <a:ext uri="{FF2B5EF4-FFF2-40B4-BE49-F238E27FC236}">
                  <a16:creationId xmlns:a16="http://schemas.microsoft.com/office/drawing/2014/main" id="{EAED3995-4473-AC12-A5B3-E8E552AC0972}"/>
                </a:ext>
              </a:extLst>
            </p:cNvPr>
            <p:cNvSpPr>
              <a:spLocks noChangeShapeType="1"/>
            </p:cNvSpPr>
            <p:nvPr/>
          </p:nvSpPr>
          <p:spPr bwMode="auto">
            <a:xfrm rot="5400000">
              <a:off x="3691975" y="3312086"/>
              <a:ext cx="23847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35" name="Line 27">
              <a:extLst>
                <a:ext uri="{FF2B5EF4-FFF2-40B4-BE49-F238E27FC236}">
                  <a16:creationId xmlns:a16="http://schemas.microsoft.com/office/drawing/2014/main" id="{E081EA29-2126-6299-8C5E-E0E5FEC22770}"/>
                </a:ext>
              </a:extLst>
            </p:cNvPr>
            <p:cNvSpPr>
              <a:spLocks noChangeShapeType="1"/>
            </p:cNvSpPr>
            <p:nvPr/>
          </p:nvSpPr>
          <p:spPr bwMode="auto">
            <a:xfrm rot="5400000">
              <a:off x="4938689" y="1868550"/>
              <a:ext cx="237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36" name="组合 535">
              <a:extLst>
                <a:ext uri="{FF2B5EF4-FFF2-40B4-BE49-F238E27FC236}">
                  <a16:creationId xmlns:a16="http://schemas.microsoft.com/office/drawing/2014/main" id="{F9853F3D-B3B9-44FD-0657-00BA9BBCCBA7}"/>
                </a:ext>
              </a:extLst>
            </p:cNvPr>
            <p:cNvGrpSpPr/>
            <p:nvPr/>
          </p:nvGrpSpPr>
          <p:grpSpPr>
            <a:xfrm rot="5400000">
              <a:off x="5509937" y="3597715"/>
              <a:ext cx="2859971" cy="386078"/>
              <a:chOff x="2242865" y="3147614"/>
              <a:chExt cx="4023485" cy="543145"/>
            </a:xfrm>
          </p:grpSpPr>
          <p:sp>
            <p:nvSpPr>
              <p:cNvPr id="574" name="Arc 158">
                <a:extLst>
                  <a:ext uri="{FF2B5EF4-FFF2-40B4-BE49-F238E27FC236}">
                    <a16:creationId xmlns:a16="http://schemas.microsoft.com/office/drawing/2014/main" id="{61C27618-C13F-4759-88EC-048614AE59E7}"/>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75" name="Line 160">
                <a:extLst>
                  <a:ext uri="{FF2B5EF4-FFF2-40B4-BE49-F238E27FC236}">
                    <a16:creationId xmlns:a16="http://schemas.microsoft.com/office/drawing/2014/main" id="{BACC2A73-0C5A-B2BC-59A9-6B32D32CD92F}"/>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76" name="Line 160">
                <a:extLst>
                  <a:ext uri="{FF2B5EF4-FFF2-40B4-BE49-F238E27FC236}">
                    <a16:creationId xmlns:a16="http://schemas.microsoft.com/office/drawing/2014/main" id="{4939E0FF-1031-C214-DCEC-3B3EB8BB7979}"/>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77" name="Arc 156">
                <a:extLst>
                  <a:ext uri="{FF2B5EF4-FFF2-40B4-BE49-F238E27FC236}">
                    <a16:creationId xmlns:a16="http://schemas.microsoft.com/office/drawing/2014/main" id="{DB461C27-0FA9-70A3-4DAA-06D79286A06B}"/>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78" name="Line 27">
                <a:extLst>
                  <a:ext uri="{FF2B5EF4-FFF2-40B4-BE49-F238E27FC236}">
                    <a16:creationId xmlns:a16="http://schemas.microsoft.com/office/drawing/2014/main" id="{AF9196DF-987D-30EF-49A7-836F461BD0FB}"/>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79" name="Line 27">
                <a:extLst>
                  <a:ext uri="{FF2B5EF4-FFF2-40B4-BE49-F238E27FC236}">
                    <a16:creationId xmlns:a16="http://schemas.microsoft.com/office/drawing/2014/main" id="{A58E5C7C-BD9C-CF3B-1F6C-C2CB40A9B0B9}"/>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0" name="Arc 156">
                <a:extLst>
                  <a:ext uri="{FF2B5EF4-FFF2-40B4-BE49-F238E27FC236}">
                    <a16:creationId xmlns:a16="http://schemas.microsoft.com/office/drawing/2014/main" id="{38FC5052-40F3-CC75-32B4-FE118BC04D31}"/>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nvGrpSpPr>
            <p:cNvPr id="537" name="组合 536">
              <a:extLst>
                <a:ext uri="{FF2B5EF4-FFF2-40B4-BE49-F238E27FC236}">
                  <a16:creationId xmlns:a16="http://schemas.microsoft.com/office/drawing/2014/main" id="{6AD94297-5B25-4AA9-54ED-86710788E983}"/>
                </a:ext>
              </a:extLst>
            </p:cNvPr>
            <p:cNvGrpSpPr/>
            <p:nvPr/>
          </p:nvGrpSpPr>
          <p:grpSpPr>
            <a:xfrm rot="5400000">
              <a:off x="6015189" y="3597715"/>
              <a:ext cx="2859971" cy="386078"/>
              <a:chOff x="2242865" y="3147614"/>
              <a:chExt cx="4023485" cy="543145"/>
            </a:xfrm>
          </p:grpSpPr>
          <p:sp>
            <p:nvSpPr>
              <p:cNvPr id="567" name="Arc 158">
                <a:extLst>
                  <a:ext uri="{FF2B5EF4-FFF2-40B4-BE49-F238E27FC236}">
                    <a16:creationId xmlns:a16="http://schemas.microsoft.com/office/drawing/2014/main" id="{29731363-430E-8A5E-52E1-63713200EC03}"/>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68" name="Line 160">
                <a:extLst>
                  <a:ext uri="{FF2B5EF4-FFF2-40B4-BE49-F238E27FC236}">
                    <a16:creationId xmlns:a16="http://schemas.microsoft.com/office/drawing/2014/main" id="{5E4F1185-5390-C5CE-CAE1-E62C5E13217B}"/>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69" name="Line 160">
                <a:extLst>
                  <a:ext uri="{FF2B5EF4-FFF2-40B4-BE49-F238E27FC236}">
                    <a16:creationId xmlns:a16="http://schemas.microsoft.com/office/drawing/2014/main" id="{6ACF8226-AF3A-CA3C-D8DF-A58B178BA7ED}"/>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70" name="Arc 156">
                <a:extLst>
                  <a:ext uri="{FF2B5EF4-FFF2-40B4-BE49-F238E27FC236}">
                    <a16:creationId xmlns:a16="http://schemas.microsoft.com/office/drawing/2014/main" id="{313A5D10-4858-6F34-ABEC-8A9151A5FFAB}"/>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71" name="Line 27">
                <a:extLst>
                  <a:ext uri="{FF2B5EF4-FFF2-40B4-BE49-F238E27FC236}">
                    <a16:creationId xmlns:a16="http://schemas.microsoft.com/office/drawing/2014/main" id="{DE1FD8F5-D168-7058-F0AE-FCEFFE3CBB99}"/>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72" name="Line 27">
                <a:extLst>
                  <a:ext uri="{FF2B5EF4-FFF2-40B4-BE49-F238E27FC236}">
                    <a16:creationId xmlns:a16="http://schemas.microsoft.com/office/drawing/2014/main" id="{2D06D04B-E7D6-1949-48CA-287199895077}"/>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 name="Arc 156">
                <a:extLst>
                  <a:ext uri="{FF2B5EF4-FFF2-40B4-BE49-F238E27FC236}">
                    <a16:creationId xmlns:a16="http://schemas.microsoft.com/office/drawing/2014/main" id="{29CC04EF-612F-3751-1384-F6D2EE60BB93}"/>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sp>
          <p:nvSpPr>
            <p:cNvPr id="545" name="Line 27">
              <a:extLst>
                <a:ext uri="{FF2B5EF4-FFF2-40B4-BE49-F238E27FC236}">
                  <a16:creationId xmlns:a16="http://schemas.microsoft.com/office/drawing/2014/main" id="{D8542316-F19A-7ED4-D53A-CA5DD64A9DD6}"/>
                </a:ext>
              </a:extLst>
            </p:cNvPr>
            <p:cNvSpPr>
              <a:spLocks noChangeShapeType="1"/>
            </p:cNvSpPr>
            <p:nvPr/>
          </p:nvSpPr>
          <p:spPr bwMode="auto">
            <a:xfrm rot="2700000">
              <a:off x="6848645" y="422096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6" name="Line 27">
              <a:extLst>
                <a:ext uri="{FF2B5EF4-FFF2-40B4-BE49-F238E27FC236}">
                  <a16:creationId xmlns:a16="http://schemas.microsoft.com/office/drawing/2014/main" id="{6BA41258-F51C-6D4D-EA8E-C53FE44436A3}"/>
                </a:ext>
              </a:extLst>
            </p:cNvPr>
            <p:cNvSpPr>
              <a:spLocks noChangeShapeType="1"/>
            </p:cNvSpPr>
            <p:nvPr/>
          </p:nvSpPr>
          <p:spPr bwMode="auto">
            <a:xfrm rot="18900000" flipV="1">
              <a:off x="6848645" y="421926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7" name="Line 27">
              <a:extLst>
                <a:ext uri="{FF2B5EF4-FFF2-40B4-BE49-F238E27FC236}">
                  <a16:creationId xmlns:a16="http://schemas.microsoft.com/office/drawing/2014/main" id="{944EAACE-D4E8-5F08-C1AA-2E2792C41C4F}"/>
                </a:ext>
              </a:extLst>
            </p:cNvPr>
            <p:cNvSpPr>
              <a:spLocks noChangeShapeType="1"/>
            </p:cNvSpPr>
            <p:nvPr/>
          </p:nvSpPr>
          <p:spPr bwMode="auto">
            <a:xfrm rot="2700000">
              <a:off x="7356355" y="422096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8" name="Line 27">
              <a:extLst>
                <a:ext uri="{FF2B5EF4-FFF2-40B4-BE49-F238E27FC236}">
                  <a16:creationId xmlns:a16="http://schemas.microsoft.com/office/drawing/2014/main" id="{5F14B932-A900-E588-AC2B-F9D2563CA482}"/>
                </a:ext>
              </a:extLst>
            </p:cNvPr>
            <p:cNvSpPr>
              <a:spLocks noChangeShapeType="1"/>
            </p:cNvSpPr>
            <p:nvPr/>
          </p:nvSpPr>
          <p:spPr bwMode="auto">
            <a:xfrm rot="18900000" flipV="1">
              <a:off x="7356355" y="421926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9" name="Line 27">
              <a:extLst>
                <a:ext uri="{FF2B5EF4-FFF2-40B4-BE49-F238E27FC236}">
                  <a16:creationId xmlns:a16="http://schemas.microsoft.com/office/drawing/2014/main" id="{4BC5B09E-D612-3B16-95C1-ADA6B7070A1F}"/>
                </a:ext>
              </a:extLst>
            </p:cNvPr>
            <p:cNvSpPr>
              <a:spLocks noChangeShapeType="1"/>
            </p:cNvSpPr>
            <p:nvPr/>
          </p:nvSpPr>
          <p:spPr bwMode="auto">
            <a:xfrm rot="2700000">
              <a:off x="7356355" y="370396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0" name="Line 27">
              <a:extLst>
                <a:ext uri="{FF2B5EF4-FFF2-40B4-BE49-F238E27FC236}">
                  <a16:creationId xmlns:a16="http://schemas.microsoft.com/office/drawing/2014/main" id="{45E103A9-D51B-75F6-00D5-A561E420BCEE}"/>
                </a:ext>
              </a:extLst>
            </p:cNvPr>
            <p:cNvSpPr>
              <a:spLocks noChangeShapeType="1"/>
            </p:cNvSpPr>
            <p:nvPr/>
          </p:nvSpPr>
          <p:spPr bwMode="auto">
            <a:xfrm rot="18900000" flipV="1">
              <a:off x="7356355" y="370227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1" name="Line 27">
              <a:extLst>
                <a:ext uri="{FF2B5EF4-FFF2-40B4-BE49-F238E27FC236}">
                  <a16:creationId xmlns:a16="http://schemas.microsoft.com/office/drawing/2014/main" id="{C42A68FA-7DE2-493B-4DBE-D59D4EC0CD2B}"/>
                </a:ext>
              </a:extLst>
            </p:cNvPr>
            <p:cNvSpPr>
              <a:spLocks noChangeShapeType="1"/>
            </p:cNvSpPr>
            <p:nvPr/>
          </p:nvSpPr>
          <p:spPr bwMode="auto">
            <a:xfrm rot="2700000">
              <a:off x="6848646" y="3703963"/>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2" name="Line 27">
              <a:extLst>
                <a:ext uri="{FF2B5EF4-FFF2-40B4-BE49-F238E27FC236}">
                  <a16:creationId xmlns:a16="http://schemas.microsoft.com/office/drawing/2014/main" id="{6E10B598-E40C-FE4F-1C19-DBD2B90B049E}"/>
                </a:ext>
              </a:extLst>
            </p:cNvPr>
            <p:cNvSpPr>
              <a:spLocks noChangeShapeType="1"/>
            </p:cNvSpPr>
            <p:nvPr/>
          </p:nvSpPr>
          <p:spPr bwMode="auto">
            <a:xfrm rot="18900000" flipV="1">
              <a:off x="6848646" y="3702270"/>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 name="Line 27">
              <a:extLst>
                <a:ext uri="{FF2B5EF4-FFF2-40B4-BE49-F238E27FC236}">
                  <a16:creationId xmlns:a16="http://schemas.microsoft.com/office/drawing/2014/main" id="{B722C858-CA04-FADE-8FCC-1454C0D54282}"/>
                </a:ext>
              </a:extLst>
            </p:cNvPr>
            <p:cNvSpPr>
              <a:spLocks noChangeShapeType="1"/>
            </p:cNvSpPr>
            <p:nvPr/>
          </p:nvSpPr>
          <p:spPr bwMode="auto">
            <a:xfrm rot="2700000">
              <a:off x="7353883" y="319190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4" name="Line 27">
              <a:extLst>
                <a:ext uri="{FF2B5EF4-FFF2-40B4-BE49-F238E27FC236}">
                  <a16:creationId xmlns:a16="http://schemas.microsoft.com/office/drawing/2014/main" id="{400B07A6-8FB8-ED0B-BAC0-FF99F58227FC}"/>
                </a:ext>
              </a:extLst>
            </p:cNvPr>
            <p:cNvSpPr>
              <a:spLocks noChangeShapeType="1"/>
            </p:cNvSpPr>
            <p:nvPr/>
          </p:nvSpPr>
          <p:spPr bwMode="auto">
            <a:xfrm rot="18900000" flipV="1">
              <a:off x="7353883" y="319021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5" name="Line 27">
              <a:extLst>
                <a:ext uri="{FF2B5EF4-FFF2-40B4-BE49-F238E27FC236}">
                  <a16:creationId xmlns:a16="http://schemas.microsoft.com/office/drawing/2014/main" id="{F10F6CB8-9B6B-A7C9-B0CD-B74883FE5485}"/>
                </a:ext>
              </a:extLst>
            </p:cNvPr>
            <p:cNvSpPr>
              <a:spLocks noChangeShapeType="1"/>
            </p:cNvSpPr>
            <p:nvPr/>
          </p:nvSpPr>
          <p:spPr bwMode="auto">
            <a:xfrm rot="2700000">
              <a:off x="6848645" y="319190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6" name="Line 27">
              <a:extLst>
                <a:ext uri="{FF2B5EF4-FFF2-40B4-BE49-F238E27FC236}">
                  <a16:creationId xmlns:a16="http://schemas.microsoft.com/office/drawing/2014/main" id="{16DF8CFD-9E8E-B946-0C63-1B344F9578F1}"/>
                </a:ext>
              </a:extLst>
            </p:cNvPr>
            <p:cNvSpPr>
              <a:spLocks noChangeShapeType="1"/>
            </p:cNvSpPr>
            <p:nvPr/>
          </p:nvSpPr>
          <p:spPr bwMode="auto">
            <a:xfrm rot="18900000" flipV="1">
              <a:off x="6848645" y="319021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7" name="Line 27">
              <a:extLst>
                <a:ext uri="{FF2B5EF4-FFF2-40B4-BE49-F238E27FC236}">
                  <a16:creationId xmlns:a16="http://schemas.microsoft.com/office/drawing/2014/main" id="{68AAF998-BBEF-9E34-0DE6-C17619BD3E19}"/>
                </a:ext>
              </a:extLst>
            </p:cNvPr>
            <p:cNvSpPr>
              <a:spLocks noChangeShapeType="1"/>
            </p:cNvSpPr>
            <p:nvPr/>
          </p:nvSpPr>
          <p:spPr bwMode="auto">
            <a:xfrm rot="2700000">
              <a:off x="7355285" y="267133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8" name="Line 27">
              <a:extLst>
                <a:ext uri="{FF2B5EF4-FFF2-40B4-BE49-F238E27FC236}">
                  <a16:creationId xmlns:a16="http://schemas.microsoft.com/office/drawing/2014/main" id="{0913F3E6-76D9-FC14-0BCB-EE92C3D683DE}"/>
                </a:ext>
              </a:extLst>
            </p:cNvPr>
            <p:cNvSpPr>
              <a:spLocks noChangeShapeType="1"/>
            </p:cNvSpPr>
            <p:nvPr/>
          </p:nvSpPr>
          <p:spPr bwMode="auto">
            <a:xfrm rot="18900000" flipV="1">
              <a:off x="7355285" y="266964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9" name="Line 27">
              <a:extLst>
                <a:ext uri="{FF2B5EF4-FFF2-40B4-BE49-F238E27FC236}">
                  <a16:creationId xmlns:a16="http://schemas.microsoft.com/office/drawing/2014/main" id="{021F8D7F-9F7F-F9F7-21A6-B960C8D8C40A}"/>
                </a:ext>
              </a:extLst>
            </p:cNvPr>
            <p:cNvSpPr>
              <a:spLocks noChangeShapeType="1"/>
            </p:cNvSpPr>
            <p:nvPr/>
          </p:nvSpPr>
          <p:spPr bwMode="auto">
            <a:xfrm rot="2700000">
              <a:off x="6848645" y="267133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0" name="Line 27">
              <a:extLst>
                <a:ext uri="{FF2B5EF4-FFF2-40B4-BE49-F238E27FC236}">
                  <a16:creationId xmlns:a16="http://schemas.microsoft.com/office/drawing/2014/main" id="{C120AD0C-BC3F-7977-B7F0-AE68DDCF2C74}"/>
                </a:ext>
              </a:extLst>
            </p:cNvPr>
            <p:cNvSpPr>
              <a:spLocks noChangeShapeType="1"/>
            </p:cNvSpPr>
            <p:nvPr/>
          </p:nvSpPr>
          <p:spPr bwMode="auto">
            <a:xfrm rot="18900000" flipV="1">
              <a:off x="6848645" y="266964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561" name="文本框 560">
                  <a:extLst>
                    <a:ext uri="{FF2B5EF4-FFF2-40B4-BE49-F238E27FC236}">
                      <a16:creationId xmlns:a16="http://schemas.microsoft.com/office/drawing/2014/main" id="{3D9A1D28-BCDA-17A3-9253-E2F5EACA8D03}"/>
                    </a:ext>
                  </a:extLst>
                </p:cNvPr>
                <p:cNvSpPr txBox="1"/>
                <p:nvPr/>
              </p:nvSpPr>
              <p:spPr>
                <a:xfrm>
                  <a:off x="5573472" y="1381718"/>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b="0" i="0" smtClean="0">
                            <a:latin typeface="Cambria Math" panose="02040503050406030204" pitchFamily="18" charset="0"/>
                            <a:ea typeface="楷体_GB2312" pitchFamily="49" charset="-122"/>
                          </a:rPr>
                          <m:t>B</m:t>
                        </m:r>
                      </m:oMath>
                    </m:oMathPara>
                  </a14:m>
                  <a:endParaRPr lang="zh-CN" altLang="en-US" sz="2400" dirty="0"/>
                </a:p>
              </p:txBody>
            </p:sp>
          </mc:Choice>
          <mc:Fallback xmlns="">
            <p:sp>
              <p:nvSpPr>
                <p:cNvPr id="561" name="文本框 560">
                  <a:extLst>
                    <a:ext uri="{FF2B5EF4-FFF2-40B4-BE49-F238E27FC236}">
                      <a16:creationId xmlns:a16="http://schemas.microsoft.com/office/drawing/2014/main" id="{3D9A1D28-BCDA-17A3-9253-E2F5EACA8D03}"/>
                    </a:ext>
                  </a:extLst>
                </p:cNvPr>
                <p:cNvSpPr txBox="1">
                  <a:spLocks noRot="1" noChangeAspect="1" noMove="1" noResize="1" noEditPoints="1" noAdjustHandles="1" noChangeArrowheads="1" noChangeShapeType="1" noTextEdit="1"/>
                </p:cNvSpPr>
                <p:nvPr/>
              </p:nvSpPr>
              <p:spPr>
                <a:xfrm>
                  <a:off x="5573472" y="1381718"/>
                  <a:ext cx="450256" cy="461665"/>
                </a:xfrm>
                <a:prstGeom prst="rect">
                  <a:avLst/>
                </a:prstGeom>
                <a:blipFill>
                  <a:blip r:embed="rId5"/>
                  <a:stretch>
                    <a:fillRect l="-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2" name="文本框 561">
                  <a:extLst>
                    <a:ext uri="{FF2B5EF4-FFF2-40B4-BE49-F238E27FC236}">
                      <a16:creationId xmlns:a16="http://schemas.microsoft.com/office/drawing/2014/main" id="{059EA8DB-17A2-090B-9ECA-23D684BEA1BA}"/>
                    </a:ext>
                  </a:extLst>
                </p:cNvPr>
                <p:cNvSpPr txBox="1"/>
                <p:nvPr/>
              </p:nvSpPr>
              <p:spPr>
                <a:xfrm>
                  <a:off x="6809135" y="5169792"/>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b="0" i="0" smtClean="0">
                                <a:latin typeface="Cambria Math" panose="02040503050406030204" pitchFamily="18" charset="0"/>
                              </a:rPr>
                              <m:t>1</m:t>
                            </m:r>
                          </m:sub>
                        </m:sSub>
                      </m:oMath>
                    </m:oMathPara>
                  </a14:m>
                  <a:endParaRPr lang="zh-CN" altLang="en-US" sz="2400" dirty="0"/>
                </a:p>
              </p:txBody>
            </p:sp>
          </mc:Choice>
          <mc:Fallback xmlns="">
            <p:sp>
              <p:nvSpPr>
                <p:cNvPr id="562" name="文本框 561">
                  <a:extLst>
                    <a:ext uri="{FF2B5EF4-FFF2-40B4-BE49-F238E27FC236}">
                      <a16:creationId xmlns:a16="http://schemas.microsoft.com/office/drawing/2014/main" id="{059EA8DB-17A2-090B-9ECA-23D684BEA1BA}"/>
                    </a:ext>
                  </a:extLst>
                </p:cNvPr>
                <p:cNvSpPr txBox="1">
                  <a:spLocks noRot="1" noChangeAspect="1" noMove="1" noResize="1" noEditPoints="1" noAdjustHandles="1" noChangeArrowheads="1" noChangeShapeType="1" noTextEdit="1"/>
                </p:cNvSpPr>
                <p:nvPr/>
              </p:nvSpPr>
              <p:spPr>
                <a:xfrm>
                  <a:off x="6809135" y="5169792"/>
                  <a:ext cx="458075" cy="461665"/>
                </a:xfrm>
                <a:prstGeom prst="rect">
                  <a:avLst/>
                </a:prstGeom>
                <a:blipFill>
                  <a:blip r:embed="rId6"/>
                  <a:stretch>
                    <a:fillRect l="-13333" b="-1316"/>
                  </a:stretch>
                </a:blipFill>
              </p:spPr>
              <p:txBody>
                <a:bodyPr/>
                <a:lstStyle/>
                <a:p>
                  <a:r>
                    <a:rPr lang="zh-CN" altLang="en-US">
                      <a:noFill/>
                    </a:rPr>
                    <a:t> </a:t>
                  </a:r>
                </a:p>
              </p:txBody>
            </p:sp>
          </mc:Fallback>
        </mc:AlternateContent>
        <p:sp>
          <p:nvSpPr>
            <p:cNvPr id="563" name="左大括号 562">
              <a:extLst>
                <a:ext uri="{FF2B5EF4-FFF2-40B4-BE49-F238E27FC236}">
                  <a16:creationId xmlns:a16="http://schemas.microsoft.com/office/drawing/2014/main" id="{313B8CBF-4CE2-3736-4F41-FC6D78E7DE49}"/>
                </a:ext>
              </a:extLst>
            </p:cNvPr>
            <p:cNvSpPr/>
            <p:nvPr/>
          </p:nvSpPr>
          <p:spPr>
            <a:xfrm rot="16200000">
              <a:off x="5315885" y="4143235"/>
              <a:ext cx="206405" cy="1074420"/>
            </a:xfrm>
            <a:prstGeom prst="leftBrace">
              <a:avLst>
                <a:gd name="adj1" fmla="val 52419"/>
                <a:gd name="adj2" fmla="val 50000"/>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4" name="文本框 563">
              <a:extLst>
                <a:ext uri="{FF2B5EF4-FFF2-40B4-BE49-F238E27FC236}">
                  <a16:creationId xmlns:a16="http://schemas.microsoft.com/office/drawing/2014/main" id="{362608C8-0028-8C36-AEEB-84B1C136B022}"/>
                </a:ext>
              </a:extLst>
            </p:cNvPr>
            <p:cNvSpPr txBox="1"/>
            <p:nvPr/>
          </p:nvSpPr>
          <p:spPr>
            <a:xfrm>
              <a:off x="4792939" y="4783648"/>
              <a:ext cx="1252296" cy="707886"/>
            </a:xfrm>
            <a:prstGeom prst="rect">
              <a:avLst/>
            </a:prstGeom>
            <a:noFill/>
          </p:spPr>
          <p:txBody>
            <a:bodyPr wrap="square">
              <a:spAutoFit/>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与阵列</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可编程</a:t>
              </a:r>
              <a:endParaRPr lang="zh-CN" altLang="en-US" sz="2000" dirty="0"/>
            </a:p>
          </p:txBody>
        </p:sp>
        <p:sp>
          <p:nvSpPr>
            <p:cNvPr id="565" name="文本框 564">
              <a:extLst>
                <a:ext uri="{FF2B5EF4-FFF2-40B4-BE49-F238E27FC236}">
                  <a16:creationId xmlns:a16="http://schemas.microsoft.com/office/drawing/2014/main" id="{8EF7237A-1348-3685-5375-11573EFD8AF3}"/>
                </a:ext>
              </a:extLst>
            </p:cNvPr>
            <p:cNvSpPr txBox="1"/>
            <p:nvPr/>
          </p:nvSpPr>
          <p:spPr>
            <a:xfrm>
              <a:off x="6567661" y="1476290"/>
              <a:ext cx="1252296" cy="707886"/>
            </a:xfrm>
            <a:prstGeom prst="rect">
              <a:avLst/>
            </a:prstGeom>
            <a:noFill/>
          </p:spPr>
          <p:txBody>
            <a:bodyPr wrap="square">
              <a:spAutoFit/>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或阵列</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可编程</a:t>
              </a:r>
              <a:endParaRPr lang="zh-CN" altLang="en-US" sz="2000" dirty="0"/>
            </a:p>
          </p:txBody>
        </p:sp>
        <p:sp>
          <p:nvSpPr>
            <p:cNvPr id="566" name="左大括号 565">
              <a:extLst>
                <a:ext uri="{FF2B5EF4-FFF2-40B4-BE49-F238E27FC236}">
                  <a16:creationId xmlns:a16="http://schemas.microsoft.com/office/drawing/2014/main" id="{2ABB2E46-AEC2-1C6C-46F3-08AD50401C34}"/>
                </a:ext>
              </a:extLst>
            </p:cNvPr>
            <p:cNvSpPr/>
            <p:nvPr/>
          </p:nvSpPr>
          <p:spPr>
            <a:xfrm rot="5400000" flipV="1">
              <a:off x="7090607" y="1920981"/>
              <a:ext cx="206405" cy="664796"/>
            </a:xfrm>
            <a:prstGeom prst="leftBrace">
              <a:avLst>
                <a:gd name="adj1" fmla="val 52419"/>
                <a:gd name="adj2" fmla="val 50000"/>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83" name="Line 27">
              <a:extLst>
                <a:ext uri="{FF2B5EF4-FFF2-40B4-BE49-F238E27FC236}">
                  <a16:creationId xmlns:a16="http://schemas.microsoft.com/office/drawing/2014/main" id="{F100DD58-55DD-DDBD-8DDD-63CF3A7F00A6}"/>
                </a:ext>
              </a:extLst>
            </p:cNvPr>
            <p:cNvSpPr>
              <a:spLocks noChangeShapeType="1"/>
            </p:cNvSpPr>
            <p:nvPr/>
          </p:nvSpPr>
          <p:spPr bwMode="auto">
            <a:xfrm rot="2700000">
              <a:off x="4793487" y="267288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4" name="Line 27">
              <a:extLst>
                <a:ext uri="{FF2B5EF4-FFF2-40B4-BE49-F238E27FC236}">
                  <a16:creationId xmlns:a16="http://schemas.microsoft.com/office/drawing/2014/main" id="{3889DC3B-D4DF-0579-F815-A1B60106C831}"/>
                </a:ext>
              </a:extLst>
            </p:cNvPr>
            <p:cNvSpPr>
              <a:spLocks noChangeShapeType="1"/>
            </p:cNvSpPr>
            <p:nvPr/>
          </p:nvSpPr>
          <p:spPr bwMode="auto">
            <a:xfrm rot="18900000" flipV="1">
              <a:off x="4793487" y="267118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7" name="Line 27">
              <a:extLst>
                <a:ext uri="{FF2B5EF4-FFF2-40B4-BE49-F238E27FC236}">
                  <a16:creationId xmlns:a16="http://schemas.microsoft.com/office/drawing/2014/main" id="{93D4D955-06EE-4115-C7C2-2CA4ACEF20C8}"/>
                </a:ext>
              </a:extLst>
            </p:cNvPr>
            <p:cNvSpPr>
              <a:spLocks noChangeShapeType="1"/>
            </p:cNvSpPr>
            <p:nvPr/>
          </p:nvSpPr>
          <p:spPr bwMode="auto">
            <a:xfrm rot="2700000">
              <a:off x="4793488" y="319009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8" name="Line 27">
              <a:extLst>
                <a:ext uri="{FF2B5EF4-FFF2-40B4-BE49-F238E27FC236}">
                  <a16:creationId xmlns:a16="http://schemas.microsoft.com/office/drawing/2014/main" id="{151A7C70-BA65-313B-9E80-9E594B43516B}"/>
                </a:ext>
              </a:extLst>
            </p:cNvPr>
            <p:cNvSpPr>
              <a:spLocks noChangeShapeType="1"/>
            </p:cNvSpPr>
            <p:nvPr/>
          </p:nvSpPr>
          <p:spPr bwMode="auto">
            <a:xfrm rot="18900000" flipV="1">
              <a:off x="4793488" y="318840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9" name="Line 27">
              <a:extLst>
                <a:ext uri="{FF2B5EF4-FFF2-40B4-BE49-F238E27FC236}">
                  <a16:creationId xmlns:a16="http://schemas.microsoft.com/office/drawing/2014/main" id="{ED1D1C96-37E6-E634-8F27-8DBDDB275847}"/>
                </a:ext>
              </a:extLst>
            </p:cNvPr>
            <p:cNvSpPr>
              <a:spLocks noChangeShapeType="1"/>
            </p:cNvSpPr>
            <p:nvPr/>
          </p:nvSpPr>
          <p:spPr bwMode="auto">
            <a:xfrm rot="2700000">
              <a:off x="4793488" y="370549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0" name="Line 27">
              <a:extLst>
                <a:ext uri="{FF2B5EF4-FFF2-40B4-BE49-F238E27FC236}">
                  <a16:creationId xmlns:a16="http://schemas.microsoft.com/office/drawing/2014/main" id="{C19AC494-FFE0-D778-FFCF-628516D36F7E}"/>
                </a:ext>
              </a:extLst>
            </p:cNvPr>
            <p:cNvSpPr>
              <a:spLocks noChangeShapeType="1"/>
            </p:cNvSpPr>
            <p:nvPr/>
          </p:nvSpPr>
          <p:spPr bwMode="auto">
            <a:xfrm rot="18900000" flipV="1">
              <a:off x="4793488" y="370379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1" name="Line 27">
              <a:extLst>
                <a:ext uri="{FF2B5EF4-FFF2-40B4-BE49-F238E27FC236}">
                  <a16:creationId xmlns:a16="http://schemas.microsoft.com/office/drawing/2014/main" id="{5EF52CE0-BB29-CC1A-576D-3BEDFAF2DEAB}"/>
                </a:ext>
              </a:extLst>
            </p:cNvPr>
            <p:cNvSpPr>
              <a:spLocks noChangeShapeType="1"/>
            </p:cNvSpPr>
            <p:nvPr/>
          </p:nvSpPr>
          <p:spPr bwMode="auto">
            <a:xfrm rot="2700000">
              <a:off x="4793487" y="421982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2" name="Line 27">
              <a:extLst>
                <a:ext uri="{FF2B5EF4-FFF2-40B4-BE49-F238E27FC236}">
                  <a16:creationId xmlns:a16="http://schemas.microsoft.com/office/drawing/2014/main" id="{F418BADC-C671-C310-BE9F-BF0BB933E9A2}"/>
                </a:ext>
              </a:extLst>
            </p:cNvPr>
            <p:cNvSpPr>
              <a:spLocks noChangeShapeType="1"/>
            </p:cNvSpPr>
            <p:nvPr/>
          </p:nvSpPr>
          <p:spPr bwMode="auto">
            <a:xfrm rot="18900000" flipV="1">
              <a:off x="4793487" y="421813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3" name="Line 27">
              <a:extLst>
                <a:ext uri="{FF2B5EF4-FFF2-40B4-BE49-F238E27FC236}">
                  <a16:creationId xmlns:a16="http://schemas.microsoft.com/office/drawing/2014/main" id="{B448770D-3225-16BA-6D34-FA6DEBB0A95C}"/>
                </a:ext>
              </a:extLst>
            </p:cNvPr>
            <p:cNvSpPr>
              <a:spLocks noChangeShapeType="1"/>
            </p:cNvSpPr>
            <p:nvPr/>
          </p:nvSpPr>
          <p:spPr bwMode="auto">
            <a:xfrm rot="2700000">
              <a:off x="5162939" y="267470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4" name="Line 27">
              <a:extLst>
                <a:ext uri="{FF2B5EF4-FFF2-40B4-BE49-F238E27FC236}">
                  <a16:creationId xmlns:a16="http://schemas.microsoft.com/office/drawing/2014/main" id="{59986FD8-7B2D-1E10-E6CC-908E925DB821}"/>
                </a:ext>
              </a:extLst>
            </p:cNvPr>
            <p:cNvSpPr>
              <a:spLocks noChangeShapeType="1"/>
            </p:cNvSpPr>
            <p:nvPr/>
          </p:nvSpPr>
          <p:spPr bwMode="auto">
            <a:xfrm rot="18900000" flipV="1">
              <a:off x="5162939" y="267301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5" name="Line 27">
              <a:extLst>
                <a:ext uri="{FF2B5EF4-FFF2-40B4-BE49-F238E27FC236}">
                  <a16:creationId xmlns:a16="http://schemas.microsoft.com/office/drawing/2014/main" id="{171DF705-122E-7896-E54F-F46092BF453E}"/>
                </a:ext>
              </a:extLst>
            </p:cNvPr>
            <p:cNvSpPr>
              <a:spLocks noChangeShapeType="1"/>
            </p:cNvSpPr>
            <p:nvPr/>
          </p:nvSpPr>
          <p:spPr bwMode="auto">
            <a:xfrm rot="2700000">
              <a:off x="5162940" y="319191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6" name="Line 27">
              <a:extLst>
                <a:ext uri="{FF2B5EF4-FFF2-40B4-BE49-F238E27FC236}">
                  <a16:creationId xmlns:a16="http://schemas.microsoft.com/office/drawing/2014/main" id="{08C332CE-C1CC-2141-820D-22D95E7E41E8}"/>
                </a:ext>
              </a:extLst>
            </p:cNvPr>
            <p:cNvSpPr>
              <a:spLocks noChangeShapeType="1"/>
            </p:cNvSpPr>
            <p:nvPr/>
          </p:nvSpPr>
          <p:spPr bwMode="auto">
            <a:xfrm rot="18900000" flipV="1">
              <a:off x="5162940" y="319022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7" name="Line 27">
              <a:extLst>
                <a:ext uri="{FF2B5EF4-FFF2-40B4-BE49-F238E27FC236}">
                  <a16:creationId xmlns:a16="http://schemas.microsoft.com/office/drawing/2014/main" id="{696BDF66-7E63-15F6-26F7-599020603664}"/>
                </a:ext>
              </a:extLst>
            </p:cNvPr>
            <p:cNvSpPr>
              <a:spLocks noChangeShapeType="1"/>
            </p:cNvSpPr>
            <p:nvPr/>
          </p:nvSpPr>
          <p:spPr bwMode="auto">
            <a:xfrm rot="2700000">
              <a:off x="5162940" y="370731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8" name="Line 27">
              <a:extLst>
                <a:ext uri="{FF2B5EF4-FFF2-40B4-BE49-F238E27FC236}">
                  <a16:creationId xmlns:a16="http://schemas.microsoft.com/office/drawing/2014/main" id="{17CA3F1E-DC75-1FAD-71EA-C1E1BCB6A32A}"/>
                </a:ext>
              </a:extLst>
            </p:cNvPr>
            <p:cNvSpPr>
              <a:spLocks noChangeShapeType="1"/>
            </p:cNvSpPr>
            <p:nvPr/>
          </p:nvSpPr>
          <p:spPr bwMode="auto">
            <a:xfrm rot="18900000" flipV="1">
              <a:off x="5162940" y="370562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9" name="Line 27">
              <a:extLst>
                <a:ext uri="{FF2B5EF4-FFF2-40B4-BE49-F238E27FC236}">
                  <a16:creationId xmlns:a16="http://schemas.microsoft.com/office/drawing/2014/main" id="{5C13569F-F7EB-FB13-2199-C599862C3641}"/>
                </a:ext>
              </a:extLst>
            </p:cNvPr>
            <p:cNvSpPr>
              <a:spLocks noChangeShapeType="1"/>
            </p:cNvSpPr>
            <p:nvPr/>
          </p:nvSpPr>
          <p:spPr bwMode="auto">
            <a:xfrm rot="2700000">
              <a:off x="5162939" y="422164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0" name="Line 27">
              <a:extLst>
                <a:ext uri="{FF2B5EF4-FFF2-40B4-BE49-F238E27FC236}">
                  <a16:creationId xmlns:a16="http://schemas.microsoft.com/office/drawing/2014/main" id="{D7929EDA-B017-16AF-C25C-0DE47DC1105F}"/>
                </a:ext>
              </a:extLst>
            </p:cNvPr>
            <p:cNvSpPr>
              <a:spLocks noChangeShapeType="1"/>
            </p:cNvSpPr>
            <p:nvPr/>
          </p:nvSpPr>
          <p:spPr bwMode="auto">
            <a:xfrm rot="18900000" flipV="1">
              <a:off x="5162939" y="421995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1" name="Line 27">
              <a:extLst>
                <a:ext uri="{FF2B5EF4-FFF2-40B4-BE49-F238E27FC236}">
                  <a16:creationId xmlns:a16="http://schemas.microsoft.com/office/drawing/2014/main" id="{8C5A2BC7-8A88-FEF3-961F-4C0A761C7AA5}"/>
                </a:ext>
              </a:extLst>
            </p:cNvPr>
            <p:cNvSpPr>
              <a:spLocks noChangeShapeType="1"/>
            </p:cNvSpPr>
            <p:nvPr/>
          </p:nvSpPr>
          <p:spPr bwMode="auto">
            <a:xfrm rot="2700000">
              <a:off x="5498360" y="267464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2" name="Line 27">
              <a:extLst>
                <a:ext uri="{FF2B5EF4-FFF2-40B4-BE49-F238E27FC236}">
                  <a16:creationId xmlns:a16="http://schemas.microsoft.com/office/drawing/2014/main" id="{434035AB-1D68-AF8F-3F83-9694513EC8DE}"/>
                </a:ext>
              </a:extLst>
            </p:cNvPr>
            <p:cNvSpPr>
              <a:spLocks noChangeShapeType="1"/>
            </p:cNvSpPr>
            <p:nvPr/>
          </p:nvSpPr>
          <p:spPr bwMode="auto">
            <a:xfrm rot="18900000" flipV="1">
              <a:off x="5498360" y="267294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3" name="Line 27">
              <a:extLst>
                <a:ext uri="{FF2B5EF4-FFF2-40B4-BE49-F238E27FC236}">
                  <a16:creationId xmlns:a16="http://schemas.microsoft.com/office/drawing/2014/main" id="{BF85C6CA-EDAD-6005-ECE8-6B4AED583BF6}"/>
                </a:ext>
              </a:extLst>
            </p:cNvPr>
            <p:cNvSpPr>
              <a:spLocks noChangeShapeType="1"/>
            </p:cNvSpPr>
            <p:nvPr/>
          </p:nvSpPr>
          <p:spPr bwMode="auto">
            <a:xfrm rot="2700000">
              <a:off x="5498361" y="319185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 name="Line 27">
              <a:extLst>
                <a:ext uri="{FF2B5EF4-FFF2-40B4-BE49-F238E27FC236}">
                  <a16:creationId xmlns:a16="http://schemas.microsoft.com/office/drawing/2014/main" id="{FCD594FC-D6FE-C982-3356-B860B391D0E1}"/>
                </a:ext>
              </a:extLst>
            </p:cNvPr>
            <p:cNvSpPr>
              <a:spLocks noChangeShapeType="1"/>
            </p:cNvSpPr>
            <p:nvPr/>
          </p:nvSpPr>
          <p:spPr bwMode="auto">
            <a:xfrm rot="18900000" flipV="1">
              <a:off x="5498361" y="319016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5" name="Line 27">
              <a:extLst>
                <a:ext uri="{FF2B5EF4-FFF2-40B4-BE49-F238E27FC236}">
                  <a16:creationId xmlns:a16="http://schemas.microsoft.com/office/drawing/2014/main" id="{B2A986DA-0666-5696-AA68-94F4AF19F415}"/>
                </a:ext>
              </a:extLst>
            </p:cNvPr>
            <p:cNvSpPr>
              <a:spLocks noChangeShapeType="1"/>
            </p:cNvSpPr>
            <p:nvPr/>
          </p:nvSpPr>
          <p:spPr bwMode="auto">
            <a:xfrm rot="2700000">
              <a:off x="5498361" y="370725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6" name="Line 27">
              <a:extLst>
                <a:ext uri="{FF2B5EF4-FFF2-40B4-BE49-F238E27FC236}">
                  <a16:creationId xmlns:a16="http://schemas.microsoft.com/office/drawing/2014/main" id="{F7E835EC-B8A3-7971-B8E1-701BF0ABFF5C}"/>
                </a:ext>
              </a:extLst>
            </p:cNvPr>
            <p:cNvSpPr>
              <a:spLocks noChangeShapeType="1"/>
            </p:cNvSpPr>
            <p:nvPr/>
          </p:nvSpPr>
          <p:spPr bwMode="auto">
            <a:xfrm rot="18900000" flipV="1">
              <a:off x="5498361" y="370555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7" name="Line 27">
              <a:extLst>
                <a:ext uri="{FF2B5EF4-FFF2-40B4-BE49-F238E27FC236}">
                  <a16:creationId xmlns:a16="http://schemas.microsoft.com/office/drawing/2014/main" id="{727C963B-1CC4-28B3-ACE9-4FEB8E9F7A08}"/>
                </a:ext>
              </a:extLst>
            </p:cNvPr>
            <p:cNvSpPr>
              <a:spLocks noChangeShapeType="1"/>
            </p:cNvSpPr>
            <p:nvPr/>
          </p:nvSpPr>
          <p:spPr bwMode="auto">
            <a:xfrm rot="2700000">
              <a:off x="5498360" y="422158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8" name="Line 27">
              <a:extLst>
                <a:ext uri="{FF2B5EF4-FFF2-40B4-BE49-F238E27FC236}">
                  <a16:creationId xmlns:a16="http://schemas.microsoft.com/office/drawing/2014/main" id="{82A7FADA-4631-3F2A-5A43-7EEAD1F47380}"/>
                </a:ext>
              </a:extLst>
            </p:cNvPr>
            <p:cNvSpPr>
              <a:spLocks noChangeShapeType="1"/>
            </p:cNvSpPr>
            <p:nvPr/>
          </p:nvSpPr>
          <p:spPr bwMode="auto">
            <a:xfrm rot="18900000" flipV="1">
              <a:off x="5498360" y="421989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9" name="Line 27">
              <a:extLst>
                <a:ext uri="{FF2B5EF4-FFF2-40B4-BE49-F238E27FC236}">
                  <a16:creationId xmlns:a16="http://schemas.microsoft.com/office/drawing/2014/main" id="{820522AC-79C8-45F4-31C1-571A37307844}"/>
                </a:ext>
              </a:extLst>
            </p:cNvPr>
            <p:cNvSpPr>
              <a:spLocks noChangeShapeType="1"/>
            </p:cNvSpPr>
            <p:nvPr/>
          </p:nvSpPr>
          <p:spPr bwMode="auto">
            <a:xfrm rot="2700000">
              <a:off x="5864617" y="2674707"/>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0" name="Line 27">
              <a:extLst>
                <a:ext uri="{FF2B5EF4-FFF2-40B4-BE49-F238E27FC236}">
                  <a16:creationId xmlns:a16="http://schemas.microsoft.com/office/drawing/2014/main" id="{D5F95706-EB98-BF09-B635-87567628C4F4}"/>
                </a:ext>
              </a:extLst>
            </p:cNvPr>
            <p:cNvSpPr>
              <a:spLocks noChangeShapeType="1"/>
            </p:cNvSpPr>
            <p:nvPr/>
          </p:nvSpPr>
          <p:spPr bwMode="auto">
            <a:xfrm rot="18900000" flipV="1">
              <a:off x="5864617" y="267301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1" name="Line 27">
              <a:extLst>
                <a:ext uri="{FF2B5EF4-FFF2-40B4-BE49-F238E27FC236}">
                  <a16:creationId xmlns:a16="http://schemas.microsoft.com/office/drawing/2014/main" id="{C495EC10-E552-7C28-C18C-73F3E43C3FA3}"/>
                </a:ext>
              </a:extLst>
            </p:cNvPr>
            <p:cNvSpPr>
              <a:spLocks noChangeShapeType="1"/>
            </p:cNvSpPr>
            <p:nvPr/>
          </p:nvSpPr>
          <p:spPr bwMode="auto">
            <a:xfrm rot="2700000">
              <a:off x="5864618" y="3191920"/>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2" name="Line 27">
              <a:extLst>
                <a:ext uri="{FF2B5EF4-FFF2-40B4-BE49-F238E27FC236}">
                  <a16:creationId xmlns:a16="http://schemas.microsoft.com/office/drawing/2014/main" id="{72A4B13C-C1BA-D030-10A7-6CA6265B0C75}"/>
                </a:ext>
              </a:extLst>
            </p:cNvPr>
            <p:cNvSpPr>
              <a:spLocks noChangeShapeType="1"/>
            </p:cNvSpPr>
            <p:nvPr/>
          </p:nvSpPr>
          <p:spPr bwMode="auto">
            <a:xfrm rot="18900000" flipV="1">
              <a:off x="5864618" y="3190227"/>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3" name="Line 27">
              <a:extLst>
                <a:ext uri="{FF2B5EF4-FFF2-40B4-BE49-F238E27FC236}">
                  <a16:creationId xmlns:a16="http://schemas.microsoft.com/office/drawing/2014/main" id="{750E925A-08A8-65E1-DFC2-17DB30179A1D}"/>
                </a:ext>
              </a:extLst>
            </p:cNvPr>
            <p:cNvSpPr>
              <a:spLocks noChangeShapeType="1"/>
            </p:cNvSpPr>
            <p:nvPr/>
          </p:nvSpPr>
          <p:spPr bwMode="auto">
            <a:xfrm rot="2700000">
              <a:off x="5864618" y="3707317"/>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 name="Line 27">
              <a:extLst>
                <a:ext uri="{FF2B5EF4-FFF2-40B4-BE49-F238E27FC236}">
                  <a16:creationId xmlns:a16="http://schemas.microsoft.com/office/drawing/2014/main" id="{B09A828E-B4EF-455F-DF56-31429DC88366}"/>
                </a:ext>
              </a:extLst>
            </p:cNvPr>
            <p:cNvSpPr>
              <a:spLocks noChangeShapeType="1"/>
            </p:cNvSpPr>
            <p:nvPr/>
          </p:nvSpPr>
          <p:spPr bwMode="auto">
            <a:xfrm rot="18900000" flipV="1">
              <a:off x="5864618" y="370562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 name="Line 27">
              <a:extLst>
                <a:ext uri="{FF2B5EF4-FFF2-40B4-BE49-F238E27FC236}">
                  <a16:creationId xmlns:a16="http://schemas.microsoft.com/office/drawing/2014/main" id="{987F2438-DA81-D2E3-4869-8952F971BF61}"/>
                </a:ext>
              </a:extLst>
            </p:cNvPr>
            <p:cNvSpPr>
              <a:spLocks noChangeShapeType="1"/>
            </p:cNvSpPr>
            <p:nvPr/>
          </p:nvSpPr>
          <p:spPr bwMode="auto">
            <a:xfrm rot="2700000">
              <a:off x="5864617" y="4221650"/>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6" name="Line 27">
              <a:extLst>
                <a:ext uri="{FF2B5EF4-FFF2-40B4-BE49-F238E27FC236}">
                  <a16:creationId xmlns:a16="http://schemas.microsoft.com/office/drawing/2014/main" id="{7B52143E-0A28-DE8F-FE79-DC601E0FDD69}"/>
                </a:ext>
              </a:extLst>
            </p:cNvPr>
            <p:cNvSpPr>
              <a:spLocks noChangeShapeType="1"/>
            </p:cNvSpPr>
            <p:nvPr/>
          </p:nvSpPr>
          <p:spPr bwMode="auto">
            <a:xfrm rot="18900000" flipV="1">
              <a:off x="5864617" y="4219957"/>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 name="组合 8">
            <a:extLst>
              <a:ext uri="{FF2B5EF4-FFF2-40B4-BE49-F238E27FC236}">
                <a16:creationId xmlns:a16="http://schemas.microsoft.com/office/drawing/2014/main" id="{1274C977-9663-D3A2-818D-EA641F35E0DA}"/>
              </a:ext>
            </a:extLst>
          </p:cNvPr>
          <p:cNvGrpSpPr/>
          <p:nvPr/>
        </p:nvGrpSpPr>
        <p:grpSpPr>
          <a:xfrm>
            <a:off x="8742218" y="1382675"/>
            <a:ext cx="3114572" cy="4249740"/>
            <a:chOff x="8742218" y="1382675"/>
            <a:chExt cx="3114572" cy="4249740"/>
          </a:xfrm>
        </p:grpSpPr>
        <p:sp>
          <p:nvSpPr>
            <p:cNvPr id="442" name="流程图: 延期 441">
              <a:extLst>
                <a:ext uri="{FF2B5EF4-FFF2-40B4-BE49-F238E27FC236}">
                  <a16:creationId xmlns:a16="http://schemas.microsoft.com/office/drawing/2014/main" id="{3B22AD01-AD1F-505C-0A87-F3F241BFC917}"/>
                </a:ext>
              </a:extLst>
            </p:cNvPr>
            <p:cNvSpPr/>
            <p:nvPr/>
          </p:nvSpPr>
          <p:spPr>
            <a:xfrm>
              <a:off x="10276414" y="2440723"/>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43" name="Line 27">
              <a:extLst>
                <a:ext uri="{FF2B5EF4-FFF2-40B4-BE49-F238E27FC236}">
                  <a16:creationId xmlns:a16="http://schemas.microsoft.com/office/drawing/2014/main" id="{C9E69BB7-09ED-F40B-2679-742827B83ACB}"/>
                </a:ext>
              </a:extLst>
            </p:cNvPr>
            <p:cNvSpPr>
              <a:spLocks noChangeShapeType="1"/>
            </p:cNvSpPr>
            <p:nvPr/>
          </p:nvSpPr>
          <p:spPr bwMode="auto">
            <a:xfrm>
              <a:off x="8742219" y="2672519"/>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mc:AlternateContent xmlns:mc="http://schemas.openxmlformats.org/markup-compatibility/2006" xmlns:a14="http://schemas.microsoft.com/office/drawing/2010/main">
          <mc:Choice Requires="a14">
            <p:sp>
              <p:nvSpPr>
                <p:cNvPr id="444" name="文本框 443">
                  <a:extLst>
                    <a:ext uri="{FF2B5EF4-FFF2-40B4-BE49-F238E27FC236}">
                      <a16:creationId xmlns:a16="http://schemas.microsoft.com/office/drawing/2014/main" id="{28B64668-6239-8C68-716D-10ED0CC452E3}"/>
                    </a:ext>
                  </a:extLst>
                </p:cNvPr>
                <p:cNvSpPr txBox="1"/>
                <p:nvPr/>
              </p:nvSpPr>
              <p:spPr>
                <a:xfrm>
                  <a:off x="8909377" y="1385143"/>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a:latin typeface="Cambria Math" panose="02040503050406030204" pitchFamily="18" charset="0"/>
                            <a:ea typeface="楷体_GB2312" pitchFamily="49" charset="-122"/>
                          </a:rPr>
                          <m:t>A</m:t>
                        </m:r>
                      </m:oMath>
                    </m:oMathPara>
                  </a14:m>
                  <a:endParaRPr lang="zh-CN" altLang="en-US" sz="2400" dirty="0"/>
                </a:p>
              </p:txBody>
            </p:sp>
          </mc:Choice>
          <mc:Fallback xmlns="">
            <p:sp>
              <p:nvSpPr>
                <p:cNvPr id="444" name="文本框 443">
                  <a:extLst>
                    <a:ext uri="{FF2B5EF4-FFF2-40B4-BE49-F238E27FC236}">
                      <a16:creationId xmlns:a16="http://schemas.microsoft.com/office/drawing/2014/main" id="{28B64668-6239-8C68-716D-10ED0CC452E3}"/>
                    </a:ext>
                  </a:extLst>
                </p:cNvPr>
                <p:cNvSpPr txBox="1">
                  <a:spLocks noRot="1" noChangeAspect="1" noMove="1" noResize="1" noEditPoints="1" noAdjustHandles="1" noChangeArrowheads="1" noChangeShapeType="1" noTextEdit="1"/>
                </p:cNvSpPr>
                <p:nvPr/>
              </p:nvSpPr>
              <p:spPr>
                <a:xfrm>
                  <a:off x="8909377" y="1385143"/>
                  <a:ext cx="450256" cy="461665"/>
                </a:xfrm>
                <a:prstGeom prst="rect">
                  <a:avLst/>
                </a:prstGeom>
                <a:blipFill>
                  <a:blip r:embed="rId7"/>
                  <a:stretch>
                    <a:fillRect l="-54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5" name="文本框 444">
                  <a:extLst>
                    <a:ext uri="{FF2B5EF4-FFF2-40B4-BE49-F238E27FC236}">
                      <a16:creationId xmlns:a16="http://schemas.microsoft.com/office/drawing/2014/main" id="{3792E8B2-8A52-7CB6-5FD6-61068ACA2664}"/>
                    </a:ext>
                  </a:extLst>
                </p:cNvPr>
                <p:cNvSpPr txBox="1"/>
                <p:nvPr/>
              </p:nvSpPr>
              <p:spPr>
                <a:xfrm>
                  <a:off x="11353382" y="5170750"/>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b="0" i="0" smtClean="0">
                                <a:latin typeface="Cambria Math" panose="02040503050406030204" pitchFamily="18" charset="0"/>
                              </a:rPr>
                              <m:t>0</m:t>
                            </m:r>
                          </m:sub>
                        </m:sSub>
                      </m:oMath>
                    </m:oMathPara>
                  </a14:m>
                  <a:endParaRPr lang="zh-CN" altLang="en-US" sz="2400" dirty="0"/>
                </a:p>
              </p:txBody>
            </p:sp>
          </mc:Choice>
          <mc:Fallback xmlns="">
            <p:sp>
              <p:nvSpPr>
                <p:cNvPr id="445" name="文本框 444">
                  <a:extLst>
                    <a:ext uri="{FF2B5EF4-FFF2-40B4-BE49-F238E27FC236}">
                      <a16:creationId xmlns:a16="http://schemas.microsoft.com/office/drawing/2014/main" id="{3792E8B2-8A52-7CB6-5FD6-61068ACA2664}"/>
                    </a:ext>
                  </a:extLst>
                </p:cNvPr>
                <p:cNvSpPr txBox="1">
                  <a:spLocks noRot="1" noChangeAspect="1" noMove="1" noResize="1" noEditPoints="1" noAdjustHandles="1" noChangeArrowheads="1" noChangeShapeType="1" noTextEdit="1"/>
                </p:cNvSpPr>
                <p:nvPr/>
              </p:nvSpPr>
              <p:spPr>
                <a:xfrm>
                  <a:off x="11353382" y="5170750"/>
                  <a:ext cx="458075" cy="461665"/>
                </a:xfrm>
                <a:prstGeom prst="rect">
                  <a:avLst/>
                </a:prstGeom>
                <a:blipFill>
                  <a:blip r:embed="rId8"/>
                  <a:stretch>
                    <a:fillRect l="-13158" b="-1316"/>
                  </a:stretch>
                </a:blipFill>
              </p:spPr>
              <p:txBody>
                <a:bodyPr/>
                <a:lstStyle/>
                <a:p>
                  <a:r>
                    <a:rPr lang="zh-CN" altLang="en-US">
                      <a:noFill/>
                    </a:rPr>
                    <a:t> </a:t>
                  </a:r>
                </a:p>
              </p:txBody>
            </p:sp>
          </mc:Fallback>
        </mc:AlternateContent>
        <p:sp>
          <p:nvSpPr>
            <p:cNvPr id="446" name="等腰三角形 445">
              <a:extLst>
                <a:ext uri="{FF2B5EF4-FFF2-40B4-BE49-F238E27FC236}">
                  <a16:creationId xmlns:a16="http://schemas.microsoft.com/office/drawing/2014/main" id="{2011FE0E-92E8-4BE2-795B-C82E917A6B80}"/>
                </a:ext>
              </a:extLst>
            </p:cNvPr>
            <p:cNvSpPr/>
            <p:nvPr/>
          </p:nvSpPr>
          <p:spPr>
            <a:xfrm flipH="1" flipV="1">
              <a:off x="9545537" y="1988205"/>
              <a:ext cx="501869" cy="448573"/>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400" dirty="0"/>
            </a:p>
          </p:txBody>
        </p:sp>
        <p:sp>
          <p:nvSpPr>
            <p:cNvPr id="447" name="椭圆 446">
              <a:extLst>
                <a:ext uri="{FF2B5EF4-FFF2-40B4-BE49-F238E27FC236}">
                  <a16:creationId xmlns:a16="http://schemas.microsoft.com/office/drawing/2014/main" id="{5F462C81-2498-B18B-7C4D-9ECCE3962D1B}"/>
                </a:ext>
              </a:extLst>
            </p:cNvPr>
            <p:cNvSpPr/>
            <p:nvPr/>
          </p:nvSpPr>
          <p:spPr>
            <a:xfrm flipV="1">
              <a:off x="9931319" y="2155908"/>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48" name="流程图: 延期 447">
              <a:extLst>
                <a:ext uri="{FF2B5EF4-FFF2-40B4-BE49-F238E27FC236}">
                  <a16:creationId xmlns:a16="http://schemas.microsoft.com/office/drawing/2014/main" id="{5F126ECD-248C-D0D7-E29A-E7BBBC793154}"/>
                </a:ext>
              </a:extLst>
            </p:cNvPr>
            <p:cNvSpPr/>
            <p:nvPr/>
          </p:nvSpPr>
          <p:spPr>
            <a:xfrm>
              <a:off x="10276414" y="2959255"/>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49" name="Line 27">
              <a:extLst>
                <a:ext uri="{FF2B5EF4-FFF2-40B4-BE49-F238E27FC236}">
                  <a16:creationId xmlns:a16="http://schemas.microsoft.com/office/drawing/2014/main" id="{F1191B94-4E24-82EB-17C9-E0BB2A8EDEA6}"/>
                </a:ext>
              </a:extLst>
            </p:cNvPr>
            <p:cNvSpPr>
              <a:spLocks noChangeShapeType="1"/>
            </p:cNvSpPr>
            <p:nvPr/>
          </p:nvSpPr>
          <p:spPr bwMode="auto">
            <a:xfrm>
              <a:off x="8742219" y="3191051"/>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0" name="流程图: 延期 449">
              <a:extLst>
                <a:ext uri="{FF2B5EF4-FFF2-40B4-BE49-F238E27FC236}">
                  <a16:creationId xmlns:a16="http://schemas.microsoft.com/office/drawing/2014/main" id="{177D915B-2598-95C1-C0D4-0CA9F61A2D63}"/>
                </a:ext>
              </a:extLst>
            </p:cNvPr>
            <p:cNvSpPr/>
            <p:nvPr/>
          </p:nvSpPr>
          <p:spPr>
            <a:xfrm>
              <a:off x="10276414" y="3473842"/>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51" name="Line 27">
              <a:extLst>
                <a:ext uri="{FF2B5EF4-FFF2-40B4-BE49-F238E27FC236}">
                  <a16:creationId xmlns:a16="http://schemas.microsoft.com/office/drawing/2014/main" id="{EC2B89DC-CFCA-5E41-6434-C3A34A6AB9BF}"/>
                </a:ext>
              </a:extLst>
            </p:cNvPr>
            <p:cNvSpPr>
              <a:spLocks noChangeShapeType="1"/>
            </p:cNvSpPr>
            <p:nvPr/>
          </p:nvSpPr>
          <p:spPr bwMode="auto">
            <a:xfrm>
              <a:off x="8742219" y="3705638"/>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2" name="流程图: 延期 451">
              <a:extLst>
                <a:ext uri="{FF2B5EF4-FFF2-40B4-BE49-F238E27FC236}">
                  <a16:creationId xmlns:a16="http://schemas.microsoft.com/office/drawing/2014/main" id="{4495F6BF-D9E3-5273-04DE-15C0DCA862DB}"/>
                </a:ext>
              </a:extLst>
            </p:cNvPr>
            <p:cNvSpPr/>
            <p:nvPr/>
          </p:nvSpPr>
          <p:spPr>
            <a:xfrm>
              <a:off x="10276413" y="3988429"/>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53" name="Line 27">
              <a:extLst>
                <a:ext uri="{FF2B5EF4-FFF2-40B4-BE49-F238E27FC236}">
                  <a16:creationId xmlns:a16="http://schemas.microsoft.com/office/drawing/2014/main" id="{3424176E-1F9E-ED91-97B8-167BF7F0A7BF}"/>
                </a:ext>
              </a:extLst>
            </p:cNvPr>
            <p:cNvSpPr>
              <a:spLocks noChangeShapeType="1"/>
            </p:cNvSpPr>
            <p:nvPr/>
          </p:nvSpPr>
          <p:spPr bwMode="auto">
            <a:xfrm>
              <a:off x="8742218" y="4220225"/>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4" name="Line 27">
              <a:extLst>
                <a:ext uri="{FF2B5EF4-FFF2-40B4-BE49-F238E27FC236}">
                  <a16:creationId xmlns:a16="http://schemas.microsoft.com/office/drawing/2014/main" id="{B31EDD7E-FE92-B1DB-D2AF-663AF9D04269}"/>
                </a:ext>
              </a:extLst>
            </p:cNvPr>
            <p:cNvSpPr>
              <a:spLocks noChangeShapeType="1"/>
            </p:cNvSpPr>
            <p:nvPr/>
          </p:nvSpPr>
          <p:spPr bwMode="auto">
            <a:xfrm>
              <a:off x="10731682" y="2672519"/>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5" name="Line 27">
              <a:extLst>
                <a:ext uri="{FF2B5EF4-FFF2-40B4-BE49-F238E27FC236}">
                  <a16:creationId xmlns:a16="http://schemas.microsoft.com/office/drawing/2014/main" id="{0BED3238-1839-A154-B3DF-7C7A29C13E7B}"/>
                </a:ext>
              </a:extLst>
            </p:cNvPr>
            <p:cNvSpPr>
              <a:spLocks noChangeShapeType="1"/>
            </p:cNvSpPr>
            <p:nvPr/>
          </p:nvSpPr>
          <p:spPr bwMode="auto">
            <a:xfrm>
              <a:off x="10731682" y="3191051"/>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6" name="Line 27">
              <a:extLst>
                <a:ext uri="{FF2B5EF4-FFF2-40B4-BE49-F238E27FC236}">
                  <a16:creationId xmlns:a16="http://schemas.microsoft.com/office/drawing/2014/main" id="{FBAEEA3B-CE63-EB1E-A07A-E3B0450A10AC}"/>
                </a:ext>
              </a:extLst>
            </p:cNvPr>
            <p:cNvSpPr>
              <a:spLocks noChangeShapeType="1"/>
            </p:cNvSpPr>
            <p:nvPr/>
          </p:nvSpPr>
          <p:spPr bwMode="auto">
            <a:xfrm>
              <a:off x="10731682" y="3705638"/>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7" name="Line 27">
              <a:extLst>
                <a:ext uri="{FF2B5EF4-FFF2-40B4-BE49-F238E27FC236}">
                  <a16:creationId xmlns:a16="http://schemas.microsoft.com/office/drawing/2014/main" id="{24791AD9-01C3-8972-5DCE-F708FE61EAD7}"/>
                </a:ext>
              </a:extLst>
            </p:cNvPr>
            <p:cNvSpPr>
              <a:spLocks noChangeShapeType="1"/>
            </p:cNvSpPr>
            <p:nvPr/>
          </p:nvSpPr>
          <p:spPr bwMode="auto">
            <a:xfrm>
              <a:off x="10731680" y="4220225"/>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8" name="Line 27">
              <a:extLst>
                <a:ext uri="{FF2B5EF4-FFF2-40B4-BE49-F238E27FC236}">
                  <a16:creationId xmlns:a16="http://schemas.microsoft.com/office/drawing/2014/main" id="{17B73B2D-6152-5E7F-02D3-69E04846D6CE}"/>
                </a:ext>
              </a:extLst>
            </p:cNvPr>
            <p:cNvSpPr>
              <a:spLocks noChangeShapeType="1"/>
            </p:cNvSpPr>
            <p:nvPr/>
          </p:nvSpPr>
          <p:spPr bwMode="auto">
            <a:xfrm rot="5400000">
              <a:off x="8876965" y="3391300"/>
              <a:ext cx="22282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9" name="Line 27">
              <a:extLst>
                <a:ext uri="{FF2B5EF4-FFF2-40B4-BE49-F238E27FC236}">
                  <a16:creationId xmlns:a16="http://schemas.microsoft.com/office/drawing/2014/main" id="{6ABA67D0-53E9-E226-0D80-F4FF09D86ABA}"/>
                </a:ext>
              </a:extLst>
            </p:cNvPr>
            <p:cNvSpPr>
              <a:spLocks noChangeShapeType="1"/>
            </p:cNvSpPr>
            <p:nvPr/>
          </p:nvSpPr>
          <p:spPr bwMode="auto">
            <a:xfrm rot="5400000">
              <a:off x="8430800" y="3313046"/>
              <a:ext cx="2384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60" name="Line 27">
              <a:extLst>
                <a:ext uri="{FF2B5EF4-FFF2-40B4-BE49-F238E27FC236}">
                  <a16:creationId xmlns:a16="http://schemas.microsoft.com/office/drawing/2014/main" id="{DBC50C9A-99C9-AB59-1A11-CD210F78FABC}"/>
                </a:ext>
              </a:extLst>
            </p:cNvPr>
            <p:cNvSpPr>
              <a:spLocks noChangeShapeType="1"/>
            </p:cNvSpPr>
            <p:nvPr/>
          </p:nvSpPr>
          <p:spPr bwMode="auto">
            <a:xfrm rot="5400000">
              <a:off x="9677514" y="1869509"/>
              <a:ext cx="237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 name="等腰三角形 460">
              <a:extLst>
                <a:ext uri="{FF2B5EF4-FFF2-40B4-BE49-F238E27FC236}">
                  <a16:creationId xmlns:a16="http://schemas.microsoft.com/office/drawing/2014/main" id="{40A2A9BC-AB3C-3538-2E20-7C4151AE426A}"/>
                </a:ext>
              </a:extLst>
            </p:cNvPr>
            <p:cNvSpPr/>
            <p:nvPr/>
          </p:nvSpPr>
          <p:spPr>
            <a:xfrm flipH="1" flipV="1">
              <a:off x="8843545" y="1988203"/>
              <a:ext cx="501869" cy="448573"/>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400" dirty="0"/>
            </a:p>
          </p:txBody>
        </p:sp>
        <p:sp>
          <p:nvSpPr>
            <p:cNvPr id="462" name="椭圆 461">
              <a:extLst>
                <a:ext uri="{FF2B5EF4-FFF2-40B4-BE49-F238E27FC236}">
                  <a16:creationId xmlns:a16="http://schemas.microsoft.com/office/drawing/2014/main" id="{C6D2CC79-07A3-E0CA-917A-951F94A091CB}"/>
                </a:ext>
              </a:extLst>
            </p:cNvPr>
            <p:cNvSpPr/>
            <p:nvPr/>
          </p:nvSpPr>
          <p:spPr>
            <a:xfrm flipV="1">
              <a:off x="9229327" y="2155906"/>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463" name="Line 27">
              <a:extLst>
                <a:ext uri="{FF2B5EF4-FFF2-40B4-BE49-F238E27FC236}">
                  <a16:creationId xmlns:a16="http://schemas.microsoft.com/office/drawing/2014/main" id="{205FBF8A-2EED-2683-0C1F-922CAED60306}"/>
                </a:ext>
              </a:extLst>
            </p:cNvPr>
            <p:cNvSpPr>
              <a:spLocks noChangeShapeType="1"/>
            </p:cNvSpPr>
            <p:nvPr/>
          </p:nvSpPr>
          <p:spPr bwMode="auto">
            <a:xfrm rot="5400000">
              <a:off x="8174972" y="3391299"/>
              <a:ext cx="2228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64" name="Line 27">
              <a:extLst>
                <a:ext uri="{FF2B5EF4-FFF2-40B4-BE49-F238E27FC236}">
                  <a16:creationId xmlns:a16="http://schemas.microsoft.com/office/drawing/2014/main" id="{8343059C-31B2-5238-05A4-5CD950267667}"/>
                </a:ext>
              </a:extLst>
            </p:cNvPr>
            <p:cNvSpPr>
              <a:spLocks noChangeShapeType="1"/>
            </p:cNvSpPr>
            <p:nvPr/>
          </p:nvSpPr>
          <p:spPr bwMode="auto">
            <a:xfrm rot="5400000">
              <a:off x="7728808" y="3313043"/>
              <a:ext cx="23847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65" name="Line 27">
              <a:extLst>
                <a:ext uri="{FF2B5EF4-FFF2-40B4-BE49-F238E27FC236}">
                  <a16:creationId xmlns:a16="http://schemas.microsoft.com/office/drawing/2014/main" id="{C52279BE-36BD-E678-2EC4-26B59390C65A}"/>
                </a:ext>
              </a:extLst>
            </p:cNvPr>
            <p:cNvSpPr>
              <a:spLocks noChangeShapeType="1"/>
            </p:cNvSpPr>
            <p:nvPr/>
          </p:nvSpPr>
          <p:spPr bwMode="auto">
            <a:xfrm rot="5400000">
              <a:off x="8975522" y="1869507"/>
              <a:ext cx="237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66" name="组合 465">
              <a:extLst>
                <a:ext uri="{FF2B5EF4-FFF2-40B4-BE49-F238E27FC236}">
                  <a16:creationId xmlns:a16="http://schemas.microsoft.com/office/drawing/2014/main" id="{DED53395-742A-7C0D-261F-F2D8B7DC26F2}"/>
                </a:ext>
              </a:extLst>
            </p:cNvPr>
            <p:cNvGrpSpPr/>
            <p:nvPr/>
          </p:nvGrpSpPr>
          <p:grpSpPr>
            <a:xfrm rot="5400000">
              <a:off x="9546770" y="3598672"/>
              <a:ext cx="2859971" cy="386078"/>
              <a:chOff x="2242865" y="3147614"/>
              <a:chExt cx="4023485" cy="543145"/>
            </a:xfrm>
          </p:grpSpPr>
          <p:sp>
            <p:nvSpPr>
              <p:cNvPr id="504" name="Arc 158">
                <a:extLst>
                  <a:ext uri="{FF2B5EF4-FFF2-40B4-BE49-F238E27FC236}">
                    <a16:creationId xmlns:a16="http://schemas.microsoft.com/office/drawing/2014/main" id="{436D8C54-8F87-8CF9-B042-6B33E659B210}"/>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05" name="Line 160">
                <a:extLst>
                  <a:ext uri="{FF2B5EF4-FFF2-40B4-BE49-F238E27FC236}">
                    <a16:creationId xmlns:a16="http://schemas.microsoft.com/office/drawing/2014/main" id="{053E6A74-0F07-66EA-55D6-C8854AAE4C5D}"/>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06" name="Line 160">
                <a:extLst>
                  <a:ext uri="{FF2B5EF4-FFF2-40B4-BE49-F238E27FC236}">
                    <a16:creationId xmlns:a16="http://schemas.microsoft.com/office/drawing/2014/main" id="{E0027996-4770-9817-111F-42730F50C557}"/>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07" name="Arc 156">
                <a:extLst>
                  <a:ext uri="{FF2B5EF4-FFF2-40B4-BE49-F238E27FC236}">
                    <a16:creationId xmlns:a16="http://schemas.microsoft.com/office/drawing/2014/main" id="{DA779623-E439-FFE1-C5F8-2D9196A39BCF}"/>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08" name="Line 27">
                <a:extLst>
                  <a:ext uri="{FF2B5EF4-FFF2-40B4-BE49-F238E27FC236}">
                    <a16:creationId xmlns:a16="http://schemas.microsoft.com/office/drawing/2014/main" id="{9BE61C74-5551-FD15-7DC4-DE3459288475}"/>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09" name="Line 27">
                <a:extLst>
                  <a:ext uri="{FF2B5EF4-FFF2-40B4-BE49-F238E27FC236}">
                    <a16:creationId xmlns:a16="http://schemas.microsoft.com/office/drawing/2014/main" id="{AEBE0A49-8C21-0EB0-924F-9996D7D24D68}"/>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0" name="Arc 156">
                <a:extLst>
                  <a:ext uri="{FF2B5EF4-FFF2-40B4-BE49-F238E27FC236}">
                    <a16:creationId xmlns:a16="http://schemas.microsoft.com/office/drawing/2014/main" id="{47EA7818-0C57-26C4-E16D-7B5F09A4EFCE}"/>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nvGrpSpPr>
            <p:cNvPr id="467" name="组合 466">
              <a:extLst>
                <a:ext uri="{FF2B5EF4-FFF2-40B4-BE49-F238E27FC236}">
                  <a16:creationId xmlns:a16="http://schemas.microsoft.com/office/drawing/2014/main" id="{B8ACFDA1-A82A-FEA1-94CF-99C5FAE72425}"/>
                </a:ext>
              </a:extLst>
            </p:cNvPr>
            <p:cNvGrpSpPr/>
            <p:nvPr/>
          </p:nvGrpSpPr>
          <p:grpSpPr>
            <a:xfrm rot="5400000">
              <a:off x="10052022" y="3598672"/>
              <a:ext cx="2859971" cy="386078"/>
              <a:chOff x="2242865" y="3147614"/>
              <a:chExt cx="4023485" cy="543145"/>
            </a:xfrm>
          </p:grpSpPr>
          <p:sp>
            <p:nvSpPr>
              <p:cNvPr id="497" name="Arc 158">
                <a:extLst>
                  <a:ext uri="{FF2B5EF4-FFF2-40B4-BE49-F238E27FC236}">
                    <a16:creationId xmlns:a16="http://schemas.microsoft.com/office/drawing/2014/main" id="{3F812A1C-6D0A-330D-4A29-492CD13C5C1C}"/>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498" name="Line 160">
                <a:extLst>
                  <a:ext uri="{FF2B5EF4-FFF2-40B4-BE49-F238E27FC236}">
                    <a16:creationId xmlns:a16="http://schemas.microsoft.com/office/drawing/2014/main" id="{85409C81-A502-D50B-78FC-9E0C22CA7404}"/>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499" name="Line 160">
                <a:extLst>
                  <a:ext uri="{FF2B5EF4-FFF2-40B4-BE49-F238E27FC236}">
                    <a16:creationId xmlns:a16="http://schemas.microsoft.com/office/drawing/2014/main" id="{F9DA00E9-BCA2-0A0F-16D8-AE8B9ADBF71E}"/>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00" name="Arc 156">
                <a:extLst>
                  <a:ext uri="{FF2B5EF4-FFF2-40B4-BE49-F238E27FC236}">
                    <a16:creationId xmlns:a16="http://schemas.microsoft.com/office/drawing/2014/main" id="{4B33332E-ABBF-A4F7-13C7-E97CCC842C7A}"/>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01" name="Line 27">
                <a:extLst>
                  <a:ext uri="{FF2B5EF4-FFF2-40B4-BE49-F238E27FC236}">
                    <a16:creationId xmlns:a16="http://schemas.microsoft.com/office/drawing/2014/main" id="{C1818BA9-2E96-FBC1-EEFC-E262C5A9598A}"/>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502" name="Line 27">
                <a:extLst>
                  <a:ext uri="{FF2B5EF4-FFF2-40B4-BE49-F238E27FC236}">
                    <a16:creationId xmlns:a16="http://schemas.microsoft.com/office/drawing/2014/main" id="{1DEC843C-B081-DD28-8784-D60D0955E3B8}"/>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3" name="Arc 156">
                <a:extLst>
                  <a:ext uri="{FF2B5EF4-FFF2-40B4-BE49-F238E27FC236}">
                    <a16:creationId xmlns:a16="http://schemas.microsoft.com/office/drawing/2014/main" id="{7EA2268F-E9AD-6F9E-C8B2-E77BF8B1BFC9}"/>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mc:AlternateContent xmlns:mc="http://schemas.openxmlformats.org/markup-compatibility/2006" xmlns:a14="http://schemas.microsoft.com/office/drawing/2010/main">
          <mc:Choice Requires="a14">
            <p:sp>
              <p:nvSpPr>
                <p:cNvPr id="491" name="文本框 490">
                  <a:extLst>
                    <a:ext uri="{FF2B5EF4-FFF2-40B4-BE49-F238E27FC236}">
                      <a16:creationId xmlns:a16="http://schemas.microsoft.com/office/drawing/2014/main" id="{130B92D7-507A-99E8-FCAC-A19CCEB83DF0}"/>
                    </a:ext>
                  </a:extLst>
                </p:cNvPr>
                <p:cNvSpPr txBox="1"/>
                <p:nvPr/>
              </p:nvSpPr>
              <p:spPr>
                <a:xfrm>
                  <a:off x="9610305" y="1382675"/>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b="0" i="0" smtClean="0">
                            <a:latin typeface="Cambria Math" panose="02040503050406030204" pitchFamily="18" charset="0"/>
                            <a:ea typeface="楷体_GB2312" pitchFamily="49" charset="-122"/>
                          </a:rPr>
                          <m:t>B</m:t>
                        </m:r>
                      </m:oMath>
                    </m:oMathPara>
                  </a14:m>
                  <a:endParaRPr lang="zh-CN" altLang="en-US" sz="2400" dirty="0"/>
                </a:p>
              </p:txBody>
            </p:sp>
          </mc:Choice>
          <mc:Fallback xmlns="">
            <p:sp>
              <p:nvSpPr>
                <p:cNvPr id="491" name="文本框 490">
                  <a:extLst>
                    <a:ext uri="{FF2B5EF4-FFF2-40B4-BE49-F238E27FC236}">
                      <a16:creationId xmlns:a16="http://schemas.microsoft.com/office/drawing/2014/main" id="{130B92D7-507A-99E8-FCAC-A19CCEB83DF0}"/>
                    </a:ext>
                  </a:extLst>
                </p:cNvPr>
                <p:cNvSpPr txBox="1">
                  <a:spLocks noRot="1" noChangeAspect="1" noMove="1" noResize="1" noEditPoints="1" noAdjustHandles="1" noChangeArrowheads="1" noChangeShapeType="1" noTextEdit="1"/>
                </p:cNvSpPr>
                <p:nvPr/>
              </p:nvSpPr>
              <p:spPr>
                <a:xfrm>
                  <a:off x="9610305" y="1382675"/>
                  <a:ext cx="450256" cy="461665"/>
                </a:xfrm>
                <a:prstGeom prst="rect">
                  <a:avLst/>
                </a:prstGeom>
                <a:blipFill>
                  <a:blip r:embed="rId9"/>
                  <a:stretch>
                    <a:fillRect l="-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2" name="文本框 491">
                  <a:extLst>
                    <a:ext uri="{FF2B5EF4-FFF2-40B4-BE49-F238E27FC236}">
                      <a16:creationId xmlns:a16="http://schemas.microsoft.com/office/drawing/2014/main" id="{1F749CFF-6CC2-D376-CD8A-245205D2E3FE}"/>
                    </a:ext>
                  </a:extLst>
                </p:cNvPr>
                <p:cNvSpPr txBox="1"/>
                <p:nvPr/>
              </p:nvSpPr>
              <p:spPr>
                <a:xfrm>
                  <a:off x="10845968" y="5170749"/>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b="0" i="0" smtClean="0">
                                <a:latin typeface="Cambria Math" panose="02040503050406030204" pitchFamily="18" charset="0"/>
                              </a:rPr>
                              <m:t>1</m:t>
                            </m:r>
                          </m:sub>
                        </m:sSub>
                      </m:oMath>
                    </m:oMathPara>
                  </a14:m>
                  <a:endParaRPr lang="zh-CN" altLang="en-US" sz="2400" dirty="0"/>
                </a:p>
              </p:txBody>
            </p:sp>
          </mc:Choice>
          <mc:Fallback xmlns="">
            <p:sp>
              <p:nvSpPr>
                <p:cNvPr id="492" name="文本框 491">
                  <a:extLst>
                    <a:ext uri="{FF2B5EF4-FFF2-40B4-BE49-F238E27FC236}">
                      <a16:creationId xmlns:a16="http://schemas.microsoft.com/office/drawing/2014/main" id="{1F749CFF-6CC2-D376-CD8A-245205D2E3FE}"/>
                    </a:ext>
                  </a:extLst>
                </p:cNvPr>
                <p:cNvSpPr txBox="1">
                  <a:spLocks noRot="1" noChangeAspect="1" noMove="1" noResize="1" noEditPoints="1" noAdjustHandles="1" noChangeArrowheads="1" noChangeShapeType="1" noTextEdit="1"/>
                </p:cNvSpPr>
                <p:nvPr/>
              </p:nvSpPr>
              <p:spPr>
                <a:xfrm>
                  <a:off x="10845968" y="5170749"/>
                  <a:ext cx="458075" cy="461665"/>
                </a:xfrm>
                <a:prstGeom prst="rect">
                  <a:avLst/>
                </a:prstGeom>
                <a:blipFill>
                  <a:blip r:embed="rId10"/>
                  <a:stretch>
                    <a:fillRect l="-13333" b="-1316"/>
                  </a:stretch>
                </a:blipFill>
              </p:spPr>
              <p:txBody>
                <a:bodyPr/>
                <a:lstStyle/>
                <a:p>
                  <a:r>
                    <a:rPr lang="zh-CN" altLang="en-US">
                      <a:noFill/>
                    </a:rPr>
                    <a:t> </a:t>
                  </a:r>
                </a:p>
              </p:txBody>
            </p:sp>
          </mc:Fallback>
        </mc:AlternateContent>
        <p:sp>
          <p:nvSpPr>
            <p:cNvPr id="493" name="左大括号 492">
              <a:extLst>
                <a:ext uri="{FF2B5EF4-FFF2-40B4-BE49-F238E27FC236}">
                  <a16:creationId xmlns:a16="http://schemas.microsoft.com/office/drawing/2014/main" id="{09A559FA-8F22-5EBC-19B7-959225B6AE38}"/>
                </a:ext>
              </a:extLst>
            </p:cNvPr>
            <p:cNvSpPr/>
            <p:nvPr/>
          </p:nvSpPr>
          <p:spPr>
            <a:xfrm rot="16200000">
              <a:off x="9352718" y="4144192"/>
              <a:ext cx="206405" cy="1074420"/>
            </a:xfrm>
            <a:prstGeom prst="leftBrace">
              <a:avLst>
                <a:gd name="adj1" fmla="val 52419"/>
                <a:gd name="adj2" fmla="val 50000"/>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4" name="文本框 493">
              <a:extLst>
                <a:ext uri="{FF2B5EF4-FFF2-40B4-BE49-F238E27FC236}">
                  <a16:creationId xmlns:a16="http://schemas.microsoft.com/office/drawing/2014/main" id="{A146AEC9-E14D-7271-7681-C4C13E228003}"/>
                </a:ext>
              </a:extLst>
            </p:cNvPr>
            <p:cNvSpPr txBox="1"/>
            <p:nvPr/>
          </p:nvSpPr>
          <p:spPr>
            <a:xfrm>
              <a:off x="8829772" y="4784605"/>
              <a:ext cx="1252296" cy="707886"/>
            </a:xfrm>
            <a:prstGeom prst="rect">
              <a:avLst/>
            </a:prstGeom>
            <a:noFill/>
          </p:spPr>
          <p:txBody>
            <a:bodyPr wrap="square">
              <a:spAutoFit/>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与阵列</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可编程</a:t>
              </a:r>
              <a:endParaRPr lang="zh-CN" altLang="en-US" sz="2000" dirty="0"/>
            </a:p>
          </p:txBody>
        </p:sp>
        <p:sp>
          <p:nvSpPr>
            <p:cNvPr id="495" name="文本框 494">
              <a:extLst>
                <a:ext uri="{FF2B5EF4-FFF2-40B4-BE49-F238E27FC236}">
                  <a16:creationId xmlns:a16="http://schemas.microsoft.com/office/drawing/2014/main" id="{BA4A5174-2089-1A9D-2B4F-E1E106A263CC}"/>
                </a:ext>
              </a:extLst>
            </p:cNvPr>
            <p:cNvSpPr txBox="1"/>
            <p:nvPr/>
          </p:nvSpPr>
          <p:spPr>
            <a:xfrm>
              <a:off x="10604494" y="1477247"/>
              <a:ext cx="1252296" cy="707886"/>
            </a:xfrm>
            <a:prstGeom prst="rect">
              <a:avLst/>
            </a:prstGeom>
            <a:noFill/>
          </p:spPr>
          <p:txBody>
            <a:bodyPr wrap="square">
              <a:spAutoFit/>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或阵列</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固定</a:t>
              </a:r>
              <a:endParaRPr lang="zh-CN" altLang="en-US" sz="2000" dirty="0"/>
            </a:p>
          </p:txBody>
        </p:sp>
        <p:sp>
          <p:nvSpPr>
            <p:cNvPr id="496" name="左大括号 495">
              <a:extLst>
                <a:ext uri="{FF2B5EF4-FFF2-40B4-BE49-F238E27FC236}">
                  <a16:creationId xmlns:a16="http://schemas.microsoft.com/office/drawing/2014/main" id="{A6FB9926-1DE7-9D04-CCD1-B8C6989DCB53}"/>
                </a:ext>
              </a:extLst>
            </p:cNvPr>
            <p:cNvSpPr/>
            <p:nvPr/>
          </p:nvSpPr>
          <p:spPr>
            <a:xfrm rot="5400000" flipV="1">
              <a:off x="11127440" y="1921938"/>
              <a:ext cx="206405" cy="664796"/>
            </a:xfrm>
            <a:prstGeom prst="leftBrace">
              <a:avLst>
                <a:gd name="adj1" fmla="val 52419"/>
                <a:gd name="adj2" fmla="val 50000"/>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18" name="Line 27">
              <a:extLst>
                <a:ext uri="{FF2B5EF4-FFF2-40B4-BE49-F238E27FC236}">
                  <a16:creationId xmlns:a16="http://schemas.microsoft.com/office/drawing/2014/main" id="{1C795BB6-6586-CFF7-461C-CF49B8C7B668}"/>
                </a:ext>
              </a:extLst>
            </p:cNvPr>
            <p:cNvSpPr>
              <a:spLocks noChangeShapeType="1"/>
            </p:cNvSpPr>
            <p:nvPr/>
          </p:nvSpPr>
          <p:spPr bwMode="auto">
            <a:xfrm rot="2700000">
              <a:off x="8834530" y="267465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9" name="Line 27">
              <a:extLst>
                <a:ext uri="{FF2B5EF4-FFF2-40B4-BE49-F238E27FC236}">
                  <a16:creationId xmlns:a16="http://schemas.microsoft.com/office/drawing/2014/main" id="{397551F4-C419-0DB2-60FE-1C6E198D3811}"/>
                </a:ext>
              </a:extLst>
            </p:cNvPr>
            <p:cNvSpPr>
              <a:spLocks noChangeShapeType="1"/>
            </p:cNvSpPr>
            <p:nvPr/>
          </p:nvSpPr>
          <p:spPr bwMode="auto">
            <a:xfrm rot="18900000" flipV="1">
              <a:off x="8834530" y="267296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0" name="Line 27">
              <a:extLst>
                <a:ext uri="{FF2B5EF4-FFF2-40B4-BE49-F238E27FC236}">
                  <a16:creationId xmlns:a16="http://schemas.microsoft.com/office/drawing/2014/main" id="{340B6203-B733-C51C-ADFB-261362CDD03A}"/>
                </a:ext>
              </a:extLst>
            </p:cNvPr>
            <p:cNvSpPr>
              <a:spLocks noChangeShapeType="1"/>
            </p:cNvSpPr>
            <p:nvPr/>
          </p:nvSpPr>
          <p:spPr bwMode="auto">
            <a:xfrm rot="2700000">
              <a:off x="8834531" y="319187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1" name="Line 27">
              <a:extLst>
                <a:ext uri="{FF2B5EF4-FFF2-40B4-BE49-F238E27FC236}">
                  <a16:creationId xmlns:a16="http://schemas.microsoft.com/office/drawing/2014/main" id="{A0C2800D-967A-87F8-3466-B4B6F790CA07}"/>
                </a:ext>
              </a:extLst>
            </p:cNvPr>
            <p:cNvSpPr>
              <a:spLocks noChangeShapeType="1"/>
            </p:cNvSpPr>
            <p:nvPr/>
          </p:nvSpPr>
          <p:spPr bwMode="auto">
            <a:xfrm rot="18900000" flipV="1">
              <a:off x="8834531" y="319017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2" name="Line 27">
              <a:extLst>
                <a:ext uri="{FF2B5EF4-FFF2-40B4-BE49-F238E27FC236}">
                  <a16:creationId xmlns:a16="http://schemas.microsoft.com/office/drawing/2014/main" id="{026B3E0A-2682-5464-E24A-25954C564B23}"/>
                </a:ext>
              </a:extLst>
            </p:cNvPr>
            <p:cNvSpPr>
              <a:spLocks noChangeShapeType="1"/>
            </p:cNvSpPr>
            <p:nvPr/>
          </p:nvSpPr>
          <p:spPr bwMode="auto">
            <a:xfrm rot="2700000">
              <a:off x="8834531" y="370726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3" name="Line 27">
              <a:extLst>
                <a:ext uri="{FF2B5EF4-FFF2-40B4-BE49-F238E27FC236}">
                  <a16:creationId xmlns:a16="http://schemas.microsoft.com/office/drawing/2014/main" id="{6E01EF39-C6F4-54D5-C7EE-58ADEAEFBCD0}"/>
                </a:ext>
              </a:extLst>
            </p:cNvPr>
            <p:cNvSpPr>
              <a:spLocks noChangeShapeType="1"/>
            </p:cNvSpPr>
            <p:nvPr/>
          </p:nvSpPr>
          <p:spPr bwMode="auto">
            <a:xfrm rot="18900000" flipV="1">
              <a:off x="8834531" y="370557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 name="Line 27">
              <a:extLst>
                <a:ext uri="{FF2B5EF4-FFF2-40B4-BE49-F238E27FC236}">
                  <a16:creationId xmlns:a16="http://schemas.microsoft.com/office/drawing/2014/main" id="{45D1E119-1FAA-C75C-4141-9E2B922C1EF2}"/>
                </a:ext>
              </a:extLst>
            </p:cNvPr>
            <p:cNvSpPr>
              <a:spLocks noChangeShapeType="1"/>
            </p:cNvSpPr>
            <p:nvPr/>
          </p:nvSpPr>
          <p:spPr bwMode="auto">
            <a:xfrm rot="2700000">
              <a:off x="8834530" y="422160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5" name="Line 27">
              <a:extLst>
                <a:ext uri="{FF2B5EF4-FFF2-40B4-BE49-F238E27FC236}">
                  <a16:creationId xmlns:a16="http://schemas.microsoft.com/office/drawing/2014/main" id="{D2DBB154-1140-60C1-3DF5-F65DEE485EEF}"/>
                </a:ext>
              </a:extLst>
            </p:cNvPr>
            <p:cNvSpPr>
              <a:spLocks noChangeShapeType="1"/>
            </p:cNvSpPr>
            <p:nvPr/>
          </p:nvSpPr>
          <p:spPr bwMode="auto">
            <a:xfrm rot="18900000" flipV="1">
              <a:off x="8834530" y="421990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6" name="Line 27">
              <a:extLst>
                <a:ext uri="{FF2B5EF4-FFF2-40B4-BE49-F238E27FC236}">
                  <a16:creationId xmlns:a16="http://schemas.microsoft.com/office/drawing/2014/main" id="{78943F89-4D91-B9B8-5F14-B1A8044B9FF1}"/>
                </a:ext>
              </a:extLst>
            </p:cNvPr>
            <p:cNvSpPr>
              <a:spLocks noChangeShapeType="1"/>
            </p:cNvSpPr>
            <p:nvPr/>
          </p:nvSpPr>
          <p:spPr bwMode="auto">
            <a:xfrm rot="2700000">
              <a:off x="9200169" y="267543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7" name="Line 27">
              <a:extLst>
                <a:ext uri="{FF2B5EF4-FFF2-40B4-BE49-F238E27FC236}">
                  <a16:creationId xmlns:a16="http://schemas.microsoft.com/office/drawing/2014/main" id="{D61C24A6-F21D-CB0C-C50E-8A209EB858F0}"/>
                </a:ext>
              </a:extLst>
            </p:cNvPr>
            <p:cNvSpPr>
              <a:spLocks noChangeShapeType="1"/>
            </p:cNvSpPr>
            <p:nvPr/>
          </p:nvSpPr>
          <p:spPr bwMode="auto">
            <a:xfrm rot="18900000" flipV="1">
              <a:off x="9200169" y="267374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8" name="Line 27">
              <a:extLst>
                <a:ext uri="{FF2B5EF4-FFF2-40B4-BE49-F238E27FC236}">
                  <a16:creationId xmlns:a16="http://schemas.microsoft.com/office/drawing/2014/main" id="{FEE73D4C-C715-0788-B9DE-FCBD9B0E653B}"/>
                </a:ext>
              </a:extLst>
            </p:cNvPr>
            <p:cNvSpPr>
              <a:spLocks noChangeShapeType="1"/>
            </p:cNvSpPr>
            <p:nvPr/>
          </p:nvSpPr>
          <p:spPr bwMode="auto">
            <a:xfrm rot="2700000">
              <a:off x="9200170" y="319264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9" name="Line 27">
              <a:extLst>
                <a:ext uri="{FF2B5EF4-FFF2-40B4-BE49-F238E27FC236}">
                  <a16:creationId xmlns:a16="http://schemas.microsoft.com/office/drawing/2014/main" id="{264EA636-2F81-9EBB-56EC-B237735B68D7}"/>
                </a:ext>
              </a:extLst>
            </p:cNvPr>
            <p:cNvSpPr>
              <a:spLocks noChangeShapeType="1"/>
            </p:cNvSpPr>
            <p:nvPr/>
          </p:nvSpPr>
          <p:spPr bwMode="auto">
            <a:xfrm rot="18900000" flipV="1">
              <a:off x="9200170" y="319095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0" name="Line 27">
              <a:extLst>
                <a:ext uri="{FF2B5EF4-FFF2-40B4-BE49-F238E27FC236}">
                  <a16:creationId xmlns:a16="http://schemas.microsoft.com/office/drawing/2014/main" id="{CC80DAA0-2A1B-A3B4-CF9A-9F0ABF209A97}"/>
                </a:ext>
              </a:extLst>
            </p:cNvPr>
            <p:cNvSpPr>
              <a:spLocks noChangeShapeType="1"/>
            </p:cNvSpPr>
            <p:nvPr/>
          </p:nvSpPr>
          <p:spPr bwMode="auto">
            <a:xfrm rot="2700000">
              <a:off x="9200170" y="370804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1" name="Line 27">
              <a:extLst>
                <a:ext uri="{FF2B5EF4-FFF2-40B4-BE49-F238E27FC236}">
                  <a16:creationId xmlns:a16="http://schemas.microsoft.com/office/drawing/2014/main" id="{0B18D6FB-8F9F-A9D5-89EE-C444B4B9C7C7}"/>
                </a:ext>
              </a:extLst>
            </p:cNvPr>
            <p:cNvSpPr>
              <a:spLocks noChangeShapeType="1"/>
            </p:cNvSpPr>
            <p:nvPr/>
          </p:nvSpPr>
          <p:spPr bwMode="auto">
            <a:xfrm rot="18900000" flipV="1">
              <a:off x="9200170" y="370635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2" name="Line 27">
              <a:extLst>
                <a:ext uri="{FF2B5EF4-FFF2-40B4-BE49-F238E27FC236}">
                  <a16:creationId xmlns:a16="http://schemas.microsoft.com/office/drawing/2014/main" id="{05754F38-3558-C7D4-A67F-033077510ABA}"/>
                </a:ext>
              </a:extLst>
            </p:cNvPr>
            <p:cNvSpPr>
              <a:spLocks noChangeShapeType="1"/>
            </p:cNvSpPr>
            <p:nvPr/>
          </p:nvSpPr>
          <p:spPr bwMode="auto">
            <a:xfrm rot="2700000">
              <a:off x="9200169" y="422237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3" name="Line 27">
              <a:extLst>
                <a:ext uri="{FF2B5EF4-FFF2-40B4-BE49-F238E27FC236}">
                  <a16:creationId xmlns:a16="http://schemas.microsoft.com/office/drawing/2014/main" id="{C8AEF574-E328-9574-E23C-DE719C69F0B5}"/>
                </a:ext>
              </a:extLst>
            </p:cNvPr>
            <p:cNvSpPr>
              <a:spLocks noChangeShapeType="1"/>
            </p:cNvSpPr>
            <p:nvPr/>
          </p:nvSpPr>
          <p:spPr bwMode="auto">
            <a:xfrm rot="18900000" flipV="1">
              <a:off x="9200169" y="422068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4" name="Line 27">
              <a:extLst>
                <a:ext uri="{FF2B5EF4-FFF2-40B4-BE49-F238E27FC236}">
                  <a16:creationId xmlns:a16="http://schemas.microsoft.com/office/drawing/2014/main" id="{82E4C1B8-3516-65BB-8900-7A4C0923CF13}"/>
                </a:ext>
              </a:extLst>
            </p:cNvPr>
            <p:cNvSpPr>
              <a:spLocks noChangeShapeType="1"/>
            </p:cNvSpPr>
            <p:nvPr/>
          </p:nvSpPr>
          <p:spPr bwMode="auto">
            <a:xfrm rot="2700000">
              <a:off x="9534254" y="267465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5" name="Line 27">
              <a:extLst>
                <a:ext uri="{FF2B5EF4-FFF2-40B4-BE49-F238E27FC236}">
                  <a16:creationId xmlns:a16="http://schemas.microsoft.com/office/drawing/2014/main" id="{8CFDC14F-9148-1D35-AA5C-6985B68C5075}"/>
                </a:ext>
              </a:extLst>
            </p:cNvPr>
            <p:cNvSpPr>
              <a:spLocks noChangeShapeType="1"/>
            </p:cNvSpPr>
            <p:nvPr/>
          </p:nvSpPr>
          <p:spPr bwMode="auto">
            <a:xfrm rot="18900000" flipV="1">
              <a:off x="9534254" y="267296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6" name="Line 27">
              <a:extLst>
                <a:ext uri="{FF2B5EF4-FFF2-40B4-BE49-F238E27FC236}">
                  <a16:creationId xmlns:a16="http://schemas.microsoft.com/office/drawing/2014/main" id="{3302C5B8-E830-36BA-A6F4-3DF0A6A75874}"/>
                </a:ext>
              </a:extLst>
            </p:cNvPr>
            <p:cNvSpPr>
              <a:spLocks noChangeShapeType="1"/>
            </p:cNvSpPr>
            <p:nvPr/>
          </p:nvSpPr>
          <p:spPr bwMode="auto">
            <a:xfrm rot="2700000">
              <a:off x="9534255" y="319187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7" name="Line 27">
              <a:extLst>
                <a:ext uri="{FF2B5EF4-FFF2-40B4-BE49-F238E27FC236}">
                  <a16:creationId xmlns:a16="http://schemas.microsoft.com/office/drawing/2014/main" id="{018C9FDA-F4CF-B085-E518-F2A5040E69B9}"/>
                </a:ext>
              </a:extLst>
            </p:cNvPr>
            <p:cNvSpPr>
              <a:spLocks noChangeShapeType="1"/>
            </p:cNvSpPr>
            <p:nvPr/>
          </p:nvSpPr>
          <p:spPr bwMode="auto">
            <a:xfrm rot="18900000" flipV="1">
              <a:off x="9534255" y="319017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8" name="Line 27">
              <a:extLst>
                <a:ext uri="{FF2B5EF4-FFF2-40B4-BE49-F238E27FC236}">
                  <a16:creationId xmlns:a16="http://schemas.microsoft.com/office/drawing/2014/main" id="{B4A8540C-627E-6426-70A9-8357F46D3CE4}"/>
                </a:ext>
              </a:extLst>
            </p:cNvPr>
            <p:cNvSpPr>
              <a:spLocks noChangeShapeType="1"/>
            </p:cNvSpPr>
            <p:nvPr/>
          </p:nvSpPr>
          <p:spPr bwMode="auto">
            <a:xfrm rot="2700000">
              <a:off x="9534255" y="370726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9" name="Line 27">
              <a:extLst>
                <a:ext uri="{FF2B5EF4-FFF2-40B4-BE49-F238E27FC236}">
                  <a16:creationId xmlns:a16="http://schemas.microsoft.com/office/drawing/2014/main" id="{1F9D6441-5F0E-83FF-D610-467363EC6F0D}"/>
                </a:ext>
              </a:extLst>
            </p:cNvPr>
            <p:cNvSpPr>
              <a:spLocks noChangeShapeType="1"/>
            </p:cNvSpPr>
            <p:nvPr/>
          </p:nvSpPr>
          <p:spPr bwMode="auto">
            <a:xfrm rot="18900000" flipV="1">
              <a:off x="9534255" y="370557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0" name="Line 27">
              <a:extLst>
                <a:ext uri="{FF2B5EF4-FFF2-40B4-BE49-F238E27FC236}">
                  <a16:creationId xmlns:a16="http://schemas.microsoft.com/office/drawing/2014/main" id="{A9A597D8-B6D3-B823-3D1B-8E8F18AF34EE}"/>
                </a:ext>
              </a:extLst>
            </p:cNvPr>
            <p:cNvSpPr>
              <a:spLocks noChangeShapeType="1"/>
            </p:cNvSpPr>
            <p:nvPr/>
          </p:nvSpPr>
          <p:spPr bwMode="auto">
            <a:xfrm rot="2700000">
              <a:off x="9534254" y="422160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1" name="Line 27">
              <a:extLst>
                <a:ext uri="{FF2B5EF4-FFF2-40B4-BE49-F238E27FC236}">
                  <a16:creationId xmlns:a16="http://schemas.microsoft.com/office/drawing/2014/main" id="{63DDB3DD-3413-90DD-FCDA-41038155EAA0}"/>
                </a:ext>
              </a:extLst>
            </p:cNvPr>
            <p:cNvSpPr>
              <a:spLocks noChangeShapeType="1"/>
            </p:cNvSpPr>
            <p:nvPr/>
          </p:nvSpPr>
          <p:spPr bwMode="auto">
            <a:xfrm rot="18900000" flipV="1">
              <a:off x="9534254" y="421990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2" name="Line 27">
              <a:extLst>
                <a:ext uri="{FF2B5EF4-FFF2-40B4-BE49-F238E27FC236}">
                  <a16:creationId xmlns:a16="http://schemas.microsoft.com/office/drawing/2014/main" id="{35CEE44E-3A53-ABC3-9E3C-B780E5C3A6AF}"/>
                </a:ext>
              </a:extLst>
            </p:cNvPr>
            <p:cNvSpPr>
              <a:spLocks noChangeShapeType="1"/>
            </p:cNvSpPr>
            <p:nvPr/>
          </p:nvSpPr>
          <p:spPr bwMode="auto">
            <a:xfrm rot="2700000">
              <a:off x="9902161" y="267307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3" name="Line 27">
              <a:extLst>
                <a:ext uri="{FF2B5EF4-FFF2-40B4-BE49-F238E27FC236}">
                  <a16:creationId xmlns:a16="http://schemas.microsoft.com/office/drawing/2014/main" id="{9FF33B79-DCB0-0A9B-0843-389C29A15A3A}"/>
                </a:ext>
              </a:extLst>
            </p:cNvPr>
            <p:cNvSpPr>
              <a:spLocks noChangeShapeType="1"/>
            </p:cNvSpPr>
            <p:nvPr/>
          </p:nvSpPr>
          <p:spPr bwMode="auto">
            <a:xfrm rot="18900000" flipV="1">
              <a:off x="9902161" y="267138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4" name="Line 27">
              <a:extLst>
                <a:ext uri="{FF2B5EF4-FFF2-40B4-BE49-F238E27FC236}">
                  <a16:creationId xmlns:a16="http://schemas.microsoft.com/office/drawing/2014/main" id="{4C8816E5-B53C-8D32-C281-18B89BB42555}"/>
                </a:ext>
              </a:extLst>
            </p:cNvPr>
            <p:cNvSpPr>
              <a:spLocks noChangeShapeType="1"/>
            </p:cNvSpPr>
            <p:nvPr/>
          </p:nvSpPr>
          <p:spPr bwMode="auto">
            <a:xfrm rot="2700000">
              <a:off x="9902162" y="3190287"/>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 name="Line 27">
              <a:extLst>
                <a:ext uri="{FF2B5EF4-FFF2-40B4-BE49-F238E27FC236}">
                  <a16:creationId xmlns:a16="http://schemas.microsoft.com/office/drawing/2014/main" id="{638E324A-DAB3-408F-C2E6-984DB9B23B38}"/>
                </a:ext>
              </a:extLst>
            </p:cNvPr>
            <p:cNvSpPr>
              <a:spLocks noChangeShapeType="1"/>
            </p:cNvSpPr>
            <p:nvPr/>
          </p:nvSpPr>
          <p:spPr bwMode="auto">
            <a:xfrm rot="18900000" flipV="1">
              <a:off x="9902162" y="318859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6" name="Line 27">
              <a:extLst>
                <a:ext uri="{FF2B5EF4-FFF2-40B4-BE49-F238E27FC236}">
                  <a16:creationId xmlns:a16="http://schemas.microsoft.com/office/drawing/2014/main" id="{F554B2A6-C9B7-70BA-518A-647B9F697EDF}"/>
                </a:ext>
              </a:extLst>
            </p:cNvPr>
            <p:cNvSpPr>
              <a:spLocks noChangeShapeType="1"/>
            </p:cNvSpPr>
            <p:nvPr/>
          </p:nvSpPr>
          <p:spPr bwMode="auto">
            <a:xfrm rot="2700000">
              <a:off x="9902162" y="370568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7" name="Line 27">
              <a:extLst>
                <a:ext uri="{FF2B5EF4-FFF2-40B4-BE49-F238E27FC236}">
                  <a16:creationId xmlns:a16="http://schemas.microsoft.com/office/drawing/2014/main" id="{B2449803-66CC-F825-46FF-5E875EF07CB4}"/>
                </a:ext>
              </a:extLst>
            </p:cNvPr>
            <p:cNvSpPr>
              <a:spLocks noChangeShapeType="1"/>
            </p:cNvSpPr>
            <p:nvPr/>
          </p:nvSpPr>
          <p:spPr bwMode="auto">
            <a:xfrm rot="18900000" flipV="1">
              <a:off x="9902162" y="370399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8" name="Line 27">
              <a:extLst>
                <a:ext uri="{FF2B5EF4-FFF2-40B4-BE49-F238E27FC236}">
                  <a16:creationId xmlns:a16="http://schemas.microsoft.com/office/drawing/2014/main" id="{859CF969-F9AC-7847-661C-1F76538E26F3}"/>
                </a:ext>
              </a:extLst>
            </p:cNvPr>
            <p:cNvSpPr>
              <a:spLocks noChangeShapeType="1"/>
            </p:cNvSpPr>
            <p:nvPr/>
          </p:nvSpPr>
          <p:spPr bwMode="auto">
            <a:xfrm rot="2700000">
              <a:off x="9902161" y="4220017"/>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9" name="Line 27">
              <a:extLst>
                <a:ext uri="{FF2B5EF4-FFF2-40B4-BE49-F238E27FC236}">
                  <a16:creationId xmlns:a16="http://schemas.microsoft.com/office/drawing/2014/main" id="{687140E3-1F65-3954-61FC-C0D77F4CAFF1}"/>
                </a:ext>
              </a:extLst>
            </p:cNvPr>
            <p:cNvSpPr>
              <a:spLocks noChangeShapeType="1"/>
            </p:cNvSpPr>
            <p:nvPr/>
          </p:nvSpPr>
          <p:spPr bwMode="auto">
            <a:xfrm rot="18900000" flipV="1">
              <a:off x="9902161" y="421832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0" name="椭圆 649">
              <a:extLst>
                <a:ext uri="{FF2B5EF4-FFF2-40B4-BE49-F238E27FC236}">
                  <a16:creationId xmlns:a16="http://schemas.microsoft.com/office/drawing/2014/main" id="{368B44B6-960C-10C6-6335-C4C7D04F9718}"/>
                </a:ext>
              </a:extLst>
            </p:cNvPr>
            <p:cNvSpPr/>
            <p:nvPr/>
          </p:nvSpPr>
          <p:spPr>
            <a:xfrm>
              <a:off x="10926567" y="2624424"/>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1" name="椭圆 650">
              <a:extLst>
                <a:ext uri="{FF2B5EF4-FFF2-40B4-BE49-F238E27FC236}">
                  <a16:creationId xmlns:a16="http://schemas.microsoft.com/office/drawing/2014/main" id="{4D5600B8-1261-824E-15DB-2EC3335C0343}"/>
                </a:ext>
              </a:extLst>
            </p:cNvPr>
            <p:cNvSpPr/>
            <p:nvPr/>
          </p:nvSpPr>
          <p:spPr>
            <a:xfrm>
              <a:off x="10926567" y="3142526"/>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2" name="椭圆 651">
              <a:extLst>
                <a:ext uri="{FF2B5EF4-FFF2-40B4-BE49-F238E27FC236}">
                  <a16:creationId xmlns:a16="http://schemas.microsoft.com/office/drawing/2014/main" id="{B84E1F40-AFD6-4B86-3AF5-C27704E6DC6B}"/>
                </a:ext>
              </a:extLst>
            </p:cNvPr>
            <p:cNvSpPr/>
            <p:nvPr/>
          </p:nvSpPr>
          <p:spPr>
            <a:xfrm>
              <a:off x="11434177" y="3655352"/>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3" name="椭圆 652">
              <a:extLst>
                <a:ext uri="{FF2B5EF4-FFF2-40B4-BE49-F238E27FC236}">
                  <a16:creationId xmlns:a16="http://schemas.microsoft.com/office/drawing/2014/main" id="{068BA6B2-4C72-5122-9116-2835B43B5F48}"/>
                </a:ext>
              </a:extLst>
            </p:cNvPr>
            <p:cNvSpPr/>
            <p:nvPr/>
          </p:nvSpPr>
          <p:spPr>
            <a:xfrm>
              <a:off x="11435934" y="4172108"/>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56" name="组合 655">
            <a:extLst>
              <a:ext uri="{FF2B5EF4-FFF2-40B4-BE49-F238E27FC236}">
                <a16:creationId xmlns:a16="http://schemas.microsoft.com/office/drawing/2014/main" id="{78B36719-2DF1-E17C-3D92-227C97A0D17B}"/>
              </a:ext>
            </a:extLst>
          </p:cNvPr>
          <p:cNvGrpSpPr/>
          <p:nvPr/>
        </p:nvGrpSpPr>
        <p:grpSpPr>
          <a:xfrm>
            <a:off x="638850" y="1415351"/>
            <a:ext cx="3114572" cy="4249740"/>
            <a:chOff x="638850" y="1415351"/>
            <a:chExt cx="3114572" cy="4249740"/>
          </a:xfrm>
        </p:grpSpPr>
        <p:sp>
          <p:nvSpPr>
            <p:cNvPr id="13" name="流程图: 延期 12">
              <a:extLst>
                <a:ext uri="{FF2B5EF4-FFF2-40B4-BE49-F238E27FC236}">
                  <a16:creationId xmlns:a16="http://schemas.microsoft.com/office/drawing/2014/main" id="{7326D498-CE53-5F7F-0266-68E366BAC6ED}"/>
                </a:ext>
              </a:extLst>
            </p:cNvPr>
            <p:cNvSpPr/>
            <p:nvPr/>
          </p:nvSpPr>
          <p:spPr>
            <a:xfrm>
              <a:off x="2173046" y="2473399"/>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14" name="Line 27">
              <a:extLst>
                <a:ext uri="{FF2B5EF4-FFF2-40B4-BE49-F238E27FC236}">
                  <a16:creationId xmlns:a16="http://schemas.microsoft.com/office/drawing/2014/main" id="{D257DAF8-2DF5-4B43-7573-AA18EB276B19}"/>
                </a:ext>
              </a:extLst>
            </p:cNvPr>
            <p:cNvSpPr>
              <a:spLocks noChangeShapeType="1"/>
            </p:cNvSpPr>
            <p:nvPr/>
          </p:nvSpPr>
          <p:spPr bwMode="auto">
            <a:xfrm>
              <a:off x="638851" y="2705195"/>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59CF539-EB57-3B60-8B0A-8C284B34A4DC}"/>
                    </a:ext>
                  </a:extLst>
                </p:cNvPr>
                <p:cNvSpPr txBox="1"/>
                <p:nvPr/>
              </p:nvSpPr>
              <p:spPr>
                <a:xfrm>
                  <a:off x="806009" y="1417819"/>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a:latin typeface="Cambria Math" panose="02040503050406030204" pitchFamily="18" charset="0"/>
                            <a:ea typeface="楷体_GB2312" pitchFamily="49" charset="-122"/>
                          </a:rPr>
                          <m:t>A</m:t>
                        </m:r>
                      </m:oMath>
                    </m:oMathPara>
                  </a14:m>
                  <a:endParaRPr lang="zh-CN" altLang="en-US" sz="2400" dirty="0"/>
                </a:p>
              </p:txBody>
            </p:sp>
          </mc:Choice>
          <mc:Fallback xmlns="">
            <p:sp>
              <p:nvSpPr>
                <p:cNvPr id="22" name="文本框 21">
                  <a:extLst>
                    <a:ext uri="{FF2B5EF4-FFF2-40B4-BE49-F238E27FC236}">
                      <a16:creationId xmlns:a16="http://schemas.microsoft.com/office/drawing/2014/main" id="{659CF539-EB57-3B60-8B0A-8C284B34A4DC}"/>
                    </a:ext>
                  </a:extLst>
                </p:cNvPr>
                <p:cNvSpPr txBox="1">
                  <a:spLocks noRot="1" noChangeAspect="1" noMove="1" noResize="1" noEditPoints="1" noAdjustHandles="1" noChangeArrowheads="1" noChangeShapeType="1" noTextEdit="1"/>
                </p:cNvSpPr>
                <p:nvPr/>
              </p:nvSpPr>
              <p:spPr>
                <a:xfrm>
                  <a:off x="806009" y="1417819"/>
                  <a:ext cx="450256" cy="461665"/>
                </a:xfrm>
                <a:prstGeom prst="rect">
                  <a:avLst/>
                </a:prstGeom>
                <a:blipFill>
                  <a:blip r:embed="rId11"/>
                  <a:stretch>
                    <a:fillRect l="-40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1A0801A-9AD1-1285-0A40-D20B7FC302C5}"/>
                    </a:ext>
                  </a:extLst>
                </p:cNvPr>
                <p:cNvSpPr txBox="1"/>
                <p:nvPr/>
              </p:nvSpPr>
              <p:spPr>
                <a:xfrm>
                  <a:off x="3250014" y="5203426"/>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b="0" i="0" smtClean="0">
                                <a:latin typeface="Cambria Math" panose="02040503050406030204" pitchFamily="18" charset="0"/>
                              </a:rPr>
                              <m:t>0</m:t>
                            </m:r>
                          </m:sub>
                        </m:sSub>
                      </m:oMath>
                    </m:oMathPara>
                  </a14:m>
                  <a:endParaRPr lang="zh-CN" altLang="en-US" sz="2400" dirty="0"/>
                </a:p>
              </p:txBody>
            </p:sp>
          </mc:Choice>
          <mc:Fallback xmlns="">
            <p:sp>
              <p:nvSpPr>
                <p:cNvPr id="24" name="文本框 23">
                  <a:extLst>
                    <a:ext uri="{FF2B5EF4-FFF2-40B4-BE49-F238E27FC236}">
                      <a16:creationId xmlns:a16="http://schemas.microsoft.com/office/drawing/2014/main" id="{A1A0801A-9AD1-1285-0A40-D20B7FC302C5}"/>
                    </a:ext>
                  </a:extLst>
                </p:cNvPr>
                <p:cNvSpPr txBox="1">
                  <a:spLocks noRot="1" noChangeAspect="1" noMove="1" noResize="1" noEditPoints="1" noAdjustHandles="1" noChangeArrowheads="1" noChangeShapeType="1" noTextEdit="1"/>
                </p:cNvSpPr>
                <p:nvPr/>
              </p:nvSpPr>
              <p:spPr>
                <a:xfrm>
                  <a:off x="3250014" y="5203426"/>
                  <a:ext cx="458075" cy="461665"/>
                </a:xfrm>
                <a:prstGeom prst="rect">
                  <a:avLst/>
                </a:prstGeom>
                <a:blipFill>
                  <a:blip r:embed="rId12"/>
                  <a:stretch>
                    <a:fillRect l="-14667" b="-1333"/>
                  </a:stretch>
                </a:blipFill>
              </p:spPr>
              <p:txBody>
                <a:bodyPr/>
                <a:lstStyle/>
                <a:p>
                  <a:r>
                    <a:rPr lang="zh-CN" altLang="en-US">
                      <a:noFill/>
                    </a:rPr>
                    <a:t> </a:t>
                  </a:r>
                </a:p>
              </p:txBody>
            </p:sp>
          </mc:Fallback>
        </mc:AlternateContent>
        <p:sp>
          <p:nvSpPr>
            <p:cNvPr id="27" name="等腰三角形 26">
              <a:extLst>
                <a:ext uri="{FF2B5EF4-FFF2-40B4-BE49-F238E27FC236}">
                  <a16:creationId xmlns:a16="http://schemas.microsoft.com/office/drawing/2014/main" id="{6DEE1C24-68DB-EE4F-B0A8-16C40F177B09}"/>
                </a:ext>
              </a:extLst>
            </p:cNvPr>
            <p:cNvSpPr/>
            <p:nvPr/>
          </p:nvSpPr>
          <p:spPr>
            <a:xfrm flipH="1" flipV="1">
              <a:off x="1442169" y="2020881"/>
              <a:ext cx="501869" cy="448573"/>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400" dirty="0"/>
            </a:p>
          </p:txBody>
        </p:sp>
        <p:sp>
          <p:nvSpPr>
            <p:cNvPr id="33" name="椭圆 32">
              <a:extLst>
                <a:ext uri="{FF2B5EF4-FFF2-40B4-BE49-F238E27FC236}">
                  <a16:creationId xmlns:a16="http://schemas.microsoft.com/office/drawing/2014/main" id="{4AC7DE72-B6A8-B83F-5060-2BFC73F9037F}"/>
                </a:ext>
              </a:extLst>
            </p:cNvPr>
            <p:cNvSpPr/>
            <p:nvPr/>
          </p:nvSpPr>
          <p:spPr>
            <a:xfrm flipV="1">
              <a:off x="1827951" y="2188584"/>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7" name="流程图: 延期 36">
              <a:extLst>
                <a:ext uri="{FF2B5EF4-FFF2-40B4-BE49-F238E27FC236}">
                  <a16:creationId xmlns:a16="http://schemas.microsoft.com/office/drawing/2014/main" id="{2D8F2AB5-6E1D-2241-6145-E39C224D2EEA}"/>
                </a:ext>
              </a:extLst>
            </p:cNvPr>
            <p:cNvSpPr/>
            <p:nvPr/>
          </p:nvSpPr>
          <p:spPr>
            <a:xfrm>
              <a:off x="2173046" y="2991931"/>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38" name="Line 27">
              <a:extLst>
                <a:ext uri="{FF2B5EF4-FFF2-40B4-BE49-F238E27FC236}">
                  <a16:creationId xmlns:a16="http://schemas.microsoft.com/office/drawing/2014/main" id="{BE669ACD-1334-3C06-67A6-174CE0D84B66}"/>
                </a:ext>
              </a:extLst>
            </p:cNvPr>
            <p:cNvSpPr>
              <a:spLocks noChangeShapeType="1"/>
            </p:cNvSpPr>
            <p:nvPr/>
          </p:nvSpPr>
          <p:spPr bwMode="auto">
            <a:xfrm>
              <a:off x="638851" y="3223727"/>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0" name="流程图: 延期 39">
              <a:extLst>
                <a:ext uri="{FF2B5EF4-FFF2-40B4-BE49-F238E27FC236}">
                  <a16:creationId xmlns:a16="http://schemas.microsoft.com/office/drawing/2014/main" id="{FEDDD03F-4C7C-A079-D181-7A165BDDCC1B}"/>
                </a:ext>
              </a:extLst>
            </p:cNvPr>
            <p:cNvSpPr/>
            <p:nvPr/>
          </p:nvSpPr>
          <p:spPr>
            <a:xfrm>
              <a:off x="2173046" y="3506518"/>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1" name="Line 27">
              <a:extLst>
                <a:ext uri="{FF2B5EF4-FFF2-40B4-BE49-F238E27FC236}">
                  <a16:creationId xmlns:a16="http://schemas.microsoft.com/office/drawing/2014/main" id="{78F4EE4D-46B3-1A62-7ADA-2A631DAEAC69}"/>
                </a:ext>
              </a:extLst>
            </p:cNvPr>
            <p:cNvSpPr>
              <a:spLocks noChangeShapeType="1"/>
            </p:cNvSpPr>
            <p:nvPr/>
          </p:nvSpPr>
          <p:spPr bwMode="auto">
            <a:xfrm>
              <a:off x="638851" y="3738314"/>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3" name="流程图: 延期 42">
              <a:extLst>
                <a:ext uri="{FF2B5EF4-FFF2-40B4-BE49-F238E27FC236}">
                  <a16:creationId xmlns:a16="http://schemas.microsoft.com/office/drawing/2014/main" id="{2FEC5FC0-C8E2-4C09-7C47-7E66D226B2DE}"/>
                </a:ext>
              </a:extLst>
            </p:cNvPr>
            <p:cNvSpPr/>
            <p:nvPr/>
          </p:nvSpPr>
          <p:spPr>
            <a:xfrm>
              <a:off x="2173045" y="4021105"/>
              <a:ext cx="455268" cy="467538"/>
            </a:xfrm>
            <a:prstGeom prst="flowChartDelay">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44" name="Line 27">
              <a:extLst>
                <a:ext uri="{FF2B5EF4-FFF2-40B4-BE49-F238E27FC236}">
                  <a16:creationId xmlns:a16="http://schemas.microsoft.com/office/drawing/2014/main" id="{38C2D260-1EAF-A55A-4B81-8F4F51DB9365}"/>
                </a:ext>
              </a:extLst>
            </p:cNvPr>
            <p:cNvSpPr>
              <a:spLocks noChangeShapeType="1"/>
            </p:cNvSpPr>
            <p:nvPr/>
          </p:nvSpPr>
          <p:spPr bwMode="auto">
            <a:xfrm>
              <a:off x="638850" y="4252901"/>
              <a:ext cx="153419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15" name="Line 27">
              <a:extLst>
                <a:ext uri="{FF2B5EF4-FFF2-40B4-BE49-F238E27FC236}">
                  <a16:creationId xmlns:a16="http://schemas.microsoft.com/office/drawing/2014/main" id="{EB2F4F6B-FE76-D0B0-3EFE-6806284807BC}"/>
                </a:ext>
              </a:extLst>
            </p:cNvPr>
            <p:cNvSpPr>
              <a:spLocks noChangeShapeType="1"/>
            </p:cNvSpPr>
            <p:nvPr/>
          </p:nvSpPr>
          <p:spPr bwMode="auto">
            <a:xfrm>
              <a:off x="2628314" y="2705195"/>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39" name="Line 27">
              <a:extLst>
                <a:ext uri="{FF2B5EF4-FFF2-40B4-BE49-F238E27FC236}">
                  <a16:creationId xmlns:a16="http://schemas.microsoft.com/office/drawing/2014/main" id="{D6DC6BFB-58A6-904D-9DFD-30E4E3E479E1}"/>
                </a:ext>
              </a:extLst>
            </p:cNvPr>
            <p:cNvSpPr>
              <a:spLocks noChangeShapeType="1"/>
            </p:cNvSpPr>
            <p:nvPr/>
          </p:nvSpPr>
          <p:spPr bwMode="auto">
            <a:xfrm>
              <a:off x="2628314" y="3223727"/>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2" name="Line 27">
              <a:extLst>
                <a:ext uri="{FF2B5EF4-FFF2-40B4-BE49-F238E27FC236}">
                  <a16:creationId xmlns:a16="http://schemas.microsoft.com/office/drawing/2014/main" id="{D8F412A1-8C0D-9F7E-F359-B4F34806A5F6}"/>
                </a:ext>
              </a:extLst>
            </p:cNvPr>
            <p:cNvSpPr>
              <a:spLocks noChangeShapeType="1"/>
            </p:cNvSpPr>
            <p:nvPr/>
          </p:nvSpPr>
          <p:spPr bwMode="auto">
            <a:xfrm>
              <a:off x="2628314" y="3738314"/>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5" name="Line 27">
              <a:extLst>
                <a:ext uri="{FF2B5EF4-FFF2-40B4-BE49-F238E27FC236}">
                  <a16:creationId xmlns:a16="http://schemas.microsoft.com/office/drawing/2014/main" id="{FD23A8C3-0C7B-FD21-9D12-4038244A913D}"/>
                </a:ext>
              </a:extLst>
            </p:cNvPr>
            <p:cNvSpPr>
              <a:spLocks noChangeShapeType="1"/>
            </p:cNvSpPr>
            <p:nvPr/>
          </p:nvSpPr>
          <p:spPr bwMode="auto">
            <a:xfrm>
              <a:off x="2628312" y="4252901"/>
              <a:ext cx="109779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6" name="Line 27">
              <a:extLst>
                <a:ext uri="{FF2B5EF4-FFF2-40B4-BE49-F238E27FC236}">
                  <a16:creationId xmlns:a16="http://schemas.microsoft.com/office/drawing/2014/main" id="{7B16C495-B409-91EF-D906-09D97EA155FC}"/>
                </a:ext>
              </a:extLst>
            </p:cNvPr>
            <p:cNvSpPr>
              <a:spLocks noChangeShapeType="1"/>
            </p:cNvSpPr>
            <p:nvPr/>
          </p:nvSpPr>
          <p:spPr bwMode="auto">
            <a:xfrm rot="5400000">
              <a:off x="773597" y="3423976"/>
              <a:ext cx="222820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7" name="Line 27">
              <a:extLst>
                <a:ext uri="{FF2B5EF4-FFF2-40B4-BE49-F238E27FC236}">
                  <a16:creationId xmlns:a16="http://schemas.microsoft.com/office/drawing/2014/main" id="{B274862D-A5BB-1667-6B6B-93728D5D811D}"/>
                </a:ext>
              </a:extLst>
            </p:cNvPr>
            <p:cNvSpPr>
              <a:spLocks noChangeShapeType="1"/>
            </p:cNvSpPr>
            <p:nvPr/>
          </p:nvSpPr>
          <p:spPr bwMode="auto">
            <a:xfrm rot="5400000">
              <a:off x="327432" y="3345722"/>
              <a:ext cx="23847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48" name="Line 27">
              <a:extLst>
                <a:ext uri="{FF2B5EF4-FFF2-40B4-BE49-F238E27FC236}">
                  <a16:creationId xmlns:a16="http://schemas.microsoft.com/office/drawing/2014/main" id="{8128813B-F889-3B03-19C4-663CCEFF27C0}"/>
                </a:ext>
              </a:extLst>
            </p:cNvPr>
            <p:cNvSpPr>
              <a:spLocks noChangeShapeType="1"/>
            </p:cNvSpPr>
            <p:nvPr/>
          </p:nvSpPr>
          <p:spPr bwMode="auto">
            <a:xfrm rot="5400000">
              <a:off x="1574146" y="1902185"/>
              <a:ext cx="237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等腰三角形 48">
              <a:extLst>
                <a:ext uri="{FF2B5EF4-FFF2-40B4-BE49-F238E27FC236}">
                  <a16:creationId xmlns:a16="http://schemas.microsoft.com/office/drawing/2014/main" id="{E79EB713-887F-F541-4E49-5420E5328F75}"/>
                </a:ext>
              </a:extLst>
            </p:cNvPr>
            <p:cNvSpPr/>
            <p:nvPr/>
          </p:nvSpPr>
          <p:spPr>
            <a:xfrm flipH="1" flipV="1">
              <a:off x="740177" y="2020879"/>
              <a:ext cx="501869" cy="448573"/>
            </a:xfrm>
            <a:prstGeom prst="triangl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400" dirty="0"/>
            </a:p>
          </p:txBody>
        </p:sp>
        <p:sp>
          <p:nvSpPr>
            <p:cNvPr id="50" name="椭圆 49">
              <a:extLst>
                <a:ext uri="{FF2B5EF4-FFF2-40B4-BE49-F238E27FC236}">
                  <a16:creationId xmlns:a16="http://schemas.microsoft.com/office/drawing/2014/main" id="{3B1A6FAE-B49F-6046-4370-F6A44A447831}"/>
                </a:ext>
              </a:extLst>
            </p:cNvPr>
            <p:cNvSpPr/>
            <p:nvPr/>
          </p:nvSpPr>
          <p:spPr>
            <a:xfrm flipV="1">
              <a:off x="1125959" y="2188582"/>
              <a:ext cx="116087" cy="121289"/>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1" name="Line 27">
              <a:extLst>
                <a:ext uri="{FF2B5EF4-FFF2-40B4-BE49-F238E27FC236}">
                  <a16:creationId xmlns:a16="http://schemas.microsoft.com/office/drawing/2014/main" id="{D43E45EB-41CD-9AFC-1CEE-0E821406BC27}"/>
                </a:ext>
              </a:extLst>
            </p:cNvPr>
            <p:cNvSpPr>
              <a:spLocks noChangeShapeType="1"/>
            </p:cNvSpPr>
            <p:nvPr/>
          </p:nvSpPr>
          <p:spPr bwMode="auto">
            <a:xfrm rot="5400000">
              <a:off x="71604" y="3423975"/>
              <a:ext cx="22282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2" name="Line 27">
              <a:extLst>
                <a:ext uri="{FF2B5EF4-FFF2-40B4-BE49-F238E27FC236}">
                  <a16:creationId xmlns:a16="http://schemas.microsoft.com/office/drawing/2014/main" id="{7150FAAA-0230-7D5C-6140-045820FED62D}"/>
                </a:ext>
              </a:extLst>
            </p:cNvPr>
            <p:cNvSpPr>
              <a:spLocks noChangeShapeType="1"/>
            </p:cNvSpPr>
            <p:nvPr/>
          </p:nvSpPr>
          <p:spPr bwMode="auto">
            <a:xfrm rot="5400000">
              <a:off x="-374560" y="3345719"/>
              <a:ext cx="23847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2800"/>
            </a:p>
          </p:txBody>
        </p:sp>
        <p:sp>
          <p:nvSpPr>
            <p:cNvPr id="53" name="Line 27">
              <a:extLst>
                <a:ext uri="{FF2B5EF4-FFF2-40B4-BE49-F238E27FC236}">
                  <a16:creationId xmlns:a16="http://schemas.microsoft.com/office/drawing/2014/main" id="{5C189E90-7A3B-840F-482E-1C54C97551D4}"/>
                </a:ext>
              </a:extLst>
            </p:cNvPr>
            <p:cNvSpPr>
              <a:spLocks noChangeShapeType="1"/>
            </p:cNvSpPr>
            <p:nvPr/>
          </p:nvSpPr>
          <p:spPr bwMode="auto">
            <a:xfrm rot="5400000">
              <a:off x="872154" y="1902183"/>
              <a:ext cx="23739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5" name="组合 64">
              <a:extLst>
                <a:ext uri="{FF2B5EF4-FFF2-40B4-BE49-F238E27FC236}">
                  <a16:creationId xmlns:a16="http://schemas.microsoft.com/office/drawing/2014/main" id="{BBD3E0D0-620D-7E70-8B57-FC352ED9910B}"/>
                </a:ext>
              </a:extLst>
            </p:cNvPr>
            <p:cNvGrpSpPr/>
            <p:nvPr/>
          </p:nvGrpSpPr>
          <p:grpSpPr>
            <a:xfrm rot="5400000">
              <a:off x="1443402" y="3631348"/>
              <a:ext cx="2859971" cy="386078"/>
              <a:chOff x="2242865" y="3147614"/>
              <a:chExt cx="4023485" cy="543145"/>
            </a:xfrm>
          </p:grpSpPr>
          <p:sp>
            <p:nvSpPr>
              <p:cNvPr id="54" name="Arc 158">
                <a:extLst>
                  <a:ext uri="{FF2B5EF4-FFF2-40B4-BE49-F238E27FC236}">
                    <a16:creationId xmlns:a16="http://schemas.microsoft.com/office/drawing/2014/main" id="{D2E73D44-1AA1-46E4-97D4-3E0A4C76A4B4}"/>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5" name="Line 160">
                <a:extLst>
                  <a:ext uri="{FF2B5EF4-FFF2-40B4-BE49-F238E27FC236}">
                    <a16:creationId xmlns:a16="http://schemas.microsoft.com/office/drawing/2014/main" id="{D13441BC-1080-7F08-6215-8B6229FD32A9}"/>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6" name="Line 160">
                <a:extLst>
                  <a:ext uri="{FF2B5EF4-FFF2-40B4-BE49-F238E27FC236}">
                    <a16:creationId xmlns:a16="http://schemas.microsoft.com/office/drawing/2014/main" id="{79B58D9C-48DA-592C-DC81-82F1DF74320E}"/>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57" name="Arc 156">
                <a:extLst>
                  <a:ext uri="{FF2B5EF4-FFF2-40B4-BE49-F238E27FC236}">
                    <a16:creationId xmlns:a16="http://schemas.microsoft.com/office/drawing/2014/main" id="{E281B18F-06E8-EF07-63F3-04EFCEB06A27}"/>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58" name="Line 27">
                <a:extLst>
                  <a:ext uri="{FF2B5EF4-FFF2-40B4-BE49-F238E27FC236}">
                    <a16:creationId xmlns:a16="http://schemas.microsoft.com/office/drawing/2014/main" id="{C9DE9895-1D32-5E13-3405-9D014623A142}"/>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60" name="Line 27">
                <a:extLst>
                  <a:ext uri="{FF2B5EF4-FFF2-40B4-BE49-F238E27FC236}">
                    <a16:creationId xmlns:a16="http://schemas.microsoft.com/office/drawing/2014/main" id="{D6EF62FD-E149-F072-1ECC-A79E2401B8AD}"/>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Arc 156">
                <a:extLst>
                  <a:ext uri="{FF2B5EF4-FFF2-40B4-BE49-F238E27FC236}">
                    <a16:creationId xmlns:a16="http://schemas.microsoft.com/office/drawing/2014/main" id="{D5D5513E-2AFE-F18F-0EE9-7B682118096F}"/>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grpSp>
          <p:nvGrpSpPr>
            <p:cNvPr id="67" name="组合 66">
              <a:extLst>
                <a:ext uri="{FF2B5EF4-FFF2-40B4-BE49-F238E27FC236}">
                  <a16:creationId xmlns:a16="http://schemas.microsoft.com/office/drawing/2014/main" id="{57713439-48CB-5712-00D3-10010DAAD119}"/>
                </a:ext>
              </a:extLst>
            </p:cNvPr>
            <p:cNvGrpSpPr/>
            <p:nvPr/>
          </p:nvGrpSpPr>
          <p:grpSpPr>
            <a:xfrm rot="5400000">
              <a:off x="1948654" y="3631348"/>
              <a:ext cx="2859971" cy="386078"/>
              <a:chOff x="2242865" y="3147614"/>
              <a:chExt cx="4023485" cy="543145"/>
            </a:xfrm>
          </p:grpSpPr>
          <p:sp>
            <p:nvSpPr>
              <p:cNvPr id="68" name="Arc 158">
                <a:extLst>
                  <a:ext uri="{FF2B5EF4-FFF2-40B4-BE49-F238E27FC236}">
                    <a16:creationId xmlns:a16="http://schemas.microsoft.com/office/drawing/2014/main" id="{B8FE2C7A-E2CA-0FB6-9250-555219567644}"/>
                  </a:ext>
                </a:extLst>
              </p:cNvPr>
              <p:cNvSpPr>
                <a:spLocks/>
              </p:cNvSpPr>
              <p:nvPr/>
            </p:nvSpPr>
            <p:spPr bwMode="auto">
              <a:xfrm rot="5400000">
                <a:off x="4779485" y="2999499"/>
                <a:ext cx="540228" cy="842290"/>
              </a:xfrm>
              <a:custGeom>
                <a:avLst/>
                <a:gdLst>
                  <a:gd name="T0" fmla="*/ 0 w 21674"/>
                  <a:gd name="T1" fmla="*/ 0 h 21600"/>
                  <a:gd name="T2" fmla="*/ 0 w 21674"/>
                  <a:gd name="T3" fmla="*/ 0 h 21600"/>
                  <a:gd name="T4" fmla="*/ 0 w 21674"/>
                  <a:gd name="T5" fmla="*/ 0 h 21600"/>
                  <a:gd name="T6" fmla="*/ 0 60000 65536"/>
                  <a:gd name="T7" fmla="*/ 0 60000 65536"/>
                  <a:gd name="T8" fmla="*/ 0 60000 65536"/>
                  <a:gd name="T9" fmla="*/ 0 w 21674"/>
                  <a:gd name="T10" fmla="*/ 0 h 21600"/>
                  <a:gd name="T11" fmla="*/ 21674 w 21674"/>
                  <a:gd name="T12" fmla="*/ 21600 h 21600"/>
                </a:gdLst>
                <a:ahLst/>
                <a:cxnLst>
                  <a:cxn ang="T6">
                    <a:pos x="T0" y="T1"/>
                  </a:cxn>
                  <a:cxn ang="T7">
                    <a:pos x="T2" y="T3"/>
                  </a:cxn>
                  <a:cxn ang="T8">
                    <a:pos x="T4" y="T5"/>
                  </a:cxn>
                </a:cxnLst>
                <a:rect l="T9" t="T10" r="T11" b="T12"/>
                <a:pathLst>
                  <a:path w="21674" h="21600" fill="none" extrusionOk="0">
                    <a:moveTo>
                      <a:pt x="-1" y="2923"/>
                    </a:moveTo>
                    <a:cubicBezTo>
                      <a:pt x="3295" y="1008"/>
                      <a:pt x="7040" y="-1"/>
                      <a:pt x="10852" y="0"/>
                    </a:cubicBezTo>
                    <a:cubicBezTo>
                      <a:pt x="14652" y="0"/>
                      <a:pt x="18385" y="1002"/>
                      <a:pt x="21674" y="2906"/>
                    </a:cubicBezTo>
                  </a:path>
                  <a:path w="21674" h="21600" stroke="0" extrusionOk="0">
                    <a:moveTo>
                      <a:pt x="-1" y="2923"/>
                    </a:moveTo>
                    <a:cubicBezTo>
                      <a:pt x="3295" y="1008"/>
                      <a:pt x="7040" y="-1"/>
                      <a:pt x="10852" y="0"/>
                    </a:cubicBezTo>
                    <a:cubicBezTo>
                      <a:pt x="14652" y="0"/>
                      <a:pt x="18385" y="1002"/>
                      <a:pt x="21674" y="2906"/>
                    </a:cubicBezTo>
                    <a:lnTo>
                      <a:pt x="10852" y="21600"/>
                    </a:lnTo>
                    <a:lnTo>
                      <a:pt x="-1" y="2923"/>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69" name="Line 160">
                <a:extLst>
                  <a:ext uri="{FF2B5EF4-FFF2-40B4-BE49-F238E27FC236}">
                    <a16:creationId xmlns:a16="http://schemas.microsoft.com/office/drawing/2014/main" id="{DC05A007-600D-741B-40DA-AD5486B36ABF}"/>
                  </a:ext>
                </a:extLst>
              </p:cNvPr>
              <p:cNvSpPr>
                <a:spLocks noChangeShapeType="1"/>
              </p:cNvSpPr>
              <p:nvPr/>
            </p:nvSpPr>
            <p:spPr bwMode="auto">
              <a:xfrm flipH="1">
                <a:off x="5347486" y="314762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0" name="Line 160">
                <a:extLst>
                  <a:ext uri="{FF2B5EF4-FFF2-40B4-BE49-F238E27FC236}">
                    <a16:creationId xmlns:a16="http://schemas.microsoft.com/office/drawing/2014/main" id="{0467B96C-F198-4A1D-E738-4DE61D0BBB9D}"/>
                  </a:ext>
                </a:extLst>
              </p:cNvPr>
              <p:cNvSpPr>
                <a:spLocks noChangeShapeType="1"/>
              </p:cNvSpPr>
              <p:nvPr/>
            </p:nvSpPr>
            <p:spPr bwMode="auto">
              <a:xfrm flipH="1">
                <a:off x="5347486" y="3690759"/>
                <a:ext cx="2595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71" name="Arc 156">
                <a:extLst>
                  <a:ext uri="{FF2B5EF4-FFF2-40B4-BE49-F238E27FC236}">
                    <a16:creationId xmlns:a16="http://schemas.microsoft.com/office/drawing/2014/main" id="{A296AE18-923A-6DFC-C992-8D3C724F4C38}"/>
                  </a:ext>
                </a:extLst>
              </p:cNvPr>
              <p:cNvSpPr>
                <a:spLocks/>
              </p:cNvSpPr>
              <p:nvPr/>
            </p:nvSpPr>
            <p:spPr bwMode="auto">
              <a:xfrm flipV="1">
                <a:off x="5588257" y="3168880"/>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72" name="Line 27">
                <a:extLst>
                  <a:ext uri="{FF2B5EF4-FFF2-40B4-BE49-F238E27FC236}">
                    <a16:creationId xmlns:a16="http://schemas.microsoft.com/office/drawing/2014/main" id="{3A69E843-C639-60C7-7B0D-ED713F518AAB}"/>
                  </a:ext>
                </a:extLst>
              </p:cNvPr>
              <p:cNvSpPr>
                <a:spLocks noChangeShapeType="1"/>
              </p:cNvSpPr>
              <p:nvPr/>
            </p:nvSpPr>
            <p:spPr bwMode="auto">
              <a:xfrm>
                <a:off x="2242865" y="3419218"/>
                <a:ext cx="32278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73" name="Line 27">
                <a:extLst>
                  <a:ext uri="{FF2B5EF4-FFF2-40B4-BE49-F238E27FC236}">
                    <a16:creationId xmlns:a16="http://schemas.microsoft.com/office/drawing/2014/main" id="{3F12243D-7BD9-2607-577B-60770284C286}"/>
                  </a:ext>
                </a:extLst>
              </p:cNvPr>
              <p:cNvSpPr>
                <a:spLocks noChangeShapeType="1"/>
              </p:cNvSpPr>
              <p:nvPr/>
            </p:nvSpPr>
            <p:spPr bwMode="auto">
              <a:xfrm>
                <a:off x="5967729" y="3419217"/>
                <a:ext cx="2986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Arc 156">
                <a:extLst>
                  <a:ext uri="{FF2B5EF4-FFF2-40B4-BE49-F238E27FC236}">
                    <a16:creationId xmlns:a16="http://schemas.microsoft.com/office/drawing/2014/main" id="{4E5A51ED-614D-670C-9CA0-250369E8493C}"/>
                  </a:ext>
                </a:extLst>
              </p:cNvPr>
              <p:cNvSpPr>
                <a:spLocks/>
              </p:cNvSpPr>
              <p:nvPr/>
            </p:nvSpPr>
            <p:spPr bwMode="auto">
              <a:xfrm>
                <a:off x="5586566" y="3147614"/>
                <a:ext cx="391762" cy="521879"/>
              </a:xfrm>
              <a:custGeom>
                <a:avLst/>
                <a:gdLst>
                  <a:gd name="T0" fmla="*/ 0 w 19012"/>
                  <a:gd name="T1" fmla="*/ 0 h 21600"/>
                  <a:gd name="T2" fmla="*/ 0 w 19012"/>
                  <a:gd name="T3" fmla="*/ 0 h 21600"/>
                  <a:gd name="T4" fmla="*/ 0 w 19012"/>
                  <a:gd name="T5" fmla="*/ 0 h 21600"/>
                  <a:gd name="T6" fmla="*/ 0 60000 65536"/>
                  <a:gd name="T7" fmla="*/ 0 60000 65536"/>
                  <a:gd name="T8" fmla="*/ 0 60000 65536"/>
                  <a:gd name="T9" fmla="*/ 0 w 19012"/>
                  <a:gd name="T10" fmla="*/ 0 h 21600"/>
                  <a:gd name="T11" fmla="*/ 19012 w 19012"/>
                  <a:gd name="T12" fmla="*/ 21600 h 21600"/>
                </a:gdLst>
                <a:ahLst/>
                <a:cxnLst>
                  <a:cxn ang="T6">
                    <a:pos x="T0" y="T1"/>
                  </a:cxn>
                  <a:cxn ang="T7">
                    <a:pos x="T2" y="T3"/>
                  </a:cxn>
                  <a:cxn ang="T8">
                    <a:pos x="T4" y="T5"/>
                  </a:cxn>
                </a:cxnLst>
                <a:rect l="T9" t="T10" r="T11" b="T12"/>
                <a:pathLst>
                  <a:path w="19012" h="21600" fill="none" extrusionOk="0">
                    <a:moveTo>
                      <a:pt x="-1" y="0"/>
                    </a:moveTo>
                    <a:cubicBezTo>
                      <a:pt x="7941" y="0"/>
                      <a:pt x="15242" y="4357"/>
                      <a:pt x="19012" y="11347"/>
                    </a:cubicBezTo>
                  </a:path>
                  <a:path w="19012" h="21600" stroke="0" extrusionOk="0">
                    <a:moveTo>
                      <a:pt x="-1" y="0"/>
                    </a:moveTo>
                    <a:cubicBezTo>
                      <a:pt x="7941" y="0"/>
                      <a:pt x="15242" y="4357"/>
                      <a:pt x="19012" y="11347"/>
                    </a:cubicBezTo>
                    <a:lnTo>
                      <a:pt x="0" y="21600"/>
                    </a:lnTo>
                    <a:lnTo>
                      <a:pt x="-1" y="0"/>
                    </a:lnTo>
                    <a:close/>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grpSp>
        <p:sp>
          <p:nvSpPr>
            <p:cNvPr id="75" name="椭圆 74">
              <a:extLst>
                <a:ext uri="{FF2B5EF4-FFF2-40B4-BE49-F238E27FC236}">
                  <a16:creationId xmlns:a16="http://schemas.microsoft.com/office/drawing/2014/main" id="{B51B4026-23D4-0123-1C98-1D17B54BA800}"/>
                </a:ext>
              </a:extLst>
            </p:cNvPr>
            <p:cNvSpPr/>
            <p:nvPr/>
          </p:nvSpPr>
          <p:spPr>
            <a:xfrm>
              <a:off x="769477" y="4204579"/>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F5697D75-DD64-6C5D-6A45-9D72CF2FF315}"/>
                </a:ext>
              </a:extLst>
            </p:cNvPr>
            <p:cNvSpPr/>
            <p:nvPr/>
          </p:nvSpPr>
          <p:spPr>
            <a:xfrm>
              <a:off x="769476" y="3693937"/>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7AEF4C59-63A3-F93D-5E15-AFAFDEDBAA4A}"/>
                </a:ext>
              </a:extLst>
            </p:cNvPr>
            <p:cNvSpPr/>
            <p:nvPr/>
          </p:nvSpPr>
          <p:spPr>
            <a:xfrm>
              <a:off x="1136979" y="2655551"/>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7A200BBA-107F-D1B1-8979-7A0572DFAF52}"/>
                </a:ext>
              </a:extLst>
            </p:cNvPr>
            <p:cNvSpPr/>
            <p:nvPr/>
          </p:nvSpPr>
          <p:spPr>
            <a:xfrm>
              <a:off x="1470068" y="3174184"/>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6C3ADAFB-01B1-FDF9-0E27-CE85353609CA}"/>
                </a:ext>
              </a:extLst>
            </p:cNvPr>
            <p:cNvSpPr/>
            <p:nvPr/>
          </p:nvSpPr>
          <p:spPr>
            <a:xfrm>
              <a:off x="1469912" y="4204578"/>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70322260-2859-4BCD-2031-D3F068A8F7ED}"/>
                </a:ext>
              </a:extLst>
            </p:cNvPr>
            <p:cNvSpPr/>
            <p:nvPr/>
          </p:nvSpPr>
          <p:spPr>
            <a:xfrm>
              <a:off x="1839074" y="3687451"/>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F9D9F7E3-85AA-97D9-A131-0F7D6508E204}"/>
                </a:ext>
              </a:extLst>
            </p:cNvPr>
            <p:cNvSpPr/>
            <p:nvPr/>
          </p:nvSpPr>
          <p:spPr>
            <a:xfrm>
              <a:off x="1838971" y="2651656"/>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Line 27">
              <a:extLst>
                <a:ext uri="{FF2B5EF4-FFF2-40B4-BE49-F238E27FC236}">
                  <a16:creationId xmlns:a16="http://schemas.microsoft.com/office/drawing/2014/main" id="{7115156F-6304-6EC9-6349-B288BD4A378F}"/>
                </a:ext>
              </a:extLst>
            </p:cNvPr>
            <p:cNvSpPr>
              <a:spLocks noChangeShapeType="1"/>
            </p:cNvSpPr>
            <p:nvPr/>
          </p:nvSpPr>
          <p:spPr bwMode="auto">
            <a:xfrm rot="2700000">
              <a:off x="2782110" y="425459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27">
              <a:extLst>
                <a:ext uri="{FF2B5EF4-FFF2-40B4-BE49-F238E27FC236}">
                  <a16:creationId xmlns:a16="http://schemas.microsoft.com/office/drawing/2014/main" id="{04723384-CB76-AC8C-FDF1-816867A9C90C}"/>
                </a:ext>
              </a:extLst>
            </p:cNvPr>
            <p:cNvSpPr>
              <a:spLocks noChangeShapeType="1"/>
            </p:cNvSpPr>
            <p:nvPr/>
          </p:nvSpPr>
          <p:spPr bwMode="auto">
            <a:xfrm rot="18900000" flipV="1">
              <a:off x="2782110" y="425290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Line 27">
              <a:extLst>
                <a:ext uri="{FF2B5EF4-FFF2-40B4-BE49-F238E27FC236}">
                  <a16:creationId xmlns:a16="http://schemas.microsoft.com/office/drawing/2014/main" id="{E56B6F77-7372-7BFF-F0F7-5150B3F00994}"/>
                </a:ext>
              </a:extLst>
            </p:cNvPr>
            <p:cNvSpPr>
              <a:spLocks noChangeShapeType="1"/>
            </p:cNvSpPr>
            <p:nvPr/>
          </p:nvSpPr>
          <p:spPr bwMode="auto">
            <a:xfrm rot="2700000">
              <a:off x="3289820" y="4254595"/>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Line 27">
              <a:extLst>
                <a:ext uri="{FF2B5EF4-FFF2-40B4-BE49-F238E27FC236}">
                  <a16:creationId xmlns:a16="http://schemas.microsoft.com/office/drawing/2014/main" id="{340F86C2-867F-A579-015D-38B59D9C7F6A}"/>
                </a:ext>
              </a:extLst>
            </p:cNvPr>
            <p:cNvSpPr>
              <a:spLocks noChangeShapeType="1"/>
            </p:cNvSpPr>
            <p:nvPr/>
          </p:nvSpPr>
          <p:spPr bwMode="auto">
            <a:xfrm rot="18900000" flipV="1">
              <a:off x="3289820" y="425290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Line 27">
              <a:extLst>
                <a:ext uri="{FF2B5EF4-FFF2-40B4-BE49-F238E27FC236}">
                  <a16:creationId xmlns:a16="http://schemas.microsoft.com/office/drawing/2014/main" id="{1A4F2275-22F3-0233-DAD4-2129EDB3B0BA}"/>
                </a:ext>
              </a:extLst>
            </p:cNvPr>
            <p:cNvSpPr>
              <a:spLocks noChangeShapeType="1"/>
            </p:cNvSpPr>
            <p:nvPr/>
          </p:nvSpPr>
          <p:spPr bwMode="auto">
            <a:xfrm rot="2700000">
              <a:off x="3289820" y="3737597"/>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7">
              <a:extLst>
                <a:ext uri="{FF2B5EF4-FFF2-40B4-BE49-F238E27FC236}">
                  <a16:creationId xmlns:a16="http://schemas.microsoft.com/office/drawing/2014/main" id="{9800B4AC-7E39-3E29-6E5D-4BBABE6463C2}"/>
                </a:ext>
              </a:extLst>
            </p:cNvPr>
            <p:cNvSpPr>
              <a:spLocks noChangeShapeType="1"/>
            </p:cNvSpPr>
            <p:nvPr/>
          </p:nvSpPr>
          <p:spPr bwMode="auto">
            <a:xfrm rot="18900000" flipV="1">
              <a:off x="3289820" y="3735904"/>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27">
              <a:extLst>
                <a:ext uri="{FF2B5EF4-FFF2-40B4-BE49-F238E27FC236}">
                  <a16:creationId xmlns:a16="http://schemas.microsoft.com/office/drawing/2014/main" id="{ED69430D-02E8-A9AD-FB5A-EE315F13DA37}"/>
                </a:ext>
              </a:extLst>
            </p:cNvPr>
            <p:cNvSpPr>
              <a:spLocks noChangeShapeType="1"/>
            </p:cNvSpPr>
            <p:nvPr/>
          </p:nvSpPr>
          <p:spPr bwMode="auto">
            <a:xfrm rot="2700000">
              <a:off x="2782111" y="3737596"/>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9" name="Line 27">
              <a:extLst>
                <a:ext uri="{FF2B5EF4-FFF2-40B4-BE49-F238E27FC236}">
                  <a16:creationId xmlns:a16="http://schemas.microsoft.com/office/drawing/2014/main" id="{40653818-7AE7-E37D-0B24-A7E2BAADB5E2}"/>
                </a:ext>
              </a:extLst>
            </p:cNvPr>
            <p:cNvSpPr>
              <a:spLocks noChangeShapeType="1"/>
            </p:cNvSpPr>
            <p:nvPr/>
          </p:nvSpPr>
          <p:spPr bwMode="auto">
            <a:xfrm rot="18900000" flipV="1">
              <a:off x="2782111" y="3735903"/>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 name="Line 27">
              <a:extLst>
                <a:ext uri="{FF2B5EF4-FFF2-40B4-BE49-F238E27FC236}">
                  <a16:creationId xmlns:a16="http://schemas.microsoft.com/office/drawing/2014/main" id="{CC02ED81-CD24-3E11-8EF2-D6B61F15CABA}"/>
                </a:ext>
              </a:extLst>
            </p:cNvPr>
            <p:cNvSpPr>
              <a:spLocks noChangeShapeType="1"/>
            </p:cNvSpPr>
            <p:nvPr/>
          </p:nvSpPr>
          <p:spPr bwMode="auto">
            <a:xfrm rot="2700000">
              <a:off x="3287348" y="322554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Line 27">
              <a:extLst>
                <a:ext uri="{FF2B5EF4-FFF2-40B4-BE49-F238E27FC236}">
                  <a16:creationId xmlns:a16="http://schemas.microsoft.com/office/drawing/2014/main" id="{F8F8BC87-AE7F-D1D9-C10E-92B5E63CD08A}"/>
                </a:ext>
              </a:extLst>
            </p:cNvPr>
            <p:cNvSpPr>
              <a:spLocks noChangeShapeType="1"/>
            </p:cNvSpPr>
            <p:nvPr/>
          </p:nvSpPr>
          <p:spPr bwMode="auto">
            <a:xfrm rot="18900000" flipV="1">
              <a:off x="3287348" y="322384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Line 27">
              <a:extLst>
                <a:ext uri="{FF2B5EF4-FFF2-40B4-BE49-F238E27FC236}">
                  <a16:creationId xmlns:a16="http://schemas.microsoft.com/office/drawing/2014/main" id="{929A5ADC-B00D-9DD4-E4DE-B141CE28082C}"/>
                </a:ext>
              </a:extLst>
            </p:cNvPr>
            <p:cNvSpPr>
              <a:spLocks noChangeShapeType="1"/>
            </p:cNvSpPr>
            <p:nvPr/>
          </p:nvSpPr>
          <p:spPr bwMode="auto">
            <a:xfrm rot="2700000">
              <a:off x="2782110" y="3225541"/>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3" name="Line 27">
              <a:extLst>
                <a:ext uri="{FF2B5EF4-FFF2-40B4-BE49-F238E27FC236}">
                  <a16:creationId xmlns:a16="http://schemas.microsoft.com/office/drawing/2014/main" id="{37AC9943-2474-21EC-60F4-6B2E9B0FFC67}"/>
                </a:ext>
              </a:extLst>
            </p:cNvPr>
            <p:cNvSpPr>
              <a:spLocks noChangeShapeType="1"/>
            </p:cNvSpPr>
            <p:nvPr/>
          </p:nvSpPr>
          <p:spPr bwMode="auto">
            <a:xfrm rot="18900000" flipV="1">
              <a:off x="2782110" y="3223848"/>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27">
              <a:extLst>
                <a:ext uri="{FF2B5EF4-FFF2-40B4-BE49-F238E27FC236}">
                  <a16:creationId xmlns:a16="http://schemas.microsoft.com/office/drawing/2014/main" id="{47A8FD29-72B4-562F-854A-53E6B5E64103}"/>
                </a:ext>
              </a:extLst>
            </p:cNvPr>
            <p:cNvSpPr>
              <a:spLocks noChangeShapeType="1"/>
            </p:cNvSpPr>
            <p:nvPr/>
          </p:nvSpPr>
          <p:spPr bwMode="auto">
            <a:xfrm rot="2700000">
              <a:off x="3288750" y="270497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27">
              <a:extLst>
                <a:ext uri="{FF2B5EF4-FFF2-40B4-BE49-F238E27FC236}">
                  <a16:creationId xmlns:a16="http://schemas.microsoft.com/office/drawing/2014/main" id="{09DF44C9-0616-4A48-011E-133470A1F0AE}"/>
                </a:ext>
              </a:extLst>
            </p:cNvPr>
            <p:cNvSpPr>
              <a:spLocks noChangeShapeType="1"/>
            </p:cNvSpPr>
            <p:nvPr/>
          </p:nvSpPr>
          <p:spPr bwMode="auto">
            <a:xfrm rot="18900000" flipV="1">
              <a:off x="3288750" y="270327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27">
              <a:extLst>
                <a:ext uri="{FF2B5EF4-FFF2-40B4-BE49-F238E27FC236}">
                  <a16:creationId xmlns:a16="http://schemas.microsoft.com/office/drawing/2014/main" id="{E429DF3F-6CF7-5D88-5065-38222FCE1FF7}"/>
                </a:ext>
              </a:extLst>
            </p:cNvPr>
            <p:cNvSpPr>
              <a:spLocks noChangeShapeType="1"/>
            </p:cNvSpPr>
            <p:nvPr/>
          </p:nvSpPr>
          <p:spPr bwMode="auto">
            <a:xfrm rot="2700000">
              <a:off x="2782110" y="2704972"/>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27">
              <a:extLst>
                <a:ext uri="{FF2B5EF4-FFF2-40B4-BE49-F238E27FC236}">
                  <a16:creationId xmlns:a16="http://schemas.microsoft.com/office/drawing/2014/main" id="{EF5F4013-6A86-5D74-4A59-255B25421A6C}"/>
                </a:ext>
              </a:extLst>
            </p:cNvPr>
            <p:cNvSpPr>
              <a:spLocks noChangeShapeType="1"/>
            </p:cNvSpPr>
            <p:nvPr/>
          </p:nvSpPr>
          <p:spPr bwMode="auto">
            <a:xfrm rot="18900000" flipV="1">
              <a:off x="2782110" y="2703279"/>
              <a:ext cx="1825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F252F2E3-FF8F-A3B0-9283-300670CB958F}"/>
                    </a:ext>
                  </a:extLst>
                </p:cNvPr>
                <p:cNvSpPr txBox="1"/>
                <p:nvPr/>
              </p:nvSpPr>
              <p:spPr>
                <a:xfrm>
                  <a:off x="1506937" y="1415351"/>
                  <a:ext cx="450256"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m:rPr>
                            <m:sty m:val="p"/>
                          </m:rPr>
                          <a:rPr kumimoji="1" lang="en-US" altLang="zh-CN" sz="2400" b="0" i="0" smtClean="0">
                            <a:latin typeface="Cambria Math" panose="02040503050406030204" pitchFamily="18" charset="0"/>
                            <a:ea typeface="楷体_GB2312" pitchFamily="49" charset="-122"/>
                          </a:rPr>
                          <m:t>B</m:t>
                        </m:r>
                      </m:oMath>
                    </m:oMathPara>
                  </a14:m>
                  <a:endParaRPr lang="zh-CN" altLang="en-US" sz="2400" dirty="0"/>
                </a:p>
              </p:txBody>
            </p:sp>
          </mc:Choice>
          <mc:Fallback xmlns="">
            <p:sp>
              <p:nvSpPr>
                <p:cNvPr id="98" name="文本框 97">
                  <a:extLst>
                    <a:ext uri="{FF2B5EF4-FFF2-40B4-BE49-F238E27FC236}">
                      <a16:creationId xmlns:a16="http://schemas.microsoft.com/office/drawing/2014/main" id="{F252F2E3-FF8F-A3B0-9283-300670CB958F}"/>
                    </a:ext>
                  </a:extLst>
                </p:cNvPr>
                <p:cNvSpPr txBox="1">
                  <a:spLocks noRot="1" noChangeAspect="1" noMove="1" noResize="1" noEditPoints="1" noAdjustHandles="1" noChangeArrowheads="1" noChangeShapeType="1" noTextEdit="1"/>
                </p:cNvSpPr>
                <p:nvPr/>
              </p:nvSpPr>
              <p:spPr>
                <a:xfrm>
                  <a:off x="1506937" y="1415351"/>
                  <a:ext cx="450256" cy="461665"/>
                </a:xfrm>
                <a:prstGeom prst="rect">
                  <a:avLst/>
                </a:prstGeom>
                <a:blipFill>
                  <a:blip r:embed="rId13"/>
                  <a:stretch>
                    <a:fillRect l="-27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7C422B07-2F93-E07B-ADCE-5964EDD57635}"/>
                    </a:ext>
                  </a:extLst>
                </p:cNvPr>
                <p:cNvSpPr txBox="1"/>
                <p:nvPr/>
              </p:nvSpPr>
              <p:spPr>
                <a:xfrm>
                  <a:off x="2742600" y="5203425"/>
                  <a:ext cx="45807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a:rPr lang="en-US" altLang="zh-CN" sz="2400" b="0" i="0" smtClean="0">
                                <a:latin typeface="Cambria Math" panose="02040503050406030204" pitchFamily="18" charset="0"/>
                              </a:rPr>
                              <m:t>1</m:t>
                            </m:r>
                          </m:sub>
                        </m:sSub>
                      </m:oMath>
                    </m:oMathPara>
                  </a14:m>
                  <a:endParaRPr lang="zh-CN" altLang="en-US" sz="2400" dirty="0"/>
                </a:p>
              </p:txBody>
            </p:sp>
          </mc:Choice>
          <mc:Fallback xmlns="">
            <p:sp>
              <p:nvSpPr>
                <p:cNvPr id="99" name="文本框 98">
                  <a:extLst>
                    <a:ext uri="{FF2B5EF4-FFF2-40B4-BE49-F238E27FC236}">
                      <a16:creationId xmlns:a16="http://schemas.microsoft.com/office/drawing/2014/main" id="{7C422B07-2F93-E07B-ADCE-5964EDD57635}"/>
                    </a:ext>
                  </a:extLst>
                </p:cNvPr>
                <p:cNvSpPr txBox="1">
                  <a:spLocks noRot="1" noChangeAspect="1" noMove="1" noResize="1" noEditPoints="1" noAdjustHandles="1" noChangeArrowheads="1" noChangeShapeType="1" noTextEdit="1"/>
                </p:cNvSpPr>
                <p:nvPr/>
              </p:nvSpPr>
              <p:spPr>
                <a:xfrm>
                  <a:off x="2742600" y="5203425"/>
                  <a:ext cx="458075" cy="461665"/>
                </a:xfrm>
                <a:prstGeom prst="rect">
                  <a:avLst/>
                </a:prstGeom>
                <a:blipFill>
                  <a:blip r:embed="rId14"/>
                  <a:stretch>
                    <a:fillRect l="-13333" b="-1333"/>
                  </a:stretch>
                </a:blipFill>
              </p:spPr>
              <p:txBody>
                <a:bodyPr/>
                <a:lstStyle/>
                <a:p>
                  <a:r>
                    <a:rPr lang="zh-CN" altLang="en-US">
                      <a:noFill/>
                    </a:rPr>
                    <a:t> </a:t>
                  </a:r>
                </a:p>
              </p:txBody>
            </p:sp>
          </mc:Fallback>
        </mc:AlternateContent>
        <p:sp>
          <p:nvSpPr>
            <p:cNvPr id="436" name="左大括号 435">
              <a:extLst>
                <a:ext uri="{FF2B5EF4-FFF2-40B4-BE49-F238E27FC236}">
                  <a16:creationId xmlns:a16="http://schemas.microsoft.com/office/drawing/2014/main" id="{4A8D0D7A-FB43-B17C-8355-30CC47FF2B9A}"/>
                </a:ext>
              </a:extLst>
            </p:cNvPr>
            <p:cNvSpPr/>
            <p:nvPr/>
          </p:nvSpPr>
          <p:spPr>
            <a:xfrm rot="16200000">
              <a:off x="1249350" y="4176868"/>
              <a:ext cx="206405" cy="1074420"/>
            </a:xfrm>
            <a:prstGeom prst="leftBrace">
              <a:avLst>
                <a:gd name="adj1" fmla="val 52419"/>
                <a:gd name="adj2" fmla="val 50000"/>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7" name="文本框 436">
              <a:extLst>
                <a:ext uri="{FF2B5EF4-FFF2-40B4-BE49-F238E27FC236}">
                  <a16:creationId xmlns:a16="http://schemas.microsoft.com/office/drawing/2014/main" id="{CD0CAF28-27C6-7509-1B36-8628D4118846}"/>
                </a:ext>
              </a:extLst>
            </p:cNvPr>
            <p:cNvSpPr txBox="1"/>
            <p:nvPr/>
          </p:nvSpPr>
          <p:spPr>
            <a:xfrm>
              <a:off x="726404" y="4817281"/>
              <a:ext cx="1252296" cy="707886"/>
            </a:xfrm>
            <a:prstGeom prst="rect">
              <a:avLst/>
            </a:prstGeom>
            <a:noFill/>
          </p:spPr>
          <p:txBody>
            <a:bodyPr wrap="square">
              <a:spAutoFit/>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与阵列</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固定</a:t>
              </a:r>
              <a:endParaRPr lang="zh-CN" altLang="en-US" sz="2000" dirty="0"/>
            </a:p>
          </p:txBody>
        </p:sp>
        <p:sp>
          <p:nvSpPr>
            <p:cNvPr id="438" name="文本框 437">
              <a:extLst>
                <a:ext uri="{FF2B5EF4-FFF2-40B4-BE49-F238E27FC236}">
                  <a16:creationId xmlns:a16="http://schemas.microsoft.com/office/drawing/2014/main" id="{3AF2878E-B498-B52D-AC24-AC74822B66F4}"/>
                </a:ext>
              </a:extLst>
            </p:cNvPr>
            <p:cNvSpPr txBox="1"/>
            <p:nvPr/>
          </p:nvSpPr>
          <p:spPr>
            <a:xfrm>
              <a:off x="2501126" y="1509923"/>
              <a:ext cx="1252296" cy="707886"/>
            </a:xfrm>
            <a:prstGeom prst="rect">
              <a:avLst/>
            </a:prstGeom>
            <a:noFill/>
          </p:spPr>
          <p:txBody>
            <a:bodyPr wrap="square">
              <a:spAutoFit/>
            </a:bodyPr>
            <a:lstStyle/>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或阵列</a:t>
              </a:r>
              <a:endParaRPr lang="en-US" altLang="zh-CN" sz="2000" dirty="0">
                <a:solidFill>
                  <a:schemeClr val="accent5">
                    <a:lumMod val="75000"/>
                  </a:schemeClr>
                </a:solidFill>
                <a:latin typeface="微软雅黑" panose="020B0503020204020204" pitchFamily="34" charset="-122"/>
                <a:ea typeface="微软雅黑" panose="020B0503020204020204" pitchFamily="34" charset="-122"/>
              </a:endParaRPr>
            </a:p>
            <a:p>
              <a:pPr algn="ctr"/>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可编程</a:t>
              </a:r>
              <a:endParaRPr lang="zh-CN" altLang="en-US" sz="2000" dirty="0"/>
            </a:p>
          </p:txBody>
        </p:sp>
        <p:sp>
          <p:nvSpPr>
            <p:cNvPr id="439" name="左大括号 438">
              <a:extLst>
                <a:ext uri="{FF2B5EF4-FFF2-40B4-BE49-F238E27FC236}">
                  <a16:creationId xmlns:a16="http://schemas.microsoft.com/office/drawing/2014/main" id="{9FA44782-AA09-A9B8-D637-3FEE306D5AEC}"/>
                </a:ext>
              </a:extLst>
            </p:cNvPr>
            <p:cNvSpPr/>
            <p:nvPr/>
          </p:nvSpPr>
          <p:spPr>
            <a:xfrm rot="5400000" flipV="1">
              <a:off x="3024072" y="1954614"/>
              <a:ext cx="206405" cy="664796"/>
            </a:xfrm>
            <a:prstGeom prst="leftBrace">
              <a:avLst>
                <a:gd name="adj1" fmla="val 52419"/>
                <a:gd name="adj2" fmla="val 50000"/>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5" name="椭圆 654">
              <a:extLst>
                <a:ext uri="{FF2B5EF4-FFF2-40B4-BE49-F238E27FC236}">
                  <a16:creationId xmlns:a16="http://schemas.microsoft.com/office/drawing/2014/main" id="{5414581B-DB5E-B019-47C1-C850F5BE9B77}"/>
                </a:ext>
              </a:extLst>
            </p:cNvPr>
            <p:cNvSpPr/>
            <p:nvPr/>
          </p:nvSpPr>
          <p:spPr>
            <a:xfrm>
              <a:off x="1137542" y="3172679"/>
              <a:ext cx="96643" cy="9664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标题 1">
            <a:extLst>
              <a:ext uri="{FF2B5EF4-FFF2-40B4-BE49-F238E27FC236}">
                <a16:creationId xmlns:a16="http://schemas.microsoft.com/office/drawing/2014/main" id="{823D2315-93E8-481E-5A7D-457067B8048A}"/>
              </a:ext>
            </a:extLst>
          </p:cNvPr>
          <p:cNvSpPr txBox="1">
            <a:spLocks/>
          </p:cNvSpPr>
          <p:nvPr/>
        </p:nvSpPr>
        <p:spPr>
          <a:xfrm>
            <a:off x="360000" y="0"/>
            <a:ext cx="1182635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可编程逻辑器件回顾</a:t>
            </a:r>
          </a:p>
        </p:txBody>
      </p:sp>
    </p:spTree>
    <p:extLst>
      <p:ext uri="{BB962C8B-B14F-4D97-AF65-F5344CB8AC3E}">
        <p14:creationId xmlns:p14="http://schemas.microsoft.com/office/powerpoint/2010/main" val="3618771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D2A127-661C-5AF1-0BB5-5290F8492C7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a:t>
            </a:r>
            <a:endParaRPr lang="en-US" altLang="zh-CN" sz="3000" dirty="0"/>
          </a:p>
        </p:txBody>
      </p:sp>
      <p:sp>
        <p:nvSpPr>
          <p:cNvPr id="3" name="文本框 2">
            <a:extLst>
              <a:ext uri="{FF2B5EF4-FFF2-40B4-BE49-F238E27FC236}">
                <a16:creationId xmlns:a16="http://schemas.microsoft.com/office/drawing/2014/main" id="{C2D7372F-F688-C5A1-6AB1-8CAC464C1931}"/>
              </a:ext>
            </a:extLst>
          </p:cNvPr>
          <p:cNvSpPr txBox="1"/>
          <p:nvPr/>
        </p:nvSpPr>
        <p:spPr>
          <a:xfrm>
            <a:off x="360000" y="828000"/>
            <a:ext cx="10664756" cy="4579074"/>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高密度可编程逻辑器件（集成度在 </a:t>
            </a:r>
            <a:r>
              <a:rPr kumimoji="1" lang="en-US" altLang="zh-CN" sz="2800" dirty="0">
                <a:solidFill>
                  <a:srgbClr val="002060"/>
                </a:solidFill>
                <a:latin typeface="微软雅黑" panose="020B0503020204020204" pitchFamily="34" charset="-122"/>
                <a:ea typeface="微软雅黑" panose="020B0503020204020204" pitchFamily="34" charset="-122"/>
              </a:rPr>
              <a:t>1000 </a:t>
            </a:r>
            <a:r>
              <a:rPr kumimoji="1" lang="zh-CN" altLang="en-US" sz="2800" dirty="0">
                <a:solidFill>
                  <a:srgbClr val="002060"/>
                </a:solidFill>
                <a:latin typeface="微软雅黑" panose="020B0503020204020204" pitchFamily="34" charset="-122"/>
                <a:ea typeface="微软雅黑" panose="020B0503020204020204" pitchFamily="34" charset="-122"/>
              </a:rPr>
              <a:t>门</a:t>
            </a:r>
            <a:r>
              <a:rPr kumimoji="1" lang="en-US" altLang="zh-CN" sz="2800" dirty="0">
                <a:solidFill>
                  <a:srgbClr val="002060"/>
                </a:solidFill>
                <a:latin typeface="微软雅黑" panose="020B0503020204020204" pitchFamily="34" charset="-122"/>
                <a:ea typeface="微软雅黑" panose="020B0503020204020204" pitchFamily="34" charset="-122"/>
              </a:rPr>
              <a:t>/</a:t>
            </a:r>
            <a:r>
              <a:rPr kumimoji="1" lang="zh-CN" altLang="en-US" sz="2800" dirty="0">
                <a:solidFill>
                  <a:srgbClr val="002060"/>
                </a:solidFill>
                <a:latin typeface="微软雅黑" panose="020B0503020204020204" pitchFamily="34" charset="-122"/>
                <a:ea typeface="微软雅黑" panose="020B0503020204020204" pitchFamily="34" charset="-122"/>
              </a:rPr>
              <a:t>片以上的 </a:t>
            </a:r>
            <a:r>
              <a:rPr kumimoji="1" lang="en-US" altLang="zh-CN" sz="2800" dirty="0">
                <a:solidFill>
                  <a:srgbClr val="002060"/>
                </a:solidFill>
                <a:latin typeface="微软雅黑" panose="020B0503020204020204" pitchFamily="34" charset="-122"/>
                <a:ea typeface="微软雅黑" panose="020B0503020204020204" pitchFamily="34" charset="-122"/>
              </a:rPr>
              <a:t>PLD</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复杂可编程逻辑器件（</a:t>
            </a:r>
            <a:r>
              <a:rPr lang="en-US" altLang="zh-CN" sz="2400" dirty="0">
                <a:solidFill>
                  <a:srgbClr val="002060"/>
                </a:solidFill>
                <a:latin typeface="微软雅黑" panose="020B0503020204020204" pitchFamily="34" charset="-122"/>
                <a:ea typeface="微软雅黑" panose="020B0503020204020204" pitchFamily="34" charset="-122"/>
              </a:rPr>
              <a:t>Complex Programmable Logic Device</a:t>
            </a:r>
            <a:r>
              <a:rPr lang="zh-CN" altLang="en-US" sz="2400" dirty="0">
                <a:solidFill>
                  <a:srgbClr val="002060"/>
                </a:solidFill>
                <a:latin typeface="微软雅黑" panose="020B0503020204020204" pitchFamily="34" charset="-122"/>
                <a:ea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rPr>
              <a:t>CPLD</a:t>
            </a:r>
            <a:r>
              <a:rPr lang="zh-CN" altLang="en-US" sz="2400" dirty="0">
                <a:solidFill>
                  <a:srgbClr val="002060"/>
                </a:solidFill>
                <a:latin typeface="微软雅黑" panose="020B0503020204020204" pitchFamily="34" charset="-122"/>
                <a:ea typeface="微软雅黑" panose="020B0503020204020204" pitchFamily="34" charset="-122"/>
              </a:rPr>
              <a:t>）</a:t>
            </a:r>
            <a:endParaRPr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基于与或阵列和宏单元结构，采用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E</a:t>
            </a:r>
            <a:r>
              <a:rPr lang="en-US" altLang="zh-CN" sz="2400" baseline="30000" dirty="0">
                <a:solidFill>
                  <a:schemeClr val="accent5">
                    <a:lumMod val="75000"/>
                  </a:schemeClr>
                </a:solidFill>
                <a:latin typeface="微软雅黑" panose="020B0503020204020204" pitchFamily="34" charset="-122"/>
                <a:ea typeface="微软雅黑" panose="020B0503020204020204" pitchFamily="34" charset="-122"/>
              </a:rPr>
              <a:t>2</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PROM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存储技术，具有非易失性、互连通路延时可预测等优点，适于实现大规模组合逻辑</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现场可编程门阵列器件（</a:t>
            </a:r>
            <a:r>
              <a:rPr lang="en-US" altLang="zh-CN" sz="2400" dirty="0">
                <a:solidFill>
                  <a:srgbClr val="002060"/>
                </a:solidFill>
                <a:latin typeface="微软雅黑" panose="020B0503020204020204" pitchFamily="34" charset="-122"/>
                <a:ea typeface="微软雅黑" panose="020B0503020204020204" pitchFamily="34" charset="-122"/>
              </a:rPr>
              <a:t>Field Programmable Gate Array</a:t>
            </a:r>
            <a:r>
              <a:rPr lang="zh-CN" altLang="en-US" sz="2400" dirty="0">
                <a:solidFill>
                  <a:srgbClr val="002060"/>
                </a:solidFill>
                <a:latin typeface="微软雅黑" panose="020B0503020204020204" pitchFamily="34" charset="-122"/>
                <a:ea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rPr>
              <a:t>FPGA</a:t>
            </a:r>
            <a:r>
              <a:rPr lang="zh-CN" altLang="en-US" sz="2400" dirty="0">
                <a:solidFill>
                  <a:srgbClr val="002060"/>
                </a:solidFill>
                <a:latin typeface="微软雅黑" panose="020B0503020204020204" pitchFamily="34" charset="-122"/>
                <a:ea typeface="微软雅黑" panose="020B0503020204020204" pitchFamily="34" charset="-122"/>
              </a:rPr>
              <a:t>）</a:t>
            </a:r>
            <a:endParaRPr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多采用</a:t>
            </a:r>
            <a:r>
              <a:rPr kumimoji="1" lang="zh-CN" altLang="en-US" sz="2400" dirty="0">
                <a:solidFill>
                  <a:srgbClr val="C00000"/>
                </a:solidFill>
                <a:latin typeface="微软雅黑" panose="020B0503020204020204" pitchFamily="34" charset="-122"/>
                <a:ea typeface="微软雅黑" panose="020B0503020204020204" pitchFamily="34" charset="-122"/>
              </a:rPr>
              <a:t>查找表</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Look Up Table</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LUT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）技术，</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SRAM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存储技术，具有集成度高、触发器资源丰富等优点，易于实现时序逻辑</a:t>
            </a:r>
          </a:p>
        </p:txBody>
      </p:sp>
      <p:grpSp>
        <p:nvGrpSpPr>
          <p:cNvPr id="4" name="组合 3">
            <a:extLst>
              <a:ext uri="{FF2B5EF4-FFF2-40B4-BE49-F238E27FC236}">
                <a16:creationId xmlns:a16="http://schemas.microsoft.com/office/drawing/2014/main" id="{F69424FE-B373-56DE-A96A-4F994F55B1C8}"/>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7611AFFB-B7FC-EFBE-EF5F-F03FDA496FCB}"/>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A8EEC78A-A6D9-9192-C9CC-7AEB08CCA1C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FEE4FEB1-2050-B8D9-0AC1-E16ABE97C89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8C9710EE-4959-BA13-52B0-24D371CD3F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3639202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D6263-1ED6-74CE-EB41-D341C00926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767B56A-60CF-4AAD-AE18-D12202657705}"/>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 </a:t>
            </a:r>
            <a:r>
              <a:rPr lang="en-US" altLang="zh-CN" sz="3000" dirty="0"/>
              <a:t>—— </a:t>
            </a:r>
            <a:r>
              <a:rPr lang="en-US" altLang="zh-CN" sz="3000" dirty="0">
                <a:solidFill>
                  <a:srgbClr val="FFFF00"/>
                </a:solidFill>
              </a:rPr>
              <a:t>CPLD</a:t>
            </a:r>
          </a:p>
        </p:txBody>
      </p:sp>
      <p:grpSp>
        <p:nvGrpSpPr>
          <p:cNvPr id="3" name="组合 2">
            <a:extLst>
              <a:ext uri="{FF2B5EF4-FFF2-40B4-BE49-F238E27FC236}">
                <a16:creationId xmlns:a16="http://schemas.microsoft.com/office/drawing/2014/main" id="{CE4B4DA6-57F2-976C-35BE-05ACC492C986}"/>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0E5D7051-5DE4-B083-0982-7B835903D71F}"/>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77EFAD44-F99E-BB98-4C76-4CA88CCD096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057707A9-6F1A-7FC2-998D-54DDADBE761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0D1FDB9B-A692-5E33-A4FC-1FF5EAD7F8CE}"/>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7</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14C8C77F-7C46-0228-4DCC-3F331C04D152}"/>
              </a:ext>
            </a:extLst>
          </p:cNvPr>
          <p:cNvSpPr txBox="1"/>
          <p:nvPr/>
        </p:nvSpPr>
        <p:spPr>
          <a:xfrm>
            <a:off x="360000" y="828000"/>
            <a:ext cx="4201609" cy="2132250"/>
          </a:xfrm>
          <a:prstGeom prst="rect">
            <a:avLst/>
          </a:prstGeom>
          <a:noFill/>
        </p:spPr>
        <p:txBody>
          <a:bodyPr wrap="square">
            <a:spAutoFit/>
          </a:bodyPr>
          <a:lstStyle/>
          <a:p>
            <a:pPr>
              <a:lnSpc>
                <a:spcPct val="120000"/>
              </a:lnSpc>
              <a:spcAft>
                <a:spcPts val="600"/>
              </a:spcAft>
            </a:pPr>
            <a:r>
              <a:rPr lang="en-US" altLang="zh-CN" sz="2800" dirty="0">
                <a:solidFill>
                  <a:srgbClr val="002060"/>
                </a:solidFill>
                <a:latin typeface="微软雅黑" panose="020B0503020204020204" pitchFamily="34" charset="-122"/>
                <a:ea typeface="微软雅黑" panose="020B0503020204020204" pitchFamily="34" charset="-122"/>
              </a:rPr>
              <a:t>CPLD </a:t>
            </a:r>
            <a:r>
              <a:rPr lang="zh-CN" altLang="en-US" sz="2800" dirty="0">
                <a:solidFill>
                  <a:srgbClr val="002060"/>
                </a:solidFill>
                <a:latin typeface="微软雅黑" panose="020B0503020204020204" pitchFamily="34" charset="-122"/>
                <a:ea typeface="微软雅黑" panose="020B0503020204020204" pitchFamily="34" charset="-122"/>
              </a:rPr>
              <a:t>的结构</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逻辑块</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可编程内部连线区</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I/O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块</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48F72AA0-6FF6-2B6D-6041-9FC6F5BA7B2F}"/>
              </a:ext>
            </a:extLst>
          </p:cNvPr>
          <p:cNvPicPr>
            <a:picLocks noChangeAspect="1"/>
          </p:cNvPicPr>
          <p:nvPr/>
        </p:nvPicPr>
        <p:blipFill>
          <a:blip r:embed="rId2"/>
          <a:stretch>
            <a:fillRect/>
          </a:stretch>
        </p:blipFill>
        <p:spPr>
          <a:xfrm>
            <a:off x="5076000" y="1080000"/>
            <a:ext cx="6660000" cy="4774914"/>
          </a:xfrm>
          <a:prstGeom prst="rect">
            <a:avLst/>
          </a:prstGeom>
        </p:spPr>
      </p:pic>
    </p:spTree>
    <p:extLst>
      <p:ext uri="{BB962C8B-B14F-4D97-AF65-F5344CB8AC3E}">
        <p14:creationId xmlns:p14="http://schemas.microsoft.com/office/powerpoint/2010/main" val="4258206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278D-112F-5B16-600E-4D8E8941A34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473C08-719F-1647-FE79-68C7D11684A2}"/>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 </a:t>
            </a:r>
            <a:r>
              <a:rPr lang="en-US" altLang="zh-CN" sz="3000" dirty="0"/>
              <a:t>—— </a:t>
            </a:r>
            <a:r>
              <a:rPr lang="en-US" altLang="zh-CN" sz="3000" dirty="0">
                <a:solidFill>
                  <a:srgbClr val="FFFF00"/>
                </a:solidFill>
              </a:rPr>
              <a:t>CPLD</a:t>
            </a:r>
          </a:p>
        </p:txBody>
      </p:sp>
      <p:grpSp>
        <p:nvGrpSpPr>
          <p:cNvPr id="3" name="组合 2">
            <a:extLst>
              <a:ext uri="{FF2B5EF4-FFF2-40B4-BE49-F238E27FC236}">
                <a16:creationId xmlns:a16="http://schemas.microsoft.com/office/drawing/2014/main" id="{62299487-3666-71A7-190C-7B51B05125EF}"/>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BBD271D1-4CA2-0AFA-1A6E-175B3470A85E}"/>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3B30306B-54D0-6905-11CA-5FF45D0944D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9493E542-EA95-877F-AFD1-9141807788B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47632507-065C-CC9F-180C-3806821B6EC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8</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E0E4A737-D98D-7409-2D7B-8CAA1A8AE28C}"/>
              </a:ext>
            </a:extLst>
          </p:cNvPr>
          <p:cNvSpPr txBox="1"/>
          <p:nvPr/>
        </p:nvSpPr>
        <p:spPr>
          <a:xfrm>
            <a:off x="360001" y="828000"/>
            <a:ext cx="6383700" cy="5176161"/>
          </a:xfrm>
          <a:prstGeom prst="rect">
            <a:avLst/>
          </a:prstGeom>
          <a:noFill/>
        </p:spPr>
        <p:txBody>
          <a:bodyPr wrap="square">
            <a:spAutoFit/>
          </a:bodyPr>
          <a:lstStyle/>
          <a:p>
            <a:pPr>
              <a:lnSpc>
                <a:spcPct val="120000"/>
              </a:lnSpc>
              <a:spcAft>
                <a:spcPts val="600"/>
              </a:spcAft>
            </a:pPr>
            <a:r>
              <a:rPr lang="en-US" altLang="zh-CN" sz="2800" dirty="0">
                <a:solidFill>
                  <a:srgbClr val="002060"/>
                </a:solidFill>
                <a:latin typeface="微软雅黑" panose="020B0503020204020204" pitchFamily="34" charset="-122"/>
                <a:ea typeface="微软雅黑" panose="020B0503020204020204" pitchFamily="34" charset="-122"/>
              </a:rPr>
              <a:t>CPLD </a:t>
            </a:r>
            <a:r>
              <a:rPr lang="zh-CN" altLang="en-US" sz="2800" dirty="0">
                <a:solidFill>
                  <a:srgbClr val="002060"/>
                </a:solidFill>
                <a:latin typeface="微软雅黑" panose="020B0503020204020204" pitchFamily="34" charset="-122"/>
                <a:ea typeface="微软雅黑" panose="020B0503020204020204" pitchFamily="34" charset="-122"/>
              </a:rPr>
              <a:t>的结构</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逻辑块：</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可编程乘积项阵列（与阵列）</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乘积项分配</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宏单元</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可编程内部连线区</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实现逻辑块之间、逻辑块和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I/O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块之间、信号到逻辑块和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I/O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块的连接</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I/O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块</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CPLD</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外部封装引脚和内部逻辑的接口</a:t>
            </a:r>
          </a:p>
        </p:txBody>
      </p:sp>
      <p:pic>
        <p:nvPicPr>
          <p:cNvPr id="13" name="图片 12">
            <a:extLst>
              <a:ext uri="{FF2B5EF4-FFF2-40B4-BE49-F238E27FC236}">
                <a16:creationId xmlns:a16="http://schemas.microsoft.com/office/drawing/2014/main" id="{297242CA-46E8-6099-4189-6B1204609144}"/>
              </a:ext>
            </a:extLst>
          </p:cNvPr>
          <p:cNvPicPr>
            <a:picLocks noChangeAspect="1"/>
          </p:cNvPicPr>
          <p:nvPr/>
        </p:nvPicPr>
        <p:blipFill>
          <a:blip r:embed="rId3"/>
          <a:stretch>
            <a:fillRect/>
          </a:stretch>
        </p:blipFill>
        <p:spPr>
          <a:xfrm>
            <a:off x="7200000" y="1080000"/>
            <a:ext cx="4519118" cy="3240000"/>
          </a:xfrm>
          <a:prstGeom prst="rect">
            <a:avLst/>
          </a:prstGeom>
        </p:spPr>
      </p:pic>
    </p:spTree>
    <p:extLst>
      <p:ext uri="{BB962C8B-B14F-4D97-AF65-F5344CB8AC3E}">
        <p14:creationId xmlns:p14="http://schemas.microsoft.com/office/powerpoint/2010/main" val="2479627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15395-B297-5A68-F460-7DBADABD8AF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E1A4B0F-929C-BFC1-E0F2-35032750481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 </a:t>
            </a:r>
            <a:r>
              <a:rPr lang="en-US" altLang="zh-CN" sz="3000" dirty="0"/>
              <a:t>—— </a:t>
            </a:r>
            <a:r>
              <a:rPr lang="en-US" altLang="zh-CN" sz="3000" dirty="0">
                <a:solidFill>
                  <a:srgbClr val="FFFF00"/>
                </a:solidFill>
              </a:rPr>
              <a:t>FPGA</a:t>
            </a:r>
          </a:p>
        </p:txBody>
      </p:sp>
      <p:grpSp>
        <p:nvGrpSpPr>
          <p:cNvPr id="3" name="组合 2">
            <a:extLst>
              <a:ext uri="{FF2B5EF4-FFF2-40B4-BE49-F238E27FC236}">
                <a16:creationId xmlns:a16="http://schemas.microsoft.com/office/drawing/2014/main" id="{971E0D93-591E-50D9-7E3D-A1D628B0C44A}"/>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CF0B4102-2E3C-F249-32FE-EF5DB1D57031}"/>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3ECC1516-1AB2-F02B-97B4-3D78D0A1E24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48C77B97-3D41-ECA7-5C03-CB5CCF12157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B419F996-FEFB-5107-2D70-872E6DB704D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9</a:t>
              </a:fld>
              <a:endParaRPr lang="zh-CN" altLang="en-US" sz="3200" dirty="0">
                <a:solidFill>
                  <a:schemeClr val="bg1"/>
                </a:solidFill>
                <a:latin typeface="Candara"/>
                <a:ea typeface="微软雅黑"/>
              </a:endParaRPr>
            </a:p>
          </p:txBody>
        </p:sp>
      </p:grpSp>
      <p:sp>
        <p:nvSpPr>
          <p:cNvPr id="10" name="文本框 9">
            <a:extLst>
              <a:ext uri="{FF2B5EF4-FFF2-40B4-BE49-F238E27FC236}">
                <a16:creationId xmlns:a16="http://schemas.microsoft.com/office/drawing/2014/main" id="{42F15D70-8F58-E5CD-D75A-0B320410CDFB}"/>
              </a:ext>
            </a:extLst>
          </p:cNvPr>
          <p:cNvSpPr txBox="1"/>
          <p:nvPr/>
        </p:nvSpPr>
        <p:spPr>
          <a:xfrm>
            <a:off x="360000" y="828000"/>
            <a:ext cx="3240001" cy="2347630"/>
          </a:xfrm>
          <a:prstGeom prst="rect">
            <a:avLst/>
          </a:prstGeom>
          <a:noFill/>
        </p:spPr>
        <p:txBody>
          <a:bodyPr wrap="square">
            <a:spAutoFit/>
          </a:bodyPr>
          <a:lstStyle/>
          <a:p>
            <a:pPr>
              <a:lnSpc>
                <a:spcPct val="120000"/>
              </a:lnSpc>
              <a:spcAft>
                <a:spcPts val="600"/>
              </a:spcAft>
            </a:pPr>
            <a:r>
              <a:rPr lang="en-US" altLang="zh-CN" sz="2800" dirty="0">
                <a:solidFill>
                  <a:srgbClr val="002060"/>
                </a:solidFill>
                <a:latin typeface="微软雅黑" panose="020B0503020204020204" pitchFamily="34" charset="-122"/>
                <a:ea typeface="微软雅黑" panose="020B0503020204020204" pitchFamily="34" charset="-122"/>
              </a:rPr>
              <a:t>FPGA </a:t>
            </a:r>
            <a:r>
              <a:rPr lang="zh-CN" altLang="en-US" sz="2800" dirty="0">
                <a:solidFill>
                  <a:srgbClr val="002060"/>
                </a:solidFill>
                <a:latin typeface="微软雅黑" panose="020B0503020204020204" pitchFamily="34" charset="-122"/>
                <a:ea typeface="微软雅黑" panose="020B0503020204020204" pitchFamily="34" charset="-122"/>
              </a:rPr>
              <a:t>的结构</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可编程逻辑块</a:t>
            </a:r>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可编程连线资源</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可编程 </a:t>
            </a:r>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I/O </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块</a:t>
            </a:r>
          </a:p>
        </p:txBody>
      </p:sp>
      <p:sp>
        <p:nvSpPr>
          <p:cNvPr id="11" name="矩形 10">
            <a:extLst>
              <a:ext uri="{FF2B5EF4-FFF2-40B4-BE49-F238E27FC236}">
                <a16:creationId xmlns:a16="http://schemas.microsoft.com/office/drawing/2014/main" id="{649A6B36-8113-624F-B2F8-7DD9FCA13179}"/>
              </a:ext>
            </a:extLst>
          </p:cNvPr>
          <p:cNvSpPr/>
          <p:nvPr/>
        </p:nvSpPr>
        <p:spPr>
          <a:xfrm>
            <a:off x="1440000" y="6121115"/>
            <a:ext cx="720000" cy="360000"/>
          </a:xfrm>
          <a:prstGeom prst="rect">
            <a:avLst/>
          </a:prstGeom>
          <a:solidFill>
            <a:schemeClr val="bg1"/>
          </a:solidFill>
          <a:ln w="508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002060"/>
              </a:solidFill>
            </a:endParaRPr>
          </a:p>
        </p:txBody>
      </p:sp>
      <p:sp>
        <p:nvSpPr>
          <p:cNvPr id="12" name="矩形 11">
            <a:extLst>
              <a:ext uri="{FF2B5EF4-FFF2-40B4-BE49-F238E27FC236}">
                <a16:creationId xmlns:a16="http://schemas.microsoft.com/office/drawing/2014/main" id="{F4AF265E-15D7-2473-BBE7-FE04667F6B55}"/>
              </a:ext>
            </a:extLst>
          </p:cNvPr>
          <p:cNvSpPr/>
          <p:nvPr/>
        </p:nvSpPr>
        <p:spPr>
          <a:xfrm>
            <a:off x="1800000" y="4681115"/>
            <a:ext cx="360000" cy="360000"/>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2060"/>
              </a:solidFill>
            </a:endParaRPr>
          </a:p>
        </p:txBody>
      </p:sp>
      <p:sp>
        <p:nvSpPr>
          <p:cNvPr id="14" name="文本框 13">
            <a:extLst>
              <a:ext uri="{FF2B5EF4-FFF2-40B4-BE49-F238E27FC236}">
                <a16:creationId xmlns:a16="http://schemas.microsoft.com/office/drawing/2014/main" id="{78D952E6-0191-1850-ADDF-9AC149ABB7E1}"/>
              </a:ext>
            </a:extLst>
          </p:cNvPr>
          <p:cNvSpPr txBox="1"/>
          <p:nvPr/>
        </p:nvSpPr>
        <p:spPr>
          <a:xfrm>
            <a:off x="2448000" y="4629600"/>
            <a:ext cx="1191193" cy="461665"/>
          </a:xfrm>
          <a:prstGeom prst="rect">
            <a:avLst/>
          </a:prstGeom>
          <a:noFill/>
        </p:spPr>
        <p:txBody>
          <a:bodyPr wrap="square">
            <a:spAutoFit/>
          </a:bodyPr>
          <a:lstStyle/>
          <a:p>
            <a:r>
              <a:rPr lang="zh-CN" altLang="en-US" sz="2400" dirty="0">
                <a:solidFill>
                  <a:srgbClr val="002060"/>
                </a:solidFill>
                <a:latin typeface="微软雅黑" panose="020B0503020204020204" pitchFamily="34" charset="-122"/>
                <a:ea typeface="微软雅黑" panose="020B0503020204020204" pitchFamily="34" charset="-122"/>
              </a:rPr>
              <a:t>逻辑块</a:t>
            </a:r>
            <a:endParaRPr lang="zh-CN" altLang="en-US" sz="2400" dirty="0">
              <a:solidFill>
                <a:srgbClr val="002060"/>
              </a:solidFill>
            </a:endParaRPr>
          </a:p>
        </p:txBody>
      </p:sp>
      <p:sp>
        <p:nvSpPr>
          <p:cNvPr id="15" name="矩形 14">
            <a:extLst>
              <a:ext uri="{FF2B5EF4-FFF2-40B4-BE49-F238E27FC236}">
                <a16:creationId xmlns:a16="http://schemas.microsoft.com/office/drawing/2014/main" id="{B3807F70-8B3D-E792-4A99-2EDAAAF3B082}"/>
              </a:ext>
            </a:extLst>
          </p:cNvPr>
          <p:cNvSpPr/>
          <p:nvPr/>
        </p:nvSpPr>
        <p:spPr>
          <a:xfrm>
            <a:off x="1800000" y="5401115"/>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002060"/>
              </a:solidFill>
            </a:endParaRPr>
          </a:p>
        </p:txBody>
      </p:sp>
      <p:sp>
        <p:nvSpPr>
          <p:cNvPr id="16" name="文本框 15">
            <a:extLst>
              <a:ext uri="{FF2B5EF4-FFF2-40B4-BE49-F238E27FC236}">
                <a16:creationId xmlns:a16="http://schemas.microsoft.com/office/drawing/2014/main" id="{749C400B-DC01-F481-F453-9E81BA77AA42}"/>
              </a:ext>
            </a:extLst>
          </p:cNvPr>
          <p:cNvSpPr txBox="1"/>
          <p:nvPr/>
        </p:nvSpPr>
        <p:spPr>
          <a:xfrm>
            <a:off x="2448000" y="5349601"/>
            <a:ext cx="1498529" cy="461665"/>
          </a:xfrm>
          <a:prstGeom prst="rect">
            <a:avLst/>
          </a:prstGeom>
          <a:noFill/>
        </p:spPr>
        <p:txBody>
          <a:bodyPr wrap="square">
            <a:spAutoFit/>
          </a:bodyPr>
          <a:lstStyle/>
          <a:p>
            <a:r>
              <a:rPr lang="zh-CN" altLang="en-US" sz="2400" dirty="0">
                <a:solidFill>
                  <a:srgbClr val="002060"/>
                </a:solidFill>
                <a:latin typeface="微软雅黑" panose="020B0503020204020204" pitchFamily="34" charset="-122"/>
                <a:ea typeface="微软雅黑" panose="020B0503020204020204" pitchFamily="34" charset="-122"/>
              </a:rPr>
              <a:t>互连开关</a:t>
            </a:r>
            <a:endParaRPr lang="zh-CN" altLang="en-US" sz="2400" dirty="0">
              <a:solidFill>
                <a:srgbClr val="002060"/>
              </a:solidFill>
            </a:endParaRPr>
          </a:p>
        </p:txBody>
      </p:sp>
      <p:sp>
        <p:nvSpPr>
          <p:cNvPr id="17" name="文本框 16">
            <a:extLst>
              <a:ext uri="{FF2B5EF4-FFF2-40B4-BE49-F238E27FC236}">
                <a16:creationId xmlns:a16="http://schemas.microsoft.com/office/drawing/2014/main" id="{074EF97D-A4F3-8400-F0CC-07A7536E0D16}"/>
              </a:ext>
            </a:extLst>
          </p:cNvPr>
          <p:cNvSpPr txBox="1"/>
          <p:nvPr/>
        </p:nvSpPr>
        <p:spPr>
          <a:xfrm>
            <a:off x="2448000" y="6070715"/>
            <a:ext cx="1250594" cy="461665"/>
          </a:xfrm>
          <a:prstGeom prst="rect">
            <a:avLst/>
          </a:prstGeom>
          <a:noFill/>
        </p:spPr>
        <p:txBody>
          <a:bodyPr wrap="square">
            <a:spAutoFit/>
          </a:bodyPr>
          <a:lstStyle/>
          <a:p>
            <a:r>
              <a:rPr lang="en-US" altLang="zh-CN" sz="2400" dirty="0">
                <a:solidFill>
                  <a:srgbClr val="002060"/>
                </a:solidFill>
                <a:latin typeface="微软雅黑" panose="020B0503020204020204" pitchFamily="34" charset="-122"/>
                <a:ea typeface="微软雅黑" panose="020B0503020204020204" pitchFamily="34" charset="-122"/>
              </a:rPr>
              <a:t>I/O </a:t>
            </a:r>
            <a:r>
              <a:rPr lang="zh-CN" altLang="en-US" sz="2400" dirty="0">
                <a:solidFill>
                  <a:srgbClr val="002060"/>
                </a:solidFill>
                <a:latin typeface="微软雅黑" panose="020B0503020204020204" pitchFamily="34" charset="-122"/>
                <a:ea typeface="微软雅黑" panose="020B0503020204020204" pitchFamily="34" charset="-122"/>
              </a:rPr>
              <a:t>块</a:t>
            </a:r>
            <a:endParaRPr lang="zh-CN" altLang="en-US" sz="2400" dirty="0">
              <a:solidFill>
                <a:srgbClr val="002060"/>
              </a:solidFill>
            </a:endParaRPr>
          </a:p>
        </p:txBody>
      </p:sp>
      <p:grpSp>
        <p:nvGrpSpPr>
          <p:cNvPr id="42" name="组合 41">
            <a:extLst>
              <a:ext uri="{FF2B5EF4-FFF2-40B4-BE49-F238E27FC236}">
                <a16:creationId xmlns:a16="http://schemas.microsoft.com/office/drawing/2014/main" id="{4279FC6B-6952-68A5-C52F-F7DD61AD7165}"/>
              </a:ext>
            </a:extLst>
          </p:cNvPr>
          <p:cNvGrpSpPr/>
          <p:nvPr/>
        </p:nvGrpSpPr>
        <p:grpSpPr>
          <a:xfrm>
            <a:off x="4318854" y="720000"/>
            <a:ext cx="7201146" cy="5759999"/>
            <a:chOff x="4318854" y="720000"/>
            <a:chExt cx="7201146" cy="5759999"/>
          </a:xfrm>
        </p:grpSpPr>
        <p:sp>
          <p:nvSpPr>
            <p:cNvPr id="419" name="矩形 418">
              <a:extLst>
                <a:ext uri="{FF2B5EF4-FFF2-40B4-BE49-F238E27FC236}">
                  <a16:creationId xmlns:a16="http://schemas.microsoft.com/office/drawing/2014/main" id="{A412C549-8AD7-6A68-C368-96E62B9F2EC7}"/>
                </a:ext>
              </a:extLst>
            </p:cNvPr>
            <p:cNvSpPr/>
            <p:nvPr/>
          </p:nvSpPr>
          <p:spPr>
            <a:xfrm>
              <a:off x="4500000" y="900000"/>
              <a:ext cx="6840000" cy="5400000"/>
            </a:xfrm>
            <a:prstGeom prst="rect">
              <a:avLst/>
            </a:prstGeom>
            <a:solidFill>
              <a:srgbClr val="FFFDE7"/>
            </a:solidFill>
            <a:ln w="6350">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88" name="直接连接符 87">
              <a:extLst>
                <a:ext uri="{FF2B5EF4-FFF2-40B4-BE49-F238E27FC236}">
                  <a16:creationId xmlns:a16="http://schemas.microsoft.com/office/drawing/2014/main" id="{8F4CE326-2048-3AF3-EB89-BA1506734769}"/>
                </a:ext>
              </a:extLst>
            </p:cNvPr>
            <p:cNvCxnSpPr>
              <a:cxnSpLocks/>
            </p:cNvCxnSpPr>
            <p:nvPr/>
          </p:nvCxnSpPr>
          <p:spPr>
            <a:xfrm>
              <a:off x="9360000" y="16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E0837E22-4A43-8AA0-EDBD-EA16FD4C0A9C}"/>
                </a:ext>
              </a:extLst>
            </p:cNvPr>
            <p:cNvCxnSpPr>
              <a:cxnSpLocks/>
            </p:cNvCxnSpPr>
            <p:nvPr/>
          </p:nvCxnSpPr>
          <p:spPr>
            <a:xfrm>
              <a:off x="9360000" y="1566145"/>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3553C343-4987-58AC-CED4-0D27FF4D709F}"/>
                </a:ext>
              </a:extLst>
            </p:cNvPr>
            <p:cNvCxnSpPr>
              <a:cxnSpLocks/>
            </p:cNvCxnSpPr>
            <p:nvPr/>
          </p:nvCxnSpPr>
          <p:spPr>
            <a:xfrm>
              <a:off x="9360000" y="1675002"/>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32B9A49-D1AE-C11D-5415-816B1C6A9BE0}"/>
                </a:ext>
              </a:extLst>
            </p:cNvPr>
            <p:cNvCxnSpPr>
              <a:cxnSpLocks/>
            </p:cNvCxnSpPr>
            <p:nvPr/>
          </p:nvCxnSpPr>
          <p:spPr>
            <a:xfrm>
              <a:off x="9360000" y="1728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1D58C273-2049-5D6C-38E1-23CEA17CFDA0}"/>
                </a:ext>
              </a:extLst>
            </p:cNvPr>
            <p:cNvCxnSpPr>
              <a:cxnSpLocks/>
            </p:cNvCxnSpPr>
            <p:nvPr/>
          </p:nvCxnSpPr>
          <p:spPr>
            <a:xfrm>
              <a:off x="9360000" y="1512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7CEEAAA2-1216-8FFB-4EBE-C4DE736D6F40}"/>
                </a:ext>
              </a:extLst>
            </p:cNvPr>
            <p:cNvCxnSpPr>
              <a:cxnSpLocks/>
            </p:cNvCxnSpPr>
            <p:nvPr/>
          </p:nvCxnSpPr>
          <p:spPr>
            <a:xfrm>
              <a:off x="9360000" y="234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146DEBEF-0B14-2A7D-697D-9EBF6F752794}"/>
                </a:ext>
              </a:extLst>
            </p:cNvPr>
            <p:cNvCxnSpPr>
              <a:cxnSpLocks/>
            </p:cNvCxnSpPr>
            <p:nvPr/>
          </p:nvCxnSpPr>
          <p:spPr>
            <a:xfrm>
              <a:off x="9360000" y="2286145"/>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id="{368EFF1A-113D-6793-AE6E-8D7B0EBE8380}"/>
                </a:ext>
              </a:extLst>
            </p:cNvPr>
            <p:cNvCxnSpPr>
              <a:cxnSpLocks/>
            </p:cNvCxnSpPr>
            <p:nvPr/>
          </p:nvCxnSpPr>
          <p:spPr>
            <a:xfrm>
              <a:off x="9360000" y="2395002"/>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E2108DE7-8330-28CE-D1D5-5006910414F0}"/>
                </a:ext>
              </a:extLst>
            </p:cNvPr>
            <p:cNvCxnSpPr>
              <a:cxnSpLocks/>
            </p:cNvCxnSpPr>
            <p:nvPr/>
          </p:nvCxnSpPr>
          <p:spPr>
            <a:xfrm>
              <a:off x="9360000" y="2448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BB7538EF-5ECD-BB76-A6F7-8E0A97AADA47}"/>
                </a:ext>
              </a:extLst>
            </p:cNvPr>
            <p:cNvCxnSpPr>
              <a:cxnSpLocks/>
            </p:cNvCxnSpPr>
            <p:nvPr/>
          </p:nvCxnSpPr>
          <p:spPr>
            <a:xfrm>
              <a:off x="9360000" y="2232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5953E16D-E8E8-DB68-9083-5A2512F4CE9B}"/>
                </a:ext>
              </a:extLst>
            </p:cNvPr>
            <p:cNvCxnSpPr>
              <a:cxnSpLocks/>
            </p:cNvCxnSpPr>
            <p:nvPr/>
          </p:nvCxnSpPr>
          <p:spPr>
            <a:xfrm>
              <a:off x="9360000" y="306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直接连接符 217">
              <a:extLst>
                <a:ext uri="{FF2B5EF4-FFF2-40B4-BE49-F238E27FC236}">
                  <a16:creationId xmlns:a16="http://schemas.microsoft.com/office/drawing/2014/main" id="{B82B08A8-042D-4414-4314-8C02EA128086}"/>
                </a:ext>
              </a:extLst>
            </p:cNvPr>
            <p:cNvCxnSpPr>
              <a:cxnSpLocks/>
            </p:cNvCxnSpPr>
            <p:nvPr/>
          </p:nvCxnSpPr>
          <p:spPr>
            <a:xfrm>
              <a:off x="9360000" y="3006145"/>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D3051E85-4DBB-43EC-90DE-7A4536100FA3}"/>
                </a:ext>
              </a:extLst>
            </p:cNvPr>
            <p:cNvCxnSpPr>
              <a:cxnSpLocks/>
            </p:cNvCxnSpPr>
            <p:nvPr/>
          </p:nvCxnSpPr>
          <p:spPr>
            <a:xfrm>
              <a:off x="9360000" y="3115002"/>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8E00445E-3099-7B26-1AF9-9254A9B94E64}"/>
                </a:ext>
              </a:extLst>
            </p:cNvPr>
            <p:cNvCxnSpPr>
              <a:cxnSpLocks/>
            </p:cNvCxnSpPr>
            <p:nvPr/>
          </p:nvCxnSpPr>
          <p:spPr>
            <a:xfrm>
              <a:off x="9360000" y="3168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34C792C8-A766-B315-F033-A1312BD195EE}"/>
                </a:ext>
              </a:extLst>
            </p:cNvPr>
            <p:cNvCxnSpPr>
              <a:cxnSpLocks/>
            </p:cNvCxnSpPr>
            <p:nvPr/>
          </p:nvCxnSpPr>
          <p:spPr>
            <a:xfrm>
              <a:off x="9360000" y="2952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679B0C5F-007A-C8BA-E54F-7982BFADDB61}"/>
                </a:ext>
              </a:extLst>
            </p:cNvPr>
            <p:cNvCxnSpPr>
              <a:cxnSpLocks/>
              <a:stCxn id="9" idx="3"/>
              <a:endCxn id="47" idx="3"/>
            </p:cNvCxnSpPr>
            <p:nvPr/>
          </p:nvCxnSpPr>
          <p:spPr>
            <a:xfrm>
              <a:off x="4680000" y="1620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3BDD3867-A159-2C20-529B-A17F6A674A7E}"/>
                </a:ext>
              </a:extLst>
            </p:cNvPr>
            <p:cNvCxnSpPr>
              <a:cxnSpLocks/>
            </p:cNvCxnSpPr>
            <p:nvPr/>
          </p:nvCxnSpPr>
          <p:spPr>
            <a:xfrm>
              <a:off x="4680000" y="1566145"/>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96CFE23E-C3F9-16C2-A2ED-AC762AF50BD1}"/>
                </a:ext>
              </a:extLst>
            </p:cNvPr>
            <p:cNvCxnSpPr>
              <a:cxnSpLocks/>
            </p:cNvCxnSpPr>
            <p:nvPr/>
          </p:nvCxnSpPr>
          <p:spPr>
            <a:xfrm>
              <a:off x="4680000" y="1675002"/>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8023C97A-DB16-37EB-A897-E5BE80675EA3}"/>
                </a:ext>
              </a:extLst>
            </p:cNvPr>
            <p:cNvCxnSpPr>
              <a:cxnSpLocks/>
            </p:cNvCxnSpPr>
            <p:nvPr/>
          </p:nvCxnSpPr>
          <p:spPr>
            <a:xfrm>
              <a:off x="4680000" y="1728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2F626CC5-2B8F-B354-B342-88671A1B9848}"/>
                </a:ext>
              </a:extLst>
            </p:cNvPr>
            <p:cNvCxnSpPr>
              <a:cxnSpLocks/>
            </p:cNvCxnSpPr>
            <p:nvPr/>
          </p:nvCxnSpPr>
          <p:spPr>
            <a:xfrm>
              <a:off x="4680000" y="1512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4065408C-C8E0-51B0-BA2E-22E8EAE7F5B7}"/>
                </a:ext>
              </a:extLst>
            </p:cNvPr>
            <p:cNvCxnSpPr>
              <a:cxnSpLocks/>
              <a:stCxn id="157" idx="3"/>
              <a:endCxn id="161" idx="3"/>
            </p:cNvCxnSpPr>
            <p:nvPr/>
          </p:nvCxnSpPr>
          <p:spPr>
            <a:xfrm>
              <a:off x="4680000" y="2340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CE440CE8-B1BE-CAFB-C9CF-AAC0B63DEAEB}"/>
                </a:ext>
              </a:extLst>
            </p:cNvPr>
            <p:cNvCxnSpPr>
              <a:cxnSpLocks/>
            </p:cNvCxnSpPr>
            <p:nvPr/>
          </p:nvCxnSpPr>
          <p:spPr>
            <a:xfrm>
              <a:off x="4680000" y="2286145"/>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5675FB58-1E02-2BC2-1734-51CC59A1F1ED}"/>
                </a:ext>
              </a:extLst>
            </p:cNvPr>
            <p:cNvCxnSpPr>
              <a:cxnSpLocks/>
            </p:cNvCxnSpPr>
            <p:nvPr/>
          </p:nvCxnSpPr>
          <p:spPr>
            <a:xfrm>
              <a:off x="4680000" y="2395002"/>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id="{8477406C-18FB-0C85-AE83-568822ABC45D}"/>
                </a:ext>
              </a:extLst>
            </p:cNvPr>
            <p:cNvCxnSpPr>
              <a:cxnSpLocks/>
            </p:cNvCxnSpPr>
            <p:nvPr/>
          </p:nvCxnSpPr>
          <p:spPr>
            <a:xfrm>
              <a:off x="4680000" y="2448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9B3AF0C1-F456-481B-10CA-F18B691D8592}"/>
                </a:ext>
              </a:extLst>
            </p:cNvPr>
            <p:cNvCxnSpPr>
              <a:cxnSpLocks/>
            </p:cNvCxnSpPr>
            <p:nvPr/>
          </p:nvCxnSpPr>
          <p:spPr>
            <a:xfrm>
              <a:off x="4680000" y="2232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411E6711-CBA9-9B1F-CB6F-753FA9A1E738}"/>
                </a:ext>
              </a:extLst>
            </p:cNvPr>
            <p:cNvCxnSpPr>
              <a:cxnSpLocks/>
              <a:stCxn id="203" idx="3"/>
              <a:endCxn id="207" idx="3"/>
            </p:cNvCxnSpPr>
            <p:nvPr/>
          </p:nvCxnSpPr>
          <p:spPr>
            <a:xfrm>
              <a:off x="4680000" y="3060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531DDFFE-194A-7BE0-8A89-48D35A2F64D1}"/>
                </a:ext>
              </a:extLst>
            </p:cNvPr>
            <p:cNvCxnSpPr>
              <a:cxnSpLocks/>
            </p:cNvCxnSpPr>
            <p:nvPr/>
          </p:nvCxnSpPr>
          <p:spPr>
            <a:xfrm>
              <a:off x="4680000" y="3006145"/>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直接连接符 213">
              <a:extLst>
                <a:ext uri="{FF2B5EF4-FFF2-40B4-BE49-F238E27FC236}">
                  <a16:creationId xmlns:a16="http://schemas.microsoft.com/office/drawing/2014/main" id="{AB5C7E5C-62DD-C58B-A5C9-00F4FC19A119}"/>
                </a:ext>
              </a:extLst>
            </p:cNvPr>
            <p:cNvCxnSpPr>
              <a:cxnSpLocks/>
            </p:cNvCxnSpPr>
            <p:nvPr/>
          </p:nvCxnSpPr>
          <p:spPr>
            <a:xfrm>
              <a:off x="4680000" y="3115002"/>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a:extLst>
                <a:ext uri="{FF2B5EF4-FFF2-40B4-BE49-F238E27FC236}">
                  <a16:creationId xmlns:a16="http://schemas.microsoft.com/office/drawing/2014/main" id="{9EF6FD94-AF05-0268-D84B-266EDC9B1273}"/>
                </a:ext>
              </a:extLst>
            </p:cNvPr>
            <p:cNvCxnSpPr>
              <a:cxnSpLocks/>
            </p:cNvCxnSpPr>
            <p:nvPr/>
          </p:nvCxnSpPr>
          <p:spPr>
            <a:xfrm>
              <a:off x="4680000" y="3168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直接连接符 215">
              <a:extLst>
                <a:ext uri="{FF2B5EF4-FFF2-40B4-BE49-F238E27FC236}">
                  <a16:creationId xmlns:a16="http://schemas.microsoft.com/office/drawing/2014/main" id="{5CFBB97B-05C8-F312-DDEB-3CAFF657DACA}"/>
                </a:ext>
              </a:extLst>
            </p:cNvPr>
            <p:cNvCxnSpPr>
              <a:cxnSpLocks/>
            </p:cNvCxnSpPr>
            <p:nvPr/>
          </p:nvCxnSpPr>
          <p:spPr>
            <a:xfrm>
              <a:off x="4680000" y="2952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2" name="直接连接符 271">
              <a:extLst>
                <a:ext uri="{FF2B5EF4-FFF2-40B4-BE49-F238E27FC236}">
                  <a16:creationId xmlns:a16="http://schemas.microsoft.com/office/drawing/2014/main" id="{1982A1A3-F902-7749-2538-5A43F77E6A5E}"/>
                </a:ext>
              </a:extLst>
            </p:cNvPr>
            <p:cNvCxnSpPr>
              <a:cxnSpLocks/>
            </p:cNvCxnSpPr>
            <p:nvPr/>
          </p:nvCxnSpPr>
          <p:spPr>
            <a:xfrm rot="16200000" flipV="1">
              <a:off x="4680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3" name="直接连接符 272">
              <a:extLst>
                <a:ext uri="{FF2B5EF4-FFF2-40B4-BE49-F238E27FC236}">
                  <a16:creationId xmlns:a16="http://schemas.microsoft.com/office/drawing/2014/main" id="{2A1CFBB1-1F4D-735D-68F2-6CB895D1D599}"/>
                </a:ext>
              </a:extLst>
            </p:cNvPr>
            <p:cNvCxnSpPr>
              <a:cxnSpLocks/>
            </p:cNvCxnSpPr>
            <p:nvPr/>
          </p:nvCxnSpPr>
          <p:spPr>
            <a:xfrm rot="16200000" flipV="1">
              <a:off x="4733855"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直接连接符 273">
              <a:extLst>
                <a:ext uri="{FF2B5EF4-FFF2-40B4-BE49-F238E27FC236}">
                  <a16:creationId xmlns:a16="http://schemas.microsoft.com/office/drawing/2014/main" id="{4CF2CC36-E2A2-5EE5-30B1-D40CB8FFF23D}"/>
                </a:ext>
              </a:extLst>
            </p:cNvPr>
            <p:cNvCxnSpPr>
              <a:cxnSpLocks/>
            </p:cNvCxnSpPr>
            <p:nvPr/>
          </p:nvCxnSpPr>
          <p:spPr>
            <a:xfrm rot="16200000" flipV="1">
              <a:off x="4624998"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71DDAE0E-80A4-3291-72B0-CF2A4AD426EE}"/>
                </a:ext>
              </a:extLst>
            </p:cNvPr>
            <p:cNvCxnSpPr>
              <a:cxnSpLocks/>
            </p:cNvCxnSpPr>
            <p:nvPr/>
          </p:nvCxnSpPr>
          <p:spPr>
            <a:xfrm rot="16200000" flipV="1">
              <a:off x="4572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直接连接符 275">
              <a:extLst>
                <a:ext uri="{FF2B5EF4-FFF2-40B4-BE49-F238E27FC236}">
                  <a16:creationId xmlns:a16="http://schemas.microsoft.com/office/drawing/2014/main" id="{3D16AA84-9CDE-F7F2-A734-29AE0D4AD186}"/>
                </a:ext>
              </a:extLst>
            </p:cNvPr>
            <p:cNvCxnSpPr>
              <a:cxnSpLocks/>
            </p:cNvCxnSpPr>
            <p:nvPr/>
          </p:nvCxnSpPr>
          <p:spPr>
            <a:xfrm rot="16200000" flipV="1">
              <a:off x="4788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a:extLst>
                <a:ext uri="{FF2B5EF4-FFF2-40B4-BE49-F238E27FC236}">
                  <a16:creationId xmlns:a16="http://schemas.microsoft.com/office/drawing/2014/main" id="{DC4F671D-6472-EDAA-1C6B-2185621A8700}"/>
                </a:ext>
              </a:extLst>
            </p:cNvPr>
            <p:cNvCxnSpPr>
              <a:cxnSpLocks/>
            </p:cNvCxnSpPr>
            <p:nvPr/>
          </p:nvCxnSpPr>
          <p:spPr>
            <a:xfrm rot="16200000" flipV="1">
              <a:off x="5400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直接连接符 278">
              <a:extLst>
                <a:ext uri="{FF2B5EF4-FFF2-40B4-BE49-F238E27FC236}">
                  <a16:creationId xmlns:a16="http://schemas.microsoft.com/office/drawing/2014/main" id="{820D2EF9-7973-2D9C-8907-089A6E8F19C9}"/>
                </a:ext>
              </a:extLst>
            </p:cNvPr>
            <p:cNvCxnSpPr>
              <a:cxnSpLocks/>
            </p:cNvCxnSpPr>
            <p:nvPr/>
          </p:nvCxnSpPr>
          <p:spPr>
            <a:xfrm rot="16200000" flipV="1">
              <a:off x="5453855"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直接连接符 279">
              <a:extLst>
                <a:ext uri="{FF2B5EF4-FFF2-40B4-BE49-F238E27FC236}">
                  <a16:creationId xmlns:a16="http://schemas.microsoft.com/office/drawing/2014/main" id="{6C794A23-61A5-691D-7C17-7C2D98AC66C0}"/>
                </a:ext>
              </a:extLst>
            </p:cNvPr>
            <p:cNvCxnSpPr>
              <a:cxnSpLocks/>
            </p:cNvCxnSpPr>
            <p:nvPr/>
          </p:nvCxnSpPr>
          <p:spPr>
            <a:xfrm rot="16200000" flipV="1">
              <a:off x="5344998"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1" name="直接连接符 280">
              <a:extLst>
                <a:ext uri="{FF2B5EF4-FFF2-40B4-BE49-F238E27FC236}">
                  <a16:creationId xmlns:a16="http://schemas.microsoft.com/office/drawing/2014/main" id="{6BDA2CCA-48F5-8B41-D208-09AD73097B96}"/>
                </a:ext>
              </a:extLst>
            </p:cNvPr>
            <p:cNvCxnSpPr>
              <a:cxnSpLocks/>
            </p:cNvCxnSpPr>
            <p:nvPr/>
          </p:nvCxnSpPr>
          <p:spPr>
            <a:xfrm rot="16200000" flipV="1">
              <a:off x="5292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直接连接符 281">
              <a:extLst>
                <a:ext uri="{FF2B5EF4-FFF2-40B4-BE49-F238E27FC236}">
                  <a16:creationId xmlns:a16="http://schemas.microsoft.com/office/drawing/2014/main" id="{23F8363C-DE74-FC56-617B-B317D496E27C}"/>
                </a:ext>
              </a:extLst>
            </p:cNvPr>
            <p:cNvCxnSpPr>
              <a:cxnSpLocks/>
            </p:cNvCxnSpPr>
            <p:nvPr/>
          </p:nvCxnSpPr>
          <p:spPr>
            <a:xfrm rot="16200000" flipV="1">
              <a:off x="5508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直接连接符 284">
              <a:extLst>
                <a:ext uri="{FF2B5EF4-FFF2-40B4-BE49-F238E27FC236}">
                  <a16:creationId xmlns:a16="http://schemas.microsoft.com/office/drawing/2014/main" id="{18D20785-3644-E72D-7376-871FD53CB946}"/>
                </a:ext>
              </a:extLst>
            </p:cNvPr>
            <p:cNvCxnSpPr>
              <a:cxnSpLocks/>
            </p:cNvCxnSpPr>
            <p:nvPr/>
          </p:nvCxnSpPr>
          <p:spPr>
            <a:xfrm rot="16200000" flipV="1">
              <a:off x="6120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直接连接符 285">
              <a:extLst>
                <a:ext uri="{FF2B5EF4-FFF2-40B4-BE49-F238E27FC236}">
                  <a16:creationId xmlns:a16="http://schemas.microsoft.com/office/drawing/2014/main" id="{3019C2B6-7D9D-85B3-7B98-275F08BCA2EB}"/>
                </a:ext>
              </a:extLst>
            </p:cNvPr>
            <p:cNvCxnSpPr>
              <a:cxnSpLocks/>
            </p:cNvCxnSpPr>
            <p:nvPr/>
          </p:nvCxnSpPr>
          <p:spPr>
            <a:xfrm rot="16200000" flipV="1">
              <a:off x="6173855"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直接连接符 286">
              <a:extLst>
                <a:ext uri="{FF2B5EF4-FFF2-40B4-BE49-F238E27FC236}">
                  <a16:creationId xmlns:a16="http://schemas.microsoft.com/office/drawing/2014/main" id="{909E88B2-7CB9-8FD6-ACF7-B59319E752D1}"/>
                </a:ext>
              </a:extLst>
            </p:cNvPr>
            <p:cNvCxnSpPr>
              <a:cxnSpLocks/>
            </p:cNvCxnSpPr>
            <p:nvPr/>
          </p:nvCxnSpPr>
          <p:spPr>
            <a:xfrm rot="16200000" flipV="1">
              <a:off x="6064998"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F31FC260-B489-F4F7-27F9-5725795A4EF5}"/>
                </a:ext>
              </a:extLst>
            </p:cNvPr>
            <p:cNvCxnSpPr>
              <a:cxnSpLocks/>
            </p:cNvCxnSpPr>
            <p:nvPr/>
          </p:nvCxnSpPr>
          <p:spPr>
            <a:xfrm rot="16200000" flipV="1">
              <a:off x="6012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9" name="直接连接符 288">
              <a:extLst>
                <a:ext uri="{FF2B5EF4-FFF2-40B4-BE49-F238E27FC236}">
                  <a16:creationId xmlns:a16="http://schemas.microsoft.com/office/drawing/2014/main" id="{C0614E39-F92F-C88D-A898-EFE18013F296}"/>
                </a:ext>
              </a:extLst>
            </p:cNvPr>
            <p:cNvCxnSpPr>
              <a:cxnSpLocks/>
            </p:cNvCxnSpPr>
            <p:nvPr/>
          </p:nvCxnSpPr>
          <p:spPr>
            <a:xfrm rot="16200000" flipV="1">
              <a:off x="6228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接连接符 290">
              <a:extLst>
                <a:ext uri="{FF2B5EF4-FFF2-40B4-BE49-F238E27FC236}">
                  <a16:creationId xmlns:a16="http://schemas.microsoft.com/office/drawing/2014/main" id="{8B3974E3-D764-905F-16AD-D2B62BC6478E}"/>
                </a:ext>
              </a:extLst>
            </p:cNvPr>
            <p:cNvCxnSpPr>
              <a:cxnSpLocks/>
            </p:cNvCxnSpPr>
            <p:nvPr/>
          </p:nvCxnSpPr>
          <p:spPr>
            <a:xfrm rot="16200000" flipV="1">
              <a:off x="6840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接连接符 291">
              <a:extLst>
                <a:ext uri="{FF2B5EF4-FFF2-40B4-BE49-F238E27FC236}">
                  <a16:creationId xmlns:a16="http://schemas.microsoft.com/office/drawing/2014/main" id="{19A4D69C-2050-CE61-FD13-C5521A275700}"/>
                </a:ext>
              </a:extLst>
            </p:cNvPr>
            <p:cNvCxnSpPr>
              <a:cxnSpLocks/>
            </p:cNvCxnSpPr>
            <p:nvPr/>
          </p:nvCxnSpPr>
          <p:spPr>
            <a:xfrm rot="16200000" flipV="1">
              <a:off x="6893855"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3" name="直接连接符 292">
              <a:extLst>
                <a:ext uri="{FF2B5EF4-FFF2-40B4-BE49-F238E27FC236}">
                  <a16:creationId xmlns:a16="http://schemas.microsoft.com/office/drawing/2014/main" id="{72526530-3C21-20A7-93D6-DCF4209CFD01}"/>
                </a:ext>
              </a:extLst>
            </p:cNvPr>
            <p:cNvCxnSpPr>
              <a:cxnSpLocks/>
            </p:cNvCxnSpPr>
            <p:nvPr/>
          </p:nvCxnSpPr>
          <p:spPr>
            <a:xfrm rot="16200000" flipV="1">
              <a:off x="6784998"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4" name="直接连接符 293">
              <a:extLst>
                <a:ext uri="{FF2B5EF4-FFF2-40B4-BE49-F238E27FC236}">
                  <a16:creationId xmlns:a16="http://schemas.microsoft.com/office/drawing/2014/main" id="{CB498290-B75B-3A8B-F23D-BB3A75CF1D76}"/>
                </a:ext>
              </a:extLst>
            </p:cNvPr>
            <p:cNvCxnSpPr>
              <a:cxnSpLocks/>
            </p:cNvCxnSpPr>
            <p:nvPr/>
          </p:nvCxnSpPr>
          <p:spPr>
            <a:xfrm rot="16200000" flipV="1">
              <a:off x="6732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5" name="直接连接符 294">
              <a:extLst>
                <a:ext uri="{FF2B5EF4-FFF2-40B4-BE49-F238E27FC236}">
                  <a16:creationId xmlns:a16="http://schemas.microsoft.com/office/drawing/2014/main" id="{1B662AD3-97E7-8CF7-CC78-0F7B74468A52}"/>
                </a:ext>
              </a:extLst>
            </p:cNvPr>
            <p:cNvCxnSpPr>
              <a:cxnSpLocks/>
            </p:cNvCxnSpPr>
            <p:nvPr/>
          </p:nvCxnSpPr>
          <p:spPr>
            <a:xfrm rot="16200000" flipV="1">
              <a:off x="6948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直接连接符 296">
              <a:extLst>
                <a:ext uri="{FF2B5EF4-FFF2-40B4-BE49-F238E27FC236}">
                  <a16:creationId xmlns:a16="http://schemas.microsoft.com/office/drawing/2014/main" id="{890CED29-C3B5-6337-DFA6-D8F9C0BF8F59}"/>
                </a:ext>
              </a:extLst>
            </p:cNvPr>
            <p:cNvCxnSpPr>
              <a:cxnSpLocks/>
            </p:cNvCxnSpPr>
            <p:nvPr/>
          </p:nvCxnSpPr>
          <p:spPr>
            <a:xfrm rot="16200000" flipV="1">
              <a:off x="8640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08227DDD-5DCA-4A61-E211-6EF4CD3D608B}"/>
                </a:ext>
              </a:extLst>
            </p:cNvPr>
            <p:cNvCxnSpPr>
              <a:cxnSpLocks/>
            </p:cNvCxnSpPr>
            <p:nvPr/>
          </p:nvCxnSpPr>
          <p:spPr>
            <a:xfrm rot="16200000" flipV="1">
              <a:off x="8693855"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a:extLst>
                <a:ext uri="{FF2B5EF4-FFF2-40B4-BE49-F238E27FC236}">
                  <a16:creationId xmlns:a16="http://schemas.microsoft.com/office/drawing/2014/main" id="{B454D392-DFB6-D45D-36F3-D7A338599CED}"/>
                </a:ext>
              </a:extLst>
            </p:cNvPr>
            <p:cNvCxnSpPr>
              <a:cxnSpLocks/>
            </p:cNvCxnSpPr>
            <p:nvPr/>
          </p:nvCxnSpPr>
          <p:spPr>
            <a:xfrm rot="16200000" flipV="1">
              <a:off x="8584998"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直接连接符 299">
              <a:extLst>
                <a:ext uri="{FF2B5EF4-FFF2-40B4-BE49-F238E27FC236}">
                  <a16:creationId xmlns:a16="http://schemas.microsoft.com/office/drawing/2014/main" id="{4A0CA388-2C1D-B9D5-DDDE-EBFCBAE5793F}"/>
                </a:ext>
              </a:extLst>
            </p:cNvPr>
            <p:cNvCxnSpPr>
              <a:cxnSpLocks/>
            </p:cNvCxnSpPr>
            <p:nvPr/>
          </p:nvCxnSpPr>
          <p:spPr>
            <a:xfrm rot="16200000" flipV="1">
              <a:off x="8532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1" name="直接连接符 300">
              <a:extLst>
                <a:ext uri="{FF2B5EF4-FFF2-40B4-BE49-F238E27FC236}">
                  <a16:creationId xmlns:a16="http://schemas.microsoft.com/office/drawing/2014/main" id="{A6E0C0C5-57B2-A5EB-EEF0-0B1F25899BE6}"/>
                </a:ext>
              </a:extLst>
            </p:cNvPr>
            <p:cNvCxnSpPr>
              <a:cxnSpLocks/>
            </p:cNvCxnSpPr>
            <p:nvPr/>
          </p:nvCxnSpPr>
          <p:spPr>
            <a:xfrm rot="16200000" flipV="1">
              <a:off x="8748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3" name="直接连接符 302">
              <a:extLst>
                <a:ext uri="{FF2B5EF4-FFF2-40B4-BE49-F238E27FC236}">
                  <a16:creationId xmlns:a16="http://schemas.microsoft.com/office/drawing/2014/main" id="{65E740B7-8F04-56F6-627B-15F9BDDCEECF}"/>
                </a:ext>
              </a:extLst>
            </p:cNvPr>
            <p:cNvCxnSpPr>
              <a:cxnSpLocks/>
            </p:cNvCxnSpPr>
            <p:nvPr/>
          </p:nvCxnSpPr>
          <p:spPr>
            <a:xfrm rot="16200000" flipV="1">
              <a:off x="9360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4" name="直接连接符 303">
              <a:extLst>
                <a:ext uri="{FF2B5EF4-FFF2-40B4-BE49-F238E27FC236}">
                  <a16:creationId xmlns:a16="http://schemas.microsoft.com/office/drawing/2014/main" id="{3687A70A-5AB1-2069-6ABE-17DFA2FBDE33}"/>
                </a:ext>
              </a:extLst>
            </p:cNvPr>
            <p:cNvCxnSpPr>
              <a:cxnSpLocks/>
            </p:cNvCxnSpPr>
            <p:nvPr/>
          </p:nvCxnSpPr>
          <p:spPr>
            <a:xfrm rot="16200000" flipV="1">
              <a:off x="9413855"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5" name="直接连接符 304">
              <a:extLst>
                <a:ext uri="{FF2B5EF4-FFF2-40B4-BE49-F238E27FC236}">
                  <a16:creationId xmlns:a16="http://schemas.microsoft.com/office/drawing/2014/main" id="{34BDA05D-8E38-BFFD-756C-FE4A457C412A}"/>
                </a:ext>
              </a:extLst>
            </p:cNvPr>
            <p:cNvCxnSpPr>
              <a:cxnSpLocks/>
            </p:cNvCxnSpPr>
            <p:nvPr/>
          </p:nvCxnSpPr>
          <p:spPr>
            <a:xfrm rot="16200000" flipV="1">
              <a:off x="9304998"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直接连接符 305">
              <a:extLst>
                <a:ext uri="{FF2B5EF4-FFF2-40B4-BE49-F238E27FC236}">
                  <a16:creationId xmlns:a16="http://schemas.microsoft.com/office/drawing/2014/main" id="{2E1F84A9-1B02-A5E7-327C-CE175A1E0A26}"/>
                </a:ext>
              </a:extLst>
            </p:cNvPr>
            <p:cNvCxnSpPr>
              <a:cxnSpLocks/>
            </p:cNvCxnSpPr>
            <p:nvPr/>
          </p:nvCxnSpPr>
          <p:spPr>
            <a:xfrm rot="16200000" flipV="1">
              <a:off x="9252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 name="直接连接符 306">
              <a:extLst>
                <a:ext uri="{FF2B5EF4-FFF2-40B4-BE49-F238E27FC236}">
                  <a16:creationId xmlns:a16="http://schemas.microsoft.com/office/drawing/2014/main" id="{5168D830-F0DA-A4D7-EF1B-6D70554B8894}"/>
                </a:ext>
              </a:extLst>
            </p:cNvPr>
            <p:cNvCxnSpPr>
              <a:cxnSpLocks/>
            </p:cNvCxnSpPr>
            <p:nvPr/>
          </p:nvCxnSpPr>
          <p:spPr>
            <a:xfrm rot="16200000" flipV="1">
              <a:off x="9468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直接连接符 264">
              <a:extLst>
                <a:ext uri="{FF2B5EF4-FFF2-40B4-BE49-F238E27FC236}">
                  <a16:creationId xmlns:a16="http://schemas.microsoft.com/office/drawing/2014/main" id="{FA47BD65-4A3D-FFE8-2015-D3723D8EBD4B}"/>
                </a:ext>
              </a:extLst>
            </p:cNvPr>
            <p:cNvCxnSpPr>
              <a:cxnSpLocks/>
            </p:cNvCxnSpPr>
            <p:nvPr/>
          </p:nvCxnSpPr>
          <p:spPr>
            <a:xfrm rot="16200000" flipV="1">
              <a:off x="3960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直接连接符 265">
              <a:extLst>
                <a:ext uri="{FF2B5EF4-FFF2-40B4-BE49-F238E27FC236}">
                  <a16:creationId xmlns:a16="http://schemas.microsoft.com/office/drawing/2014/main" id="{8CCD34E3-F2E0-C11E-BB45-C39ABDD82A35}"/>
                </a:ext>
              </a:extLst>
            </p:cNvPr>
            <p:cNvCxnSpPr>
              <a:cxnSpLocks/>
            </p:cNvCxnSpPr>
            <p:nvPr/>
          </p:nvCxnSpPr>
          <p:spPr>
            <a:xfrm rot="16200000" flipV="1">
              <a:off x="4013855"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a:extLst>
                <a:ext uri="{FF2B5EF4-FFF2-40B4-BE49-F238E27FC236}">
                  <a16:creationId xmlns:a16="http://schemas.microsoft.com/office/drawing/2014/main" id="{08D12629-588B-1DBA-8826-FD380E159D50}"/>
                </a:ext>
              </a:extLst>
            </p:cNvPr>
            <p:cNvCxnSpPr>
              <a:cxnSpLocks/>
            </p:cNvCxnSpPr>
            <p:nvPr/>
          </p:nvCxnSpPr>
          <p:spPr>
            <a:xfrm rot="16200000" flipV="1">
              <a:off x="3904998"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直接连接符 267">
              <a:extLst>
                <a:ext uri="{FF2B5EF4-FFF2-40B4-BE49-F238E27FC236}">
                  <a16:creationId xmlns:a16="http://schemas.microsoft.com/office/drawing/2014/main" id="{6B679203-8AEE-3040-3603-0D9808F65156}"/>
                </a:ext>
              </a:extLst>
            </p:cNvPr>
            <p:cNvCxnSpPr>
              <a:cxnSpLocks/>
            </p:cNvCxnSpPr>
            <p:nvPr/>
          </p:nvCxnSpPr>
          <p:spPr>
            <a:xfrm rot="16200000" flipV="1">
              <a:off x="3852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直接连接符 268">
              <a:extLst>
                <a:ext uri="{FF2B5EF4-FFF2-40B4-BE49-F238E27FC236}">
                  <a16:creationId xmlns:a16="http://schemas.microsoft.com/office/drawing/2014/main" id="{C214ADBC-F873-E7A5-B429-CB707539D6DA}"/>
                </a:ext>
              </a:extLst>
            </p:cNvPr>
            <p:cNvCxnSpPr>
              <a:cxnSpLocks/>
            </p:cNvCxnSpPr>
            <p:nvPr/>
          </p:nvCxnSpPr>
          <p:spPr>
            <a:xfrm rot="16200000" flipV="1">
              <a:off x="4068000" y="2340000"/>
              <a:ext cx="25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9E81E4D2-BCB3-A5D3-FC32-FA438D93EA86}"/>
                </a:ext>
              </a:extLst>
            </p:cNvPr>
            <p:cNvSpPr/>
            <p:nvPr/>
          </p:nvSpPr>
          <p:spPr>
            <a:xfrm>
              <a:off x="5040000" y="144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2491711-6EA4-7E0E-F3DC-512C607A4CA7}"/>
                </a:ext>
              </a:extLst>
            </p:cNvPr>
            <p:cNvSpPr/>
            <p:nvPr/>
          </p:nvSpPr>
          <p:spPr>
            <a:xfrm>
              <a:off x="5760000" y="144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B82381BC-C4BC-AA2A-D8AE-474AD28C9476}"/>
                </a:ext>
              </a:extLst>
            </p:cNvPr>
            <p:cNvSpPr/>
            <p:nvPr/>
          </p:nvSpPr>
          <p:spPr>
            <a:xfrm>
              <a:off x="6480000" y="144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A6597588-2137-6D72-1DFA-470ABB0B5EAF}"/>
                </a:ext>
              </a:extLst>
            </p:cNvPr>
            <p:cNvSpPr/>
            <p:nvPr/>
          </p:nvSpPr>
          <p:spPr>
            <a:xfrm>
              <a:off x="7200000" y="144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56F3B8D4-E215-ACF5-D348-B2215E041D21}"/>
                </a:ext>
              </a:extLst>
            </p:cNvPr>
            <p:cNvSpPr/>
            <p:nvPr/>
          </p:nvSpPr>
          <p:spPr>
            <a:xfrm>
              <a:off x="7920000" y="144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B11E4A66-32E6-46EC-1DBA-3BDFD8AAEED4}"/>
                </a:ext>
              </a:extLst>
            </p:cNvPr>
            <p:cNvSpPr/>
            <p:nvPr/>
          </p:nvSpPr>
          <p:spPr>
            <a:xfrm>
              <a:off x="9720000" y="144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F87AEB7F-ABE3-0581-BD92-DE6EF8660451}"/>
                </a:ext>
              </a:extLst>
            </p:cNvPr>
            <p:cNvSpPr/>
            <p:nvPr/>
          </p:nvSpPr>
          <p:spPr>
            <a:xfrm>
              <a:off x="10440000" y="144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57" name="矩形 156">
              <a:extLst>
                <a:ext uri="{FF2B5EF4-FFF2-40B4-BE49-F238E27FC236}">
                  <a16:creationId xmlns:a16="http://schemas.microsoft.com/office/drawing/2014/main" id="{FAA59F62-7757-4019-E50A-6BDE12C7ECD6}"/>
                </a:ext>
              </a:extLst>
            </p:cNvPr>
            <p:cNvSpPr/>
            <p:nvPr/>
          </p:nvSpPr>
          <p:spPr>
            <a:xfrm>
              <a:off x="5040000" y="216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58" name="矩形 157">
              <a:extLst>
                <a:ext uri="{FF2B5EF4-FFF2-40B4-BE49-F238E27FC236}">
                  <a16:creationId xmlns:a16="http://schemas.microsoft.com/office/drawing/2014/main" id="{22F797F9-75A6-76A1-4AFF-EBBE1DF2EF2F}"/>
                </a:ext>
              </a:extLst>
            </p:cNvPr>
            <p:cNvSpPr/>
            <p:nvPr/>
          </p:nvSpPr>
          <p:spPr>
            <a:xfrm>
              <a:off x="5760000" y="2160000"/>
              <a:ext cx="360000" cy="360000"/>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59" name="矩形 158">
              <a:extLst>
                <a:ext uri="{FF2B5EF4-FFF2-40B4-BE49-F238E27FC236}">
                  <a16:creationId xmlns:a16="http://schemas.microsoft.com/office/drawing/2014/main" id="{58E0AA35-1B83-3918-A251-2F8DEF73838D}"/>
                </a:ext>
              </a:extLst>
            </p:cNvPr>
            <p:cNvSpPr/>
            <p:nvPr/>
          </p:nvSpPr>
          <p:spPr>
            <a:xfrm>
              <a:off x="6480000" y="216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0" name="矩形 159">
              <a:extLst>
                <a:ext uri="{FF2B5EF4-FFF2-40B4-BE49-F238E27FC236}">
                  <a16:creationId xmlns:a16="http://schemas.microsoft.com/office/drawing/2014/main" id="{ECD1F0A0-10DD-5D84-C605-1DD6177F52FE}"/>
                </a:ext>
              </a:extLst>
            </p:cNvPr>
            <p:cNvSpPr/>
            <p:nvPr/>
          </p:nvSpPr>
          <p:spPr>
            <a:xfrm>
              <a:off x="7200000" y="2160000"/>
              <a:ext cx="360000" cy="360000"/>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A141D622-063D-8826-FDF1-C7F4AA762834}"/>
                </a:ext>
              </a:extLst>
            </p:cNvPr>
            <p:cNvSpPr/>
            <p:nvPr/>
          </p:nvSpPr>
          <p:spPr>
            <a:xfrm>
              <a:off x="7920000" y="216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70" name="矩形 169">
              <a:extLst>
                <a:ext uri="{FF2B5EF4-FFF2-40B4-BE49-F238E27FC236}">
                  <a16:creationId xmlns:a16="http://schemas.microsoft.com/office/drawing/2014/main" id="{8F74E32F-FEAB-FDAE-869E-E9786BD788A8}"/>
                </a:ext>
              </a:extLst>
            </p:cNvPr>
            <p:cNvSpPr/>
            <p:nvPr/>
          </p:nvSpPr>
          <p:spPr>
            <a:xfrm>
              <a:off x="9720000" y="2160000"/>
              <a:ext cx="360000" cy="360000"/>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79" name="矩形 178">
              <a:extLst>
                <a:ext uri="{FF2B5EF4-FFF2-40B4-BE49-F238E27FC236}">
                  <a16:creationId xmlns:a16="http://schemas.microsoft.com/office/drawing/2014/main" id="{AA9090F3-CED7-0785-AB17-6D950D306D17}"/>
                </a:ext>
              </a:extLst>
            </p:cNvPr>
            <p:cNvSpPr/>
            <p:nvPr/>
          </p:nvSpPr>
          <p:spPr>
            <a:xfrm>
              <a:off x="10440000" y="216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3" name="矩形 202">
              <a:extLst>
                <a:ext uri="{FF2B5EF4-FFF2-40B4-BE49-F238E27FC236}">
                  <a16:creationId xmlns:a16="http://schemas.microsoft.com/office/drawing/2014/main" id="{1895D1E5-4CC7-1DA6-CCE1-064E21F5274D}"/>
                </a:ext>
              </a:extLst>
            </p:cNvPr>
            <p:cNvSpPr/>
            <p:nvPr/>
          </p:nvSpPr>
          <p:spPr>
            <a:xfrm>
              <a:off x="5040000" y="28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4" name="矩形 203">
              <a:extLst>
                <a:ext uri="{FF2B5EF4-FFF2-40B4-BE49-F238E27FC236}">
                  <a16:creationId xmlns:a16="http://schemas.microsoft.com/office/drawing/2014/main" id="{62917982-5F09-255E-CCE3-985F05DFC168}"/>
                </a:ext>
              </a:extLst>
            </p:cNvPr>
            <p:cNvSpPr/>
            <p:nvPr/>
          </p:nvSpPr>
          <p:spPr>
            <a:xfrm>
              <a:off x="5760000" y="28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5" name="矩形 204">
              <a:extLst>
                <a:ext uri="{FF2B5EF4-FFF2-40B4-BE49-F238E27FC236}">
                  <a16:creationId xmlns:a16="http://schemas.microsoft.com/office/drawing/2014/main" id="{D289C863-F656-F919-5E16-6C513DCA0225}"/>
                </a:ext>
              </a:extLst>
            </p:cNvPr>
            <p:cNvSpPr/>
            <p:nvPr/>
          </p:nvSpPr>
          <p:spPr>
            <a:xfrm>
              <a:off x="6480000" y="28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6" name="矩形 205">
              <a:extLst>
                <a:ext uri="{FF2B5EF4-FFF2-40B4-BE49-F238E27FC236}">
                  <a16:creationId xmlns:a16="http://schemas.microsoft.com/office/drawing/2014/main" id="{43C797D0-727B-8275-D9C1-760151E434D2}"/>
                </a:ext>
              </a:extLst>
            </p:cNvPr>
            <p:cNvSpPr/>
            <p:nvPr/>
          </p:nvSpPr>
          <p:spPr>
            <a:xfrm>
              <a:off x="7200000" y="28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7" name="矩形 206">
              <a:extLst>
                <a:ext uri="{FF2B5EF4-FFF2-40B4-BE49-F238E27FC236}">
                  <a16:creationId xmlns:a16="http://schemas.microsoft.com/office/drawing/2014/main" id="{BFDA47C7-4AD1-51E8-5B12-A662B42D4474}"/>
                </a:ext>
              </a:extLst>
            </p:cNvPr>
            <p:cNvSpPr/>
            <p:nvPr/>
          </p:nvSpPr>
          <p:spPr>
            <a:xfrm>
              <a:off x="7920000" y="28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8" name="矩形 207">
              <a:extLst>
                <a:ext uri="{FF2B5EF4-FFF2-40B4-BE49-F238E27FC236}">
                  <a16:creationId xmlns:a16="http://schemas.microsoft.com/office/drawing/2014/main" id="{507AD1AC-8F80-E703-5070-C84116F9ABCB}"/>
                </a:ext>
              </a:extLst>
            </p:cNvPr>
            <p:cNvSpPr/>
            <p:nvPr/>
          </p:nvSpPr>
          <p:spPr>
            <a:xfrm>
              <a:off x="9720000" y="28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09" name="矩形 208">
              <a:extLst>
                <a:ext uri="{FF2B5EF4-FFF2-40B4-BE49-F238E27FC236}">
                  <a16:creationId xmlns:a16="http://schemas.microsoft.com/office/drawing/2014/main" id="{053730F0-9EF2-1209-3CAC-6DDCF6E0874D}"/>
                </a:ext>
              </a:extLst>
            </p:cNvPr>
            <p:cNvSpPr/>
            <p:nvPr/>
          </p:nvSpPr>
          <p:spPr>
            <a:xfrm>
              <a:off x="10440000" y="28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15" name="矩形 414">
              <a:extLst>
                <a:ext uri="{FF2B5EF4-FFF2-40B4-BE49-F238E27FC236}">
                  <a16:creationId xmlns:a16="http://schemas.microsoft.com/office/drawing/2014/main" id="{E1E72C57-2EC8-021E-B5D4-1C6A26ABD9F4}"/>
                </a:ext>
              </a:extLst>
            </p:cNvPr>
            <p:cNvSpPr/>
            <p:nvPr/>
          </p:nvSpPr>
          <p:spPr>
            <a:xfrm>
              <a:off x="11160000" y="1260000"/>
              <a:ext cx="360000" cy="4680000"/>
            </a:xfrm>
            <a:prstGeom prst="rect">
              <a:avLst/>
            </a:prstGeom>
            <a:solidFill>
              <a:schemeClr val="bg1"/>
            </a:solidFill>
            <a:ln w="508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16" name="矩形 415">
              <a:extLst>
                <a:ext uri="{FF2B5EF4-FFF2-40B4-BE49-F238E27FC236}">
                  <a16:creationId xmlns:a16="http://schemas.microsoft.com/office/drawing/2014/main" id="{B3D3BA44-18F2-E954-5D4B-931E3CB3B619}"/>
                </a:ext>
              </a:extLst>
            </p:cNvPr>
            <p:cNvSpPr/>
            <p:nvPr/>
          </p:nvSpPr>
          <p:spPr>
            <a:xfrm>
              <a:off x="4860000" y="720000"/>
              <a:ext cx="6120000" cy="360000"/>
            </a:xfrm>
            <a:prstGeom prst="rect">
              <a:avLst/>
            </a:prstGeom>
            <a:solidFill>
              <a:schemeClr val="bg1"/>
            </a:solidFill>
            <a:ln w="508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09" name="直接连接符 308">
              <a:extLst>
                <a:ext uri="{FF2B5EF4-FFF2-40B4-BE49-F238E27FC236}">
                  <a16:creationId xmlns:a16="http://schemas.microsoft.com/office/drawing/2014/main" id="{1AAE4E56-174B-5612-8696-50478048FF3D}"/>
                </a:ext>
              </a:extLst>
            </p:cNvPr>
            <p:cNvCxnSpPr>
              <a:cxnSpLocks/>
            </p:cNvCxnSpPr>
            <p:nvPr/>
          </p:nvCxnSpPr>
          <p:spPr>
            <a:xfrm rot="16200000" flipV="1">
              <a:off x="4320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接连接符 309">
              <a:extLst>
                <a:ext uri="{FF2B5EF4-FFF2-40B4-BE49-F238E27FC236}">
                  <a16:creationId xmlns:a16="http://schemas.microsoft.com/office/drawing/2014/main" id="{38887308-A974-BAEF-FA6B-4D64AAAC2C70}"/>
                </a:ext>
              </a:extLst>
            </p:cNvPr>
            <p:cNvCxnSpPr>
              <a:cxnSpLocks/>
            </p:cNvCxnSpPr>
            <p:nvPr/>
          </p:nvCxnSpPr>
          <p:spPr>
            <a:xfrm rot="16200000" flipV="1">
              <a:off x="4373855"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接连接符 310">
              <a:extLst>
                <a:ext uri="{FF2B5EF4-FFF2-40B4-BE49-F238E27FC236}">
                  <a16:creationId xmlns:a16="http://schemas.microsoft.com/office/drawing/2014/main" id="{5584F88A-65D2-ED06-0158-86036AB90928}"/>
                </a:ext>
              </a:extLst>
            </p:cNvPr>
            <p:cNvCxnSpPr>
              <a:cxnSpLocks/>
            </p:cNvCxnSpPr>
            <p:nvPr/>
          </p:nvCxnSpPr>
          <p:spPr>
            <a:xfrm rot="16200000" flipV="1">
              <a:off x="4264998"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2" name="直接连接符 311">
              <a:extLst>
                <a:ext uri="{FF2B5EF4-FFF2-40B4-BE49-F238E27FC236}">
                  <a16:creationId xmlns:a16="http://schemas.microsoft.com/office/drawing/2014/main" id="{115502F8-0C58-AA80-212F-B2396E3D7294}"/>
                </a:ext>
              </a:extLst>
            </p:cNvPr>
            <p:cNvCxnSpPr>
              <a:cxnSpLocks/>
            </p:cNvCxnSpPr>
            <p:nvPr/>
          </p:nvCxnSpPr>
          <p:spPr>
            <a:xfrm rot="16200000" flipV="1">
              <a:off x="4212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直接连接符 312">
              <a:extLst>
                <a:ext uri="{FF2B5EF4-FFF2-40B4-BE49-F238E27FC236}">
                  <a16:creationId xmlns:a16="http://schemas.microsoft.com/office/drawing/2014/main" id="{346BDE19-B12C-F629-6ABD-59AFA217CDE4}"/>
                </a:ext>
              </a:extLst>
            </p:cNvPr>
            <p:cNvCxnSpPr>
              <a:cxnSpLocks/>
            </p:cNvCxnSpPr>
            <p:nvPr/>
          </p:nvCxnSpPr>
          <p:spPr>
            <a:xfrm rot="16200000" flipV="1">
              <a:off x="4428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 name="直接连接符 315">
              <a:extLst>
                <a:ext uri="{FF2B5EF4-FFF2-40B4-BE49-F238E27FC236}">
                  <a16:creationId xmlns:a16="http://schemas.microsoft.com/office/drawing/2014/main" id="{96EB0130-C7AB-C56A-2A31-C82619567B40}"/>
                </a:ext>
              </a:extLst>
            </p:cNvPr>
            <p:cNvCxnSpPr>
              <a:cxnSpLocks/>
            </p:cNvCxnSpPr>
            <p:nvPr/>
          </p:nvCxnSpPr>
          <p:spPr>
            <a:xfrm rot="16200000" flipV="1">
              <a:off x="5040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 name="直接连接符 316">
              <a:extLst>
                <a:ext uri="{FF2B5EF4-FFF2-40B4-BE49-F238E27FC236}">
                  <a16:creationId xmlns:a16="http://schemas.microsoft.com/office/drawing/2014/main" id="{B08308F3-CAF0-635C-C97A-748772B3BA19}"/>
                </a:ext>
              </a:extLst>
            </p:cNvPr>
            <p:cNvCxnSpPr>
              <a:cxnSpLocks/>
            </p:cNvCxnSpPr>
            <p:nvPr/>
          </p:nvCxnSpPr>
          <p:spPr>
            <a:xfrm rot="16200000" flipV="1">
              <a:off x="5093855"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 name="直接连接符 317">
              <a:extLst>
                <a:ext uri="{FF2B5EF4-FFF2-40B4-BE49-F238E27FC236}">
                  <a16:creationId xmlns:a16="http://schemas.microsoft.com/office/drawing/2014/main" id="{55E4192B-F90A-C7E2-825B-AFF1FB2FF43F}"/>
                </a:ext>
              </a:extLst>
            </p:cNvPr>
            <p:cNvCxnSpPr>
              <a:cxnSpLocks/>
            </p:cNvCxnSpPr>
            <p:nvPr/>
          </p:nvCxnSpPr>
          <p:spPr>
            <a:xfrm rot="16200000" flipV="1">
              <a:off x="4984998"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直接连接符 318">
              <a:extLst>
                <a:ext uri="{FF2B5EF4-FFF2-40B4-BE49-F238E27FC236}">
                  <a16:creationId xmlns:a16="http://schemas.microsoft.com/office/drawing/2014/main" id="{BA99B5C0-E79B-434F-45BF-543A7A715F31}"/>
                </a:ext>
              </a:extLst>
            </p:cNvPr>
            <p:cNvCxnSpPr>
              <a:cxnSpLocks/>
            </p:cNvCxnSpPr>
            <p:nvPr/>
          </p:nvCxnSpPr>
          <p:spPr>
            <a:xfrm rot="16200000" flipV="1">
              <a:off x="4932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直接连接符 319">
              <a:extLst>
                <a:ext uri="{FF2B5EF4-FFF2-40B4-BE49-F238E27FC236}">
                  <a16:creationId xmlns:a16="http://schemas.microsoft.com/office/drawing/2014/main" id="{43AF309F-CA57-6457-251E-88B612A1D6BB}"/>
                </a:ext>
              </a:extLst>
            </p:cNvPr>
            <p:cNvCxnSpPr>
              <a:cxnSpLocks/>
            </p:cNvCxnSpPr>
            <p:nvPr/>
          </p:nvCxnSpPr>
          <p:spPr>
            <a:xfrm rot="16200000" flipV="1">
              <a:off x="5148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4" name="直接连接符 323">
              <a:extLst>
                <a:ext uri="{FF2B5EF4-FFF2-40B4-BE49-F238E27FC236}">
                  <a16:creationId xmlns:a16="http://schemas.microsoft.com/office/drawing/2014/main" id="{B1945BFC-1B84-3437-A326-48176A80C365}"/>
                </a:ext>
              </a:extLst>
            </p:cNvPr>
            <p:cNvCxnSpPr>
              <a:cxnSpLocks/>
            </p:cNvCxnSpPr>
            <p:nvPr/>
          </p:nvCxnSpPr>
          <p:spPr>
            <a:xfrm rot="16200000" flipV="1">
              <a:off x="5760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直接连接符 324">
              <a:extLst>
                <a:ext uri="{FF2B5EF4-FFF2-40B4-BE49-F238E27FC236}">
                  <a16:creationId xmlns:a16="http://schemas.microsoft.com/office/drawing/2014/main" id="{B1B47265-B4DE-C522-761A-BB0F7C37E613}"/>
                </a:ext>
              </a:extLst>
            </p:cNvPr>
            <p:cNvCxnSpPr>
              <a:cxnSpLocks/>
            </p:cNvCxnSpPr>
            <p:nvPr/>
          </p:nvCxnSpPr>
          <p:spPr>
            <a:xfrm rot="16200000" flipV="1">
              <a:off x="5813855"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直接连接符 325">
              <a:extLst>
                <a:ext uri="{FF2B5EF4-FFF2-40B4-BE49-F238E27FC236}">
                  <a16:creationId xmlns:a16="http://schemas.microsoft.com/office/drawing/2014/main" id="{7D503196-2EEC-B0B1-7815-6A61E6ECBE66}"/>
                </a:ext>
              </a:extLst>
            </p:cNvPr>
            <p:cNvCxnSpPr>
              <a:cxnSpLocks/>
            </p:cNvCxnSpPr>
            <p:nvPr/>
          </p:nvCxnSpPr>
          <p:spPr>
            <a:xfrm rot="16200000" flipV="1">
              <a:off x="5704998"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7" name="直接连接符 326">
              <a:extLst>
                <a:ext uri="{FF2B5EF4-FFF2-40B4-BE49-F238E27FC236}">
                  <a16:creationId xmlns:a16="http://schemas.microsoft.com/office/drawing/2014/main" id="{373CC8E7-F474-0BC4-7FD2-3D56DEB68594}"/>
                </a:ext>
              </a:extLst>
            </p:cNvPr>
            <p:cNvCxnSpPr>
              <a:cxnSpLocks/>
            </p:cNvCxnSpPr>
            <p:nvPr/>
          </p:nvCxnSpPr>
          <p:spPr>
            <a:xfrm rot="16200000" flipV="1">
              <a:off x="5652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直接连接符 327">
              <a:extLst>
                <a:ext uri="{FF2B5EF4-FFF2-40B4-BE49-F238E27FC236}">
                  <a16:creationId xmlns:a16="http://schemas.microsoft.com/office/drawing/2014/main" id="{8F3FCE31-8362-DDAD-337E-4F0E3AB48CB2}"/>
                </a:ext>
              </a:extLst>
            </p:cNvPr>
            <p:cNvCxnSpPr>
              <a:cxnSpLocks/>
            </p:cNvCxnSpPr>
            <p:nvPr/>
          </p:nvCxnSpPr>
          <p:spPr>
            <a:xfrm rot="16200000" flipV="1">
              <a:off x="5868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0" name="直接连接符 329">
              <a:extLst>
                <a:ext uri="{FF2B5EF4-FFF2-40B4-BE49-F238E27FC236}">
                  <a16:creationId xmlns:a16="http://schemas.microsoft.com/office/drawing/2014/main" id="{6BC0D584-C79B-60F7-4C51-45BF11F09955}"/>
                </a:ext>
              </a:extLst>
            </p:cNvPr>
            <p:cNvCxnSpPr>
              <a:cxnSpLocks/>
            </p:cNvCxnSpPr>
            <p:nvPr/>
          </p:nvCxnSpPr>
          <p:spPr>
            <a:xfrm rot="16200000" flipV="1">
              <a:off x="64872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1" name="直接连接符 330">
              <a:extLst>
                <a:ext uri="{FF2B5EF4-FFF2-40B4-BE49-F238E27FC236}">
                  <a16:creationId xmlns:a16="http://schemas.microsoft.com/office/drawing/2014/main" id="{AF368642-F2E8-F995-22F5-9A266F540A45}"/>
                </a:ext>
              </a:extLst>
            </p:cNvPr>
            <p:cNvCxnSpPr>
              <a:cxnSpLocks/>
            </p:cNvCxnSpPr>
            <p:nvPr/>
          </p:nvCxnSpPr>
          <p:spPr>
            <a:xfrm rot="16200000" flipV="1">
              <a:off x="6541055"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2" name="直接连接符 331">
              <a:extLst>
                <a:ext uri="{FF2B5EF4-FFF2-40B4-BE49-F238E27FC236}">
                  <a16:creationId xmlns:a16="http://schemas.microsoft.com/office/drawing/2014/main" id="{068D9D53-1AE8-C0C0-5DD0-2F1F2C193569}"/>
                </a:ext>
              </a:extLst>
            </p:cNvPr>
            <p:cNvCxnSpPr>
              <a:cxnSpLocks/>
            </p:cNvCxnSpPr>
            <p:nvPr/>
          </p:nvCxnSpPr>
          <p:spPr>
            <a:xfrm rot="16200000" flipV="1">
              <a:off x="6432198"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直接连接符 332">
              <a:extLst>
                <a:ext uri="{FF2B5EF4-FFF2-40B4-BE49-F238E27FC236}">
                  <a16:creationId xmlns:a16="http://schemas.microsoft.com/office/drawing/2014/main" id="{184154B0-2F99-BBA7-FE65-255978078D6D}"/>
                </a:ext>
              </a:extLst>
            </p:cNvPr>
            <p:cNvCxnSpPr>
              <a:cxnSpLocks/>
            </p:cNvCxnSpPr>
            <p:nvPr/>
          </p:nvCxnSpPr>
          <p:spPr>
            <a:xfrm rot="16200000" flipV="1">
              <a:off x="63792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4" name="直接连接符 333">
              <a:extLst>
                <a:ext uri="{FF2B5EF4-FFF2-40B4-BE49-F238E27FC236}">
                  <a16:creationId xmlns:a16="http://schemas.microsoft.com/office/drawing/2014/main" id="{AD583264-F275-CE9C-B0EC-497C6D587F87}"/>
                </a:ext>
              </a:extLst>
            </p:cNvPr>
            <p:cNvCxnSpPr>
              <a:cxnSpLocks/>
            </p:cNvCxnSpPr>
            <p:nvPr/>
          </p:nvCxnSpPr>
          <p:spPr>
            <a:xfrm rot="16200000" flipV="1">
              <a:off x="65952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6" name="直接连接符 335">
              <a:extLst>
                <a:ext uri="{FF2B5EF4-FFF2-40B4-BE49-F238E27FC236}">
                  <a16:creationId xmlns:a16="http://schemas.microsoft.com/office/drawing/2014/main" id="{CCF78CFE-6B4E-57F3-2B5E-74A0BEAFA7A3}"/>
                </a:ext>
              </a:extLst>
            </p:cNvPr>
            <p:cNvCxnSpPr>
              <a:cxnSpLocks/>
            </p:cNvCxnSpPr>
            <p:nvPr/>
          </p:nvCxnSpPr>
          <p:spPr>
            <a:xfrm rot="16200000" flipV="1">
              <a:off x="7200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7" name="直接连接符 336">
              <a:extLst>
                <a:ext uri="{FF2B5EF4-FFF2-40B4-BE49-F238E27FC236}">
                  <a16:creationId xmlns:a16="http://schemas.microsoft.com/office/drawing/2014/main" id="{8756FC26-A40C-F409-26DD-E097F03B7A2D}"/>
                </a:ext>
              </a:extLst>
            </p:cNvPr>
            <p:cNvCxnSpPr>
              <a:cxnSpLocks/>
            </p:cNvCxnSpPr>
            <p:nvPr/>
          </p:nvCxnSpPr>
          <p:spPr>
            <a:xfrm rot="16200000" flipV="1">
              <a:off x="7253855"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8" name="直接连接符 337">
              <a:extLst>
                <a:ext uri="{FF2B5EF4-FFF2-40B4-BE49-F238E27FC236}">
                  <a16:creationId xmlns:a16="http://schemas.microsoft.com/office/drawing/2014/main" id="{CE7B1A7E-7FD8-A10A-FBFC-80B4F78AA9BA}"/>
                </a:ext>
              </a:extLst>
            </p:cNvPr>
            <p:cNvCxnSpPr>
              <a:cxnSpLocks/>
            </p:cNvCxnSpPr>
            <p:nvPr/>
          </p:nvCxnSpPr>
          <p:spPr>
            <a:xfrm rot="16200000" flipV="1">
              <a:off x="7144998"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9" name="直接连接符 338">
              <a:extLst>
                <a:ext uri="{FF2B5EF4-FFF2-40B4-BE49-F238E27FC236}">
                  <a16:creationId xmlns:a16="http://schemas.microsoft.com/office/drawing/2014/main" id="{FA32B062-8803-4770-F008-83C9EF5CC028}"/>
                </a:ext>
              </a:extLst>
            </p:cNvPr>
            <p:cNvCxnSpPr>
              <a:cxnSpLocks/>
            </p:cNvCxnSpPr>
            <p:nvPr/>
          </p:nvCxnSpPr>
          <p:spPr>
            <a:xfrm rot="16200000" flipV="1">
              <a:off x="7092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0" name="直接连接符 339">
              <a:extLst>
                <a:ext uri="{FF2B5EF4-FFF2-40B4-BE49-F238E27FC236}">
                  <a16:creationId xmlns:a16="http://schemas.microsoft.com/office/drawing/2014/main" id="{03578135-2E96-B4C1-CB32-123A0EADB04F}"/>
                </a:ext>
              </a:extLst>
            </p:cNvPr>
            <p:cNvCxnSpPr>
              <a:cxnSpLocks/>
            </p:cNvCxnSpPr>
            <p:nvPr/>
          </p:nvCxnSpPr>
          <p:spPr>
            <a:xfrm rot="16200000" flipV="1">
              <a:off x="7308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2" name="直接连接符 341">
              <a:extLst>
                <a:ext uri="{FF2B5EF4-FFF2-40B4-BE49-F238E27FC236}">
                  <a16:creationId xmlns:a16="http://schemas.microsoft.com/office/drawing/2014/main" id="{926DA7E2-8DBC-8340-ABDC-6DB651267583}"/>
                </a:ext>
              </a:extLst>
            </p:cNvPr>
            <p:cNvCxnSpPr>
              <a:cxnSpLocks/>
            </p:cNvCxnSpPr>
            <p:nvPr/>
          </p:nvCxnSpPr>
          <p:spPr>
            <a:xfrm rot="16200000" flipV="1">
              <a:off x="9000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直接连接符 342">
              <a:extLst>
                <a:ext uri="{FF2B5EF4-FFF2-40B4-BE49-F238E27FC236}">
                  <a16:creationId xmlns:a16="http://schemas.microsoft.com/office/drawing/2014/main" id="{547B1FFC-EE65-BBEC-6285-6D2117DE90A2}"/>
                </a:ext>
              </a:extLst>
            </p:cNvPr>
            <p:cNvCxnSpPr>
              <a:cxnSpLocks/>
            </p:cNvCxnSpPr>
            <p:nvPr/>
          </p:nvCxnSpPr>
          <p:spPr>
            <a:xfrm rot="16200000" flipV="1">
              <a:off x="9053855"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4" name="直接连接符 343">
              <a:extLst>
                <a:ext uri="{FF2B5EF4-FFF2-40B4-BE49-F238E27FC236}">
                  <a16:creationId xmlns:a16="http://schemas.microsoft.com/office/drawing/2014/main" id="{70BC44AF-DD1B-725F-DE4E-89646660E040}"/>
                </a:ext>
              </a:extLst>
            </p:cNvPr>
            <p:cNvCxnSpPr>
              <a:cxnSpLocks/>
            </p:cNvCxnSpPr>
            <p:nvPr/>
          </p:nvCxnSpPr>
          <p:spPr>
            <a:xfrm rot="16200000" flipV="1">
              <a:off x="8944998"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5" name="直接连接符 344">
              <a:extLst>
                <a:ext uri="{FF2B5EF4-FFF2-40B4-BE49-F238E27FC236}">
                  <a16:creationId xmlns:a16="http://schemas.microsoft.com/office/drawing/2014/main" id="{E41155C3-D116-0E61-CAB6-73BE53BC7486}"/>
                </a:ext>
              </a:extLst>
            </p:cNvPr>
            <p:cNvCxnSpPr>
              <a:cxnSpLocks/>
            </p:cNvCxnSpPr>
            <p:nvPr/>
          </p:nvCxnSpPr>
          <p:spPr>
            <a:xfrm rot="16200000" flipV="1">
              <a:off x="8892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直接连接符 345">
              <a:extLst>
                <a:ext uri="{FF2B5EF4-FFF2-40B4-BE49-F238E27FC236}">
                  <a16:creationId xmlns:a16="http://schemas.microsoft.com/office/drawing/2014/main" id="{62395B2B-230A-3FD8-4142-19EA948C8CC7}"/>
                </a:ext>
              </a:extLst>
            </p:cNvPr>
            <p:cNvCxnSpPr>
              <a:cxnSpLocks/>
            </p:cNvCxnSpPr>
            <p:nvPr/>
          </p:nvCxnSpPr>
          <p:spPr>
            <a:xfrm rot="16200000" flipV="1">
              <a:off x="91080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直接连接符 347">
              <a:extLst>
                <a:ext uri="{FF2B5EF4-FFF2-40B4-BE49-F238E27FC236}">
                  <a16:creationId xmlns:a16="http://schemas.microsoft.com/office/drawing/2014/main" id="{F310A544-6BE2-B7C3-9E4E-0D1EA54310EF}"/>
                </a:ext>
              </a:extLst>
            </p:cNvPr>
            <p:cNvCxnSpPr>
              <a:cxnSpLocks/>
            </p:cNvCxnSpPr>
            <p:nvPr/>
          </p:nvCxnSpPr>
          <p:spPr>
            <a:xfrm rot="16200000" flipV="1">
              <a:off x="97272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9" name="直接连接符 348">
              <a:extLst>
                <a:ext uri="{FF2B5EF4-FFF2-40B4-BE49-F238E27FC236}">
                  <a16:creationId xmlns:a16="http://schemas.microsoft.com/office/drawing/2014/main" id="{8BFD5411-4787-4CFE-8267-095D2555544D}"/>
                </a:ext>
              </a:extLst>
            </p:cNvPr>
            <p:cNvCxnSpPr>
              <a:cxnSpLocks/>
            </p:cNvCxnSpPr>
            <p:nvPr/>
          </p:nvCxnSpPr>
          <p:spPr>
            <a:xfrm rot="16200000" flipV="1">
              <a:off x="9781055"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直接连接符 349">
              <a:extLst>
                <a:ext uri="{FF2B5EF4-FFF2-40B4-BE49-F238E27FC236}">
                  <a16:creationId xmlns:a16="http://schemas.microsoft.com/office/drawing/2014/main" id="{231A9915-62CF-CDCA-3DC0-565B4404D503}"/>
                </a:ext>
              </a:extLst>
            </p:cNvPr>
            <p:cNvCxnSpPr>
              <a:cxnSpLocks/>
            </p:cNvCxnSpPr>
            <p:nvPr/>
          </p:nvCxnSpPr>
          <p:spPr>
            <a:xfrm rot="16200000" flipV="1">
              <a:off x="9672198"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直接连接符 350">
              <a:extLst>
                <a:ext uri="{FF2B5EF4-FFF2-40B4-BE49-F238E27FC236}">
                  <a16:creationId xmlns:a16="http://schemas.microsoft.com/office/drawing/2014/main" id="{549DEE54-6025-4623-5A61-70A4DED88637}"/>
                </a:ext>
              </a:extLst>
            </p:cNvPr>
            <p:cNvCxnSpPr>
              <a:cxnSpLocks/>
            </p:cNvCxnSpPr>
            <p:nvPr/>
          </p:nvCxnSpPr>
          <p:spPr>
            <a:xfrm rot="16200000" flipV="1">
              <a:off x="96192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直接连接符 351">
              <a:extLst>
                <a:ext uri="{FF2B5EF4-FFF2-40B4-BE49-F238E27FC236}">
                  <a16:creationId xmlns:a16="http://schemas.microsoft.com/office/drawing/2014/main" id="{E1222DA8-C6E9-5690-65F1-8F94BF79A524}"/>
                </a:ext>
              </a:extLst>
            </p:cNvPr>
            <p:cNvCxnSpPr>
              <a:cxnSpLocks/>
            </p:cNvCxnSpPr>
            <p:nvPr/>
          </p:nvCxnSpPr>
          <p:spPr>
            <a:xfrm rot="16200000" flipV="1">
              <a:off x="9835200" y="522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id="{9A414D42-EB27-C64E-0E45-A3D93F87FA64}"/>
                </a:ext>
              </a:extLst>
            </p:cNvPr>
            <p:cNvCxnSpPr>
              <a:cxnSpLocks/>
            </p:cNvCxnSpPr>
            <p:nvPr/>
          </p:nvCxnSpPr>
          <p:spPr>
            <a:xfrm>
              <a:off x="9360000" y="486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7CE994D0-E81E-D731-899A-2138DDD2AC3A}"/>
                </a:ext>
              </a:extLst>
            </p:cNvPr>
            <p:cNvCxnSpPr>
              <a:cxnSpLocks/>
            </p:cNvCxnSpPr>
            <p:nvPr/>
          </p:nvCxnSpPr>
          <p:spPr>
            <a:xfrm>
              <a:off x="9360000" y="4806145"/>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BFBA0E95-BA95-11F6-A2EC-CAD1A6AEE08A}"/>
                </a:ext>
              </a:extLst>
            </p:cNvPr>
            <p:cNvCxnSpPr>
              <a:cxnSpLocks/>
            </p:cNvCxnSpPr>
            <p:nvPr/>
          </p:nvCxnSpPr>
          <p:spPr>
            <a:xfrm>
              <a:off x="9360000" y="4915002"/>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AE1AF2C2-0D28-0B95-6BCD-8329668C5A06}"/>
                </a:ext>
              </a:extLst>
            </p:cNvPr>
            <p:cNvCxnSpPr>
              <a:cxnSpLocks/>
            </p:cNvCxnSpPr>
            <p:nvPr/>
          </p:nvCxnSpPr>
          <p:spPr>
            <a:xfrm>
              <a:off x="9360000" y="4968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直接连接符 241">
              <a:extLst>
                <a:ext uri="{FF2B5EF4-FFF2-40B4-BE49-F238E27FC236}">
                  <a16:creationId xmlns:a16="http://schemas.microsoft.com/office/drawing/2014/main" id="{BA280473-7BC5-A2C7-780B-5184FB2BBE3D}"/>
                </a:ext>
              </a:extLst>
            </p:cNvPr>
            <p:cNvCxnSpPr>
              <a:cxnSpLocks/>
            </p:cNvCxnSpPr>
            <p:nvPr/>
          </p:nvCxnSpPr>
          <p:spPr>
            <a:xfrm>
              <a:off x="9360000" y="4752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a:extLst>
                <a:ext uri="{FF2B5EF4-FFF2-40B4-BE49-F238E27FC236}">
                  <a16:creationId xmlns:a16="http://schemas.microsoft.com/office/drawing/2014/main" id="{643F6CA0-ED49-BB9B-4D94-033D04A7048E}"/>
                </a:ext>
              </a:extLst>
            </p:cNvPr>
            <p:cNvCxnSpPr>
              <a:cxnSpLocks/>
              <a:stCxn id="225" idx="3"/>
              <a:endCxn id="229" idx="3"/>
            </p:cNvCxnSpPr>
            <p:nvPr/>
          </p:nvCxnSpPr>
          <p:spPr>
            <a:xfrm>
              <a:off x="4680000" y="4860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D643C530-1843-7965-545E-13CC0CD346ED}"/>
                </a:ext>
              </a:extLst>
            </p:cNvPr>
            <p:cNvCxnSpPr>
              <a:cxnSpLocks/>
            </p:cNvCxnSpPr>
            <p:nvPr/>
          </p:nvCxnSpPr>
          <p:spPr>
            <a:xfrm>
              <a:off x="4680000" y="4806145"/>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4B1D606C-A310-30A8-50BE-9495DEC3D298}"/>
                </a:ext>
              </a:extLst>
            </p:cNvPr>
            <p:cNvCxnSpPr>
              <a:cxnSpLocks/>
            </p:cNvCxnSpPr>
            <p:nvPr/>
          </p:nvCxnSpPr>
          <p:spPr>
            <a:xfrm>
              <a:off x="4680000" y="4915002"/>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1B8F8D17-E7CC-8802-A424-0AE0369EECAD}"/>
                </a:ext>
              </a:extLst>
            </p:cNvPr>
            <p:cNvCxnSpPr>
              <a:cxnSpLocks/>
            </p:cNvCxnSpPr>
            <p:nvPr/>
          </p:nvCxnSpPr>
          <p:spPr>
            <a:xfrm>
              <a:off x="4680000" y="4968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ACA5E2E7-04F1-CC91-4855-84217E08549D}"/>
                </a:ext>
              </a:extLst>
            </p:cNvPr>
            <p:cNvCxnSpPr>
              <a:cxnSpLocks/>
            </p:cNvCxnSpPr>
            <p:nvPr/>
          </p:nvCxnSpPr>
          <p:spPr>
            <a:xfrm>
              <a:off x="4680000" y="4752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5" name="矩形 224">
              <a:extLst>
                <a:ext uri="{FF2B5EF4-FFF2-40B4-BE49-F238E27FC236}">
                  <a16:creationId xmlns:a16="http://schemas.microsoft.com/office/drawing/2014/main" id="{F1AE2A3A-1A32-32F3-CF14-27E0D0C91CE9}"/>
                </a:ext>
              </a:extLst>
            </p:cNvPr>
            <p:cNvSpPr/>
            <p:nvPr/>
          </p:nvSpPr>
          <p:spPr>
            <a:xfrm>
              <a:off x="5040000" y="46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26" name="矩形 225">
              <a:extLst>
                <a:ext uri="{FF2B5EF4-FFF2-40B4-BE49-F238E27FC236}">
                  <a16:creationId xmlns:a16="http://schemas.microsoft.com/office/drawing/2014/main" id="{18A516C3-5673-B3A0-9200-28600EA6BEBF}"/>
                </a:ext>
              </a:extLst>
            </p:cNvPr>
            <p:cNvSpPr/>
            <p:nvPr/>
          </p:nvSpPr>
          <p:spPr>
            <a:xfrm>
              <a:off x="5760000" y="4680000"/>
              <a:ext cx="360000" cy="360000"/>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27" name="矩形 226">
              <a:extLst>
                <a:ext uri="{FF2B5EF4-FFF2-40B4-BE49-F238E27FC236}">
                  <a16:creationId xmlns:a16="http://schemas.microsoft.com/office/drawing/2014/main" id="{A62C913A-37C9-4B3D-CC76-C359C0839260}"/>
                </a:ext>
              </a:extLst>
            </p:cNvPr>
            <p:cNvSpPr/>
            <p:nvPr/>
          </p:nvSpPr>
          <p:spPr>
            <a:xfrm>
              <a:off x="6480000" y="46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28" name="矩形 227">
              <a:extLst>
                <a:ext uri="{FF2B5EF4-FFF2-40B4-BE49-F238E27FC236}">
                  <a16:creationId xmlns:a16="http://schemas.microsoft.com/office/drawing/2014/main" id="{59D8CC45-3D5F-3A27-79EC-5D2A5D7F87D5}"/>
                </a:ext>
              </a:extLst>
            </p:cNvPr>
            <p:cNvSpPr/>
            <p:nvPr/>
          </p:nvSpPr>
          <p:spPr>
            <a:xfrm>
              <a:off x="7200000" y="4680000"/>
              <a:ext cx="360000" cy="360000"/>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29" name="矩形 228">
              <a:extLst>
                <a:ext uri="{FF2B5EF4-FFF2-40B4-BE49-F238E27FC236}">
                  <a16:creationId xmlns:a16="http://schemas.microsoft.com/office/drawing/2014/main" id="{FA777C31-E4FE-6FC2-EFFA-C6744D69FA9A}"/>
                </a:ext>
              </a:extLst>
            </p:cNvPr>
            <p:cNvSpPr/>
            <p:nvPr/>
          </p:nvSpPr>
          <p:spPr>
            <a:xfrm>
              <a:off x="7920000" y="46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30" name="矩形 229">
              <a:extLst>
                <a:ext uri="{FF2B5EF4-FFF2-40B4-BE49-F238E27FC236}">
                  <a16:creationId xmlns:a16="http://schemas.microsoft.com/office/drawing/2014/main" id="{DD4C7EB1-7558-1A4D-B9E6-12E455578D21}"/>
                </a:ext>
              </a:extLst>
            </p:cNvPr>
            <p:cNvSpPr/>
            <p:nvPr/>
          </p:nvSpPr>
          <p:spPr>
            <a:xfrm>
              <a:off x="9720000" y="4680000"/>
              <a:ext cx="360000" cy="360000"/>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31" name="矩形 230">
              <a:extLst>
                <a:ext uri="{FF2B5EF4-FFF2-40B4-BE49-F238E27FC236}">
                  <a16:creationId xmlns:a16="http://schemas.microsoft.com/office/drawing/2014/main" id="{60BBEA18-3930-84ED-E2B6-585D1F9A5399}"/>
                </a:ext>
              </a:extLst>
            </p:cNvPr>
            <p:cNvSpPr/>
            <p:nvPr/>
          </p:nvSpPr>
          <p:spPr>
            <a:xfrm>
              <a:off x="10440000" y="468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59" name="直接连接符 258">
              <a:extLst>
                <a:ext uri="{FF2B5EF4-FFF2-40B4-BE49-F238E27FC236}">
                  <a16:creationId xmlns:a16="http://schemas.microsoft.com/office/drawing/2014/main" id="{675FAB1C-BC13-FFED-5A99-D09E721442A5}"/>
                </a:ext>
              </a:extLst>
            </p:cNvPr>
            <p:cNvCxnSpPr>
              <a:cxnSpLocks/>
            </p:cNvCxnSpPr>
            <p:nvPr/>
          </p:nvCxnSpPr>
          <p:spPr>
            <a:xfrm>
              <a:off x="9360000" y="5580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211EB8A3-00C3-64EC-E5E8-43A5A9387427}"/>
                </a:ext>
              </a:extLst>
            </p:cNvPr>
            <p:cNvCxnSpPr>
              <a:cxnSpLocks/>
            </p:cNvCxnSpPr>
            <p:nvPr/>
          </p:nvCxnSpPr>
          <p:spPr>
            <a:xfrm>
              <a:off x="9360000" y="5526145"/>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9F9A981B-E76B-79D4-B874-3C93CBC2992B}"/>
                </a:ext>
              </a:extLst>
            </p:cNvPr>
            <p:cNvCxnSpPr>
              <a:cxnSpLocks/>
            </p:cNvCxnSpPr>
            <p:nvPr/>
          </p:nvCxnSpPr>
          <p:spPr>
            <a:xfrm>
              <a:off x="9360000" y="5635002"/>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292A4BD6-773E-5BFA-8DBF-05A49E7D5203}"/>
                </a:ext>
              </a:extLst>
            </p:cNvPr>
            <p:cNvCxnSpPr>
              <a:cxnSpLocks/>
            </p:cNvCxnSpPr>
            <p:nvPr/>
          </p:nvCxnSpPr>
          <p:spPr>
            <a:xfrm>
              <a:off x="9360000" y="5688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直接连接符 262">
              <a:extLst>
                <a:ext uri="{FF2B5EF4-FFF2-40B4-BE49-F238E27FC236}">
                  <a16:creationId xmlns:a16="http://schemas.microsoft.com/office/drawing/2014/main" id="{035B8DC5-D882-A6A7-3939-132714D30ABF}"/>
                </a:ext>
              </a:extLst>
            </p:cNvPr>
            <p:cNvCxnSpPr>
              <a:cxnSpLocks/>
            </p:cNvCxnSpPr>
            <p:nvPr/>
          </p:nvCxnSpPr>
          <p:spPr>
            <a:xfrm>
              <a:off x="9360000" y="5472000"/>
              <a:ext cx="18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直接连接符 253">
              <a:extLst>
                <a:ext uri="{FF2B5EF4-FFF2-40B4-BE49-F238E27FC236}">
                  <a16:creationId xmlns:a16="http://schemas.microsoft.com/office/drawing/2014/main" id="{C1AE7B3B-B3F2-EF82-16C1-6B62D81E2207}"/>
                </a:ext>
              </a:extLst>
            </p:cNvPr>
            <p:cNvCxnSpPr>
              <a:cxnSpLocks/>
              <a:stCxn id="246" idx="3"/>
              <a:endCxn id="250" idx="3"/>
            </p:cNvCxnSpPr>
            <p:nvPr/>
          </p:nvCxnSpPr>
          <p:spPr>
            <a:xfrm>
              <a:off x="4680000" y="5580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692B1440-3EE4-9D5D-1D96-8A2D663F1A60}"/>
                </a:ext>
              </a:extLst>
            </p:cNvPr>
            <p:cNvCxnSpPr>
              <a:cxnSpLocks/>
            </p:cNvCxnSpPr>
            <p:nvPr/>
          </p:nvCxnSpPr>
          <p:spPr>
            <a:xfrm>
              <a:off x="4680000" y="5526145"/>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id="{34879299-6399-85D2-EF5A-76D257B7B063}"/>
                </a:ext>
              </a:extLst>
            </p:cNvPr>
            <p:cNvCxnSpPr>
              <a:cxnSpLocks/>
            </p:cNvCxnSpPr>
            <p:nvPr/>
          </p:nvCxnSpPr>
          <p:spPr>
            <a:xfrm>
              <a:off x="4680000" y="5635002"/>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直接连接符 256">
              <a:extLst>
                <a:ext uri="{FF2B5EF4-FFF2-40B4-BE49-F238E27FC236}">
                  <a16:creationId xmlns:a16="http://schemas.microsoft.com/office/drawing/2014/main" id="{100C5926-7AB1-457E-8242-A63084F1145A}"/>
                </a:ext>
              </a:extLst>
            </p:cNvPr>
            <p:cNvCxnSpPr>
              <a:cxnSpLocks/>
            </p:cNvCxnSpPr>
            <p:nvPr/>
          </p:nvCxnSpPr>
          <p:spPr>
            <a:xfrm>
              <a:off x="4680000" y="5688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C9E264BE-E071-CF1E-E7A2-47015C4AA1F2}"/>
                </a:ext>
              </a:extLst>
            </p:cNvPr>
            <p:cNvCxnSpPr>
              <a:cxnSpLocks/>
            </p:cNvCxnSpPr>
            <p:nvPr/>
          </p:nvCxnSpPr>
          <p:spPr>
            <a:xfrm>
              <a:off x="4680000" y="5472000"/>
              <a:ext cx="396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6" name="矩形 245">
              <a:extLst>
                <a:ext uri="{FF2B5EF4-FFF2-40B4-BE49-F238E27FC236}">
                  <a16:creationId xmlns:a16="http://schemas.microsoft.com/office/drawing/2014/main" id="{5FE6CBE7-F831-E71F-28BD-7D17CADDA51E}"/>
                </a:ext>
              </a:extLst>
            </p:cNvPr>
            <p:cNvSpPr/>
            <p:nvPr/>
          </p:nvSpPr>
          <p:spPr>
            <a:xfrm>
              <a:off x="5040000" y="540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47" name="矩形 246">
              <a:extLst>
                <a:ext uri="{FF2B5EF4-FFF2-40B4-BE49-F238E27FC236}">
                  <a16:creationId xmlns:a16="http://schemas.microsoft.com/office/drawing/2014/main" id="{F67827BB-F2D2-C4F6-3A82-D439FA192695}"/>
                </a:ext>
              </a:extLst>
            </p:cNvPr>
            <p:cNvSpPr/>
            <p:nvPr/>
          </p:nvSpPr>
          <p:spPr>
            <a:xfrm>
              <a:off x="5760000" y="540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48" name="矩形 247">
              <a:extLst>
                <a:ext uri="{FF2B5EF4-FFF2-40B4-BE49-F238E27FC236}">
                  <a16:creationId xmlns:a16="http://schemas.microsoft.com/office/drawing/2014/main" id="{D9095104-A5F6-5843-3603-4AB100922030}"/>
                </a:ext>
              </a:extLst>
            </p:cNvPr>
            <p:cNvSpPr/>
            <p:nvPr/>
          </p:nvSpPr>
          <p:spPr>
            <a:xfrm>
              <a:off x="6480000" y="540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49" name="矩形 248">
              <a:extLst>
                <a:ext uri="{FF2B5EF4-FFF2-40B4-BE49-F238E27FC236}">
                  <a16:creationId xmlns:a16="http://schemas.microsoft.com/office/drawing/2014/main" id="{23EB0961-15B8-C428-2AE7-BE836B01EF2A}"/>
                </a:ext>
              </a:extLst>
            </p:cNvPr>
            <p:cNvSpPr/>
            <p:nvPr/>
          </p:nvSpPr>
          <p:spPr>
            <a:xfrm>
              <a:off x="7200000" y="540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50" name="矩形 249">
              <a:extLst>
                <a:ext uri="{FF2B5EF4-FFF2-40B4-BE49-F238E27FC236}">
                  <a16:creationId xmlns:a16="http://schemas.microsoft.com/office/drawing/2014/main" id="{E50638BF-3B94-0B7E-5571-65B7DB496FCC}"/>
                </a:ext>
              </a:extLst>
            </p:cNvPr>
            <p:cNvSpPr/>
            <p:nvPr/>
          </p:nvSpPr>
          <p:spPr>
            <a:xfrm>
              <a:off x="7920000" y="540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51" name="矩形 250">
              <a:extLst>
                <a:ext uri="{FF2B5EF4-FFF2-40B4-BE49-F238E27FC236}">
                  <a16:creationId xmlns:a16="http://schemas.microsoft.com/office/drawing/2014/main" id="{E4530FAB-3A73-00B8-D580-3382EB64436D}"/>
                </a:ext>
              </a:extLst>
            </p:cNvPr>
            <p:cNvSpPr/>
            <p:nvPr/>
          </p:nvSpPr>
          <p:spPr>
            <a:xfrm>
              <a:off x="9720000" y="540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52" name="矩形 251">
              <a:extLst>
                <a:ext uri="{FF2B5EF4-FFF2-40B4-BE49-F238E27FC236}">
                  <a16:creationId xmlns:a16="http://schemas.microsoft.com/office/drawing/2014/main" id="{5DA0847A-9F40-CF53-F3B4-4F01DB7FB479}"/>
                </a:ext>
              </a:extLst>
            </p:cNvPr>
            <p:cNvSpPr/>
            <p:nvPr/>
          </p:nvSpPr>
          <p:spPr>
            <a:xfrm>
              <a:off x="10440000" y="5400000"/>
              <a:ext cx="360000" cy="360000"/>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17" name="矩形 416">
              <a:extLst>
                <a:ext uri="{FF2B5EF4-FFF2-40B4-BE49-F238E27FC236}">
                  <a16:creationId xmlns:a16="http://schemas.microsoft.com/office/drawing/2014/main" id="{D3A3AA3F-2E53-5EEA-CC35-4A63D3B01767}"/>
                </a:ext>
              </a:extLst>
            </p:cNvPr>
            <p:cNvSpPr/>
            <p:nvPr/>
          </p:nvSpPr>
          <p:spPr>
            <a:xfrm>
              <a:off x="4859804" y="6119999"/>
              <a:ext cx="6120000" cy="360000"/>
            </a:xfrm>
            <a:prstGeom prst="rect">
              <a:avLst/>
            </a:prstGeom>
            <a:solidFill>
              <a:schemeClr val="bg1"/>
            </a:solidFill>
            <a:ln w="508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14" name="矩形 413">
              <a:extLst>
                <a:ext uri="{FF2B5EF4-FFF2-40B4-BE49-F238E27FC236}">
                  <a16:creationId xmlns:a16="http://schemas.microsoft.com/office/drawing/2014/main" id="{0C624395-31A1-7BCA-1C97-6813B59DDCC6}"/>
                </a:ext>
              </a:extLst>
            </p:cNvPr>
            <p:cNvSpPr/>
            <p:nvPr/>
          </p:nvSpPr>
          <p:spPr>
            <a:xfrm>
              <a:off x="4318854" y="1259999"/>
              <a:ext cx="360000" cy="4680000"/>
            </a:xfrm>
            <a:prstGeom prst="rect">
              <a:avLst/>
            </a:prstGeom>
            <a:solidFill>
              <a:schemeClr val="bg1"/>
            </a:solidFill>
            <a:ln w="508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F7BF094F-3540-5AD5-BC74-0F2B5475895A}"/>
                    </a:ext>
                  </a:extLst>
                </p:cNvPr>
                <p:cNvSpPr txBox="1"/>
                <p:nvPr/>
              </p:nvSpPr>
              <p:spPr>
                <a:xfrm>
                  <a:off x="8640000" y="1296834"/>
                  <a:ext cx="720000" cy="64633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0" name="文本框 29">
                  <a:extLst>
                    <a:ext uri="{FF2B5EF4-FFF2-40B4-BE49-F238E27FC236}">
                      <a16:creationId xmlns:a16="http://schemas.microsoft.com/office/drawing/2014/main" id="{F7BF094F-3540-5AD5-BC74-0F2B5475895A}"/>
                    </a:ext>
                  </a:extLst>
                </p:cNvPr>
                <p:cNvSpPr txBox="1">
                  <a:spLocks noRot="1" noChangeAspect="1" noMove="1" noResize="1" noEditPoints="1" noAdjustHandles="1" noChangeArrowheads="1" noChangeShapeType="1" noTextEdit="1"/>
                </p:cNvSpPr>
                <p:nvPr/>
              </p:nvSpPr>
              <p:spPr>
                <a:xfrm>
                  <a:off x="8640000" y="1296834"/>
                  <a:ext cx="720000" cy="64633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3502F1A6-F6D1-8A0E-A7BD-99E88F995C8D}"/>
                    </a:ext>
                  </a:extLst>
                </p:cNvPr>
                <p:cNvSpPr txBox="1"/>
                <p:nvPr/>
              </p:nvSpPr>
              <p:spPr>
                <a:xfrm>
                  <a:off x="8640000" y="2016000"/>
                  <a:ext cx="720000" cy="64633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1" name="文本框 30">
                  <a:extLst>
                    <a:ext uri="{FF2B5EF4-FFF2-40B4-BE49-F238E27FC236}">
                      <a16:creationId xmlns:a16="http://schemas.microsoft.com/office/drawing/2014/main" id="{3502F1A6-F6D1-8A0E-A7BD-99E88F995C8D}"/>
                    </a:ext>
                  </a:extLst>
                </p:cNvPr>
                <p:cNvSpPr txBox="1">
                  <a:spLocks noRot="1" noChangeAspect="1" noMove="1" noResize="1" noEditPoints="1" noAdjustHandles="1" noChangeArrowheads="1" noChangeShapeType="1" noTextEdit="1"/>
                </p:cNvSpPr>
                <p:nvPr/>
              </p:nvSpPr>
              <p:spPr>
                <a:xfrm>
                  <a:off x="8640000" y="2016000"/>
                  <a:ext cx="720000" cy="646331"/>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B3676216-6B69-6C72-4095-33A4DC50893E}"/>
                    </a:ext>
                  </a:extLst>
                </p:cNvPr>
                <p:cNvSpPr txBox="1"/>
                <p:nvPr/>
              </p:nvSpPr>
              <p:spPr>
                <a:xfrm>
                  <a:off x="8640000" y="2736000"/>
                  <a:ext cx="720000" cy="64633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2" name="文本框 31">
                  <a:extLst>
                    <a:ext uri="{FF2B5EF4-FFF2-40B4-BE49-F238E27FC236}">
                      <a16:creationId xmlns:a16="http://schemas.microsoft.com/office/drawing/2014/main" id="{B3676216-6B69-6C72-4095-33A4DC50893E}"/>
                    </a:ext>
                  </a:extLst>
                </p:cNvPr>
                <p:cNvSpPr txBox="1">
                  <a:spLocks noRot="1" noChangeAspect="1" noMove="1" noResize="1" noEditPoints="1" noAdjustHandles="1" noChangeArrowheads="1" noChangeShapeType="1" noTextEdit="1"/>
                </p:cNvSpPr>
                <p:nvPr/>
              </p:nvSpPr>
              <p:spPr>
                <a:xfrm>
                  <a:off x="8640000" y="2736000"/>
                  <a:ext cx="720000" cy="64633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124C74FC-8872-9745-0D69-8E3273F8A9CD}"/>
                    </a:ext>
                  </a:extLst>
                </p:cNvPr>
                <p:cNvSpPr txBox="1"/>
                <p:nvPr/>
              </p:nvSpPr>
              <p:spPr>
                <a:xfrm>
                  <a:off x="8640000" y="4536000"/>
                  <a:ext cx="720000" cy="64633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3" name="文本框 32">
                  <a:extLst>
                    <a:ext uri="{FF2B5EF4-FFF2-40B4-BE49-F238E27FC236}">
                      <a16:creationId xmlns:a16="http://schemas.microsoft.com/office/drawing/2014/main" id="{124C74FC-8872-9745-0D69-8E3273F8A9CD}"/>
                    </a:ext>
                  </a:extLst>
                </p:cNvPr>
                <p:cNvSpPr txBox="1">
                  <a:spLocks noRot="1" noChangeAspect="1" noMove="1" noResize="1" noEditPoints="1" noAdjustHandles="1" noChangeArrowheads="1" noChangeShapeType="1" noTextEdit="1"/>
                </p:cNvSpPr>
                <p:nvPr/>
              </p:nvSpPr>
              <p:spPr>
                <a:xfrm>
                  <a:off x="8640000" y="4536000"/>
                  <a:ext cx="720000" cy="646331"/>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7DDF5929-A2D6-A7AD-F169-19676F06403C}"/>
                    </a:ext>
                  </a:extLst>
                </p:cNvPr>
                <p:cNvSpPr txBox="1"/>
                <p:nvPr/>
              </p:nvSpPr>
              <p:spPr>
                <a:xfrm>
                  <a:off x="8640000" y="5256000"/>
                  <a:ext cx="720000" cy="64633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4" name="文本框 33">
                  <a:extLst>
                    <a:ext uri="{FF2B5EF4-FFF2-40B4-BE49-F238E27FC236}">
                      <a16:creationId xmlns:a16="http://schemas.microsoft.com/office/drawing/2014/main" id="{7DDF5929-A2D6-A7AD-F169-19676F06403C}"/>
                    </a:ext>
                  </a:extLst>
                </p:cNvPr>
                <p:cNvSpPr txBox="1">
                  <a:spLocks noRot="1" noChangeAspect="1" noMove="1" noResize="1" noEditPoints="1" noAdjustHandles="1" noChangeArrowheads="1" noChangeShapeType="1" noTextEdit="1"/>
                </p:cNvSpPr>
                <p:nvPr/>
              </p:nvSpPr>
              <p:spPr>
                <a:xfrm>
                  <a:off x="8640000" y="5256000"/>
                  <a:ext cx="720000" cy="646331"/>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D397C62D-8912-4E6F-A26F-4E352E2FFBAE}"/>
                    </a:ext>
                  </a:extLst>
                </p:cNvPr>
                <p:cNvSpPr txBox="1"/>
                <p:nvPr/>
              </p:nvSpPr>
              <p:spPr>
                <a:xfrm>
                  <a:off x="4860000" y="3600000"/>
                  <a:ext cx="720000" cy="720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5" name="文本框 34">
                  <a:extLst>
                    <a:ext uri="{FF2B5EF4-FFF2-40B4-BE49-F238E27FC236}">
                      <a16:creationId xmlns:a16="http://schemas.microsoft.com/office/drawing/2014/main" id="{D397C62D-8912-4E6F-A26F-4E352E2FFBAE}"/>
                    </a:ext>
                  </a:extLst>
                </p:cNvPr>
                <p:cNvSpPr txBox="1">
                  <a:spLocks noRot="1" noChangeAspect="1" noMove="1" noResize="1" noEditPoints="1" noAdjustHandles="1" noChangeArrowheads="1" noChangeShapeType="1" noTextEdit="1"/>
                </p:cNvSpPr>
                <p:nvPr/>
              </p:nvSpPr>
              <p:spPr>
                <a:xfrm>
                  <a:off x="4860000" y="3600000"/>
                  <a:ext cx="720000" cy="72000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9F1BD4F5-F92C-2585-E18E-441A6A862741}"/>
                    </a:ext>
                  </a:extLst>
                </p:cNvPr>
                <p:cNvSpPr txBox="1"/>
                <p:nvPr/>
              </p:nvSpPr>
              <p:spPr>
                <a:xfrm>
                  <a:off x="5580000" y="3600000"/>
                  <a:ext cx="720000" cy="720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6" name="文本框 35">
                  <a:extLst>
                    <a:ext uri="{FF2B5EF4-FFF2-40B4-BE49-F238E27FC236}">
                      <a16:creationId xmlns:a16="http://schemas.microsoft.com/office/drawing/2014/main" id="{9F1BD4F5-F92C-2585-E18E-441A6A862741}"/>
                    </a:ext>
                  </a:extLst>
                </p:cNvPr>
                <p:cNvSpPr txBox="1">
                  <a:spLocks noRot="1" noChangeAspect="1" noMove="1" noResize="1" noEditPoints="1" noAdjustHandles="1" noChangeArrowheads="1" noChangeShapeType="1" noTextEdit="1"/>
                </p:cNvSpPr>
                <p:nvPr/>
              </p:nvSpPr>
              <p:spPr>
                <a:xfrm>
                  <a:off x="5580000" y="3600000"/>
                  <a:ext cx="720000" cy="72000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72EF4EF8-420B-E4BC-B716-E91340852C74}"/>
                    </a:ext>
                  </a:extLst>
                </p:cNvPr>
                <p:cNvSpPr txBox="1"/>
                <p:nvPr/>
              </p:nvSpPr>
              <p:spPr>
                <a:xfrm>
                  <a:off x="6300000" y="3600000"/>
                  <a:ext cx="720000" cy="720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7" name="文本框 36">
                  <a:extLst>
                    <a:ext uri="{FF2B5EF4-FFF2-40B4-BE49-F238E27FC236}">
                      <a16:creationId xmlns:a16="http://schemas.microsoft.com/office/drawing/2014/main" id="{72EF4EF8-420B-E4BC-B716-E91340852C74}"/>
                    </a:ext>
                  </a:extLst>
                </p:cNvPr>
                <p:cNvSpPr txBox="1">
                  <a:spLocks noRot="1" noChangeAspect="1" noMove="1" noResize="1" noEditPoints="1" noAdjustHandles="1" noChangeArrowheads="1" noChangeShapeType="1" noTextEdit="1"/>
                </p:cNvSpPr>
                <p:nvPr/>
              </p:nvSpPr>
              <p:spPr>
                <a:xfrm>
                  <a:off x="6300000" y="3600000"/>
                  <a:ext cx="720000" cy="72000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2CC93F69-F9E9-4B97-5DE7-951683139FF1}"/>
                    </a:ext>
                  </a:extLst>
                </p:cNvPr>
                <p:cNvSpPr txBox="1"/>
                <p:nvPr/>
              </p:nvSpPr>
              <p:spPr>
                <a:xfrm>
                  <a:off x="7020000" y="3600000"/>
                  <a:ext cx="720000" cy="720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8" name="文本框 37">
                  <a:extLst>
                    <a:ext uri="{FF2B5EF4-FFF2-40B4-BE49-F238E27FC236}">
                      <a16:creationId xmlns:a16="http://schemas.microsoft.com/office/drawing/2014/main" id="{2CC93F69-F9E9-4B97-5DE7-951683139FF1}"/>
                    </a:ext>
                  </a:extLst>
                </p:cNvPr>
                <p:cNvSpPr txBox="1">
                  <a:spLocks noRot="1" noChangeAspect="1" noMove="1" noResize="1" noEditPoints="1" noAdjustHandles="1" noChangeArrowheads="1" noChangeShapeType="1" noTextEdit="1"/>
                </p:cNvSpPr>
                <p:nvPr/>
              </p:nvSpPr>
              <p:spPr>
                <a:xfrm>
                  <a:off x="7020000" y="3600000"/>
                  <a:ext cx="720000" cy="72000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3EB7A320-B414-D5DD-6276-C67D29856F7C}"/>
                    </a:ext>
                  </a:extLst>
                </p:cNvPr>
                <p:cNvSpPr txBox="1"/>
                <p:nvPr/>
              </p:nvSpPr>
              <p:spPr>
                <a:xfrm>
                  <a:off x="7740000" y="3600000"/>
                  <a:ext cx="720000" cy="720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39" name="文本框 38">
                  <a:extLst>
                    <a:ext uri="{FF2B5EF4-FFF2-40B4-BE49-F238E27FC236}">
                      <a16:creationId xmlns:a16="http://schemas.microsoft.com/office/drawing/2014/main" id="{3EB7A320-B414-D5DD-6276-C67D29856F7C}"/>
                    </a:ext>
                  </a:extLst>
                </p:cNvPr>
                <p:cNvSpPr txBox="1">
                  <a:spLocks noRot="1" noChangeAspect="1" noMove="1" noResize="1" noEditPoints="1" noAdjustHandles="1" noChangeArrowheads="1" noChangeShapeType="1" noTextEdit="1"/>
                </p:cNvSpPr>
                <p:nvPr/>
              </p:nvSpPr>
              <p:spPr>
                <a:xfrm>
                  <a:off x="7740000" y="3600000"/>
                  <a:ext cx="720000" cy="72000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5EBB00FF-D1E2-8DEC-8BC8-1765E00FD546}"/>
                    </a:ext>
                  </a:extLst>
                </p:cNvPr>
                <p:cNvSpPr txBox="1"/>
                <p:nvPr/>
              </p:nvSpPr>
              <p:spPr>
                <a:xfrm>
                  <a:off x="9540000" y="3600000"/>
                  <a:ext cx="720000" cy="720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40" name="文本框 39">
                  <a:extLst>
                    <a:ext uri="{FF2B5EF4-FFF2-40B4-BE49-F238E27FC236}">
                      <a16:creationId xmlns:a16="http://schemas.microsoft.com/office/drawing/2014/main" id="{5EBB00FF-D1E2-8DEC-8BC8-1765E00FD546}"/>
                    </a:ext>
                  </a:extLst>
                </p:cNvPr>
                <p:cNvSpPr txBox="1">
                  <a:spLocks noRot="1" noChangeAspect="1" noMove="1" noResize="1" noEditPoints="1" noAdjustHandles="1" noChangeArrowheads="1" noChangeShapeType="1" noTextEdit="1"/>
                </p:cNvSpPr>
                <p:nvPr/>
              </p:nvSpPr>
              <p:spPr>
                <a:xfrm>
                  <a:off x="9540000" y="3600000"/>
                  <a:ext cx="720000" cy="720000"/>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FAF65DCE-C3FA-B9C2-CC2C-9B004DE5208B}"/>
                    </a:ext>
                  </a:extLst>
                </p:cNvPr>
                <p:cNvSpPr txBox="1"/>
                <p:nvPr/>
              </p:nvSpPr>
              <p:spPr>
                <a:xfrm>
                  <a:off x="10260000" y="3600000"/>
                  <a:ext cx="720000" cy="72000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r>
                          <a:rPr lang="en-US" altLang="zh-CN" sz="3600" i="1" smtClean="0">
                            <a:solidFill>
                              <a:schemeClr val="tx1"/>
                            </a:solidFill>
                            <a:latin typeface="Cambria Math" panose="02040503050406030204" pitchFamily="18" charset="0"/>
                          </a:rPr>
                          <m:t>⋮</m:t>
                        </m:r>
                      </m:oMath>
                    </m:oMathPara>
                  </a14:m>
                  <a:endParaRPr lang="zh-CN" altLang="en-US" sz="3600" dirty="0">
                    <a:solidFill>
                      <a:schemeClr val="tx1"/>
                    </a:solidFill>
                  </a:endParaRPr>
                </a:p>
              </p:txBody>
            </p:sp>
          </mc:Choice>
          <mc:Fallback xmlns="">
            <p:sp>
              <p:nvSpPr>
                <p:cNvPr id="41" name="文本框 40">
                  <a:extLst>
                    <a:ext uri="{FF2B5EF4-FFF2-40B4-BE49-F238E27FC236}">
                      <a16:creationId xmlns:a16="http://schemas.microsoft.com/office/drawing/2014/main" id="{FAF65DCE-C3FA-B9C2-CC2C-9B004DE5208B}"/>
                    </a:ext>
                  </a:extLst>
                </p:cNvPr>
                <p:cNvSpPr txBox="1">
                  <a:spLocks noRot="1" noChangeAspect="1" noMove="1" noResize="1" noEditPoints="1" noAdjustHandles="1" noChangeArrowheads="1" noChangeShapeType="1" noTextEdit="1"/>
                </p:cNvSpPr>
                <p:nvPr/>
              </p:nvSpPr>
              <p:spPr>
                <a:xfrm>
                  <a:off x="10260000" y="3600000"/>
                  <a:ext cx="720000" cy="720000"/>
                </a:xfrm>
                <a:prstGeom prst="rect">
                  <a:avLst/>
                </a:prstGeom>
                <a:blipFill>
                  <a:blip r:embed="rId14"/>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4146516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69AFFC2-09F0-135A-BA73-D7591CC081BB}"/>
              </a:ext>
            </a:extLst>
          </p:cNvPr>
          <p:cNvPicPr>
            <a:picLocks noChangeAspect="1"/>
          </p:cNvPicPr>
          <p:nvPr/>
        </p:nvPicPr>
        <p:blipFill>
          <a:blip r:embed="rId2">
            <a:extLst>
              <a:ext uri="{28A0092B-C50C-407E-A947-70E740481C1C}">
                <a14:useLocalDpi xmlns:a14="http://schemas.microsoft.com/office/drawing/2010/main" val="0"/>
              </a:ext>
            </a:extLst>
          </a:blip>
          <a:srcRect l="3359" r="4769"/>
          <a:stretch>
            <a:fillRect/>
          </a:stretch>
        </p:blipFill>
        <p:spPr>
          <a:xfrm>
            <a:off x="8280000" y="1800000"/>
            <a:ext cx="3563813" cy="3240000"/>
          </a:xfrm>
          <a:prstGeom prst="rect">
            <a:avLst/>
          </a:prstGeom>
        </p:spPr>
      </p:pic>
      <p:sp>
        <p:nvSpPr>
          <p:cNvPr id="4" name="标题 1">
            <a:extLst>
              <a:ext uri="{FF2B5EF4-FFF2-40B4-BE49-F238E27FC236}">
                <a16:creationId xmlns:a16="http://schemas.microsoft.com/office/drawing/2014/main" id="{7F980EF5-7240-7590-EB10-E2AEA60ED11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 </a:t>
            </a:r>
            <a:r>
              <a:rPr lang="en-US" altLang="zh-CN" sz="3000" dirty="0"/>
              <a:t>—— </a:t>
            </a:r>
            <a:r>
              <a:rPr lang="en-US" altLang="zh-CN" sz="3000" dirty="0">
                <a:solidFill>
                  <a:srgbClr val="FFFF00"/>
                </a:solidFill>
              </a:rPr>
              <a:t>FPGA</a:t>
            </a:r>
          </a:p>
        </p:txBody>
      </p:sp>
      <p:grpSp>
        <p:nvGrpSpPr>
          <p:cNvPr id="5" name="组合 4">
            <a:extLst>
              <a:ext uri="{FF2B5EF4-FFF2-40B4-BE49-F238E27FC236}">
                <a16:creationId xmlns:a16="http://schemas.microsoft.com/office/drawing/2014/main" id="{F75A3653-804D-416E-3ED1-8B8A231CC742}"/>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0A2035EE-536C-817A-B6E7-7C138951F4F4}"/>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842BA9F8-DA0B-50DA-7CF6-13E89F3B285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9014791D-FC41-999C-FA5B-6900CE0A964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60A1FFED-38D5-F00D-F864-8A4F44C287F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10</a:t>
              </a:fld>
              <a:endParaRPr lang="zh-CN" altLang="en-US" sz="3200" dirty="0">
                <a:solidFill>
                  <a:schemeClr val="bg1"/>
                </a:solidFill>
                <a:latin typeface="Candara"/>
                <a:ea typeface="微软雅黑"/>
              </a:endParaRPr>
            </a:p>
          </p:txBody>
        </p:sp>
      </p:grpSp>
      <p:sp>
        <p:nvSpPr>
          <p:cNvPr id="10" name="文本框 9">
            <a:extLst>
              <a:ext uri="{FF2B5EF4-FFF2-40B4-BE49-F238E27FC236}">
                <a16:creationId xmlns:a16="http://schemas.microsoft.com/office/drawing/2014/main" id="{FDB6FB2C-7CE9-3727-3DFC-3E2B1F348FC5}"/>
              </a:ext>
            </a:extLst>
          </p:cNvPr>
          <p:cNvSpPr txBox="1"/>
          <p:nvPr/>
        </p:nvSpPr>
        <p:spPr>
          <a:xfrm>
            <a:off x="360000" y="828000"/>
            <a:ext cx="3240001" cy="2347630"/>
          </a:xfrm>
          <a:prstGeom prst="rect">
            <a:avLst/>
          </a:prstGeom>
          <a:noFill/>
        </p:spPr>
        <p:txBody>
          <a:bodyPr wrap="square">
            <a:spAutoFit/>
          </a:bodyPr>
          <a:lstStyle/>
          <a:p>
            <a:pPr>
              <a:lnSpc>
                <a:spcPct val="120000"/>
              </a:lnSpc>
              <a:spcAft>
                <a:spcPts val="600"/>
              </a:spcAft>
            </a:pPr>
            <a:r>
              <a:rPr lang="en-US" altLang="zh-CN" sz="2800" dirty="0">
                <a:solidFill>
                  <a:srgbClr val="002060"/>
                </a:solidFill>
                <a:latin typeface="微软雅黑" panose="020B0503020204020204" pitchFamily="34" charset="-122"/>
                <a:ea typeface="微软雅黑" panose="020B0503020204020204" pitchFamily="34" charset="-122"/>
              </a:rPr>
              <a:t>FPGA </a:t>
            </a:r>
            <a:r>
              <a:rPr lang="zh-CN" altLang="en-US" sz="2800" dirty="0">
                <a:solidFill>
                  <a:srgbClr val="002060"/>
                </a:solidFill>
                <a:latin typeface="微软雅黑" panose="020B0503020204020204" pitchFamily="34" charset="-122"/>
                <a:ea typeface="微软雅黑" panose="020B0503020204020204" pitchFamily="34" charset="-122"/>
              </a:rPr>
              <a:t>的结构</a:t>
            </a:r>
            <a:endParaRPr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lang="zh-CN" altLang="en-US" sz="2800" dirty="0">
                <a:solidFill>
                  <a:schemeClr val="accent5">
                    <a:lumMod val="75000"/>
                  </a:schemeClr>
                </a:solidFill>
                <a:latin typeface="微软雅黑" panose="020B0503020204020204" pitchFamily="34" charset="-122"/>
                <a:ea typeface="微软雅黑" panose="020B0503020204020204" pitchFamily="34" charset="-122"/>
              </a:rPr>
              <a:t>可编程逻辑块</a:t>
            </a:r>
            <a:endParaRPr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可编程连线资源</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可编程 </a:t>
            </a:r>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I/O </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块</a:t>
            </a:r>
          </a:p>
        </p:txBody>
      </p:sp>
      <p:pic>
        <p:nvPicPr>
          <p:cNvPr id="185" name="图片 184">
            <a:extLst>
              <a:ext uri="{FF2B5EF4-FFF2-40B4-BE49-F238E27FC236}">
                <a16:creationId xmlns:a16="http://schemas.microsoft.com/office/drawing/2014/main" id="{8184423E-6B67-37B0-43FC-95C1DCF4FF80}"/>
              </a:ext>
            </a:extLst>
          </p:cNvPr>
          <p:cNvPicPr>
            <a:picLocks noChangeAspect="1"/>
          </p:cNvPicPr>
          <p:nvPr/>
        </p:nvPicPr>
        <p:blipFill>
          <a:blip r:embed="rId3"/>
          <a:stretch>
            <a:fillRect/>
          </a:stretch>
        </p:blipFill>
        <p:spPr>
          <a:xfrm>
            <a:off x="3600000" y="1800000"/>
            <a:ext cx="4040933" cy="3240000"/>
          </a:xfrm>
          <a:prstGeom prst="rect">
            <a:avLst/>
          </a:prstGeom>
        </p:spPr>
      </p:pic>
      <p:grpSp>
        <p:nvGrpSpPr>
          <p:cNvPr id="193" name="组合 192">
            <a:extLst>
              <a:ext uri="{FF2B5EF4-FFF2-40B4-BE49-F238E27FC236}">
                <a16:creationId xmlns:a16="http://schemas.microsoft.com/office/drawing/2014/main" id="{78ABF252-F7CF-3444-A15A-C66FDC4D5F8C}"/>
              </a:ext>
            </a:extLst>
          </p:cNvPr>
          <p:cNvGrpSpPr/>
          <p:nvPr/>
        </p:nvGrpSpPr>
        <p:grpSpPr>
          <a:xfrm>
            <a:off x="3600000" y="5148000"/>
            <a:ext cx="2326529" cy="1120110"/>
            <a:chOff x="3600000" y="5306400"/>
            <a:chExt cx="2326529" cy="1120110"/>
          </a:xfrm>
        </p:grpSpPr>
        <p:sp>
          <p:nvSpPr>
            <p:cNvPr id="188" name="文本框 187">
              <a:extLst>
                <a:ext uri="{FF2B5EF4-FFF2-40B4-BE49-F238E27FC236}">
                  <a16:creationId xmlns:a16="http://schemas.microsoft.com/office/drawing/2014/main" id="{ACD7D03A-A35C-AE69-5210-794ABEE84493}"/>
                </a:ext>
              </a:extLst>
            </p:cNvPr>
            <p:cNvSpPr txBox="1"/>
            <p:nvPr/>
          </p:nvSpPr>
          <p:spPr>
            <a:xfrm>
              <a:off x="4428000" y="5306400"/>
              <a:ext cx="1191193" cy="400110"/>
            </a:xfrm>
            <a:prstGeom prst="rect">
              <a:avLst/>
            </a:prstGeom>
            <a:noFill/>
          </p:spPr>
          <p:txBody>
            <a:bodyPr wrap="square">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逻辑块</a:t>
              </a:r>
              <a:endParaRPr lang="zh-CN" altLang="en-US" sz="2000" dirty="0">
                <a:solidFill>
                  <a:srgbClr val="002060"/>
                </a:solidFill>
              </a:endParaRPr>
            </a:p>
          </p:txBody>
        </p:sp>
        <p:sp>
          <p:nvSpPr>
            <p:cNvPr id="186" name="矩形 185">
              <a:extLst>
                <a:ext uri="{FF2B5EF4-FFF2-40B4-BE49-F238E27FC236}">
                  <a16:creationId xmlns:a16="http://schemas.microsoft.com/office/drawing/2014/main" id="{D96CEB2A-DF6B-73B8-07EB-D27FE8D9ECC2}"/>
                </a:ext>
              </a:extLst>
            </p:cNvPr>
            <p:cNvSpPr/>
            <p:nvPr/>
          </p:nvSpPr>
          <p:spPr>
            <a:xfrm>
              <a:off x="3600000" y="6120000"/>
              <a:ext cx="427438" cy="213719"/>
            </a:xfrm>
            <a:prstGeom prst="rect">
              <a:avLst/>
            </a:prstGeom>
            <a:solidFill>
              <a:schemeClr val="bg1"/>
            </a:solidFill>
            <a:ln w="508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002060"/>
                </a:solidFill>
              </a:endParaRPr>
            </a:p>
          </p:txBody>
        </p:sp>
        <p:sp>
          <p:nvSpPr>
            <p:cNvPr id="187" name="矩形 186">
              <a:extLst>
                <a:ext uri="{FF2B5EF4-FFF2-40B4-BE49-F238E27FC236}">
                  <a16:creationId xmlns:a16="http://schemas.microsoft.com/office/drawing/2014/main" id="{3501E501-CF06-D677-26DD-97DA85C33DDB}"/>
                </a:ext>
              </a:extLst>
            </p:cNvPr>
            <p:cNvSpPr/>
            <p:nvPr/>
          </p:nvSpPr>
          <p:spPr>
            <a:xfrm>
              <a:off x="3816000" y="5400000"/>
              <a:ext cx="213719" cy="213719"/>
            </a:xfrm>
            <a:prstGeom prst="rect">
              <a:avLst/>
            </a:prstGeom>
            <a:solidFill>
              <a:srgbClr val="92D050"/>
            </a:solidFill>
            <a:ln w="38100">
              <a:solidFill>
                <a:srgbClr val="92D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2060"/>
                </a:solidFill>
              </a:endParaRPr>
            </a:p>
          </p:txBody>
        </p:sp>
        <p:sp>
          <p:nvSpPr>
            <p:cNvPr id="189" name="矩形 188">
              <a:extLst>
                <a:ext uri="{FF2B5EF4-FFF2-40B4-BE49-F238E27FC236}">
                  <a16:creationId xmlns:a16="http://schemas.microsoft.com/office/drawing/2014/main" id="{E08B8217-12DE-850B-1D83-367731408884}"/>
                </a:ext>
              </a:extLst>
            </p:cNvPr>
            <p:cNvSpPr/>
            <p:nvPr/>
          </p:nvSpPr>
          <p:spPr>
            <a:xfrm>
              <a:off x="3816000" y="5760000"/>
              <a:ext cx="213719" cy="213719"/>
            </a:xfrm>
            <a:prstGeom prst="rect">
              <a:avLst/>
            </a:prstGeom>
            <a:solidFill>
              <a:schemeClr val="accent5">
                <a:lumMod val="20000"/>
                <a:lumOff val="80000"/>
              </a:schemeClr>
            </a:solidFill>
            <a:ln w="127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002060"/>
                </a:solidFill>
              </a:endParaRPr>
            </a:p>
          </p:txBody>
        </p:sp>
        <p:sp>
          <p:nvSpPr>
            <p:cNvPr id="190" name="文本框 189">
              <a:extLst>
                <a:ext uri="{FF2B5EF4-FFF2-40B4-BE49-F238E27FC236}">
                  <a16:creationId xmlns:a16="http://schemas.microsoft.com/office/drawing/2014/main" id="{896A7794-772D-A211-66DC-C557972DE465}"/>
                </a:ext>
              </a:extLst>
            </p:cNvPr>
            <p:cNvSpPr txBox="1"/>
            <p:nvPr/>
          </p:nvSpPr>
          <p:spPr>
            <a:xfrm>
              <a:off x="4428000" y="5666804"/>
              <a:ext cx="1498529" cy="400110"/>
            </a:xfrm>
            <a:prstGeom prst="rect">
              <a:avLst/>
            </a:prstGeom>
            <a:noFill/>
          </p:spPr>
          <p:txBody>
            <a:bodyPr wrap="square">
              <a:spAutoFit/>
            </a:bodyPr>
            <a:lstStyle/>
            <a:p>
              <a:r>
                <a:rPr lang="zh-CN" altLang="en-US" sz="2000" dirty="0">
                  <a:solidFill>
                    <a:srgbClr val="002060"/>
                  </a:solidFill>
                  <a:latin typeface="微软雅黑" panose="020B0503020204020204" pitchFamily="34" charset="-122"/>
                  <a:ea typeface="微软雅黑" panose="020B0503020204020204" pitchFamily="34" charset="-122"/>
                </a:rPr>
                <a:t>互连开关</a:t>
              </a:r>
              <a:endParaRPr lang="zh-CN" altLang="en-US" sz="2000" dirty="0">
                <a:solidFill>
                  <a:srgbClr val="002060"/>
                </a:solidFill>
              </a:endParaRPr>
            </a:p>
          </p:txBody>
        </p:sp>
        <p:sp>
          <p:nvSpPr>
            <p:cNvPr id="191" name="文本框 190">
              <a:extLst>
                <a:ext uri="{FF2B5EF4-FFF2-40B4-BE49-F238E27FC236}">
                  <a16:creationId xmlns:a16="http://schemas.microsoft.com/office/drawing/2014/main" id="{955F8DC1-EFA2-66AC-1EFE-F327BF33DE4E}"/>
                </a:ext>
              </a:extLst>
            </p:cNvPr>
            <p:cNvSpPr txBox="1"/>
            <p:nvPr/>
          </p:nvSpPr>
          <p:spPr>
            <a:xfrm>
              <a:off x="4428000" y="6026400"/>
              <a:ext cx="1250594" cy="400110"/>
            </a:xfrm>
            <a:prstGeom prst="rect">
              <a:avLst/>
            </a:prstGeom>
            <a:noFill/>
          </p:spPr>
          <p:txBody>
            <a:bodyPr wrap="square">
              <a:spAutoFit/>
            </a:bodyPr>
            <a:lstStyle/>
            <a:p>
              <a:r>
                <a:rPr lang="en-US" altLang="zh-CN" sz="2000" dirty="0">
                  <a:solidFill>
                    <a:srgbClr val="002060"/>
                  </a:solidFill>
                  <a:latin typeface="微软雅黑" panose="020B0503020204020204" pitchFamily="34" charset="-122"/>
                  <a:ea typeface="微软雅黑" panose="020B0503020204020204" pitchFamily="34" charset="-122"/>
                </a:rPr>
                <a:t>I/O </a:t>
              </a:r>
              <a:r>
                <a:rPr lang="zh-CN" altLang="en-US" sz="2000" dirty="0">
                  <a:solidFill>
                    <a:srgbClr val="002060"/>
                  </a:solidFill>
                  <a:latin typeface="微软雅黑" panose="020B0503020204020204" pitchFamily="34" charset="-122"/>
                  <a:ea typeface="微软雅黑" panose="020B0503020204020204" pitchFamily="34" charset="-122"/>
                </a:rPr>
                <a:t>块</a:t>
              </a:r>
              <a:endParaRPr lang="zh-CN" altLang="en-US" sz="2000" dirty="0">
                <a:solidFill>
                  <a:srgbClr val="002060"/>
                </a:solidFill>
              </a:endParaRPr>
            </a:p>
          </p:txBody>
        </p:sp>
      </p:grpSp>
    </p:spTree>
    <p:extLst>
      <p:ext uri="{BB962C8B-B14F-4D97-AF65-F5344CB8AC3E}">
        <p14:creationId xmlns:p14="http://schemas.microsoft.com/office/powerpoint/2010/main" val="1522692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3C02E-8ED2-1A96-58B9-CED65B8D8D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6CF8B2C-2741-A990-7C5F-09586D61A9D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 </a:t>
            </a:r>
            <a:r>
              <a:rPr lang="en-US" altLang="zh-CN" sz="3000" dirty="0"/>
              <a:t>—— </a:t>
            </a:r>
            <a:r>
              <a:rPr lang="en-US" altLang="zh-CN" sz="3000" dirty="0">
                <a:solidFill>
                  <a:srgbClr val="FFFF00"/>
                </a:solidFill>
              </a:rPr>
              <a:t>FPGA</a:t>
            </a:r>
          </a:p>
        </p:txBody>
      </p:sp>
      <p:grpSp>
        <p:nvGrpSpPr>
          <p:cNvPr id="3" name="组合 2">
            <a:extLst>
              <a:ext uri="{FF2B5EF4-FFF2-40B4-BE49-F238E27FC236}">
                <a16:creationId xmlns:a16="http://schemas.microsoft.com/office/drawing/2014/main" id="{FE139155-6D38-9267-C621-B06346030804}"/>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D072E4FA-1631-9133-AB7F-B24CA6DA5154}"/>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CDBC3A38-4ACE-D3DD-8780-7959569A1B1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B4B3CFDB-C95E-80DA-AF07-BA560B0B9C2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0E193888-54BF-354E-DAF1-BB1CC7AF17E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11</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A15B169C-6685-7D41-02F0-6D746A28A5C4}"/>
              </a:ext>
            </a:extLst>
          </p:cNvPr>
          <p:cNvSpPr txBox="1"/>
          <p:nvPr/>
        </p:nvSpPr>
        <p:spPr>
          <a:xfrm>
            <a:off x="359999" y="828000"/>
            <a:ext cx="7454822" cy="161210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逻辑块中的查找表（</a:t>
            </a:r>
            <a:r>
              <a:rPr lang="en-US" altLang="zh-CN" sz="2800" dirty="0">
                <a:solidFill>
                  <a:srgbClr val="002060"/>
                </a:solidFill>
                <a:latin typeface="微软雅黑" panose="020B0503020204020204" pitchFamily="34" charset="-122"/>
                <a:ea typeface="微软雅黑" panose="020B0503020204020204" pitchFamily="34" charset="-122"/>
              </a:rPr>
              <a:t>Look-Up Table</a:t>
            </a:r>
            <a:r>
              <a:rPr lang="zh-CN" altLang="en-US" sz="2800" dirty="0">
                <a:solidFill>
                  <a:srgbClr val="002060"/>
                </a:solidFill>
                <a:latin typeface="微软雅黑" panose="020B0503020204020204" pitchFamily="34" charset="-122"/>
                <a:ea typeface="微软雅黑" panose="020B0503020204020204" pitchFamily="34" charset="-122"/>
              </a:rPr>
              <a:t>，</a:t>
            </a:r>
            <a:r>
              <a:rPr lang="en-US" altLang="zh-CN" sz="2800" dirty="0">
                <a:solidFill>
                  <a:srgbClr val="002060"/>
                </a:solidFill>
                <a:latin typeface="微软雅黑" panose="020B0503020204020204" pitchFamily="34" charset="-122"/>
                <a:ea typeface="微软雅黑" panose="020B0503020204020204" pitchFamily="34" charset="-122"/>
              </a:rPr>
              <a:t>LUT</a:t>
            </a:r>
            <a:r>
              <a:rPr lang="zh-CN" altLang="en-US" sz="2800" dirty="0">
                <a:solidFill>
                  <a:srgbClr val="002060"/>
                </a:solidFill>
                <a:latin typeface="微软雅黑" panose="020B0503020204020204" pitchFamily="34" charset="-122"/>
                <a:ea typeface="微软雅黑" panose="020B0503020204020204" pitchFamily="34" charset="-122"/>
              </a:rPr>
              <a:t>）</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由若干存储单元和数据选择器构成</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是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FPGA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实现逻辑函数的基本逻辑单元</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176" name="组合 175">
            <a:extLst>
              <a:ext uri="{FF2B5EF4-FFF2-40B4-BE49-F238E27FC236}">
                <a16:creationId xmlns:a16="http://schemas.microsoft.com/office/drawing/2014/main" id="{7CC52B09-0B48-553B-2713-D7745DBF2EAF}"/>
              </a:ext>
            </a:extLst>
          </p:cNvPr>
          <p:cNvGrpSpPr/>
          <p:nvPr/>
        </p:nvGrpSpPr>
        <p:grpSpPr>
          <a:xfrm>
            <a:off x="5760000" y="4320000"/>
            <a:ext cx="2567566" cy="1219364"/>
            <a:chOff x="5445233" y="4325081"/>
            <a:chExt cx="2567566" cy="1219364"/>
          </a:xfrm>
        </p:grpSpPr>
        <p:cxnSp>
          <p:nvCxnSpPr>
            <p:cNvPr id="161" name="直接连接符 160">
              <a:extLst>
                <a:ext uri="{FF2B5EF4-FFF2-40B4-BE49-F238E27FC236}">
                  <a16:creationId xmlns:a16="http://schemas.microsoft.com/office/drawing/2014/main" id="{512D4EB5-A82E-0D18-320D-345860A5EB56}"/>
                </a:ext>
              </a:extLst>
            </p:cNvPr>
            <p:cNvCxnSpPr>
              <a:cxnSpLocks/>
            </p:cNvCxnSpPr>
            <p:nvPr/>
          </p:nvCxnSpPr>
          <p:spPr>
            <a:xfrm>
              <a:off x="5857461" y="4934763"/>
              <a:ext cx="184205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矩形 158">
              <a:extLst>
                <a:ext uri="{FF2B5EF4-FFF2-40B4-BE49-F238E27FC236}">
                  <a16:creationId xmlns:a16="http://schemas.microsoft.com/office/drawing/2014/main" id="{339C1101-884D-901D-D06A-8A6A803FD33E}"/>
                </a:ext>
              </a:extLst>
            </p:cNvPr>
            <p:cNvSpPr/>
            <p:nvPr/>
          </p:nvSpPr>
          <p:spPr>
            <a:xfrm>
              <a:off x="6257999" y="4325081"/>
              <a:ext cx="1110209" cy="1219364"/>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LUT</a:t>
              </a:r>
              <a:endParaRPr lang="zh-CN" altLang="en-US" sz="2400" dirty="0">
                <a:latin typeface="微软雅黑" panose="020B0503020204020204" pitchFamily="34" charset="-122"/>
                <a:ea typeface="微软雅黑" panose="020B0503020204020204" pitchFamily="34" charset="-122"/>
              </a:endParaRPr>
            </a:p>
          </p:txBody>
        </p:sp>
        <p:cxnSp>
          <p:nvCxnSpPr>
            <p:cNvPr id="166" name="直接连接符 165">
              <a:extLst>
                <a:ext uri="{FF2B5EF4-FFF2-40B4-BE49-F238E27FC236}">
                  <a16:creationId xmlns:a16="http://schemas.microsoft.com/office/drawing/2014/main" id="{9C967069-E6C8-8893-3722-FA6E98591E60}"/>
                </a:ext>
              </a:extLst>
            </p:cNvPr>
            <p:cNvCxnSpPr>
              <a:cxnSpLocks/>
            </p:cNvCxnSpPr>
            <p:nvPr/>
          </p:nvCxnSpPr>
          <p:spPr>
            <a:xfrm>
              <a:off x="5857461" y="4590000"/>
              <a:ext cx="4005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a:extLst>
                <a:ext uri="{FF2B5EF4-FFF2-40B4-BE49-F238E27FC236}">
                  <a16:creationId xmlns:a16="http://schemas.microsoft.com/office/drawing/2014/main" id="{C40CB464-6811-6C74-EE6B-B577CA097A8E}"/>
                </a:ext>
              </a:extLst>
            </p:cNvPr>
            <p:cNvCxnSpPr>
              <a:cxnSpLocks/>
            </p:cNvCxnSpPr>
            <p:nvPr/>
          </p:nvCxnSpPr>
          <p:spPr>
            <a:xfrm>
              <a:off x="5857461" y="5284800"/>
              <a:ext cx="4005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0" name="文本框 169">
                  <a:extLst>
                    <a:ext uri="{FF2B5EF4-FFF2-40B4-BE49-F238E27FC236}">
                      <a16:creationId xmlns:a16="http://schemas.microsoft.com/office/drawing/2014/main" id="{0B3674C1-5929-1AB2-0957-D02154B42FF0}"/>
                    </a:ext>
                  </a:extLst>
                </p:cNvPr>
                <p:cNvSpPr txBox="1"/>
                <p:nvPr/>
              </p:nvSpPr>
              <p:spPr>
                <a:xfrm>
                  <a:off x="5445233" y="4358950"/>
                  <a:ext cx="41222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2</m:t>
                            </m:r>
                          </m:sub>
                        </m:sSub>
                      </m:oMath>
                    </m:oMathPara>
                  </a14:m>
                  <a:endParaRPr lang="zh-CN" altLang="en-US" sz="2400" dirty="0"/>
                </a:p>
              </p:txBody>
            </p:sp>
          </mc:Choice>
          <mc:Fallback xmlns="">
            <p:sp>
              <p:nvSpPr>
                <p:cNvPr id="170" name="文本框 169">
                  <a:extLst>
                    <a:ext uri="{FF2B5EF4-FFF2-40B4-BE49-F238E27FC236}">
                      <a16:creationId xmlns:a16="http://schemas.microsoft.com/office/drawing/2014/main" id="{0B3674C1-5929-1AB2-0957-D02154B42FF0}"/>
                    </a:ext>
                  </a:extLst>
                </p:cNvPr>
                <p:cNvSpPr txBox="1">
                  <a:spLocks noRot="1" noChangeAspect="1" noMove="1" noResize="1" noEditPoints="1" noAdjustHandles="1" noChangeArrowheads="1" noChangeShapeType="1" noTextEdit="1"/>
                </p:cNvSpPr>
                <p:nvPr/>
              </p:nvSpPr>
              <p:spPr>
                <a:xfrm>
                  <a:off x="5445233" y="4358950"/>
                  <a:ext cx="412228" cy="461665"/>
                </a:xfrm>
                <a:prstGeom prst="rect">
                  <a:avLst/>
                </a:prstGeom>
                <a:blipFill>
                  <a:blip r:embed="rId3"/>
                  <a:stretch>
                    <a:fillRect l="-4412" r="-7353"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1" name="文本框 170">
                  <a:extLst>
                    <a:ext uri="{FF2B5EF4-FFF2-40B4-BE49-F238E27FC236}">
                      <a16:creationId xmlns:a16="http://schemas.microsoft.com/office/drawing/2014/main" id="{E1C00F09-FEDF-CE0B-B78B-CDF7840451CE}"/>
                    </a:ext>
                  </a:extLst>
                </p:cNvPr>
                <p:cNvSpPr txBox="1"/>
                <p:nvPr/>
              </p:nvSpPr>
              <p:spPr>
                <a:xfrm>
                  <a:off x="5445233" y="5052432"/>
                  <a:ext cx="41222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400" dirty="0"/>
                </a:p>
              </p:txBody>
            </p:sp>
          </mc:Choice>
          <mc:Fallback xmlns="">
            <p:sp>
              <p:nvSpPr>
                <p:cNvPr id="171" name="文本框 170">
                  <a:extLst>
                    <a:ext uri="{FF2B5EF4-FFF2-40B4-BE49-F238E27FC236}">
                      <a16:creationId xmlns:a16="http://schemas.microsoft.com/office/drawing/2014/main" id="{E1C00F09-FEDF-CE0B-B78B-CDF7840451CE}"/>
                    </a:ext>
                  </a:extLst>
                </p:cNvPr>
                <p:cNvSpPr txBox="1">
                  <a:spLocks noRot="1" noChangeAspect="1" noMove="1" noResize="1" noEditPoints="1" noAdjustHandles="1" noChangeArrowheads="1" noChangeShapeType="1" noTextEdit="1"/>
                </p:cNvSpPr>
                <p:nvPr/>
              </p:nvSpPr>
              <p:spPr>
                <a:xfrm>
                  <a:off x="5445233" y="5052432"/>
                  <a:ext cx="412228" cy="461665"/>
                </a:xfrm>
                <a:prstGeom prst="rect">
                  <a:avLst/>
                </a:prstGeom>
                <a:blipFill>
                  <a:blip r:embed="rId4"/>
                  <a:stretch>
                    <a:fillRect l="-4412" r="-7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2" name="文本框 171">
                  <a:extLst>
                    <a:ext uri="{FF2B5EF4-FFF2-40B4-BE49-F238E27FC236}">
                      <a16:creationId xmlns:a16="http://schemas.microsoft.com/office/drawing/2014/main" id="{1B0BD922-F2CE-6CC0-55E4-A7E017FBFECD}"/>
                    </a:ext>
                  </a:extLst>
                </p:cNvPr>
                <p:cNvSpPr txBox="1"/>
                <p:nvPr/>
              </p:nvSpPr>
              <p:spPr>
                <a:xfrm>
                  <a:off x="5445233" y="4703930"/>
                  <a:ext cx="41222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lang="zh-CN" altLang="en-US" sz="2400" dirty="0"/>
                </a:p>
              </p:txBody>
            </p:sp>
          </mc:Choice>
          <mc:Fallback xmlns="">
            <p:sp>
              <p:nvSpPr>
                <p:cNvPr id="172" name="文本框 171">
                  <a:extLst>
                    <a:ext uri="{FF2B5EF4-FFF2-40B4-BE49-F238E27FC236}">
                      <a16:creationId xmlns:a16="http://schemas.microsoft.com/office/drawing/2014/main" id="{1B0BD922-F2CE-6CC0-55E4-A7E017FBFECD}"/>
                    </a:ext>
                  </a:extLst>
                </p:cNvPr>
                <p:cNvSpPr txBox="1">
                  <a:spLocks noRot="1" noChangeAspect="1" noMove="1" noResize="1" noEditPoints="1" noAdjustHandles="1" noChangeArrowheads="1" noChangeShapeType="1" noTextEdit="1"/>
                </p:cNvSpPr>
                <p:nvPr/>
              </p:nvSpPr>
              <p:spPr>
                <a:xfrm>
                  <a:off x="5445233" y="4703930"/>
                  <a:ext cx="412228" cy="461665"/>
                </a:xfrm>
                <a:prstGeom prst="rect">
                  <a:avLst/>
                </a:prstGeom>
                <a:blipFill>
                  <a:blip r:embed="rId5"/>
                  <a:stretch>
                    <a:fillRect l="-4412" r="-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3" name="文本框 172">
                  <a:extLst>
                    <a:ext uri="{FF2B5EF4-FFF2-40B4-BE49-F238E27FC236}">
                      <a16:creationId xmlns:a16="http://schemas.microsoft.com/office/drawing/2014/main" id="{37AD5CE8-A618-0A61-71F0-E6B79A58F8A0}"/>
                    </a:ext>
                  </a:extLst>
                </p:cNvPr>
                <p:cNvSpPr txBox="1"/>
                <p:nvPr/>
              </p:nvSpPr>
              <p:spPr>
                <a:xfrm>
                  <a:off x="7665543" y="4703929"/>
                  <a:ext cx="3472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400" dirty="0"/>
                </a:p>
              </p:txBody>
            </p:sp>
          </mc:Choice>
          <mc:Fallback xmlns="">
            <p:sp>
              <p:nvSpPr>
                <p:cNvPr id="173" name="文本框 172">
                  <a:extLst>
                    <a:ext uri="{FF2B5EF4-FFF2-40B4-BE49-F238E27FC236}">
                      <a16:creationId xmlns:a16="http://schemas.microsoft.com/office/drawing/2014/main" id="{37AD5CE8-A618-0A61-71F0-E6B79A58F8A0}"/>
                    </a:ext>
                  </a:extLst>
                </p:cNvPr>
                <p:cNvSpPr txBox="1">
                  <a:spLocks noRot="1" noChangeAspect="1" noMove="1" noResize="1" noEditPoints="1" noAdjustHandles="1" noChangeArrowheads="1" noChangeShapeType="1" noTextEdit="1"/>
                </p:cNvSpPr>
                <p:nvPr/>
              </p:nvSpPr>
              <p:spPr>
                <a:xfrm>
                  <a:off x="7665543" y="4703929"/>
                  <a:ext cx="347256" cy="461665"/>
                </a:xfrm>
                <a:prstGeom prst="rect">
                  <a:avLst/>
                </a:prstGeom>
                <a:blipFill>
                  <a:blip r:embed="rId6"/>
                  <a:stretch>
                    <a:fillRect l="-3509" r="-8772"/>
                  </a:stretch>
                </a:blipFill>
              </p:spPr>
              <p:txBody>
                <a:bodyPr/>
                <a:lstStyle/>
                <a:p>
                  <a:r>
                    <a:rPr lang="zh-CN" altLang="en-US">
                      <a:noFill/>
                    </a:rPr>
                    <a:t> </a:t>
                  </a:r>
                </a:p>
              </p:txBody>
            </p:sp>
          </mc:Fallback>
        </mc:AlternateContent>
      </p:grpSp>
      <p:sp>
        <p:nvSpPr>
          <p:cNvPr id="178" name="文本框 177">
            <a:extLst>
              <a:ext uri="{FF2B5EF4-FFF2-40B4-BE49-F238E27FC236}">
                <a16:creationId xmlns:a16="http://schemas.microsoft.com/office/drawing/2014/main" id="{DF5607FE-BB87-3BFC-0F03-F0F2CFED3C47}"/>
              </a:ext>
            </a:extLst>
          </p:cNvPr>
          <p:cNvSpPr txBox="1"/>
          <p:nvPr/>
        </p:nvSpPr>
        <p:spPr>
          <a:xfrm>
            <a:off x="7560000" y="6192000"/>
            <a:ext cx="2268711" cy="461665"/>
          </a:xfrm>
          <a:prstGeom prst="rect">
            <a:avLst/>
          </a:prstGeom>
          <a:noFill/>
        </p:spPr>
        <p:txBody>
          <a:bodyPr wrap="square">
            <a:spAutoFit/>
          </a:bodyPr>
          <a:lstStyle/>
          <a:p>
            <a:pPr algn="ct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三输入查找表</a:t>
            </a:r>
            <a:endParaRPr lang="zh-CN" altLang="en-US" sz="2400" dirty="0"/>
          </a:p>
        </p:txBody>
      </p:sp>
      <p:grpSp>
        <p:nvGrpSpPr>
          <p:cNvPr id="20" name="组合 19">
            <a:extLst>
              <a:ext uri="{FF2B5EF4-FFF2-40B4-BE49-F238E27FC236}">
                <a16:creationId xmlns:a16="http://schemas.microsoft.com/office/drawing/2014/main" id="{BBF3E4F8-07C0-AAE4-B4F3-297A9B0237B9}"/>
              </a:ext>
            </a:extLst>
          </p:cNvPr>
          <p:cNvGrpSpPr/>
          <p:nvPr/>
        </p:nvGrpSpPr>
        <p:grpSpPr>
          <a:xfrm>
            <a:off x="7920000" y="924941"/>
            <a:ext cx="4124098" cy="5093042"/>
            <a:chOff x="2941200" y="972000"/>
            <a:chExt cx="4124098" cy="5093042"/>
          </a:xfrm>
        </p:grpSpPr>
        <p:sp>
          <p:nvSpPr>
            <p:cNvPr id="22" name="矩形 21">
              <a:extLst>
                <a:ext uri="{FF2B5EF4-FFF2-40B4-BE49-F238E27FC236}">
                  <a16:creationId xmlns:a16="http://schemas.microsoft.com/office/drawing/2014/main" id="{A42C6B33-F10B-8092-B14B-41AB4F1CC607}"/>
                </a:ext>
              </a:extLst>
            </p:cNvPr>
            <p:cNvSpPr/>
            <p:nvPr/>
          </p:nvSpPr>
          <p:spPr>
            <a:xfrm>
              <a:off x="3668400" y="4946227"/>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3" name="梯形 22">
              <a:extLst>
                <a:ext uri="{FF2B5EF4-FFF2-40B4-BE49-F238E27FC236}">
                  <a16:creationId xmlns:a16="http://schemas.microsoft.com/office/drawing/2014/main" id="{71D43109-C9CA-D230-721F-6CFF1C5C58E7}"/>
                </a:ext>
              </a:extLst>
            </p:cNvPr>
            <p:cNvSpPr/>
            <p:nvPr/>
          </p:nvSpPr>
          <p:spPr>
            <a:xfrm rot="5400000">
              <a:off x="4231444" y="5281455"/>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24" name="直接连接符 23">
              <a:extLst>
                <a:ext uri="{FF2B5EF4-FFF2-40B4-BE49-F238E27FC236}">
                  <a16:creationId xmlns:a16="http://schemas.microsoft.com/office/drawing/2014/main" id="{A6B67510-D8C1-F7B2-4280-C2EB5F91A16E}"/>
                </a:ext>
              </a:extLst>
            </p:cNvPr>
            <p:cNvCxnSpPr>
              <a:cxnSpLocks/>
              <a:stCxn id="23" idx="0"/>
            </p:cNvCxnSpPr>
            <p:nvPr/>
          </p:nvCxnSpPr>
          <p:spPr>
            <a:xfrm>
              <a:off x="4847105" y="5456380"/>
              <a:ext cx="2315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F6A9C961-D99E-5FEE-1521-F1B5D9077792}"/>
                </a:ext>
              </a:extLst>
            </p:cNvPr>
            <p:cNvSpPr/>
            <p:nvPr/>
          </p:nvSpPr>
          <p:spPr>
            <a:xfrm>
              <a:off x="3668400" y="3928341"/>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0" name="梯形 29">
              <a:extLst>
                <a:ext uri="{FF2B5EF4-FFF2-40B4-BE49-F238E27FC236}">
                  <a16:creationId xmlns:a16="http://schemas.microsoft.com/office/drawing/2014/main" id="{D0AC152E-204C-9A12-6FDB-7E0BFF7A3F5B}"/>
                </a:ext>
              </a:extLst>
            </p:cNvPr>
            <p:cNvSpPr/>
            <p:nvPr/>
          </p:nvSpPr>
          <p:spPr>
            <a:xfrm rot="5400000">
              <a:off x="4231444" y="4263569"/>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33" name="直接连接符 32">
              <a:extLst>
                <a:ext uri="{FF2B5EF4-FFF2-40B4-BE49-F238E27FC236}">
                  <a16:creationId xmlns:a16="http://schemas.microsoft.com/office/drawing/2014/main" id="{1408A52F-ADDE-C2DE-C0AD-17380FC7627E}"/>
                </a:ext>
              </a:extLst>
            </p:cNvPr>
            <p:cNvCxnSpPr>
              <a:cxnSpLocks/>
              <a:stCxn id="30" idx="0"/>
            </p:cNvCxnSpPr>
            <p:nvPr/>
          </p:nvCxnSpPr>
          <p:spPr>
            <a:xfrm>
              <a:off x="4847105" y="4438494"/>
              <a:ext cx="2315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7EB2466F-AB4E-01D6-07D3-FB70131ED2D6}"/>
                </a:ext>
              </a:extLst>
            </p:cNvPr>
            <p:cNvSpPr/>
            <p:nvPr/>
          </p:nvSpPr>
          <p:spPr>
            <a:xfrm>
              <a:off x="3668400" y="2910019"/>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5" name="梯形 34">
              <a:extLst>
                <a:ext uri="{FF2B5EF4-FFF2-40B4-BE49-F238E27FC236}">
                  <a16:creationId xmlns:a16="http://schemas.microsoft.com/office/drawing/2014/main" id="{9CA79452-3119-1658-6152-1A46BA5115C5}"/>
                </a:ext>
              </a:extLst>
            </p:cNvPr>
            <p:cNvSpPr/>
            <p:nvPr/>
          </p:nvSpPr>
          <p:spPr>
            <a:xfrm rot="5400000">
              <a:off x="4231444" y="3245247"/>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36" name="直接连接符 35">
              <a:extLst>
                <a:ext uri="{FF2B5EF4-FFF2-40B4-BE49-F238E27FC236}">
                  <a16:creationId xmlns:a16="http://schemas.microsoft.com/office/drawing/2014/main" id="{39DFEAB7-EE3B-3EDB-3DA5-9EB18CFF3A3E}"/>
                </a:ext>
              </a:extLst>
            </p:cNvPr>
            <p:cNvCxnSpPr>
              <a:cxnSpLocks/>
              <a:stCxn id="35" idx="0"/>
            </p:cNvCxnSpPr>
            <p:nvPr/>
          </p:nvCxnSpPr>
          <p:spPr>
            <a:xfrm>
              <a:off x="4847105" y="3420172"/>
              <a:ext cx="2315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3ECAB369-5AC5-EA68-FFAD-AED93FA4777B}"/>
                </a:ext>
              </a:extLst>
            </p:cNvPr>
            <p:cNvSpPr/>
            <p:nvPr/>
          </p:nvSpPr>
          <p:spPr>
            <a:xfrm>
              <a:off x="3668400" y="1892134"/>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8" name="梯形 37">
              <a:extLst>
                <a:ext uri="{FF2B5EF4-FFF2-40B4-BE49-F238E27FC236}">
                  <a16:creationId xmlns:a16="http://schemas.microsoft.com/office/drawing/2014/main" id="{B14466D0-2F82-EB02-B0BD-22004F67AE27}"/>
                </a:ext>
              </a:extLst>
            </p:cNvPr>
            <p:cNvSpPr/>
            <p:nvPr/>
          </p:nvSpPr>
          <p:spPr>
            <a:xfrm rot="5400000">
              <a:off x="4231444" y="2227362"/>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39" name="直接连接符 38">
              <a:extLst>
                <a:ext uri="{FF2B5EF4-FFF2-40B4-BE49-F238E27FC236}">
                  <a16:creationId xmlns:a16="http://schemas.microsoft.com/office/drawing/2014/main" id="{115496DC-4AA4-A371-32FE-55EA88EBF952}"/>
                </a:ext>
              </a:extLst>
            </p:cNvPr>
            <p:cNvCxnSpPr>
              <a:cxnSpLocks/>
              <a:stCxn id="38" idx="0"/>
            </p:cNvCxnSpPr>
            <p:nvPr/>
          </p:nvCxnSpPr>
          <p:spPr>
            <a:xfrm>
              <a:off x="4847105" y="2402287"/>
              <a:ext cx="2315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E653D123-F94D-F685-247D-9AC54215F8A9}"/>
                </a:ext>
              </a:extLst>
            </p:cNvPr>
            <p:cNvCxnSpPr>
              <a:cxnSpLocks/>
              <a:stCxn id="37" idx="1"/>
              <a:endCxn id="37" idx="3"/>
            </p:cNvCxnSpPr>
            <p:nvPr/>
          </p:nvCxnSpPr>
          <p:spPr>
            <a:xfrm>
              <a:off x="3668400" y="2402286"/>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D79AC118-F479-A725-69FD-68C4D7A7681A}"/>
                </a:ext>
              </a:extLst>
            </p:cNvPr>
            <p:cNvCxnSpPr>
              <a:cxnSpLocks/>
              <a:stCxn id="34" idx="1"/>
              <a:endCxn id="34" idx="3"/>
            </p:cNvCxnSpPr>
            <p:nvPr/>
          </p:nvCxnSpPr>
          <p:spPr>
            <a:xfrm>
              <a:off x="3668400" y="3420171"/>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4012DCA-4E00-669C-1A8B-353A518C2CB6}"/>
                </a:ext>
              </a:extLst>
            </p:cNvPr>
            <p:cNvCxnSpPr>
              <a:cxnSpLocks/>
              <a:stCxn id="25" idx="1"/>
              <a:endCxn id="25" idx="3"/>
            </p:cNvCxnSpPr>
            <p:nvPr/>
          </p:nvCxnSpPr>
          <p:spPr>
            <a:xfrm>
              <a:off x="3668400" y="4438493"/>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80662C3-DEEB-6B5B-8D25-626F0C552D1C}"/>
                </a:ext>
              </a:extLst>
            </p:cNvPr>
            <p:cNvCxnSpPr>
              <a:cxnSpLocks/>
              <a:stCxn id="22" idx="1"/>
              <a:endCxn id="22" idx="3"/>
            </p:cNvCxnSpPr>
            <p:nvPr/>
          </p:nvCxnSpPr>
          <p:spPr>
            <a:xfrm>
              <a:off x="3668400" y="5456379"/>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梯形 47">
              <a:extLst>
                <a:ext uri="{FF2B5EF4-FFF2-40B4-BE49-F238E27FC236}">
                  <a16:creationId xmlns:a16="http://schemas.microsoft.com/office/drawing/2014/main" id="{B6301E19-84D5-31E8-05E9-74D5DB91FBE5}"/>
                </a:ext>
              </a:extLst>
            </p:cNvPr>
            <p:cNvSpPr/>
            <p:nvPr/>
          </p:nvSpPr>
          <p:spPr>
            <a:xfrm rot="5400000">
              <a:off x="4984740" y="4773177"/>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50" name="直接连接符 49">
              <a:extLst>
                <a:ext uri="{FF2B5EF4-FFF2-40B4-BE49-F238E27FC236}">
                  <a16:creationId xmlns:a16="http://schemas.microsoft.com/office/drawing/2014/main" id="{3EDB1CA2-E165-8A36-EBF8-FA8D38EBA9FA}"/>
                </a:ext>
              </a:extLst>
            </p:cNvPr>
            <p:cNvCxnSpPr>
              <a:cxnSpLocks/>
            </p:cNvCxnSpPr>
            <p:nvPr/>
          </p:nvCxnSpPr>
          <p:spPr>
            <a:xfrm>
              <a:off x="5078964" y="4719600"/>
              <a:ext cx="1715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A2D128C3-4E21-6D61-6F2A-3F18FC38FC4D}"/>
                </a:ext>
              </a:extLst>
            </p:cNvPr>
            <p:cNvCxnSpPr>
              <a:cxnSpLocks/>
            </p:cNvCxnSpPr>
            <p:nvPr/>
          </p:nvCxnSpPr>
          <p:spPr>
            <a:xfrm>
              <a:off x="5078617" y="5176800"/>
              <a:ext cx="1719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262FA67E-BDE5-6DBC-15D7-C15503B9EEFC}"/>
                </a:ext>
              </a:extLst>
            </p:cNvPr>
            <p:cNvCxnSpPr>
              <a:cxnSpLocks/>
              <a:stCxn id="48" idx="0"/>
            </p:cNvCxnSpPr>
            <p:nvPr/>
          </p:nvCxnSpPr>
          <p:spPr>
            <a:xfrm>
              <a:off x="5600401" y="4948102"/>
              <a:ext cx="2375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梯形 57">
              <a:extLst>
                <a:ext uri="{FF2B5EF4-FFF2-40B4-BE49-F238E27FC236}">
                  <a16:creationId xmlns:a16="http://schemas.microsoft.com/office/drawing/2014/main" id="{B65BCCF6-5D4A-8234-AA7A-1849E076122B}"/>
                </a:ext>
              </a:extLst>
            </p:cNvPr>
            <p:cNvSpPr/>
            <p:nvPr/>
          </p:nvSpPr>
          <p:spPr>
            <a:xfrm rot="5400000">
              <a:off x="4984740" y="2735094"/>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61" name="直接连接符 60">
              <a:extLst>
                <a:ext uri="{FF2B5EF4-FFF2-40B4-BE49-F238E27FC236}">
                  <a16:creationId xmlns:a16="http://schemas.microsoft.com/office/drawing/2014/main" id="{122DEE29-A1E7-5BB9-D227-409ED6A20618}"/>
                </a:ext>
              </a:extLst>
            </p:cNvPr>
            <p:cNvCxnSpPr>
              <a:cxnSpLocks/>
            </p:cNvCxnSpPr>
            <p:nvPr/>
          </p:nvCxnSpPr>
          <p:spPr>
            <a:xfrm>
              <a:off x="5078617" y="2681888"/>
              <a:ext cx="1719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00CC32FE-E85E-05F6-4CBA-E8FD9D13019B}"/>
                </a:ext>
              </a:extLst>
            </p:cNvPr>
            <p:cNvCxnSpPr>
              <a:cxnSpLocks/>
            </p:cNvCxnSpPr>
            <p:nvPr/>
          </p:nvCxnSpPr>
          <p:spPr>
            <a:xfrm>
              <a:off x="5078617" y="3140134"/>
              <a:ext cx="1719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A8A6CAE0-B89F-3D72-7D47-D49B4DA84166}"/>
                </a:ext>
              </a:extLst>
            </p:cNvPr>
            <p:cNvCxnSpPr>
              <a:cxnSpLocks/>
              <a:stCxn id="58" idx="0"/>
            </p:cNvCxnSpPr>
            <p:nvPr/>
          </p:nvCxnSpPr>
          <p:spPr>
            <a:xfrm>
              <a:off x="5600401" y="2910019"/>
              <a:ext cx="2375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梯形 65">
              <a:extLst>
                <a:ext uri="{FF2B5EF4-FFF2-40B4-BE49-F238E27FC236}">
                  <a16:creationId xmlns:a16="http://schemas.microsoft.com/office/drawing/2014/main" id="{0FFB6237-9EC9-E9D9-1E9F-F6E5BB619933}"/>
                </a:ext>
              </a:extLst>
            </p:cNvPr>
            <p:cNvSpPr/>
            <p:nvPr/>
          </p:nvSpPr>
          <p:spPr>
            <a:xfrm rot="5400000">
              <a:off x="5784936" y="3753416"/>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70" name="直接连接符 69">
              <a:extLst>
                <a:ext uri="{FF2B5EF4-FFF2-40B4-BE49-F238E27FC236}">
                  <a16:creationId xmlns:a16="http://schemas.microsoft.com/office/drawing/2014/main" id="{1980168D-4BA2-92C3-D5D5-E9C261CD8A5A}"/>
                </a:ext>
              </a:extLst>
            </p:cNvPr>
            <p:cNvCxnSpPr>
              <a:cxnSpLocks/>
            </p:cNvCxnSpPr>
            <p:nvPr/>
          </p:nvCxnSpPr>
          <p:spPr>
            <a:xfrm>
              <a:off x="5837942" y="3700800"/>
              <a:ext cx="2128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EAA8F975-28E5-D6DB-6888-56E6FC8B6B22}"/>
                </a:ext>
              </a:extLst>
            </p:cNvPr>
            <p:cNvCxnSpPr>
              <a:cxnSpLocks/>
            </p:cNvCxnSpPr>
            <p:nvPr/>
          </p:nvCxnSpPr>
          <p:spPr>
            <a:xfrm>
              <a:off x="5837942" y="4158000"/>
              <a:ext cx="2124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EEE9497-C393-AC59-B0D1-A41E66F24950}"/>
                </a:ext>
              </a:extLst>
            </p:cNvPr>
            <p:cNvCxnSpPr>
              <a:cxnSpLocks/>
              <a:stCxn id="66" idx="0"/>
              <a:endCxn id="157" idx="1"/>
            </p:cNvCxnSpPr>
            <p:nvPr/>
          </p:nvCxnSpPr>
          <p:spPr>
            <a:xfrm flipV="1">
              <a:off x="6400597" y="3928175"/>
              <a:ext cx="284337" cy="1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009130DF-68D9-4386-4EC3-FD97C626F96C}"/>
                </a:ext>
              </a:extLst>
            </p:cNvPr>
            <p:cNvCxnSpPr/>
            <p:nvPr/>
          </p:nvCxnSpPr>
          <p:spPr>
            <a:xfrm>
              <a:off x="4187844" y="52272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00350257-04EF-9DE6-2D38-5BF773B503CE}"/>
                </a:ext>
              </a:extLst>
            </p:cNvPr>
            <p:cNvCxnSpPr/>
            <p:nvPr/>
          </p:nvCxnSpPr>
          <p:spPr>
            <a:xfrm>
              <a:off x="4187602" y="56880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FB00E5C8-6F8C-132B-3EB6-2D7CCBD37751}"/>
                </a:ext>
              </a:extLst>
            </p:cNvPr>
            <p:cNvCxnSpPr/>
            <p:nvPr/>
          </p:nvCxnSpPr>
          <p:spPr>
            <a:xfrm>
              <a:off x="4187844" y="42120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462EA5DA-BD5E-F0AA-9135-240CBDDA2407}"/>
                </a:ext>
              </a:extLst>
            </p:cNvPr>
            <p:cNvCxnSpPr/>
            <p:nvPr/>
          </p:nvCxnSpPr>
          <p:spPr>
            <a:xfrm>
              <a:off x="4187602" y="46692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8A878925-4333-9643-3450-497AFE53C6BC}"/>
                </a:ext>
              </a:extLst>
            </p:cNvPr>
            <p:cNvCxnSpPr/>
            <p:nvPr/>
          </p:nvCxnSpPr>
          <p:spPr>
            <a:xfrm>
              <a:off x="4187844" y="31932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A419DBFB-0DCC-61C8-2536-7F1A7B23CFC8}"/>
                </a:ext>
              </a:extLst>
            </p:cNvPr>
            <p:cNvCxnSpPr/>
            <p:nvPr/>
          </p:nvCxnSpPr>
          <p:spPr>
            <a:xfrm>
              <a:off x="4187602" y="36504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00F525BF-E1D6-B6E9-6A67-93CBAB88031C}"/>
                </a:ext>
              </a:extLst>
            </p:cNvPr>
            <p:cNvCxnSpPr/>
            <p:nvPr/>
          </p:nvCxnSpPr>
          <p:spPr>
            <a:xfrm>
              <a:off x="4187844" y="2174337"/>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0EBAB533-EE31-33FD-59D0-55754BDE1948}"/>
                </a:ext>
              </a:extLst>
            </p:cNvPr>
            <p:cNvCxnSpPr/>
            <p:nvPr/>
          </p:nvCxnSpPr>
          <p:spPr>
            <a:xfrm>
              <a:off x="4187602" y="2632583"/>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053B3BF2-1CA0-ED8E-83CF-0F182E315C6D}"/>
                </a:ext>
              </a:extLst>
            </p:cNvPr>
            <p:cNvCxnSpPr>
              <a:cxnSpLocks/>
              <a:stCxn id="35" idx="1"/>
            </p:cNvCxnSpPr>
            <p:nvPr/>
          </p:nvCxnSpPr>
          <p:spPr>
            <a:xfrm flipV="1">
              <a:off x="4672180" y="2910019"/>
              <a:ext cx="0" cy="180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DB74EAF8-146F-37BD-89C7-A8846809B0AA}"/>
                </a:ext>
              </a:extLst>
            </p:cNvPr>
            <p:cNvCxnSpPr>
              <a:cxnSpLocks/>
              <a:stCxn id="38" idx="1"/>
            </p:cNvCxnSpPr>
            <p:nvPr/>
          </p:nvCxnSpPr>
          <p:spPr>
            <a:xfrm flipV="1">
              <a:off x="4672180" y="1728961"/>
              <a:ext cx="0" cy="3437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88D40D83-F292-C765-DF7A-9FA72B376E63}"/>
                </a:ext>
              </a:extLst>
            </p:cNvPr>
            <p:cNvCxnSpPr>
              <a:cxnSpLocks/>
              <a:stCxn id="30" idx="1"/>
            </p:cNvCxnSpPr>
            <p:nvPr/>
          </p:nvCxnSpPr>
          <p:spPr>
            <a:xfrm flipV="1">
              <a:off x="4672180" y="3928340"/>
              <a:ext cx="0" cy="1806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5F96BF86-F0E1-CE1B-380E-121C1D90F526}"/>
                </a:ext>
              </a:extLst>
            </p:cNvPr>
            <p:cNvCxnSpPr>
              <a:cxnSpLocks/>
              <a:stCxn id="23" idx="1"/>
            </p:cNvCxnSpPr>
            <p:nvPr/>
          </p:nvCxnSpPr>
          <p:spPr>
            <a:xfrm flipV="1">
              <a:off x="4672180" y="4946227"/>
              <a:ext cx="0" cy="180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D0C1E766-8082-0562-A3E5-7338357DE160}"/>
                </a:ext>
              </a:extLst>
            </p:cNvPr>
            <p:cNvCxnSpPr>
              <a:cxnSpLocks/>
            </p:cNvCxnSpPr>
            <p:nvPr/>
          </p:nvCxnSpPr>
          <p:spPr>
            <a:xfrm>
              <a:off x="3409122" y="1728961"/>
              <a:ext cx="154648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059E1516-6BE7-D1AA-8E0D-3290D345EB92}"/>
                </a:ext>
              </a:extLst>
            </p:cNvPr>
            <p:cNvCxnSpPr>
              <a:cxnSpLocks/>
            </p:cNvCxnSpPr>
            <p:nvPr/>
          </p:nvCxnSpPr>
          <p:spPr>
            <a:xfrm flipV="1">
              <a:off x="5078964" y="4438493"/>
              <a:ext cx="0" cy="2741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B15C26AA-0545-387A-2DAF-66A5986610B5}"/>
                </a:ext>
              </a:extLst>
            </p:cNvPr>
            <p:cNvCxnSpPr>
              <a:cxnSpLocks/>
            </p:cNvCxnSpPr>
            <p:nvPr/>
          </p:nvCxnSpPr>
          <p:spPr>
            <a:xfrm>
              <a:off x="4667607" y="2910018"/>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C21873B0-9A1C-0127-3EE7-64C28BE4543D}"/>
                </a:ext>
              </a:extLst>
            </p:cNvPr>
            <p:cNvCxnSpPr>
              <a:cxnSpLocks/>
            </p:cNvCxnSpPr>
            <p:nvPr/>
          </p:nvCxnSpPr>
          <p:spPr>
            <a:xfrm flipV="1">
              <a:off x="5078964" y="3135341"/>
              <a:ext cx="0" cy="2873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CA5A1FF0-AADD-E9B9-80F6-95B2E2064778}"/>
                </a:ext>
              </a:extLst>
            </p:cNvPr>
            <p:cNvCxnSpPr>
              <a:cxnSpLocks/>
            </p:cNvCxnSpPr>
            <p:nvPr/>
          </p:nvCxnSpPr>
          <p:spPr>
            <a:xfrm flipV="1">
              <a:off x="5078964" y="2399750"/>
              <a:ext cx="0" cy="2873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6F05EE1A-6495-D169-390E-3B692854BC73}"/>
                </a:ext>
              </a:extLst>
            </p:cNvPr>
            <p:cNvCxnSpPr>
              <a:cxnSpLocks/>
            </p:cNvCxnSpPr>
            <p:nvPr/>
          </p:nvCxnSpPr>
          <p:spPr>
            <a:xfrm>
              <a:off x="4667607" y="392834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18D80588-3D52-2993-5098-22665654AA73}"/>
                </a:ext>
              </a:extLst>
            </p:cNvPr>
            <p:cNvCxnSpPr>
              <a:cxnSpLocks/>
            </p:cNvCxnSpPr>
            <p:nvPr/>
          </p:nvCxnSpPr>
          <p:spPr>
            <a:xfrm>
              <a:off x="4667607" y="4946227"/>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5B5142E2-4A59-097B-2B83-0F1061EBE874}"/>
                </a:ext>
              </a:extLst>
            </p:cNvPr>
            <p:cNvCxnSpPr>
              <a:cxnSpLocks/>
            </p:cNvCxnSpPr>
            <p:nvPr/>
          </p:nvCxnSpPr>
          <p:spPr>
            <a:xfrm flipV="1">
              <a:off x="4955607" y="1728961"/>
              <a:ext cx="0" cy="32172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FE543E46-C4BF-F8FE-945E-8136F24401AA}"/>
                </a:ext>
              </a:extLst>
            </p:cNvPr>
            <p:cNvCxnSpPr>
              <a:cxnSpLocks/>
            </p:cNvCxnSpPr>
            <p:nvPr/>
          </p:nvCxnSpPr>
          <p:spPr>
            <a:xfrm flipV="1">
              <a:off x="5078617" y="5176800"/>
              <a:ext cx="0" cy="2741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411FF4BF-6747-BF23-5CC1-1F30875C2660}"/>
                </a:ext>
              </a:extLst>
            </p:cNvPr>
            <p:cNvCxnSpPr>
              <a:cxnSpLocks/>
            </p:cNvCxnSpPr>
            <p:nvPr/>
          </p:nvCxnSpPr>
          <p:spPr>
            <a:xfrm flipV="1">
              <a:off x="5839860" y="2910018"/>
              <a:ext cx="0" cy="7907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7D136C1D-A85D-7AC7-6350-96FA2E296C20}"/>
                </a:ext>
              </a:extLst>
            </p:cNvPr>
            <p:cNvCxnSpPr>
              <a:cxnSpLocks/>
            </p:cNvCxnSpPr>
            <p:nvPr/>
          </p:nvCxnSpPr>
          <p:spPr>
            <a:xfrm flipV="1">
              <a:off x="5839436" y="4155445"/>
              <a:ext cx="0" cy="7907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4A0A1AEF-4E66-8FF0-7B08-B76DA8E16841}"/>
                </a:ext>
              </a:extLst>
            </p:cNvPr>
            <p:cNvCxnSpPr>
              <a:cxnSpLocks/>
            </p:cNvCxnSpPr>
            <p:nvPr/>
          </p:nvCxnSpPr>
          <p:spPr>
            <a:xfrm>
              <a:off x="3409122" y="1476548"/>
              <a:ext cx="23116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B9FC3344-985B-5DED-F2CE-7A59CBD4A67A}"/>
                </a:ext>
              </a:extLst>
            </p:cNvPr>
            <p:cNvCxnSpPr>
              <a:cxnSpLocks/>
              <a:stCxn id="58" idx="1"/>
            </p:cNvCxnSpPr>
            <p:nvPr/>
          </p:nvCxnSpPr>
          <p:spPr>
            <a:xfrm flipV="1">
              <a:off x="5425476" y="1476548"/>
              <a:ext cx="0" cy="11039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D4F67F9B-E666-A17C-337D-4F47A8658A92}"/>
                </a:ext>
              </a:extLst>
            </p:cNvPr>
            <p:cNvCxnSpPr>
              <a:cxnSpLocks/>
            </p:cNvCxnSpPr>
            <p:nvPr/>
          </p:nvCxnSpPr>
          <p:spPr>
            <a:xfrm flipV="1">
              <a:off x="5720751" y="1476548"/>
              <a:ext cx="0" cy="29619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C7CBA969-C8D9-16DE-536E-9D9E2EC0045F}"/>
                </a:ext>
              </a:extLst>
            </p:cNvPr>
            <p:cNvCxnSpPr>
              <a:cxnSpLocks/>
              <a:stCxn id="48" idx="1"/>
            </p:cNvCxnSpPr>
            <p:nvPr/>
          </p:nvCxnSpPr>
          <p:spPr>
            <a:xfrm flipV="1">
              <a:off x="5425476" y="4438493"/>
              <a:ext cx="0" cy="18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76A4C9F8-875C-789F-5885-4F6E9355F532}"/>
                </a:ext>
              </a:extLst>
            </p:cNvPr>
            <p:cNvCxnSpPr>
              <a:cxnSpLocks/>
            </p:cNvCxnSpPr>
            <p:nvPr/>
          </p:nvCxnSpPr>
          <p:spPr>
            <a:xfrm>
              <a:off x="5425476" y="4438337"/>
              <a:ext cx="2952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椭圆 139">
              <a:extLst>
                <a:ext uri="{FF2B5EF4-FFF2-40B4-BE49-F238E27FC236}">
                  <a16:creationId xmlns:a16="http://schemas.microsoft.com/office/drawing/2014/main" id="{2A47A5CD-8EC5-75CD-490C-39BA7CDD1D70}"/>
                </a:ext>
              </a:extLst>
            </p:cNvPr>
            <p:cNvSpPr/>
            <p:nvPr/>
          </p:nvSpPr>
          <p:spPr>
            <a:xfrm>
              <a:off x="4627993" y="1682769"/>
              <a:ext cx="90000" cy="90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a:extLst>
                <a:ext uri="{FF2B5EF4-FFF2-40B4-BE49-F238E27FC236}">
                  <a16:creationId xmlns:a16="http://schemas.microsoft.com/office/drawing/2014/main" id="{B2822B0F-8DC6-6AA3-D3A7-88999A1015BB}"/>
                </a:ext>
              </a:extLst>
            </p:cNvPr>
            <p:cNvSpPr/>
            <p:nvPr/>
          </p:nvSpPr>
          <p:spPr>
            <a:xfrm>
              <a:off x="5380476" y="1432499"/>
              <a:ext cx="90000" cy="90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a:extLst>
                <a:ext uri="{FF2B5EF4-FFF2-40B4-BE49-F238E27FC236}">
                  <a16:creationId xmlns:a16="http://schemas.microsoft.com/office/drawing/2014/main" id="{BAD02FB1-4AB0-27FE-3F17-93CB2E6C00D0}"/>
                </a:ext>
              </a:extLst>
            </p:cNvPr>
            <p:cNvSpPr/>
            <p:nvPr/>
          </p:nvSpPr>
          <p:spPr>
            <a:xfrm>
              <a:off x="4911558" y="2863815"/>
              <a:ext cx="90000" cy="90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a:extLst>
                <a:ext uri="{FF2B5EF4-FFF2-40B4-BE49-F238E27FC236}">
                  <a16:creationId xmlns:a16="http://schemas.microsoft.com/office/drawing/2014/main" id="{BF1F2179-4801-D830-19A0-F7ED540A50E4}"/>
                </a:ext>
              </a:extLst>
            </p:cNvPr>
            <p:cNvSpPr/>
            <p:nvPr/>
          </p:nvSpPr>
          <p:spPr>
            <a:xfrm>
              <a:off x="4910608" y="3883175"/>
              <a:ext cx="90000" cy="90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1" name="直接连接符 150">
              <a:extLst>
                <a:ext uri="{FF2B5EF4-FFF2-40B4-BE49-F238E27FC236}">
                  <a16:creationId xmlns:a16="http://schemas.microsoft.com/office/drawing/2014/main" id="{8D64F4C7-CF03-4ACA-9602-E762A8AC516C}"/>
                </a:ext>
              </a:extLst>
            </p:cNvPr>
            <p:cNvCxnSpPr>
              <a:cxnSpLocks/>
            </p:cNvCxnSpPr>
            <p:nvPr/>
          </p:nvCxnSpPr>
          <p:spPr>
            <a:xfrm>
              <a:off x="3409122" y="1224000"/>
              <a:ext cx="2816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F7EE5CD1-12E0-84A1-B19D-316CE98C325F}"/>
                </a:ext>
              </a:extLst>
            </p:cNvPr>
            <p:cNvCxnSpPr>
              <a:cxnSpLocks/>
              <a:stCxn id="66" idx="1"/>
            </p:cNvCxnSpPr>
            <p:nvPr/>
          </p:nvCxnSpPr>
          <p:spPr>
            <a:xfrm flipV="1">
              <a:off x="6225672" y="1224000"/>
              <a:ext cx="0" cy="2374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3" name="文本框 152">
                  <a:extLst>
                    <a:ext uri="{FF2B5EF4-FFF2-40B4-BE49-F238E27FC236}">
                      <a16:creationId xmlns:a16="http://schemas.microsoft.com/office/drawing/2014/main" id="{49F7AD0D-E2E2-3E32-B2BF-5A299C61936E}"/>
                    </a:ext>
                  </a:extLst>
                </p:cNvPr>
                <p:cNvSpPr txBox="1"/>
                <p:nvPr/>
              </p:nvSpPr>
              <p:spPr>
                <a:xfrm>
                  <a:off x="2941200" y="972000"/>
                  <a:ext cx="38160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2</m:t>
                            </m:r>
                          </m:sub>
                        </m:sSub>
                      </m:oMath>
                    </m:oMathPara>
                  </a14:m>
                  <a:endParaRPr lang="zh-CN" altLang="en-US" sz="2200" dirty="0"/>
                </a:p>
              </p:txBody>
            </p:sp>
          </mc:Choice>
          <mc:Fallback xmlns="">
            <p:sp>
              <p:nvSpPr>
                <p:cNvPr id="153" name="文本框 152">
                  <a:extLst>
                    <a:ext uri="{FF2B5EF4-FFF2-40B4-BE49-F238E27FC236}">
                      <a16:creationId xmlns:a16="http://schemas.microsoft.com/office/drawing/2014/main" id="{49F7AD0D-E2E2-3E32-B2BF-5A299C61936E}"/>
                    </a:ext>
                  </a:extLst>
                </p:cNvPr>
                <p:cNvSpPr txBox="1">
                  <a:spLocks noRot="1" noChangeAspect="1" noMove="1" noResize="1" noEditPoints="1" noAdjustHandles="1" noChangeArrowheads="1" noChangeShapeType="1" noTextEdit="1"/>
                </p:cNvSpPr>
                <p:nvPr/>
              </p:nvSpPr>
              <p:spPr>
                <a:xfrm>
                  <a:off x="2941200" y="972000"/>
                  <a:ext cx="381600" cy="430887"/>
                </a:xfrm>
                <a:prstGeom prst="rect">
                  <a:avLst/>
                </a:prstGeom>
                <a:blipFill>
                  <a:blip r:embed="rId7"/>
                  <a:stretch>
                    <a:fillRect l="-1587" r="-79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5" name="文本框 154">
                  <a:extLst>
                    <a:ext uri="{FF2B5EF4-FFF2-40B4-BE49-F238E27FC236}">
                      <a16:creationId xmlns:a16="http://schemas.microsoft.com/office/drawing/2014/main" id="{81562949-9A46-69A5-E961-B309371DECBE}"/>
                    </a:ext>
                  </a:extLst>
                </p:cNvPr>
                <p:cNvSpPr txBox="1"/>
                <p:nvPr/>
              </p:nvSpPr>
              <p:spPr>
                <a:xfrm>
                  <a:off x="2941200" y="1551600"/>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200" dirty="0"/>
                </a:p>
              </p:txBody>
            </p:sp>
          </mc:Choice>
          <mc:Fallback xmlns="">
            <p:sp>
              <p:nvSpPr>
                <p:cNvPr id="155" name="文本框 154">
                  <a:extLst>
                    <a:ext uri="{FF2B5EF4-FFF2-40B4-BE49-F238E27FC236}">
                      <a16:creationId xmlns:a16="http://schemas.microsoft.com/office/drawing/2014/main" id="{81562949-9A46-69A5-E961-B309371DECBE}"/>
                    </a:ext>
                  </a:extLst>
                </p:cNvPr>
                <p:cNvSpPr txBox="1">
                  <a:spLocks noRot="1" noChangeAspect="1" noMove="1" noResize="1" noEditPoints="1" noAdjustHandles="1" noChangeArrowheads="1" noChangeShapeType="1" noTextEdit="1"/>
                </p:cNvSpPr>
                <p:nvPr/>
              </p:nvSpPr>
              <p:spPr>
                <a:xfrm>
                  <a:off x="2941200" y="1551600"/>
                  <a:ext cx="380364" cy="430887"/>
                </a:xfrm>
                <a:prstGeom prst="rect">
                  <a:avLst/>
                </a:prstGeom>
                <a:blipFill>
                  <a:blip r:embed="rId8"/>
                  <a:stretch>
                    <a:fillRect l="-1587" r="-79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文本框 155">
                  <a:extLst>
                    <a:ext uri="{FF2B5EF4-FFF2-40B4-BE49-F238E27FC236}">
                      <a16:creationId xmlns:a16="http://schemas.microsoft.com/office/drawing/2014/main" id="{C3DD0AB6-EFCD-BA65-C16D-CD82E9712919}"/>
                    </a:ext>
                  </a:extLst>
                </p:cNvPr>
                <p:cNvSpPr txBox="1"/>
                <p:nvPr/>
              </p:nvSpPr>
              <p:spPr>
                <a:xfrm>
                  <a:off x="2941200" y="1262751"/>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lang="zh-CN" altLang="en-US" sz="2200" dirty="0"/>
                </a:p>
              </p:txBody>
            </p:sp>
          </mc:Choice>
          <mc:Fallback xmlns="">
            <p:sp>
              <p:nvSpPr>
                <p:cNvPr id="156" name="文本框 155">
                  <a:extLst>
                    <a:ext uri="{FF2B5EF4-FFF2-40B4-BE49-F238E27FC236}">
                      <a16:creationId xmlns:a16="http://schemas.microsoft.com/office/drawing/2014/main" id="{C3DD0AB6-EFCD-BA65-C16D-CD82E9712919}"/>
                    </a:ext>
                  </a:extLst>
                </p:cNvPr>
                <p:cNvSpPr txBox="1">
                  <a:spLocks noRot="1" noChangeAspect="1" noMove="1" noResize="1" noEditPoints="1" noAdjustHandles="1" noChangeArrowheads="1" noChangeShapeType="1" noTextEdit="1"/>
                </p:cNvSpPr>
                <p:nvPr/>
              </p:nvSpPr>
              <p:spPr>
                <a:xfrm>
                  <a:off x="2941200" y="1262751"/>
                  <a:ext cx="380364" cy="430887"/>
                </a:xfrm>
                <a:prstGeom prst="rect">
                  <a:avLst/>
                </a:prstGeom>
                <a:blipFill>
                  <a:blip r:embed="rId9"/>
                  <a:stretch>
                    <a:fillRect l="-1587" r="-63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7" name="文本框 156">
                  <a:extLst>
                    <a:ext uri="{FF2B5EF4-FFF2-40B4-BE49-F238E27FC236}">
                      <a16:creationId xmlns:a16="http://schemas.microsoft.com/office/drawing/2014/main" id="{7241ED93-65F5-2CB4-8313-94AD60B7C84C}"/>
                    </a:ext>
                  </a:extLst>
                </p:cNvPr>
                <p:cNvSpPr txBox="1"/>
                <p:nvPr/>
              </p:nvSpPr>
              <p:spPr>
                <a:xfrm>
                  <a:off x="6684934" y="3712731"/>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200" dirty="0"/>
                </a:p>
              </p:txBody>
            </p:sp>
          </mc:Choice>
          <mc:Fallback xmlns="">
            <p:sp>
              <p:nvSpPr>
                <p:cNvPr id="157" name="文本框 156">
                  <a:extLst>
                    <a:ext uri="{FF2B5EF4-FFF2-40B4-BE49-F238E27FC236}">
                      <a16:creationId xmlns:a16="http://schemas.microsoft.com/office/drawing/2014/main" id="{7241ED93-65F5-2CB4-8313-94AD60B7C84C}"/>
                    </a:ext>
                  </a:extLst>
                </p:cNvPr>
                <p:cNvSpPr txBox="1">
                  <a:spLocks noRot="1" noChangeAspect="1" noMove="1" noResize="1" noEditPoints="1" noAdjustHandles="1" noChangeArrowheads="1" noChangeShapeType="1" noTextEdit="1"/>
                </p:cNvSpPr>
                <p:nvPr/>
              </p:nvSpPr>
              <p:spPr>
                <a:xfrm>
                  <a:off x="6684934" y="3712731"/>
                  <a:ext cx="380364" cy="430887"/>
                </a:xfrm>
                <a:prstGeom prst="rect">
                  <a:avLst/>
                </a:prstGeom>
                <a:blipFill>
                  <a:blip r:embed="rId10"/>
                  <a:stretch>
                    <a:fillRect/>
                  </a:stretch>
                </a:blipFill>
              </p:spPr>
              <p:txBody>
                <a:bodyPr/>
                <a:lstStyle/>
                <a:p>
                  <a:r>
                    <a:rPr lang="zh-CN" altLang="en-US">
                      <a:noFill/>
                    </a:rPr>
                    <a:t> </a:t>
                  </a:r>
                </a:p>
              </p:txBody>
            </p:sp>
          </mc:Fallback>
        </mc:AlternateContent>
        <p:sp>
          <p:nvSpPr>
            <p:cNvPr id="158" name="文本框 157">
              <a:extLst>
                <a:ext uri="{FF2B5EF4-FFF2-40B4-BE49-F238E27FC236}">
                  <a16:creationId xmlns:a16="http://schemas.microsoft.com/office/drawing/2014/main" id="{EF07B08B-98C1-C25C-D2E7-35BA34B64F49}"/>
                </a:ext>
              </a:extLst>
            </p:cNvPr>
            <p:cNvSpPr txBox="1"/>
            <p:nvPr/>
          </p:nvSpPr>
          <p:spPr>
            <a:xfrm>
              <a:off x="4435200" y="2000345"/>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60" name="文本框 159">
              <a:extLst>
                <a:ext uri="{FF2B5EF4-FFF2-40B4-BE49-F238E27FC236}">
                  <a16:creationId xmlns:a16="http://schemas.microsoft.com/office/drawing/2014/main" id="{6442F80C-AF3F-4094-F480-B8D43339CC90}"/>
                </a:ext>
              </a:extLst>
            </p:cNvPr>
            <p:cNvSpPr txBox="1"/>
            <p:nvPr/>
          </p:nvSpPr>
          <p:spPr>
            <a:xfrm>
              <a:off x="4435200" y="2458657"/>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162" name="文本框 161">
              <a:extLst>
                <a:ext uri="{FF2B5EF4-FFF2-40B4-BE49-F238E27FC236}">
                  <a16:creationId xmlns:a16="http://schemas.microsoft.com/office/drawing/2014/main" id="{945B1827-9905-5900-410F-9A1C977ADA02}"/>
                </a:ext>
              </a:extLst>
            </p:cNvPr>
            <p:cNvSpPr txBox="1"/>
            <p:nvPr/>
          </p:nvSpPr>
          <p:spPr>
            <a:xfrm>
              <a:off x="4435200" y="3027098"/>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63" name="文本框 162">
              <a:extLst>
                <a:ext uri="{FF2B5EF4-FFF2-40B4-BE49-F238E27FC236}">
                  <a16:creationId xmlns:a16="http://schemas.microsoft.com/office/drawing/2014/main" id="{A04D2518-2392-5D6C-2ED7-787C44E9A99A}"/>
                </a:ext>
              </a:extLst>
            </p:cNvPr>
            <p:cNvSpPr txBox="1"/>
            <p:nvPr/>
          </p:nvSpPr>
          <p:spPr>
            <a:xfrm>
              <a:off x="4435200" y="3485410"/>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164" name="文本框 163">
              <a:extLst>
                <a:ext uri="{FF2B5EF4-FFF2-40B4-BE49-F238E27FC236}">
                  <a16:creationId xmlns:a16="http://schemas.microsoft.com/office/drawing/2014/main" id="{FFC472CA-AA19-6CD6-2B5C-301B3B216F07}"/>
                </a:ext>
              </a:extLst>
            </p:cNvPr>
            <p:cNvSpPr txBox="1"/>
            <p:nvPr/>
          </p:nvSpPr>
          <p:spPr>
            <a:xfrm>
              <a:off x="4435200" y="4035521"/>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65" name="文本框 164">
              <a:extLst>
                <a:ext uri="{FF2B5EF4-FFF2-40B4-BE49-F238E27FC236}">
                  <a16:creationId xmlns:a16="http://schemas.microsoft.com/office/drawing/2014/main" id="{7D227BFA-A1C8-936F-95BF-3C88873CE627}"/>
                </a:ext>
              </a:extLst>
            </p:cNvPr>
            <p:cNvSpPr txBox="1"/>
            <p:nvPr/>
          </p:nvSpPr>
          <p:spPr>
            <a:xfrm>
              <a:off x="4435200" y="4493833"/>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168" name="文本框 167">
              <a:extLst>
                <a:ext uri="{FF2B5EF4-FFF2-40B4-BE49-F238E27FC236}">
                  <a16:creationId xmlns:a16="http://schemas.microsoft.com/office/drawing/2014/main" id="{0B93F2A6-D0D4-B7D2-D778-FE8B3ED24433}"/>
                </a:ext>
              </a:extLst>
            </p:cNvPr>
            <p:cNvSpPr txBox="1"/>
            <p:nvPr/>
          </p:nvSpPr>
          <p:spPr>
            <a:xfrm>
              <a:off x="4435200" y="5063093"/>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69" name="文本框 168">
              <a:extLst>
                <a:ext uri="{FF2B5EF4-FFF2-40B4-BE49-F238E27FC236}">
                  <a16:creationId xmlns:a16="http://schemas.microsoft.com/office/drawing/2014/main" id="{EB8E4D1D-261D-8896-05CD-2F30A36FAA45}"/>
                </a:ext>
              </a:extLst>
            </p:cNvPr>
            <p:cNvSpPr txBox="1"/>
            <p:nvPr/>
          </p:nvSpPr>
          <p:spPr>
            <a:xfrm>
              <a:off x="4435200" y="5521405"/>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174" name="文本框 173">
              <a:extLst>
                <a:ext uri="{FF2B5EF4-FFF2-40B4-BE49-F238E27FC236}">
                  <a16:creationId xmlns:a16="http://schemas.microsoft.com/office/drawing/2014/main" id="{18A83451-4755-5BF7-BC88-D899C2A9162A}"/>
                </a:ext>
              </a:extLst>
            </p:cNvPr>
            <p:cNvSpPr txBox="1"/>
            <p:nvPr/>
          </p:nvSpPr>
          <p:spPr>
            <a:xfrm>
              <a:off x="5191200" y="4550836"/>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77" name="文本框 176">
              <a:extLst>
                <a:ext uri="{FF2B5EF4-FFF2-40B4-BE49-F238E27FC236}">
                  <a16:creationId xmlns:a16="http://schemas.microsoft.com/office/drawing/2014/main" id="{7E3D0E2D-4615-8328-44CF-3872FD3B7DF7}"/>
                </a:ext>
              </a:extLst>
            </p:cNvPr>
            <p:cNvSpPr txBox="1"/>
            <p:nvPr/>
          </p:nvSpPr>
          <p:spPr>
            <a:xfrm>
              <a:off x="5191200" y="5009148"/>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179" name="文本框 178">
              <a:extLst>
                <a:ext uri="{FF2B5EF4-FFF2-40B4-BE49-F238E27FC236}">
                  <a16:creationId xmlns:a16="http://schemas.microsoft.com/office/drawing/2014/main" id="{2F931143-5792-6889-1229-4E61A551BCD2}"/>
                </a:ext>
              </a:extLst>
            </p:cNvPr>
            <p:cNvSpPr txBox="1"/>
            <p:nvPr/>
          </p:nvSpPr>
          <p:spPr>
            <a:xfrm>
              <a:off x="5191200" y="2515232"/>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80" name="文本框 179">
              <a:extLst>
                <a:ext uri="{FF2B5EF4-FFF2-40B4-BE49-F238E27FC236}">
                  <a16:creationId xmlns:a16="http://schemas.microsoft.com/office/drawing/2014/main" id="{B57E87EC-3A82-2B60-F12E-EAEF95A4DF10}"/>
                </a:ext>
              </a:extLst>
            </p:cNvPr>
            <p:cNvSpPr txBox="1"/>
            <p:nvPr/>
          </p:nvSpPr>
          <p:spPr>
            <a:xfrm>
              <a:off x="5191200" y="2973544"/>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181" name="文本框 180">
              <a:extLst>
                <a:ext uri="{FF2B5EF4-FFF2-40B4-BE49-F238E27FC236}">
                  <a16:creationId xmlns:a16="http://schemas.microsoft.com/office/drawing/2014/main" id="{10421352-3394-12DD-162E-B43E1EF5CDD9}"/>
                </a:ext>
              </a:extLst>
            </p:cNvPr>
            <p:cNvSpPr txBox="1"/>
            <p:nvPr/>
          </p:nvSpPr>
          <p:spPr>
            <a:xfrm>
              <a:off x="5990400" y="3529741"/>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82" name="文本框 181">
              <a:extLst>
                <a:ext uri="{FF2B5EF4-FFF2-40B4-BE49-F238E27FC236}">
                  <a16:creationId xmlns:a16="http://schemas.microsoft.com/office/drawing/2014/main" id="{4E477CC1-C90E-B65F-B68A-E6AB9D0DBD2E}"/>
                </a:ext>
              </a:extLst>
            </p:cNvPr>
            <p:cNvSpPr txBox="1"/>
            <p:nvPr/>
          </p:nvSpPr>
          <p:spPr>
            <a:xfrm>
              <a:off x="5990400" y="3988053"/>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183" name="文本框 182">
              <a:extLst>
                <a:ext uri="{FF2B5EF4-FFF2-40B4-BE49-F238E27FC236}">
                  <a16:creationId xmlns:a16="http://schemas.microsoft.com/office/drawing/2014/main" id="{04FCE41F-40D8-7424-A975-19CA4ED071B5}"/>
                </a:ext>
              </a:extLst>
            </p:cNvPr>
            <p:cNvSpPr txBox="1"/>
            <p:nvPr/>
          </p:nvSpPr>
          <p:spPr>
            <a:xfrm>
              <a:off x="3664800" y="1980000"/>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84" name="文本框 183">
              <a:extLst>
                <a:ext uri="{FF2B5EF4-FFF2-40B4-BE49-F238E27FC236}">
                  <a16:creationId xmlns:a16="http://schemas.microsoft.com/office/drawing/2014/main" id="{3956DA86-BBD3-3AFF-CDFA-2CDB273697B2}"/>
                </a:ext>
              </a:extLst>
            </p:cNvPr>
            <p:cNvSpPr txBox="1"/>
            <p:nvPr/>
          </p:nvSpPr>
          <p:spPr>
            <a:xfrm>
              <a:off x="3664800" y="2489879"/>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85" name="文本框 184">
              <a:extLst>
                <a:ext uri="{FF2B5EF4-FFF2-40B4-BE49-F238E27FC236}">
                  <a16:creationId xmlns:a16="http://schemas.microsoft.com/office/drawing/2014/main" id="{F5C26C6A-BF2A-8A4B-09D6-0545F4B9A95A}"/>
                </a:ext>
              </a:extLst>
            </p:cNvPr>
            <p:cNvSpPr txBox="1"/>
            <p:nvPr/>
          </p:nvSpPr>
          <p:spPr>
            <a:xfrm>
              <a:off x="3664800" y="2999040"/>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86" name="文本框 185">
              <a:extLst>
                <a:ext uri="{FF2B5EF4-FFF2-40B4-BE49-F238E27FC236}">
                  <a16:creationId xmlns:a16="http://schemas.microsoft.com/office/drawing/2014/main" id="{0452BA2D-CDC7-0F46-865B-C3A950A083EC}"/>
                </a:ext>
              </a:extLst>
            </p:cNvPr>
            <p:cNvSpPr txBox="1"/>
            <p:nvPr/>
          </p:nvSpPr>
          <p:spPr>
            <a:xfrm>
              <a:off x="3664800" y="3507734"/>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87" name="文本框 186">
              <a:extLst>
                <a:ext uri="{FF2B5EF4-FFF2-40B4-BE49-F238E27FC236}">
                  <a16:creationId xmlns:a16="http://schemas.microsoft.com/office/drawing/2014/main" id="{7FC16C89-FCEF-2D77-395D-6BF9AC0709A2}"/>
                </a:ext>
              </a:extLst>
            </p:cNvPr>
            <p:cNvSpPr txBox="1"/>
            <p:nvPr/>
          </p:nvSpPr>
          <p:spPr>
            <a:xfrm>
              <a:off x="3664800" y="4016642"/>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88" name="文本框 187">
              <a:extLst>
                <a:ext uri="{FF2B5EF4-FFF2-40B4-BE49-F238E27FC236}">
                  <a16:creationId xmlns:a16="http://schemas.microsoft.com/office/drawing/2014/main" id="{FE3AB143-88E2-F0B5-5059-FD6F576B2469}"/>
                </a:ext>
              </a:extLst>
            </p:cNvPr>
            <p:cNvSpPr txBox="1"/>
            <p:nvPr/>
          </p:nvSpPr>
          <p:spPr>
            <a:xfrm>
              <a:off x="3664800" y="4524376"/>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89" name="文本框 188">
              <a:extLst>
                <a:ext uri="{FF2B5EF4-FFF2-40B4-BE49-F238E27FC236}">
                  <a16:creationId xmlns:a16="http://schemas.microsoft.com/office/drawing/2014/main" id="{8D1750CE-DDB5-3861-721A-3AA5869753E1}"/>
                </a:ext>
              </a:extLst>
            </p:cNvPr>
            <p:cNvSpPr txBox="1"/>
            <p:nvPr/>
          </p:nvSpPr>
          <p:spPr>
            <a:xfrm>
              <a:off x="3664800" y="5032026"/>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90" name="文本框 189">
              <a:extLst>
                <a:ext uri="{FF2B5EF4-FFF2-40B4-BE49-F238E27FC236}">
                  <a16:creationId xmlns:a16="http://schemas.microsoft.com/office/drawing/2014/main" id="{15F72ECB-DCDA-9371-C461-616094F9A8D4}"/>
                </a:ext>
              </a:extLst>
            </p:cNvPr>
            <p:cNvSpPr txBox="1"/>
            <p:nvPr/>
          </p:nvSpPr>
          <p:spPr>
            <a:xfrm>
              <a:off x="3664800" y="5537628"/>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91" name="矩形 190">
              <a:extLst>
                <a:ext uri="{FF2B5EF4-FFF2-40B4-BE49-F238E27FC236}">
                  <a16:creationId xmlns:a16="http://schemas.microsoft.com/office/drawing/2014/main" id="{AB3E6174-B953-8FB1-ECD0-6FE6D0D4F120}"/>
                </a:ext>
              </a:extLst>
            </p:cNvPr>
            <p:cNvSpPr/>
            <p:nvPr/>
          </p:nvSpPr>
          <p:spPr>
            <a:xfrm>
              <a:off x="3553187" y="1095955"/>
              <a:ext cx="2981361" cy="4969087"/>
            </a:xfrm>
            <a:prstGeom prst="rect">
              <a:avLst/>
            </a:prstGeom>
            <a:noFill/>
            <a:ln w="3810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9" name="组合 8">
            <a:extLst>
              <a:ext uri="{FF2B5EF4-FFF2-40B4-BE49-F238E27FC236}">
                <a16:creationId xmlns:a16="http://schemas.microsoft.com/office/drawing/2014/main" id="{F15085C4-C469-452D-5441-69E619D204A8}"/>
              </a:ext>
            </a:extLst>
          </p:cNvPr>
          <p:cNvGrpSpPr/>
          <p:nvPr/>
        </p:nvGrpSpPr>
        <p:grpSpPr>
          <a:xfrm>
            <a:off x="2520000" y="3168000"/>
            <a:ext cx="2789832" cy="2849983"/>
            <a:chOff x="2359172" y="1400400"/>
            <a:chExt cx="2789832" cy="2849983"/>
          </a:xfrm>
        </p:grpSpPr>
        <p:sp>
          <p:nvSpPr>
            <p:cNvPr id="10" name="矩形 9">
              <a:extLst>
                <a:ext uri="{FF2B5EF4-FFF2-40B4-BE49-F238E27FC236}">
                  <a16:creationId xmlns:a16="http://schemas.microsoft.com/office/drawing/2014/main" id="{8E161F3D-FEFD-B236-360D-BF4980E0019C}"/>
                </a:ext>
              </a:extLst>
            </p:cNvPr>
            <p:cNvSpPr/>
            <p:nvPr/>
          </p:nvSpPr>
          <p:spPr>
            <a:xfrm>
              <a:off x="3086372" y="3095629"/>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4D6F99F5-56D6-9CDD-E815-DE89029433F4}"/>
                </a:ext>
              </a:extLst>
            </p:cNvPr>
            <p:cNvSpPr/>
            <p:nvPr/>
          </p:nvSpPr>
          <p:spPr>
            <a:xfrm>
              <a:off x="3086372" y="2077744"/>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2" name="梯形 11">
              <a:extLst>
                <a:ext uri="{FF2B5EF4-FFF2-40B4-BE49-F238E27FC236}">
                  <a16:creationId xmlns:a16="http://schemas.microsoft.com/office/drawing/2014/main" id="{27C9CE79-780E-7647-E856-84729C4BA4F6}"/>
                </a:ext>
              </a:extLst>
            </p:cNvPr>
            <p:cNvSpPr/>
            <p:nvPr/>
          </p:nvSpPr>
          <p:spPr>
            <a:xfrm rot="5400000">
              <a:off x="3202664" y="2801188"/>
              <a:ext cx="2038186" cy="591301"/>
            </a:xfrm>
            <a:prstGeom prst="trapezoid">
              <a:avLst>
                <a:gd name="adj" fmla="val 57516"/>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13" name="直接连接符 12">
              <a:extLst>
                <a:ext uri="{FF2B5EF4-FFF2-40B4-BE49-F238E27FC236}">
                  <a16:creationId xmlns:a16="http://schemas.microsoft.com/office/drawing/2014/main" id="{833CECE3-4517-A89D-6CEC-88406BF980A1}"/>
                </a:ext>
              </a:extLst>
            </p:cNvPr>
            <p:cNvCxnSpPr>
              <a:cxnSpLocks/>
              <a:stCxn id="12" idx="0"/>
            </p:cNvCxnSpPr>
            <p:nvPr/>
          </p:nvCxnSpPr>
          <p:spPr>
            <a:xfrm>
              <a:off x="4517408" y="3096839"/>
              <a:ext cx="2662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0C8691B-341A-9809-D9E2-BDCB07F4838B}"/>
                </a:ext>
              </a:extLst>
            </p:cNvPr>
            <p:cNvCxnSpPr>
              <a:cxnSpLocks/>
              <a:stCxn id="11" idx="1"/>
              <a:endCxn id="11" idx="3"/>
            </p:cNvCxnSpPr>
            <p:nvPr/>
          </p:nvCxnSpPr>
          <p:spPr>
            <a:xfrm>
              <a:off x="3086372" y="2587896"/>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461EBD4-DB3F-488D-00B6-1C0EAD715863}"/>
                </a:ext>
              </a:extLst>
            </p:cNvPr>
            <p:cNvCxnSpPr>
              <a:cxnSpLocks/>
              <a:stCxn id="10" idx="1"/>
              <a:endCxn id="10" idx="3"/>
            </p:cNvCxnSpPr>
            <p:nvPr/>
          </p:nvCxnSpPr>
          <p:spPr>
            <a:xfrm>
              <a:off x="3086372" y="3605781"/>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500F312-78AB-61DF-B02D-EBCFA4DF61A9}"/>
                </a:ext>
              </a:extLst>
            </p:cNvPr>
            <p:cNvCxnSpPr/>
            <p:nvPr/>
          </p:nvCxnSpPr>
          <p:spPr>
            <a:xfrm>
              <a:off x="3605816" y="337881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B6944F6-D585-C13F-A8B9-7AEE04A1A330}"/>
                </a:ext>
              </a:extLst>
            </p:cNvPr>
            <p:cNvCxnSpPr/>
            <p:nvPr/>
          </p:nvCxnSpPr>
          <p:spPr>
            <a:xfrm>
              <a:off x="3605574" y="383601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B6D8E74-9875-536B-0C4B-F54E8B1F5EDF}"/>
                </a:ext>
              </a:extLst>
            </p:cNvPr>
            <p:cNvCxnSpPr/>
            <p:nvPr/>
          </p:nvCxnSpPr>
          <p:spPr>
            <a:xfrm>
              <a:off x="3605816" y="2359947"/>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7D2E47DB-BD7F-ACD1-0055-1A95B6C62C99}"/>
                </a:ext>
              </a:extLst>
            </p:cNvPr>
            <p:cNvCxnSpPr/>
            <p:nvPr/>
          </p:nvCxnSpPr>
          <p:spPr>
            <a:xfrm>
              <a:off x="3605574" y="2818193"/>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23CC834B-6F86-2B7C-A53D-78A1E5ADC8C6}"/>
                </a:ext>
              </a:extLst>
            </p:cNvPr>
            <p:cNvCxnSpPr>
              <a:cxnSpLocks/>
            </p:cNvCxnSpPr>
            <p:nvPr/>
          </p:nvCxnSpPr>
          <p:spPr>
            <a:xfrm>
              <a:off x="2827094" y="1914571"/>
              <a:ext cx="126547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BB076D0-0D33-AD41-4297-990E32FE7C49}"/>
                </a:ext>
              </a:extLst>
            </p:cNvPr>
            <p:cNvCxnSpPr>
              <a:cxnSpLocks/>
            </p:cNvCxnSpPr>
            <p:nvPr/>
          </p:nvCxnSpPr>
          <p:spPr>
            <a:xfrm>
              <a:off x="2827094" y="1662158"/>
              <a:ext cx="15238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CB5679DC-90A2-BD92-0C59-0B4521EA3A5E}"/>
                    </a:ext>
                  </a:extLst>
                </p:cNvPr>
                <p:cNvSpPr txBox="1"/>
                <p:nvPr/>
              </p:nvSpPr>
              <p:spPr>
                <a:xfrm>
                  <a:off x="2359172" y="1737210"/>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200" dirty="0"/>
                </a:p>
              </p:txBody>
            </p:sp>
          </mc:Choice>
          <mc:Fallback xmlns="">
            <p:sp>
              <p:nvSpPr>
                <p:cNvPr id="27" name="文本框 26">
                  <a:extLst>
                    <a:ext uri="{FF2B5EF4-FFF2-40B4-BE49-F238E27FC236}">
                      <a16:creationId xmlns:a16="http://schemas.microsoft.com/office/drawing/2014/main" id="{CB5679DC-90A2-BD92-0C59-0B4521EA3A5E}"/>
                    </a:ext>
                  </a:extLst>
                </p:cNvPr>
                <p:cNvSpPr txBox="1">
                  <a:spLocks noRot="1" noChangeAspect="1" noMove="1" noResize="1" noEditPoints="1" noAdjustHandles="1" noChangeArrowheads="1" noChangeShapeType="1" noTextEdit="1"/>
                </p:cNvSpPr>
                <p:nvPr/>
              </p:nvSpPr>
              <p:spPr>
                <a:xfrm>
                  <a:off x="2359172" y="1737210"/>
                  <a:ext cx="380364" cy="430887"/>
                </a:xfrm>
                <a:prstGeom prst="rect">
                  <a:avLst/>
                </a:prstGeom>
                <a:blipFill>
                  <a:blip r:embed="rId11"/>
                  <a:stretch>
                    <a:fillRect l="-1587" r="-79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E57BF0C-7DC7-27ED-A947-6E2A0E0DE0DA}"/>
                    </a:ext>
                  </a:extLst>
                </p:cNvPr>
                <p:cNvSpPr txBox="1"/>
                <p:nvPr/>
              </p:nvSpPr>
              <p:spPr>
                <a:xfrm>
                  <a:off x="2359172" y="1400400"/>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200" b="0" i="1" smtClean="0">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lang="zh-CN" altLang="en-US" sz="2200" dirty="0"/>
                </a:p>
              </p:txBody>
            </p:sp>
          </mc:Choice>
          <mc:Fallback xmlns="">
            <p:sp>
              <p:nvSpPr>
                <p:cNvPr id="28" name="文本框 27">
                  <a:extLst>
                    <a:ext uri="{FF2B5EF4-FFF2-40B4-BE49-F238E27FC236}">
                      <a16:creationId xmlns:a16="http://schemas.microsoft.com/office/drawing/2014/main" id="{5E57BF0C-7DC7-27ED-A947-6E2A0E0DE0DA}"/>
                    </a:ext>
                  </a:extLst>
                </p:cNvPr>
                <p:cNvSpPr txBox="1">
                  <a:spLocks noRot="1" noChangeAspect="1" noMove="1" noResize="1" noEditPoints="1" noAdjustHandles="1" noChangeArrowheads="1" noChangeShapeType="1" noTextEdit="1"/>
                </p:cNvSpPr>
                <p:nvPr/>
              </p:nvSpPr>
              <p:spPr>
                <a:xfrm>
                  <a:off x="2359172" y="1400400"/>
                  <a:ext cx="380364" cy="430887"/>
                </a:xfrm>
                <a:prstGeom prst="rect">
                  <a:avLst/>
                </a:prstGeom>
                <a:blipFill>
                  <a:blip r:embed="rId12"/>
                  <a:stretch>
                    <a:fillRect l="-1587" r="-6349"/>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6E275AEB-1B69-CD1D-1CEC-17DF6BD5A682}"/>
                </a:ext>
              </a:extLst>
            </p:cNvPr>
            <p:cNvSpPr txBox="1"/>
            <p:nvPr/>
          </p:nvSpPr>
          <p:spPr>
            <a:xfrm>
              <a:off x="3871172" y="2185955"/>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00</a:t>
              </a:r>
            </a:p>
          </p:txBody>
        </p:sp>
        <p:sp>
          <p:nvSpPr>
            <p:cNvPr id="31" name="文本框 30">
              <a:extLst>
                <a:ext uri="{FF2B5EF4-FFF2-40B4-BE49-F238E27FC236}">
                  <a16:creationId xmlns:a16="http://schemas.microsoft.com/office/drawing/2014/main" id="{B89E9097-123F-8254-BD2F-655C049F3088}"/>
                </a:ext>
              </a:extLst>
            </p:cNvPr>
            <p:cNvSpPr txBox="1"/>
            <p:nvPr/>
          </p:nvSpPr>
          <p:spPr>
            <a:xfrm>
              <a:off x="3871172" y="2644267"/>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32" name="文本框 31">
              <a:extLst>
                <a:ext uri="{FF2B5EF4-FFF2-40B4-BE49-F238E27FC236}">
                  <a16:creationId xmlns:a16="http://schemas.microsoft.com/office/drawing/2014/main" id="{4C980FA4-B34A-6941-21F1-68E4E2E8416E}"/>
                </a:ext>
              </a:extLst>
            </p:cNvPr>
            <p:cNvSpPr txBox="1"/>
            <p:nvPr/>
          </p:nvSpPr>
          <p:spPr>
            <a:xfrm>
              <a:off x="3082772" y="2165610"/>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40" name="文本框 39">
              <a:extLst>
                <a:ext uri="{FF2B5EF4-FFF2-40B4-BE49-F238E27FC236}">
                  <a16:creationId xmlns:a16="http://schemas.microsoft.com/office/drawing/2014/main" id="{A65876F8-6F0B-A1A5-6F2E-3865075A7498}"/>
                </a:ext>
              </a:extLst>
            </p:cNvPr>
            <p:cNvSpPr txBox="1"/>
            <p:nvPr/>
          </p:nvSpPr>
          <p:spPr>
            <a:xfrm>
              <a:off x="3082772" y="2675489"/>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43" name="文本框 42">
              <a:extLst>
                <a:ext uri="{FF2B5EF4-FFF2-40B4-BE49-F238E27FC236}">
                  <a16:creationId xmlns:a16="http://schemas.microsoft.com/office/drawing/2014/main" id="{EA6AFD59-DCA6-213C-34A3-64DFAD87A0F1}"/>
                </a:ext>
              </a:extLst>
            </p:cNvPr>
            <p:cNvSpPr txBox="1"/>
            <p:nvPr/>
          </p:nvSpPr>
          <p:spPr>
            <a:xfrm>
              <a:off x="3082772" y="3184650"/>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45" name="文本框 44">
              <a:extLst>
                <a:ext uri="{FF2B5EF4-FFF2-40B4-BE49-F238E27FC236}">
                  <a16:creationId xmlns:a16="http://schemas.microsoft.com/office/drawing/2014/main" id="{5EEF3C30-660A-77AB-7D7F-F0C7C73F5A08}"/>
                </a:ext>
              </a:extLst>
            </p:cNvPr>
            <p:cNvSpPr txBox="1"/>
            <p:nvPr/>
          </p:nvSpPr>
          <p:spPr>
            <a:xfrm>
              <a:off x="3082772" y="3693344"/>
              <a:ext cx="519120" cy="338554"/>
            </a:xfrm>
            <a:prstGeom prst="rect">
              <a:avLst/>
            </a:prstGeom>
            <a:noFill/>
          </p:spPr>
          <p:txBody>
            <a:bodyPr wrap="square">
              <a:spAutoFit/>
            </a:bodyPr>
            <a:lstStyle/>
            <a:p>
              <a:pPr algn="ct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46" name="矩形 45">
              <a:extLst>
                <a:ext uri="{FF2B5EF4-FFF2-40B4-BE49-F238E27FC236}">
                  <a16:creationId xmlns:a16="http://schemas.microsoft.com/office/drawing/2014/main" id="{A1A7CA74-BCAB-50C5-E75B-399C60EF7927}"/>
                </a:ext>
              </a:extLst>
            </p:cNvPr>
            <p:cNvSpPr/>
            <p:nvPr/>
          </p:nvSpPr>
          <p:spPr>
            <a:xfrm>
              <a:off x="2947819" y="1547355"/>
              <a:ext cx="1703343" cy="2703028"/>
            </a:xfrm>
            <a:prstGeom prst="rect">
              <a:avLst/>
            </a:prstGeom>
            <a:noFill/>
            <a:ln w="3810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49" name="文本框 48">
              <a:extLst>
                <a:ext uri="{FF2B5EF4-FFF2-40B4-BE49-F238E27FC236}">
                  <a16:creationId xmlns:a16="http://schemas.microsoft.com/office/drawing/2014/main" id="{36460C22-E282-17F0-93E1-527F36A67BBD}"/>
                </a:ext>
              </a:extLst>
            </p:cNvPr>
            <p:cNvSpPr txBox="1"/>
            <p:nvPr/>
          </p:nvSpPr>
          <p:spPr>
            <a:xfrm>
              <a:off x="3871172" y="3213117"/>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10</a:t>
              </a:r>
            </a:p>
          </p:txBody>
        </p:sp>
        <p:sp>
          <p:nvSpPr>
            <p:cNvPr id="51" name="文本框 50">
              <a:extLst>
                <a:ext uri="{FF2B5EF4-FFF2-40B4-BE49-F238E27FC236}">
                  <a16:creationId xmlns:a16="http://schemas.microsoft.com/office/drawing/2014/main" id="{0E354BA3-A284-287C-0B16-233ECCEBF26D}"/>
                </a:ext>
              </a:extLst>
            </p:cNvPr>
            <p:cNvSpPr txBox="1"/>
            <p:nvPr/>
          </p:nvSpPr>
          <p:spPr>
            <a:xfrm>
              <a:off x="3871172" y="3671429"/>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11</a:t>
              </a:r>
            </a:p>
          </p:txBody>
        </p:sp>
        <p:cxnSp>
          <p:nvCxnSpPr>
            <p:cNvPr id="52" name="直接连接符 51">
              <a:extLst>
                <a:ext uri="{FF2B5EF4-FFF2-40B4-BE49-F238E27FC236}">
                  <a16:creationId xmlns:a16="http://schemas.microsoft.com/office/drawing/2014/main" id="{907F770B-A34F-CA48-9CC9-61A9751F405D}"/>
                </a:ext>
              </a:extLst>
            </p:cNvPr>
            <p:cNvCxnSpPr>
              <a:cxnSpLocks/>
            </p:cNvCxnSpPr>
            <p:nvPr/>
          </p:nvCxnSpPr>
          <p:spPr>
            <a:xfrm flipV="1">
              <a:off x="4092572" y="1914571"/>
              <a:ext cx="0" cy="2602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3BB3620E-9EEE-D135-C7D2-547E71FAEAFD}"/>
                </a:ext>
              </a:extLst>
            </p:cNvPr>
            <p:cNvCxnSpPr>
              <a:cxnSpLocks/>
            </p:cNvCxnSpPr>
            <p:nvPr/>
          </p:nvCxnSpPr>
          <p:spPr>
            <a:xfrm flipV="1">
              <a:off x="4350942" y="1662158"/>
              <a:ext cx="0" cy="6524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E87043DA-6F77-77A5-06EE-A50657360CEC}"/>
                    </a:ext>
                  </a:extLst>
                </p:cNvPr>
                <p:cNvSpPr txBox="1"/>
                <p:nvPr/>
              </p:nvSpPr>
              <p:spPr>
                <a:xfrm>
                  <a:off x="4801748" y="2864796"/>
                  <a:ext cx="3472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400" dirty="0"/>
                </a:p>
              </p:txBody>
            </p:sp>
          </mc:Choice>
          <mc:Fallback xmlns="">
            <p:sp>
              <p:nvSpPr>
                <p:cNvPr id="54" name="文本框 53">
                  <a:extLst>
                    <a:ext uri="{FF2B5EF4-FFF2-40B4-BE49-F238E27FC236}">
                      <a16:creationId xmlns:a16="http://schemas.microsoft.com/office/drawing/2014/main" id="{E87043DA-6F77-77A5-06EE-A50657360CEC}"/>
                    </a:ext>
                  </a:extLst>
                </p:cNvPr>
                <p:cNvSpPr txBox="1">
                  <a:spLocks noRot="1" noChangeAspect="1" noMove="1" noResize="1" noEditPoints="1" noAdjustHandles="1" noChangeArrowheads="1" noChangeShapeType="1" noTextEdit="1"/>
                </p:cNvSpPr>
                <p:nvPr/>
              </p:nvSpPr>
              <p:spPr>
                <a:xfrm>
                  <a:off x="4801748" y="2864796"/>
                  <a:ext cx="347256" cy="461665"/>
                </a:xfrm>
                <a:prstGeom prst="rect">
                  <a:avLst/>
                </a:prstGeom>
                <a:blipFill>
                  <a:blip r:embed="rId13"/>
                  <a:stretch>
                    <a:fillRect l="-3509" r="-8772"/>
                  </a:stretch>
                </a:blipFill>
              </p:spPr>
              <p:txBody>
                <a:bodyPr/>
                <a:lstStyle/>
                <a:p>
                  <a:r>
                    <a:rPr lang="zh-CN" altLang="en-US">
                      <a:noFill/>
                    </a:rPr>
                    <a:t> </a:t>
                  </a:r>
                </a:p>
              </p:txBody>
            </p:sp>
          </mc:Fallback>
        </mc:AlternateContent>
      </p:grpSp>
      <p:grpSp>
        <p:nvGrpSpPr>
          <p:cNvPr id="57" name="组合 56">
            <a:extLst>
              <a:ext uri="{FF2B5EF4-FFF2-40B4-BE49-F238E27FC236}">
                <a16:creationId xmlns:a16="http://schemas.microsoft.com/office/drawing/2014/main" id="{10FB4B53-A0EE-BFBB-881D-9F40DFE23137}"/>
              </a:ext>
            </a:extLst>
          </p:cNvPr>
          <p:cNvGrpSpPr/>
          <p:nvPr/>
        </p:nvGrpSpPr>
        <p:grpSpPr>
          <a:xfrm>
            <a:off x="359999" y="4320000"/>
            <a:ext cx="2567566" cy="1219364"/>
            <a:chOff x="5445233" y="4325081"/>
            <a:chExt cx="2567566" cy="1219364"/>
          </a:xfrm>
        </p:grpSpPr>
        <p:cxnSp>
          <p:nvCxnSpPr>
            <p:cNvPr id="59" name="直接连接符 58">
              <a:extLst>
                <a:ext uri="{FF2B5EF4-FFF2-40B4-BE49-F238E27FC236}">
                  <a16:creationId xmlns:a16="http://schemas.microsoft.com/office/drawing/2014/main" id="{82D425ED-731F-FAC6-B8B7-D9B1D4318815}"/>
                </a:ext>
              </a:extLst>
            </p:cNvPr>
            <p:cNvCxnSpPr>
              <a:cxnSpLocks/>
              <a:stCxn id="60" idx="3"/>
            </p:cNvCxnSpPr>
            <p:nvPr/>
          </p:nvCxnSpPr>
          <p:spPr>
            <a:xfrm>
              <a:off x="7368208" y="4934763"/>
              <a:ext cx="3313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id="{AC30ED84-2EE6-7B22-840C-BBEF0EAFE47E}"/>
                </a:ext>
              </a:extLst>
            </p:cNvPr>
            <p:cNvSpPr/>
            <p:nvPr/>
          </p:nvSpPr>
          <p:spPr>
            <a:xfrm>
              <a:off x="6257999" y="4325081"/>
              <a:ext cx="1110209" cy="1219364"/>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LUT</a:t>
              </a:r>
              <a:endParaRPr lang="zh-CN" altLang="en-US" sz="2400" dirty="0">
                <a:latin typeface="微软雅黑" panose="020B0503020204020204" pitchFamily="34" charset="-122"/>
                <a:ea typeface="微软雅黑" panose="020B0503020204020204" pitchFamily="34" charset="-122"/>
              </a:endParaRPr>
            </a:p>
          </p:txBody>
        </p:sp>
        <p:cxnSp>
          <p:nvCxnSpPr>
            <p:cNvPr id="62" name="直接连接符 61">
              <a:extLst>
                <a:ext uri="{FF2B5EF4-FFF2-40B4-BE49-F238E27FC236}">
                  <a16:creationId xmlns:a16="http://schemas.microsoft.com/office/drawing/2014/main" id="{93F03529-F8E9-F614-6025-A3378918A690}"/>
                </a:ext>
              </a:extLst>
            </p:cNvPr>
            <p:cNvCxnSpPr>
              <a:cxnSpLocks/>
            </p:cNvCxnSpPr>
            <p:nvPr/>
          </p:nvCxnSpPr>
          <p:spPr>
            <a:xfrm>
              <a:off x="5857461" y="4590000"/>
              <a:ext cx="4005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BD9AC20F-30F6-3872-7C16-5CD7F13E88B8}"/>
                </a:ext>
              </a:extLst>
            </p:cNvPr>
            <p:cNvCxnSpPr>
              <a:cxnSpLocks/>
            </p:cNvCxnSpPr>
            <p:nvPr/>
          </p:nvCxnSpPr>
          <p:spPr>
            <a:xfrm>
              <a:off x="5857461" y="5284800"/>
              <a:ext cx="40053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655DEBE0-9D9E-4D78-0565-7E4AB2231A6A}"/>
                    </a:ext>
                  </a:extLst>
                </p:cNvPr>
                <p:cNvSpPr txBox="1"/>
                <p:nvPr/>
              </p:nvSpPr>
              <p:spPr>
                <a:xfrm>
                  <a:off x="5445233" y="4358950"/>
                  <a:ext cx="41222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lang="zh-CN" altLang="en-US" sz="2400" dirty="0"/>
                </a:p>
              </p:txBody>
            </p:sp>
          </mc:Choice>
          <mc:Fallback xmlns="">
            <p:sp>
              <p:nvSpPr>
                <p:cNvPr id="67" name="文本框 66">
                  <a:extLst>
                    <a:ext uri="{FF2B5EF4-FFF2-40B4-BE49-F238E27FC236}">
                      <a16:creationId xmlns:a16="http://schemas.microsoft.com/office/drawing/2014/main" id="{655DEBE0-9D9E-4D78-0565-7E4AB2231A6A}"/>
                    </a:ext>
                  </a:extLst>
                </p:cNvPr>
                <p:cNvSpPr txBox="1">
                  <a:spLocks noRot="1" noChangeAspect="1" noMove="1" noResize="1" noEditPoints="1" noAdjustHandles="1" noChangeArrowheads="1" noChangeShapeType="1" noTextEdit="1"/>
                </p:cNvSpPr>
                <p:nvPr/>
              </p:nvSpPr>
              <p:spPr>
                <a:xfrm>
                  <a:off x="5445233" y="4358950"/>
                  <a:ext cx="412228" cy="461665"/>
                </a:xfrm>
                <a:prstGeom prst="rect">
                  <a:avLst/>
                </a:prstGeom>
                <a:blipFill>
                  <a:blip r:embed="rId14"/>
                  <a:stretch>
                    <a:fillRect l="-2941" r="-5882" b="-13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BC87EEAB-DA3A-DDF3-E815-512F3D9C4AF3}"/>
                    </a:ext>
                  </a:extLst>
                </p:cNvPr>
                <p:cNvSpPr txBox="1"/>
                <p:nvPr/>
              </p:nvSpPr>
              <p:spPr>
                <a:xfrm>
                  <a:off x="5445233" y="5052432"/>
                  <a:ext cx="41222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400" dirty="0"/>
                </a:p>
              </p:txBody>
            </p:sp>
          </mc:Choice>
          <mc:Fallback xmlns="">
            <p:sp>
              <p:nvSpPr>
                <p:cNvPr id="171" name="文本框 170">
                  <a:extLst>
                    <a:ext uri="{FF2B5EF4-FFF2-40B4-BE49-F238E27FC236}">
                      <a16:creationId xmlns:a16="http://schemas.microsoft.com/office/drawing/2014/main" id="{E1C00F09-FEDF-CE0B-B78B-CDF7840451CE}"/>
                    </a:ext>
                  </a:extLst>
                </p:cNvPr>
                <p:cNvSpPr txBox="1">
                  <a:spLocks noRot="1" noChangeAspect="1" noMove="1" noResize="1" noEditPoints="1" noAdjustHandles="1" noChangeArrowheads="1" noChangeShapeType="1" noTextEdit="1"/>
                </p:cNvSpPr>
                <p:nvPr/>
              </p:nvSpPr>
              <p:spPr>
                <a:xfrm>
                  <a:off x="5445233" y="5052432"/>
                  <a:ext cx="412228" cy="461665"/>
                </a:xfrm>
                <a:prstGeom prst="rect">
                  <a:avLst/>
                </a:prstGeom>
                <a:blipFill>
                  <a:blip r:embed="rId4"/>
                  <a:stretch>
                    <a:fillRect l="-4412" r="-7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3156B5D9-4A4C-734B-4A1E-BFD6E42E2F30}"/>
                    </a:ext>
                  </a:extLst>
                </p:cNvPr>
                <p:cNvSpPr txBox="1"/>
                <p:nvPr/>
              </p:nvSpPr>
              <p:spPr>
                <a:xfrm>
                  <a:off x="7665543" y="4703929"/>
                  <a:ext cx="3472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400" dirty="0"/>
                </a:p>
              </p:txBody>
            </p:sp>
          </mc:Choice>
          <mc:Fallback xmlns="">
            <p:sp>
              <p:nvSpPr>
                <p:cNvPr id="173" name="文本框 172">
                  <a:extLst>
                    <a:ext uri="{FF2B5EF4-FFF2-40B4-BE49-F238E27FC236}">
                      <a16:creationId xmlns:a16="http://schemas.microsoft.com/office/drawing/2014/main" id="{37AD5CE8-A618-0A61-71F0-E6B79A58F8A0}"/>
                    </a:ext>
                  </a:extLst>
                </p:cNvPr>
                <p:cNvSpPr txBox="1">
                  <a:spLocks noRot="1" noChangeAspect="1" noMove="1" noResize="1" noEditPoints="1" noAdjustHandles="1" noChangeArrowheads="1" noChangeShapeType="1" noTextEdit="1"/>
                </p:cNvSpPr>
                <p:nvPr/>
              </p:nvSpPr>
              <p:spPr>
                <a:xfrm>
                  <a:off x="7665543" y="4703929"/>
                  <a:ext cx="347256" cy="461665"/>
                </a:xfrm>
                <a:prstGeom prst="rect">
                  <a:avLst/>
                </a:prstGeom>
                <a:blipFill>
                  <a:blip r:embed="rId6"/>
                  <a:stretch>
                    <a:fillRect l="-3509" r="-8772"/>
                  </a:stretch>
                </a:blipFill>
              </p:spPr>
              <p:txBody>
                <a:bodyPr/>
                <a:lstStyle/>
                <a:p>
                  <a:r>
                    <a:rPr lang="zh-CN" altLang="en-US">
                      <a:noFill/>
                    </a:rPr>
                    <a:t> </a:t>
                  </a:r>
                </a:p>
              </p:txBody>
            </p:sp>
          </mc:Fallback>
        </mc:AlternateContent>
      </p:grpSp>
      <p:sp>
        <p:nvSpPr>
          <p:cNvPr id="75" name="文本框 74">
            <a:extLst>
              <a:ext uri="{FF2B5EF4-FFF2-40B4-BE49-F238E27FC236}">
                <a16:creationId xmlns:a16="http://schemas.microsoft.com/office/drawing/2014/main" id="{5FB90F18-C09C-FC68-2A1C-8C33F859F72A}"/>
              </a:ext>
            </a:extLst>
          </p:cNvPr>
          <p:cNvSpPr txBox="1"/>
          <p:nvPr/>
        </p:nvSpPr>
        <p:spPr>
          <a:xfrm>
            <a:off x="1440000" y="6191999"/>
            <a:ext cx="2268711" cy="461665"/>
          </a:xfrm>
          <a:prstGeom prst="rect">
            <a:avLst/>
          </a:prstGeom>
          <a:noFill/>
        </p:spPr>
        <p:txBody>
          <a:bodyPr wrap="square">
            <a:spAutoFit/>
          </a:bodyPr>
          <a:lstStyle/>
          <a:p>
            <a:pPr algn="ct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二输入查找表</a:t>
            </a:r>
            <a:endParaRPr lang="zh-CN" altLang="en-US" sz="2400" dirty="0"/>
          </a:p>
        </p:txBody>
      </p:sp>
    </p:spTree>
    <p:extLst>
      <p:ext uri="{BB962C8B-B14F-4D97-AF65-F5344CB8AC3E}">
        <p14:creationId xmlns:p14="http://schemas.microsoft.com/office/powerpoint/2010/main" val="1189310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83C03-B094-8812-29E8-F75010A7C19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D1DDEA-A08B-68C9-5151-22BA449F311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 </a:t>
            </a:r>
            <a:r>
              <a:rPr lang="en-US" altLang="zh-CN" sz="3000" dirty="0"/>
              <a:t>—— </a:t>
            </a:r>
            <a:r>
              <a:rPr lang="en-US" altLang="zh-CN" sz="3000" dirty="0">
                <a:solidFill>
                  <a:srgbClr val="FFFF00"/>
                </a:solidFill>
              </a:rPr>
              <a:t>FPGA</a:t>
            </a:r>
          </a:p>
        </p:txBody>
      </p:sp>
      <p:grpSp>
        <p:nvGrpSpPr>
          <p:cNvPr id="3" name="组合 2">
            <a:extLst>
              <a:ext uri="{FF2B5EF4-FFF2-40B4-BE49-F238E27FC236}">
                <a16:creationId xmlns:a16="http://schemas.microsoft.com/office/drawing/2014/main" id="{5CE1694A-31C7-7E52-BFF9-507F1850E215}"/>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E0932104-6D67-3806-68FC-52CD67754CE8}"/>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BE9D29FD-F19B-375A-2425-836C1A228A3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CEEAF0B1-F61B-175D-C762-02600FD9584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51809B70-8B56-1A5A-E0DC-09D375A3AA3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12</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E770ED3A-85AD-E627-80F8-645CC6A52FA5}"/>
              </a:ext>
            </a:extLst>
          </p:cNvPr>
          <p:cNvSpPr txBox="1"/>
          <p:nvPr/>
        </p:nvSpPr>
        <p:spPr>
          <a:xfrm>
            <a:off x="359999" y="828000"/>
            <a:ext cx="5487551"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查找表实现逻辑函数示例</a:t>
            </a:r>
            <a:endParaRPr lang="en-US" altLang="zh-CN" sz="24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44CF4901-681A-AB8E-BF7B-259880B98A35}"/>
                  </a:ext>
                </a:extLst>
              </p:cNvPr>
              <p:cNvSpPr txBox="1"/>
              <p:nvPr/>
            </p:nvSpPr>
            <p:spPr>
              <a:xfrm>
                <a:off x="359999" y="2160000"/>
                <a:ext cx="5307091" cy="462434"/>
              </a:xfrm>
              <a:prstGeom prst="rect">
                <a:avLst/>
              </a:prstGeom>
              <a:noFill/>
            </p:spPr>
            <p:txBody>
              <a:bodyPr wrap="square">
                <a:spAutoFit/>
              </a:bodyPr>
              <a:lstStyle/>
              <a:p>
                <a:pPr lvl="1"/>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用三输入查找表实现</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m:t>
                    </m:r>
                    <m:acc>
                      <m:accPr>
                        <m:chr m:val="̅"/>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m:t>
                        </m:r>
                      </m:e>
                    </m:acc>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BC</m:t>
                    </m:r>
                  </m:oMath>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20" name="文本框 19">
                <a:extLst>
                  <a:ext uri="{FF2B5EF4-FFF2-40B4-BE49-F238E27FC236}">
                    <a16:creationId xmlns:a16="http://schemas.microsoft.com/office/drawing/2014/main" id="{44CF4901-681A-AB8E-BF7B-259880B98A35}"/>
                  </a:ext>
                </a:extLst>
              </p:cNvPr>
              <p:cNvSpPr txBox="1">
                <a:spLocks noRot="1" noChangeAspect="1" noMove="1" noResize="1" noEditPoints="1" noAdjustHandles="1" noChangeArrowheads="1" noChangeShapeType="1" noTextEdit="1"/>
              </p:cNvSpPr>
              <p:nvPr/>
            </p:nvSpPr>
            <p:spPr>
              <a:xfrm>
                <a:off x="359999" y="2160000"/>
                <a:ext cx="5307091" cy="462434"/>
              </a:xfrm>
              <a:prstGeom prst="rect">
                <a:avLst/>
              </a:prstGeom>
              <a:blipFill>
                <a:blip r:embed="rId2"/>
                <a:stretch>
                  <a:fillRect t="-10526" b="-28947"/>
                </a:stretch>
              </a:blipFill>
            </p:spPr>
            <p:txBody>
              <a:bodyPr/>
              <a:lstStyle/>
              <a:p>
                <a:r>
                  <a:rPr lang="zh-CN" altLang="en-US">
                    <a:noFill/>
                  </a:rPr>
                  <a:t> </a:t>
                </a:r>
              </a:p>
            </p:txBody>
          </p:sp>
        </mc:Fallback>
      </mc:AlternateContent>
      <p:sp>
        <p:nvSpPr>
          <p:cNvPr id="72" name="矩形 71">
            <a:extLst>
              <a:ext uri="{FF2B5EF4-FFF2-40B4-BE49-F238E27FC236}">
                <a16:creationId xmlns:a16="http://schemas.microsoft.com/office/drawing/2014/main" id="{E61EA1F3-F548-60B5-7232-84C5FDCC146A}"/>
              </a:ext>
            </a:extLst>
          </p:cNvPr>
          <p:cNvSpPr/>
          <p:nvPr/>
        </p:nvSpPr>
        <p:spPr>
          <a:xfrm>
            <a:off x="8647200" y="4899427"/>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73" name="梯形 72">
            <a:extLst>
              <a:ext uri="{FF2B5EF4-FFF2-40B4-BE49-F238E27FC236}">
                <a16:creationId xmlns:a16="http://schemas.microsoft.com/office/drawing/2014/main" id="{26BF0D20-2DBC-9A89-61F1-74EBF4AE6874}"/>
              </a:ext>
            </a:extLst>
          </p:cNvPr>
          <p:cNvSpPr/>
          <p:nvPr/>
        </p:nvSpPr>
        <p:spPr>
          <a:xfrm rot="5400000">
            <a:off x="9210244" y="5234655"/>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76" name="直接连接符 75">
            <a:extLst>
              <a:ext uri="{FF2B5EF4-FFF2-40B4-BE49-F238E27FC236}">
                <a16:creationId xmlns:a16="http://schemas.microsoft.com/office/drawing/2014/main" id="{5C1586E6-4F3D-3CDD-AE99-0E09A6504E03}"/>
              </a:ext>
            </a:extLst>
          </p:cNvPr>
          <p:cNvCxnSpPr>
            <a:cxnSpLocks/>
            <a:stCxn id="73" idx="0"/>
          </p:cNvCxnSpPr>
          <p:nvPr/>
        </p:nvCxnSpPr>
        <p:spPr>
          <a:xfrm>
            <a:off x="9825905" y="5409580"/>
            <a:ext cx="2315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矩形 78">
            <a:extLst>
              <a:ext uri="{FF2B5EF4-FFF2-40B4-BE49-F238E27FC236}">
                <a16:creationId xmlns:a16="http://schemas.microsoft.com/office/drawing/2014/main" id="{1A830956-79CC-6C0C-E39B-D919CCA8DE51}"/>
              </a:ext>
            </a:extLst>
          </p:cNvPr>
          <p:cNvSpPr/>
          <p:nvPr/>
        </p:nvSpPr>
        <p:spPr>
          <a:xfrm>
            <a:off x="8647200" y="3881541"/>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86" name="梯形 85">
            <a:extLst>
              <a:ext uri="{FF2B5EF4-FFF2-40B4-BE49-F238E27FC236}">
                <a16:creationId xmlns:a16="http://schemas.microsoft.com/office/drawing/2014/main" id="{C74AF2B7-5B66-1D29-F961-1D6AC10E9CFF}"/>
              </a:ext>
            </a:extLst>
          </p:cNvPr>
          <p:cNvSpPr/>
          <p:nvPr/>
        </p:nvSpPr>
        <p:spPr>
          <a:xfrm rot="5400000">
            <a:off x="9210244" y="4216769"/>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89" name="直接连接符 88">
            <a:extLst>
              <a:ext uri="{FF2B5EF4-FFF2-40B4-BE49-F238E27FC236}">
                <a16:creationId xmlns:a16="http://schemas.microsoft.com/office/drawing/2014/main" id="{E7E8FA3F-F690-627A-332D-ED80269A8C64}"/>
              </a:ext>
            </a:extLst>
          </p:cNvPr>
          <p:cNvCxnSpPr>
            <a:cxnSpLocks/>
            <a:stCxn id="86" idx="0"/>
          </p:cNvCxnSpPr>
          <p:nvPr/>
        </p:nvCxnSpPr>
        <p:spPr>
          <a:xfrm>
            <a:off x="9825905" y="4391694"/>
            <a:ext cx="2315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矩形 89">
            <a:extLst>
              <a:ext uri="{FF2B5EF4-FFF2-40B4-BE49-F238E27FC236}">
                <a16:creationId xmlns:a16="http://schemas.microsoft.com/office/drawing/2014/main" id="{2B20FA90-8593-22F9-EF2E-258B7156BA35}"/>
              </a:ext>
            </a:extLst>
          </p:cNvPr>
          <p:cNvSpPr/>
          <p:nvPr/>
        </p:nvSpPr>
        <p:spPr>
          <a:xfrm>
            <a:off x="8647200" y="2863219"/>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92" name="梯形 91">
            <a:extLst>
              <a:ext uri="{FF2B5EF4-FFF2-40B4-BE49-F238E27FC236}">
                <a16:creationId xmlns:a16="http://schemas.microsoft.com/office/drawing/2014/main" id="{4EE3013D-329B-4C3E-D030-3A61786F16FC}"/>
              </a:ext>
            </a:extLst>
          </p:cNvPr>
          <p:cNvSpPr/>
          <p:nvPr/>
        </p:nvSpPr>
        <p:spPr>
          <a:xfrm rot="5400000">
            <a:off x="9210244" y="3198447"/>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94" name="直接连接符 93">
            <a:extLst>
              <a:ext uri="{FF2B5EF4-FFF2-40B4-BE49-F238E27FC236}">
                <a16:creationId xmlns:a16="http://schemas.microsoft.com/office/drawing/2014/main" id="{3A81C8B3-E070-72AC-3274-D43E88FDE8A6}"/>
              </a:ext>
            </a:extLst>
          </p:cNvPr>
          <p:cNvCxnSpPr>
            <a:cxnSpLocks/>
            <a:stCxn id="92" idx="0"/>
          </p:cNvCxnSpPr>
          <p:nvPr/>
        </p:nvCxnSpPr>
        <p:spPr>
          <a:xfrm>
            <a:off x="9825905" y="3373372"/>
            <a:ext cx="2315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矩形 96">
            <a:extLst>
              <a:ext uri="{FF2B5EF4-FFF2-40B4-BE49-F238E27FC236}">
                <a16:creationId xmlns:a16="http://schemas.microsoft.com/office/drawing/2014/main" id="{746460F3-22A6-4F7E-F9E7-33DD5502C52E}"/>
              </a:ext>
            </a:extLst>
          </p:cNvPr>
          <p:cNvSpPr/>
          <p:nvPr/>
        </p:nvSpPr>
        <p:spPr>
          <a:xfrm>
            <a:off x="8647200" y="1845334"/>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00" name="梯形 99">
            <a:extLst>
              <a:ext uri="{FF2B5EF4-FFF2-40B4-BE49-F238E27FC236}">
                <a16:creationId xmlns:a16="http://schemas.microsoft.com/office/drawing/2014/main" id="{5750DD8E-2BA1-AC28-80A0-546F9F9ACE02}"/>
              </a:ext>
            </a:extLst>
          </p:cNvPr>
          <p:cNvSpPr/>
          <p:nvPr/>
        </p:nvSpPr>
        <p:spPr>
          <a:xfrm rot="5400000">
            <a:off x="9210244" y="2180562"/>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103" name="直接连接符 102">
            <a:extLst>
              <a:ext uri="{FF2B5EF4-FFF2-40B4-BE49-F238E27FC236}">
                <a16:creationId xmlns:a16="http://schemas.microsoft.com/office/drawing/2014/main" id="{308B9AEC-8953-0489-96AF-65A28C14C8CB}"/>
              </a:ext>
            </a:extLst>
          </p:cNvPr>
          <p:cNvCxnSpPr>
            <a:cxnSpLocks/>
            <a:stCxn id="100" idx="0"/>
          </p:cNvCxnSpPr>
          <p:nvPr/>
        </p:nvCxnSpPr>
        <p:spPr>
          <a:xfrm>
            <a:off x="9825905" y="2355487"/>
            <a:ext cx="2315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5EFADFD8-FE51-F170-8F99-3DA6687F4FA7}"/>
              </a:ext>
            </a:extLst>
          </p:cNvPr>
          <p:cNvCxnSpPr>
            <a:cxnSpLocks/>
            <a:stCxn id="97" idx="1"/>
            <a:endCxn id="97" idx="3"/>
          </p:cNvCxnSpPr>
          <p:nvPr/>
        </p:nvCxnSpPr>
        <p:spPr>
          <a:xfrm>
            <a:off x="8647200" y="2355486"/>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43F764E2-4C90-4A5B-1D40-234335DF42F1}"/>
              </a:ext>
            </a:extLst>
          </p:cNvPr>
          <p:cNvCxnSpPr>
            <a:cxnSpLocks/>
            <a:stCxn id="90" idx="1"/>
            <a:endCxn id="90" idx="3"/>
          </p:cNvCxnSpPr>
          <p:nvPr/>
        </p:nvCxnSpPr>
        <p:spPr>
          <a:xfrm>
            <a:off x="8647200" y="3373371"/>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3578C210-7B81-43B2-C6B0-0257F5D2FDAD}"/>
              </a:ext>
            </a:extLst>
          </p:cNvPr>
          <p:cNvCxnSpPr>
            <a:cxnSpLocks/>
            <a:stCxn id="79" idx="1"/>
            <a:endCxn id="79" idx="3"/>
          </p:cNvCxnSpPr>
          <p:nvPr/>
        </p:nvCxnSpPr>
        <p:spPr>
          <a:xfrm>
            <a:off x="8647200" y="4391693"/>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F55CA7AC-9813-D7E3-90A6-8EC119EA4FEB}"/>
              </a:ext>
            </a:extLst>
          </p:cNvPr>
          <p:cNvCxnSpPr>
            <a:cxnSpLocks/>
            <a:stCxn id="72" idx="1"/>
            <a:endCxn id="72" idx="3"/>
          </p:cNvCxnSpPr>
          <p:nvPr/>
        </p:nvCxnSpPr>
        <p:spPr>
          <a:xfrm>
            <a:off x="8647200" y="5409579"/>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梯形 113">
            <a:extLst>
              <a:ext uri="{FF2B5EF4-FFF2-40B4-BE49-F238E27FC236}">
                <a16:creationId xmlns:a16="http://schemas.microsoft.com/office/drawing/2014/main" id="{5B9F41F9-6E6E-F7BE-D984-09E1B7F860BC}"/>
              </a:ext>
            </a:extLst>
          </p:cNvPr>
          <p:cNvSpPr/>
          <p:nvPr/>
        </p:nvSpPr>
        <p:spPr>
          <a:xfrm rot="5400000">
            <a:off x="9963540" y="4726377"/>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121" name="直接连接符 120">
            <a:extLst>
              <a:ext uri="{FF2B5EF4-FFF2-40B4-BE49-F238E27FC236}">
                <a16:creationId xmlns:a16="http://schemas.microsoft.com/office/drawing/2014/main" id="{B1763493-0D6E-D7E3-C502-55E1D8FDC6F7}"/>
              </a:ext>
            </a:extLst>
          </p:cNvPr>
          <p:cNvCxnSpPr>
            <a:cxnSpLocks/>
          </p:cNvCxnSpPr>
          <p:nvPr/>
        </p:nvCxnSpPr>
        <p:spPr>
          <a:xfrm>
            <a:off x="10057764" y="4672800"/>
            <a:ext cx="1715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F95B35BE-5F1B-BFF9-1677-6323DDF49C69}"/>
              </a:ext>
            </a:extLst>
          </p:cNvPr>
          <p:cNvCxnSpPr>
            <a:cxnSpLocks/>
          </p:cNvCxnSpPr>
          <p:nvPr/>
        </p:nvCxnSpPr>
        <p:spPr>
          <a:xfrm>
            <a:off x="10057417" y="5130000"/>
            <a:ext cx="1719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65596DAE-EB9C-9D96-663D-5CC7E110B011}"/>
              </a:ext>
            </a:extLst>
          </p:cNvPr>
          <p:cNvCxnSpPr>
            <a:cxnSpLocks/>
            <a:stCxn id="114" idx="0"/>
          </p:cNvCxnSpPr>
          <p:nvPr/>
        </p:nvCxnSpPr>
        <p:spPr>
          <a:xfrm>
            <a:off x="10579201" y="4901302"/>
            <a:ext cx="2375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梯形 128">
            <a:extLst>
              <a:ext uri="{FF2B5EF4-FFF2-40B4-BE49-F238E27FC236}">
                <a16:creationId xmlns:a16="http://schemas.microsoft.com/office/drawing/2014/main" id="{1D0B1955-9108-57EF-D5BA-14942F7A7FD8}"/>
              </a:ext>
            </a:extLst>
          </p:cNvPr>
          <p:cNvSpPr/>
          <p:nvPr/>
        </p:nvSpPr>
        <p:spPr>
          <a:xfrm rot="5400000">
            <a:off x="9963540" y="2688294"/>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130" name="直接连接符 129">
            <a:extLst>
              <a:ext uri="{FF2B5EF4-FFF2-40B4-BE49-F238E27FC236}">
                <a16:creationId xmlns:a16="http://schemas.microsoft.com/office/drawing/2014/main" id="{875B86EF-F240-B824-FBAE-43432F73995D}"/>
              </a:ext>
            </a:extLst>
          </p:cNvPr>
          <p:cNvCxnSpPr>
            <a:cxnSpLocks/>
          </p:cNvCxnSpPr>
          <p:nvPr/>
        </p:nvCxnSpPr>
        <p:spPr>
          <a:xfrm>
            <a:off x="10057417" y="2635088"/>
            <a:ext cx="1719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CCB2B660-D239-E62D-E146-E7D3EE1D03EF}"/>
              </a:ext>
            </a:extLst>
          </p:cNvPr>
          <p:cNvCxnSpPr>
            <a:cxnSpLocks/>
          </p:cNvCxnSpPr>
          <p:nvPr/>
        </p:nvCxnSpPr>
        <p:spPr>
          <a:xfrm>
            <a:off x="10057417" y="3093334"/>
            <a:ext cx="1719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769E798B-AECF-8E0E-7A1A-34F31AC2514E}"/>
              </a:ext>
            </a:extLst>
          </p:cNvPr>
          <p:cNvCxnSpPr>
            <a:cxnSpLocks/>
            <a:stCxn id="129" idx="0"/>
          </p:cNvCxnSpPr>
          <p:nvPr/>
        </p:nvCxnSpPr>
        <p:spPr>
          <a:xfrm>
            <a:off x="10579201" y="2863219"/>
            <a:ext cx="23754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梯形 133">
            <a:extLst>
              <a:ext uri="{FF2B5EF4-FFF2-40B4-BE49-F238E27FC236}">
                <a16:creationId xmlns:a16="http://schemas.microsoft.com/office/drawing/2014/main" id="{A344F0EE-B5AC-41B0-097C-9D4DEEF0FFCF}"/>
              </a:ext>
            </a:extLst>
          </p:cNvPr>
          <p:cNvSpPr/>
          <p:nvPr/>
        </p:nvSpPr>
        <p:spPr>
          <a:xfrm rot="5400000">
            <a:off x="10763736" y="3706616"/>
            <a:ext cx="881473" cy="349849"/>
          </a:xfrm>
          <a:prstGeom prst="trapezoid">
            <a:avLst>
              <a:gd name="adj" fmla="val 63567"/>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135" name="直接连接符 134">
            <a:extLst>
              <a:ext uri="{FF2B5EF4-FFF2-40B4-BE49-F238E27FC236}">
                <a16:creationId xmlns:a16="http://schemas.microsoft.com/office/drawing/2014/main" id="{D1BB22C7-3B82-B0A2-07D1-7FD499012C69}"/>
              </a:ext>
            </a:extLst>
          </p:cNvPr>
          <p:cNvCxnSpPr>
            <a:cxnSpLocks/>
          </p:cNvCxnSpPr>
          <p:nvPr/>
        </p:nvCxnSpPr>
        <p:spPr>
          <a:xfrm>
            <a:off x="10816742" y="3654000"/>
            <a:ext cx="21280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D148A6C4-AA1C-5228-A92F-6F199959C499}"/>
              </a:ext>
            </a:extLst>
          </p:cNvPr>
          <p:cNvCxnSpPr>
            <a:cxnSpLocks/>
          </p:cNvCxnSpPr>
          <p:nvPr/>
        </p:nvCxnSpPr>
        <p:spPr>
          <a:xfrm>
            <a:off x="10816742" y="4111200"/>
            <a:ext cx="2124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CB2D6C40-D953-D72C-9013-9F7CF3F42B36}"/>
              </a:ext>
            </a:extLst>
          </p:cNvPr>
          <p:cNvCxnSpPr>
            <a:cxnSpLocks/>
            <a:stCxn id="134" idx="0"/>
            <a:endCxn id="195" idx="1"/>
          </p:cNvCxnSpPr>
          <p:nvPr/>
        </p:nvCxnSpPr>
        <p:spPr>
          <a:xfrm flipV="1">
            <a:off x="11379397" y="3881375"/>
            <a:ext cx="284337" cy="1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60E83064-F6A7-AD64-C263-CF6002810B7F}"/>
              </a:ext>
            </a:extLst>
          </p:cNvPr>
          <p:cNvCxnSpPr/>
          <p:nvPr/>
        </p:nvCxnSpPr>
        <p:spPr>
          <a:xfrm>
            <a:off x="9166644" y="51804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B5293C10-9801-98ED-027D-DF3F3A27DD3A}"/>
              </a:ext>
            </a:extLst>
          </p:cNvPr>
          <p:cNvCxnSpPr/>
          <p:nvPr/>
        </p:nvCxnSpPr>
        <p:spPr>
          <a:xfrm>
            <a:off x="9166402" y="56412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3C856196-6E5A-54F1-4E31-A9262C2B64A4}"/>
              </a:ext>
            </a:extLst>
          </p:cNvPr>
          <p:cNvCxnSpPr/>
          <p:nvPr/>
        </p:nvCxnSpPr>
        <p:spPr>
          <a:xfrm>
            <a:off x="9166644" y="41652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24E8ACD5-8954-AB35-BA86-D0FB78655B7E}"/>
              </a:ext>
            </a:extLst>
          </p:cNvPr>
          <p:cNvCxnSpPr/>
          <p:nvPr/>
        </p:nvCxnSpPr>
        <p:spPr>
          <a:xfrm>
            <a:off x="9166402" y="46224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D8111DAE-5025-E770-F136-622805E9243D}"/>
              </a:ext>
            </a:extLst>
          </p:cNvPr>
          <p:cNvCxnSpPr/>
          <p:nvPr/>
        </p:nvCxnSpPr>
        <p:spPr>
          <a:xfrm>
            <a:off x="9166644" y="31464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9055373A-ABFF-FC05-A972-A95D1969A1EB}"/>
              </a:ext>
            </a:extLst>
          </p:cNvPr>
          <p:cNvCxnSpPr/>
          <p:nvPr/>
        </p:nvCxnSpPr>
        <p:spPr>
          <a:xfrm>
            <a:off x="9166402" y="360360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DEC2CC83-2133-2FA6-F500-F0F067238E0D}"/>
              </a:ext>
            </a:extLst>
          </p:cNvPr>
          <p:cNvCxnSpPr/>
          <p:nvPr/>
        </p:nvCxnSpPr>
        <p:spPr>
          <a:xfrm>
            <a:off x="9166644" y="2127537"/>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2EA6AD6B-49C0-FA98-F0A7-9059E1F5F84B}"/>
              </a:ext>
            </a:extLst>
          </p:cNvPr>
          <p:cNvCxnSpPr/>
          <p:nvPr/>
        </p:nvCxnSpPr>
        <p:spPr>
          <a:xfrm>
            <a:off x="9166402" y="2585783"/>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F97979A9-399D-CB5A-428E-0F873C856AE2}"/>
              </a:ext>
            </a:extLst>
          </p:cNvPr>
          <p:cNvCxnSpPr>
            <a:cxnSpLocks/>
            <a:stCxn id="92" idx="1"/>
          </p:cNvCxnSpPr>
          <p:nvPr/>
        </p:nvCxnSpPr>
        <p:spPr>
          <a:xfrm flipV="1">
            <a:off x="9650980" y="2863219"/>
            <a:ext cx="0" cy="180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C95B5E7F-DC9B-E417-0DB2-007EC4A5EA6C}"/>
              </a:ext>
            </a:extLst>
          </p:cNvPr>
          <p:cNvCxnSpPr>
            <a:cxnSpLocks/>
            <a:stCxn id="100" idx="1"/>
          </p:cNvCxnSpPr>
          <p:nvPr/>
        </p:nvCxnSpPr>
        <p:spPr>
          <a:xfrm flipV="1">
            <a:off x="9650980" y="1682161"/>
            <a:ext cx="0" cy="3437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a:extLst>
              <a:ext uri="{FF2B5EF4-FFF2-40B4-BE49-F238E27FC236}">
                <a16:creationId xmlns:a16="http://schemas.microsoft.com/office/drawing/2014/main" id="{D403E3F9-AFB9-6A2A-2ABF-9E26F8C78033}"/>
              </a:ext>
            </a:extLst>
          </p:cNvPr>
          <p:cNvCxnSpPr>
            <a:cxnSpLocks/>
            <a:stCxn id="86" idx="1"/>
          </p:cNvCxnSpPr>
          <p:nvPr/>
        </p:nvCxnSpPr>
        <p:spPr>
          <a:xfrm flipV="1">
            <a:off x="9650980" y="3881540"/>
            <a:ext cx="0" cy="1806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CFAC358C-920C-246F-8AAB-EF57C4DF19B9}"/>
              </a:ext>
            </a:extLst>
          </p:cNvPr>
          <p:cNvCxnSpPr>
            <a:cxnSpLocks/>
            <a:stCxn id="73" idx="1"/>
          </p:cNvCxnSpPr>
          <p:nvPr/>
        </p:nvCxnSpPr>
        <p:spPr>
          <a:xfrm flipV="1">
            <a:off x="9650980" y="4899427"/>
            <a:ext cx="0" cy="180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B11EA842-9207-BE12-81FC-F88E84D46EDA}"/>
              </a:ext>
            </a:extLst>
          </p:cNvPr>
          <p:cNvCxnSpPr>
            <a:cxnSpLocks/>
          </p:cNvCxnSpPr>
          <p:nvPr/>
        </p:nvCxnSpPr>
        <p:spPr>
          <a:xfrm>
            <a:off x="8387922" y="1682161"/>
            <a:ext cx="154648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ECA9D59F-1F7C-A39A-4533-9002DDB44629}"/>
              </a:ext>
            </a:extLst>
          </p:cNvPr>
          <p:cNvCxnSpPr>
            <a:cxnSpLocks/>
          </p:cNvCxnSpPr>
          <p:nvPr/>
        </p:nvCxnSpPr>
        <p:spPr>
          <a:xfrm flipV="1">
            <a:off x="10057764" y="4391693"/>
            <a:ext cx="0" cy="2741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接连接符 162">
            <a:extLst>
              <a:ext uri="{FF2B5EF4-FFF2-40B4-BE49-F238E27FC236}">
                <a16:creationId xmlns:a16="http://schemas.microsoft.com/office/drawing/2014/main" id="{39E378C9-93BE-83D1-5E67-2F4F6215DC04}"/>
              </a:ext>
            </a:extLst>
          </p:cNvPr>
          <p:cNvCxnSpPr>
            <a:cxnSpLocks/>
          </p:cNvCxnSpPr>
          <p:nvPr/>
        </p:nvCxnSpPr>
        <p:spPr>
          <a:xfrm>
            <a:off x="9646407" y="2863218"/>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046D1DEB-AC61-009F-DFE1-7666D9BCFC1F}"/>
              </a:ext>
            </a:extLst>
          </p:cNvPr>
          <p:cNvCxnSpPr>
            <a:cxnSpLocks/>
          </p:cNvCxnSpPr>
          <p:nvPr/>
        </p:nvCxnSpPr>
        <p:spPr>
          <a:xfrm flipV="1">
            <a:off x="10057764" y="3088541"/>
            <a:ext cx="0" cy="2873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7FC8F4FD-0445-46D3-FC28-19A02874A75B}"/>
              </a:ext>
            </a:extLst>
          </p:cNvPr>
          <p:cNvCxnSpPr>
            <a:cxnSpLocks/>
          </p:cNvCxnSpPr>
          <p:nvPr/>
        </p:nvCxnSpPr>
        <p:spPr>
          <a:xfrm flipV="1">
            <a:off x="10057764" y="2352950"/>
            <a:ext cx="0" cy="2873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a:extLst>
              <a:ext uri="{FF2B5EF4-FFF2-40B4-BE49-F238E27FC236}">
                <a16:creationId xmlns:a16="http://schemas.microsoft.com/office/drawing/2014/main" id="{02E190FD-4DC0-B44B-A579-AB5709D46DFF}"/>
              </a:ext>
            </a:extLst>
          </p:cNvPr>
          <p:cNvCxnSpPr>
            <a:cxnSpLocks/>
          </p:cNvCxnSpPr>
          <p:nvPr/>
        </p:nvCxnSpPr>
        <p:spPr>
          <a:xfrm>
            <a:off x="9646407" y="3881540"/>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3BED6567-765A-628D-706E-04C7498BEE7A}"/>
              </a:ext>
            </a:extLst>
          </p:cNvPr>
          <p:cNvCxnSpPr>
            <a:cxnSpLocks/>
          </p:cNvCxnSpPr>
          <p:nvPr/>
        </p:nvCxnSpPr>
        <p:spPr>
          <a:xfrm>
            <a:off x="9646407" y="4899427"/>
            <a:ext cx="2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F8ACB639-C675-B7B0-E58C-EC5C0BB01467}"/>
              </a:ext>
            </a:extLst>
          </p:cNvPr>
          <p:cNvCxnSpPr>
            <a:cxnSpLocks/>
          </p:cNvCxnSpPr>
          <p:nvPr/>
        </p:nvCxnSpPr>
        <p:spPr>
          <a:xfrm flipV="1">
            <a:off x="9934407" y="1682161"/>
            <a:ext cx="0" cy="32172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4F2627CF-AF74-671D-EDDD-FC110C7DE492}"/>
              </a:ext>
            </a:extLst>
          </p:cNvPr>
          <p:cNvCxnSpPr>
            <a:cxnSpLocks/>
          </p:cNvCxnSpPr>
          <p:nvPr/>
        </p:nvCxnSpPr>
        <p:spPr>
          <a:xfrm flipV="1">
            <a:off x="10057417" y="5130000"/>
            <a:ext cx="0" cy="2741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FADE93DC-2E95-DB4B-FB94-AC4D45908A9C}"/>
              </a:ext>
            </a:extLst>
          </p:cNvPr>
          <p:cNvCxnSpPr>
            <a:cxnSpLocks/>
          </p:cNvCxnSpPr>
          <p:nvPr/>
        </p:nvCxnSpPr>
        <p:spPr>
          <a:xfrm flipV="1">
            <a:off x="10818660" y="2863218"/>
            <a:ext cx="0" cy="7907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7031CC73-E13D-B7F9-CD13-FB54D1DE6528}"/>
              </a:ext>
            </a:extLst>
          </p:cNvPr>
          <p:cNvCxnSpPr>
            <a:cxnSpLocks/>
          </p:cNvCxnSpPr>
          <p:nvPr/>
        </p:nvCxnSpPr>
        <p:spPr>
          <a:xfrm flipV="1">
            <a:off x="10818236" y="4108645"/>
            <a:ext cx="0" cy="7907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559922A3-523A-028B-69EE-49197FF81CA6}"/>
              </a:ext>
            </a:extLst>
          </p:cNvPr>
          <p:cNvCxnSpPr>
            <a:cxnSpLocks/>
          </p:cNvCxnSpPr>
          <p:nvPr/>
        </p:nvCxnSpPr>
        <p:spPr>
          <a:xfrm>
            <a:off x="8387922" y="1429748"/>
            <a:ext cx="23116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接连接符 181">
            <a:extLst>
              <a:ext uri="{FF2B5EF4-FFF2-40B4-BE49-F238E27FC236}">
                <a16:creationId xmlns:a16="http://schemas.microsoft.com/office/drawing/2014/main" id="{E5550D28-1D34-5346-E289-EF83D3470BB8}"/>
              </a:ext>
            </a:extLst>
          </p:cNvPr>
          <p:cNvCxnSpPr>
            <a:cxnSpLocks/>
            <a:stCxn id="129" idx="1"/>
          </p:cNvCxnSpPr>
          <p:nvPr/>
        </p:nvCxnSpPr>
        <p:spPr>
          <a:xfrm flipV="1">
            <a:off x="10404276" y="1429748"/>
            <a:ext cx="0" cy="110392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B6A89501-7129-990C-CD71-B7D27FBD100D}"/>
              </a:ext>
            </a:extLst>
          </p:cNvPr>
          <p:cNvCxnSpPr>
            <a:cxnSpLocks/>
          </p:cNvCxnSpPr>
          <p:nvPr/>
        </p:nvCxnSpPr>
        <p:spPr>
          <a:xfrm flipV="1">
            <a:off x="10699551" y="1429748"/>
            <a:ext cx="0" cy="29619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A6A899CC-4130-B545-A4EA-29CC3431BA27}"/>
              </a:ext>
            </a:extLst>
          </p:cNvPr>
          <p:cNvCxnSpPr>
            <a:cxnSpLocks/>
            <a:stCxn id="114" idx="1"/>
          </p:cNvCxnSpPr>
          <p:nvPr/>
        </p:nvCxnSpPr>
        <p:spPr>
          <a:xfrm flipV="1">
            <a:off x="10404276" y="4391693"/>
            <a:ext cx="0" cy="18006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98BE5CC1-8D1C-D046-D692-97E5924E8674}"/>
              </a:ext>
            </a:extLst>
          </p:cNvPr>
          <p:cNvCxnSpPr>
            <a:cxnSpLocks/>
          </p:cNvCxnSpPr>
          <p:nvPr/>
        </p:nvCxnSpPr>
        <p:spPr>
          <a:xfrm>
            <a:off x="10404276" y="4391537"/>
            <a:ext cx="2952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6" name="椭圆 185">
            <a:extLst>
              <a:ext uri="{FF2B5EF4-FFF2-40B4-BE49-F238E27FC236}">
                <a16:creationId xmlns:a16="http://schemas.microsoft.com/office/drawing/2014/main" id="{110FD314-22D4-D27B-D855-A110925BBE6E}"/>
              </a:ext>
            </a:extLst>
          </p:cNvPr>
          <p:cNvSpPr/>
          <p:nvPr/>
        </p:nvSpPr>
        <p:spPr>
          <a:xfrm>
            <a:off x="9606793" y="1635969"/>
            <a:ext cx="90000" cy="90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a:extLst>
              <a:ext uri="{FF2B5EF4-FFF2-40B4-BE49-F238E27FC236}">
                <a16:creationId xmlns:a16="http://schemas.microsoft.com/office/drawing/2014/main" id="{C20A9439-C0C7-B4B8-053B-93BA13052849}"/>
              </a:ext>
            </a:extLst>
          </p:cNvPr>
          <p:cNvSpPr/>
          <p:nvPr/>
        </p:nvSpPr>
        <p:spPr>
          <a:xfrm>
            <a:off x="10359276" y="1385699"/>
            <a:ext cx="90000" cy="90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a:extLst>
              <a:ext uri="{FF2B5EF4-FFF2-40B4-BE49-F238E27FC236}">
                <a16:creationId xmlns:a16="http://schemas.microsoft.com/office/drawing/2014/main" id="{F93F381B-EEC2-3D1A-84D9-E768B37243C7}"/>
              </a:ext>
            </a:extLst>
          </p:cNvPr>
          <p:cNvSpPr/>
          <p:nvPr/>
        </p:nvSpPr>
        <p:spPr>
          <a:xfrm>
            <a:off x="9890358" y="2817015"/>
            <a:ext cx="90000" cy="90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a:extLst>
              <a:ext uri="{FF2B5EF4-FFF2-40B4-BE49-F238E27FC236}">
                <a16:creationId xmlns:a16="http://schemas.microsoft.com/office/drawing/2014/main" id="{67E9038F-9982-2C27-61EE-B8EABBC2811D}"/>
              </a:ext>
            </a:extLst>
          </p:cNvPr>
          <p:cNvSpPr/>
          <p:nvPr/>
        </p:nvSpPr>
        <p:spPr>
          <a:xfrm>
            <a:off x="9889408" y="3836375"/>
            <a:ext cx="90000" cy="90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0" name="直接连接符 189">
            <a:extLst>
              <a:ext uri="{FF2B5EF4-FFF2-40B4-BE49-F238E27FC236}">
                <a16:creationId xmlns:a16="http://schemas.microsoft.com/office/drawing/2014/main" id="{75B0F222-EDA4-6065-DDB4-0817638B8C31}"/>
              </a:ext>
            </a:extLst>
          </p:cNvPr>
          <p:cNvCxnSpPr>
            <a:cxnSpLocks/>
          </p:cNvCxnSpPr>
          <p:nvPr/>
        </p:nvCxnSpPr>
        <p:spPr>
          <a:xfrm>
            <a:off x="8387922" y="1177200"/>
            <a:ext cx="2816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2891833B-35DE-C006-62D1-EE6900FABF78}"/>
              </a:ext>
            </a:extLst>
          </p:cNvPr>
          <p:cNvCxnSpPr>
            <a:cxnSpLocks/>
            <a:stCxn id="134" idx="1"/>
          </p:cNvCxnSpPr>
          <p:nvPr/>
        </p:nvCxnSpPr>
        <p:spPr>
          <a:xfrm flipV="1">
            <a:off x="11204472" y="1177200"/>
            <a:ext cx="0" cy="2374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2" name="文本框 191">
                <a:extLst>
                  <a:ext uri="{FF2B5EF4-FFF2-40B4-BE49-F238E27FC236}">
                    <a16:creationId xmlns:a16="http://schemas.microsoft.com/office/drawing/2014/main" id="{3A047BB9-3FB2-8C62-6D08-1305BC91E652}"/>
                  </a:ext>
                </a:extLst>
              </p:cNvPr>
              <p:cNvSpPr txBox="1"/>
              <p:nvPr/>
            </p:nvSpPr>
            <p:spPr>
              <a:xfrm>
                <a:off x="7920000" y="925200"/>
                <a:ext cx="38160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A</m:t>
                      </m:r>
                    </m:oMath>
                  </m:oMathPara>
                </a14:m>
                <a:endParaRPr lang="zh-CN" altLang="en-US" sz="2200" dirty="0">
                  <a:solidFill>
                    <a:srgbClr val="0000FF"/>
                  </a:solidFill>
                </a:endParaRPr>
              </a:p>
            </p:txBody>
          </p:sp>
        </mc:Choice>
        <mc:Fallback xmlns="">
          <p:sp>
            <p:nvSpPr>
              <p:cNvPr id="192" name="文本框 191">
                <a:extLst>
                  <a:ext uri="{FF2B5EF4-FFF2-40B4-BE49-F238E27FC236}">
                    <a16:creationId xmlns:a16="http://schemas.microsoft.com/office/drawing/2014/main" id="{3A047BB9-3FB2-8C62-6D08-1305BC91E652}"/>
                  </a:ext>
                </a:extLst>
              </p:cNvPr>
              <p:cNvSpPr txBox="1">
                <a:spLocks noRot="1" noChangeAspect="1" noMove="1" noResize="1" noEditPoints="1" noAdjustHandles="1" noChangeArrowheads="1" noChangeShapeType="1" noTextEdit="1"/>
              </p:cNvSpPr>
              <p:nvPr/>
            </p:nvSpPr>
            <p:spPr>
              <a:xfrm>
                <a:off x="7920000" y="925200"/>
                <a:ext cx="381600" cy="43088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3" name="文本框 192">
                <a:extLst>
                  <a:ext uri="{FF2B5EF4-FFF2-40B4-BE49-F238E27FC236}">
                    <a16:creationId xmlns:a16="http://schemas.microsoft.com/office/drawing/2014/main" id="{5AF2DED2-5F2E-5140-094D-19D78CEC6021}"/>
                  </a:ext>
                </a:extLst>
              </p:cNvPr>
              <p:cNvSpPr txBox="1"/>
              <p:nvPr/>
            </p:nvSpPr>
            <p:spPr>
              <a:xfrm>
                <a:off x="7920000" y="1504800"/>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200" i="0" smtClean="0">
                          <a:solidFill>
                            <a:srgbClr val="0000FF"/>
                          </a:solidFill>
                          <a:latin typeface="Cambria Math" panose="02040503050406030204" pitchFamily="18" charset="0"/>
                          <a:ea typeface="微软雅黑" panose="020B0503020204020204" pitchFamily="34" charset="-122"/>
                        </a:rPr>
                        <m:t>C</m:t>
                      </m:r>
                    </m:oMath>
                  </m:oMathPara>
                </a14:m>
                <a:endParaRPr lang="zh-CN" altLang="en-US" sz="2200" dirty="0">
                  <a:solidFill>
                    <a:srgbClr val="0000FF"/>
                  </a:solidFill>
                </a:endParaRPr>
              </a:p>
            </p:txBody>
          </p:sp>
        </mc:Choice>
        <mc:Fallback xmlns="">
          <p:sp>
            <p:nvSpPr>
              <p:cNvPr id="193" name="文本框 192">
                <a:extLst>
                  <a:ext uri="{FF2B5EF4-FFF2-40B4-BE49-F238E27FC236}">
                    <a16:creationId xmlns:a16="http://schemas.microsoft.com/office/drawing/2014/main" id="{5AF2DED2-5F2E-5140-094D-19D78CEC6021}"/>
                  </a:ext>
                </a:extLst>
              </p:cNvPr>
              <p:cNvSpPr txBox="1">
                <a:spLocks noRot="1" noChangeAspect="1" noMove="1" noResize="1" noEditPoints="1" noAdjustHandles="1" noChangeArrowheads="1" noChangeShapeType="1" noTextEdit="1"/>
              </p:cNvSpPr>
              <p:nvPr/>
            </p:nvSpPr>
            <p:spPr>
              <a:xfrm>
                <a:off x="7920000" y="1504800"/>
                <a:ext cx="380364" cy="43088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4" name="文本框 193">
                <a:extLst>
                  <a:ext uri="{FF2B5EF4-FFF2-40B4-BE49-F238E27FC236}">
                    <a16:creationId xmlns:a16="http://schemas.microsoft.com/office/drawing/2014/main" id="{89969CD0-2FBC-D207-D7AF-6EE2B10E9CD2}"/>
                  </a:ext>
                </a:extLst>
              </p:cNvPr>
              <p:cNvSpPr txBox="1"/>
              <p:nvPr/>
            </p:nvSpPr>
            <p:spPr>
              <a:xfrm>
                <a:off x="7920000" y="1215951"/>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200" i="0" smtClean="0">
                          <a:solidFill>
                            <a:srgbClr val="0000FF"/>
                          </a:solidFill>
                          <a:latin typeface="Cambria Math" panose="02040503050406030204" pitchFamily="18" charset="0"/>
                          <a:ea typeface="微软雅黑" panose="020B0503020204020204" pitchFamily="34" charset="-122"/>
                        </a:rPr>
                        <m:t>B</m:t>
                      </m:r>
                    </m:oMath>
                  </m:oMathPara>
                </a14:m>
                <a:endParaRPr lang="zh-CN" altLang="en-US" sz="2200" dirty="0">
                  <a:solidFill>
                    <a:srgbClr val="0000FF"/>
                  </a:solidFill>
                </a:endParaRPr>
              </a:p>
            </p:txBody>
          </p:sp>
        </mc:Choice>
        <mc:Fallback xmlns="">
          <p:sp>
            <p:nvSpPr>
              <p:cNvPr id="194" name="文本框 193">
                <a:extLst>
                  <a:ext uri="{FF2B5EF4-FFF2-40B4-BE49-F238E27FC236}">
                    <a16:creationId xmlns:a16="http://schemas.microsoft.com/office/drawing/2014/main" id="{89969CD0-2FBC-D207-D7AF-6EE2B10E9CD2}"/>
                  </a:ext>
                </a:extLst>
              </p:cNvPr>
              <p:cNvSpPr txBox="1">
                <a:spLocks noRot="1" noChangeAspect="1" noMove="1" noResize="1" noEditPoints="1" noAdjustHandles="1" noChangeArrowheads="1" noChangeShapeType="1" noTextEdit="1"/>
              </p:cNvSpPr>
              <p:nvPr/>
            </p:nvSpPr>
            <p:spPr>
              <a:xfrm>
                <a:off x="7920000" y="1215951"/>
                <a:ext cx="380364" cy="43088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5" name="文本框 194">
                <a:extLst>
                  <a:ext uri="{FF2B5EF4-FFF2-40B4-BE49-F238E27FC236}">
                    <a16:creationId xmlns:a16="http://schemas.microsoft.com/office/drawing/2014/main" id="{B3A5DC4D-9F7F-58DE-7778-BA4FE2F08490}"/>
                  </a:ext>
                </a:extLst>
              </p:cNvPr>
              <p:cNvSpPr txBox="1"/>
              <p:nvPr/>
            </p:nvSpPr>
            <p:spPr>
              <a:xfrm>
                <a:off x="11663734" y="3665931"/>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200" dirty="0"/>
              </a:p>
            </p:txBody>
          </p:sp>
        </mc:Choice>
        <mc:Fallback xmlns="">
          <p:sp>
            <p:nvSpPr>
              <p:cNvPr id="195" name="文本框 194">
                <a:extLst>
                  <a:ext uri="{FF2B5EF4-FFF2-40B4-BE49-F238E27FC236}">
                    <a16:creationId xmlns:a16="http://schemas.microsoft.com/office/drawing/2014/main" id="{B3A5DC4D-9F7F-58DE-7778-BA4FE2F08490}"/>
                  </a:ext>
                </a:extLst>
              </p:cNvPr>
              <p:cNvSpPr txBox="1">
                <a:spLocks noRot="1" noChangeAspect="1" noMove="1" noResize="1" noEditPoints="1" noAdjustHandles="1" noChangeArrowheads="1" noChangeShapeType="1" noTextEdit="1"/>
              </p:cNvSpPr>
              <p:nvPr/>
            </p:nvSpPr>
            <p:spPr>
              <a:xfrm>
                <a:off x="11663734" y="3665931"/>
                <a:ext cx="380364" cy="430887"/>
              </a:xfrm>
              <a:prstGeom prst="rect">
                <a:avLst/>
              </a:prstGeom>
              <a:blipFill>
                <a:blip r:embed="rId6"/>
                <a:stretch>
                  <a:fillRect/>
                </a:stretch>
              </a:blipFill>
            </p:spPr>
            <p:txBody>
              <a:bodyPr/>
              <a:lstStyle/>
              <a:p>
                <a:r>
                  <a:rPr lang="zh-CN" altLang="en-US">
                    <a:noFill/>
                  </a:rPr>
                  <a:t> </a:t>
                </a:r>
              </a:p>
            </p:txBody>
          </p:sp>
        </mc:Fallback>
      </mc:AlternateContent>
      <p:sp>
        <p:nvSpPr>
          <p:cNvPr id="196" name="文本框 195">
            <a:extLst>
              <a:ext uri="{FF2B5EF4-FFF2-40B4-BE49-F238E27FC236}">
                <a16:creationId xmlns:a16="http://schemas.microsoft.com/office/drawing/2014/main" id="{8E88E6B6-3740-FC8D-2859-0E6D301A1EC4}"/>
              </a:ext>
            </a:extLst>
          </p:cNvPr>
          <p:cNvSpPr txBox="1"/>
          <p:nvPr/>
        </p:nvSpPr>
        <p:spPr>
          <a:xfrm>
            <a:off x="9414000" y="1953545"/>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97" name="文本框 196">
            <a:extLst>
              <a:ext uri="{FF2B5EF4-FFF2-40B4-BE49-F238E27FC236}">
                <a16:creationId xmlns:a16="http://schemas.microsoft.com/office/drawing/2014/main" id="{A32FFF32-6754-E6EB-0FA1-7398DC0D2016}"/>
              </a:ext>
            </a:extLst>
          </p:cNvPr>
          <p:cNvSpPr txBox="1"/>
          <p:nvPr/>
        </p:nvSpPr>
        <p:spPr>
          <a:xfrm>
            <a:off x="9414000" y="2411857"/>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198" name="文本框 197">
            <a:extLst>
              <a:ext uri="{FF2B5EF4-FFF2-40B4-BE49-F238E27FC236}">
                <a16:creationId xmlns:a16="http://schemas.microsoft.com/office/drawing/2014/main" id="{D4F3B7DB-C1FC-2396-D8A2-BBE21A84C646}"/>
              </a:ext>
            </a:extLst>
          </p:cNvPr>
          <p:cNvSpPr txBox="1"/>
          <p:nvPr/>
        </p:nvSpPr>
        <p:spPr>
          <a:xfrm>
            <a:off x="9414000" y="2980298"/>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199" name="文本框 198">
            <a:extLst>
              <a:ext uri="{FF2B5EF4-FFF2-40B4-BE49-F238E27FC236}">
                <a16:creationId xmlns:a16="http://schemas.microsoft.com/office/drawing/2014/main" id="{9276FB1A-1751-B451-F708-118CB3355E56}"/>
              </a:ext>
            </a:extLst>
          </p:cNvPr>
          <p:cNvSpPr txBox="1"/>
          <p:nvPr/>
        </p:nvSpPr>
        <p:spPr>
          <a:xfrm>
            <a:off x="9414000" y="3438610"/>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200" name="文本框 199">
            <a:extLst>
              <a:ext uri="{FF2B5EF4-FFF2-40B4-BE49-F238E27FC236}">
                <a16:creationId xmlns:a16="http://schemas.microsoft.com/office/drawing/2014/main" id="{5BE23151-65D4-DADE-31CB-48081C17C949}"/>
              </a:ext>
            </a:extLst>
          </p:cNvPr>
          <p:cNvSpPr txBox="1"/>
          <p:nvPr/>
        </p:nvSpPr>
        <p:spPr>
          <a:xfrm>
            <a:off x="9414000" y="3988721"/>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201" name="文本框 200">
            <a:extLst>
              <a:ext uri="{FF2B5EF4-FFF2-40B4-BE49-F238E27FC236}">
                <a16:creationId xmlns:a16="http://schemas.microsoft.com/office/drawing/2014/main" id="{D3CBD7FC-3E6D-C3E9-73DB-892BD688FABE}"/>
              </a:ext>
            </a:extLst>
          </p:cNvPr>
          <p:cNvSpPr txBox="1"/>
          <p:nvPr/>
        </p:nvSpPr>
        <p:spPr>
          <a:xfrm>
            <a:off x="9414000" y="4447033"/>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202" name="文本框 201">
            <a:extLst>
              <a:ext uri="{FF2B5EF4-FFF2-40B4-BE49-F238E27FC236}">
                <a16:creationId xmlns:a16="http://schemas.microsoft.com/office/drawing/2014/main" id="{084D30D7-89EC-16AA-A1B2-35823FA9ECCE}"/>
              </a:ext>
            </a:extLst>
          </p:cNvPr>
          <p:cNvSpPr txBox="1"/>
          <p:nvPr/>
        </p:nvSpPr>
        <p:spPr>
          <a:xfrm>
            <a:off x="9414000" y="5016293"/>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203" name="文本框 202">
            <a:extLst>
              <a:ext uri="{FF2B5EF4-FFF2-40B4-BE49-F238E27FC236}">
                <a16:creationId xmlns:a16="http://schemas.microsoft.com/office/drawing/2014/main" id="{B942C1A2-DD7F-A123-159D-8D0E94EE8A0E}"/>
              </a:ext>
            </a:extLst>
          </p:cNvPr>
          <p:cNvSpPr txBox="1"/>
          <p:nvPr/>
        </p:nvSpPr>
        <p:spPr>
          <a:xfrm>
            <a:off x="9414000" y="5474605"/>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204" name="文本框 203">
            <a:extLst>
              <a:ext uri="{FF2B5EF4-FFF2-40B4-BE49-F238E27FC236}">
                <a16:creationId xmlns:a16="http://schemas.microsoft.com/office/drawing/2014/main" id="{22268AF2-D4A9-AC50-603B-B71C0D8D2D23}"/>
              </a:ext>
            </a:extLst>
          </p:cNvPr>
          <p:cNvSpPr txBox="1"/>
          <p:nvPr/>
        </p:nvSpPr>
        <p:spPr>
          <a:xfrm>
            <a:off x="10170000" y="4504036"/>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205" name="文本框 204">
            <a:extLst>
              <a:ext uri="{FF2B5EF4-FFF2-40B4-BE49-F238E27FC236}">
                <a16:creationId xmlns:a16="http://schemas.microsoft.com/office/drawing/2014/main" id="{160FDDC0-94E7-E090-A1B1-A057BFE80C47}"/>
              </a:ext>
            </a:extLst>
          </p:cNvPr>
          <p:cNvSpPr txBox="1"/>
          <p:nvPr/>
        </p:nvSpPr>
        <p:spPr>
          <a:xfrm>
            <a:off x="10170000" y="4962348"/>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206" name="文本框 205">
            <a:extLst>
              <a:ext uri="{FF2B5EF4-FFF2-40B4-BE49-F238E27FC236}">
                <a16:creationId xmlns:a16="http://schemas.microsoft.com/office/drawing/2014/main" id="{79C3A090-6495-30C9-B493-3127E41D1B54}"/>
              </a:ext>
            </a:extLst>
          </p:cNvPr>
          <p:cNvSpPr txBox="1"/>
          <p:nvPr/>
        </p:nvSpPr>
        <p:spPr>
          <a:xfrm>
            <a:off x="10170000" y="2468432"/>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207" name="文本框 206">
            <a:extLst>
              <a:ext uri="{FF2B5EF4-FFF2-40B4-BE49-F238E27FC236}">
                <a16:creationId xmlns:a16="http://schemas.microsoft.com/office/drawing/2014/main" id="{279AA776-A7ED-6975-F9A9-122C7401F5C6}"/>
              </a:ext>
            </a:extLst>
          </p:cNvPr>
          <p:cNvSpPr txBox="1"/>
          <p:nvPr/>
        </p:nvSpPr>
        <p:spPr>
          <a:xfrm>
            <a:off x="10170000" y="2926744"/>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208" name="文本框 207">
            <a:extLst>
              <a:ext uri="{FF2B5EF4-FFF2-40B4-BE49-F238E27FC236}">
                <a16:creationId xmlns:a16="http://schemas.microsoft.com/office/drawing/2014/main" id="{E5B0C82F-2C34-7DAF-0680-3E9EB23DCB85}"/>
              </a:ext>
            </a:extLst>
          </p:cNvPr>
          <p:cNvSpPr txBox="1"/>
          <p:nvPr/>
        </p:nvSpPr>
        <p:spPr>
          <a:xfrm>
            <a:off x="10969200" y="3482941"/>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a:t>
            </a:r>
          </a:p>
        </p:txBody>
      </p:sp>
      <p:sp>
        <p:nvSpPr>
          <p:cNvPr id="209" name="文本框 208">
            <a:extLst>
              <a:ext uri="{FF2B5EF4-FFF2-40B4-BE49-F238E27FC236}">
                <a16:creationId xmlns:a16="http://schemas.microsoft.com/office/drawing/2014/main" id="{C2AC9EA7-8237-E6AD-B6D2-ED15A2D9201D}"/>
              </a:ext>
            </a:extLst>
          </p:cNvPr>
          <p:cNvSpPr txBox="1"/>
          <p:nvPr/>
        </p:nvSpPr>
        <p:spPr>
          <a:xfrm>
            <a:off x="10969200" y="3941253"/>
            <a:ext cx="330233"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a:t>
            </a:r>
          </a:p>
        </p:txBody>
      </p:sp>
      <p:sp>
        <p:nvSpPr>
          <p:cNvPr id="210" name="文本框 209">
            <a:extLst>
              <a:ext uri="{FF2B5EF4-FFF2-40B4-BE49-F238E27FC236}">
                <a16:creationId xmlns:a16="http://schemas.microsoft.com/office/drawing/2014/main" id="{DD48F680-A0A7-BCDD-56F3-AFB6936A4452}"/>
              </a:ext>
            </a:extLst>
          </p:cNvPr>
          <p:cNvSpPr txBox="1"/>
          <p:nvPr/>
        </p:nvSpPr>
        <p:spPr>
          <a:xfrm>
            <a:off x="8643600" y="1923900"/>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sp>
        <p:nvSpPr>
          <p:cNvPr id="211" name="文本框 210">
            <a:extLst>
              <a:ext uri="{FF2B5EF4-FFF2-40B4-BE49-F238E27FC236}">
                <a16:creationId xmlns:a16="http://schemas.microsoft.com/office/drawing/2014/main" id="{782FC9F3-4983-2736-2ACA-95FEDF58ABD2}"/>
              </a:ext>
            </a:extLst>
          </p:cNvPr>
          <p:cNvSpPr txBox="1"/>
          <p:nvPr/>
        </p:nvSpPr>
        <p:spPr>
          <a:xfrm>
            <a:off x="8643600" y="2418279"/>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endParaRPr lang="en-US" altLang="zh-CN" sz="2000" b="1" dirty="0">
              <a:latin typeface="微软雅黑" panose="020B0503020204020204" pitchFamily="34" charset="-122"/>
              <a:ea typeface="微软雅黑" panose="020B0503020204020204" pitchFamily="34" charset="-122"/>
            </a:endParaRPr>
          </a:p>
        </p:txBody>
      </p:sp>
      <p:sp>
        <p:nvSpPr>
          <p:cNvPr id="212" name="文本框 211">
            <a:extLst>
              <a:ext uri="{FF2B5EF4-FFF2-40B4-BE49-F238E27FC236}">
                <a16:creationId xmlns:a16="http://schemas.microsoft.com/office/drawing/2014/main" id="{FCEC95AC-D3B7-3197-7E48-F5D9551A06E8}"/>
              </a:ext>
            </a:extLst>
          </p:cNvPr>
          <p:cNvSpPr txBox="1"/>
          <p:nvPr/>
        </p:nvSpPr>
        <p:spPr>
          <a:xfrm>
            <a:off x="8643600" y="2946040"/>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endParaRPr lang="en-US" altLang="zh-CN" sz="2000" b="1" dirty="0">
              <a:latin typeface="微软雅黑" panose="020B0503020204020204" pitchFamily="34" charset="-122"/>
              <a:ea typeface="微软雅黑" panose="020B0503020204020204" pitchFamily="34" charset="-122"/>
            </a:endParaRPr>
          </a:p>
        </p:txBody>
      </p:sp>
      <p:sp>
        <p:nvSpPr>
          <p:cNvPr id="213" name="文本框 212">
            <a:extLst>
              <a:ext uri="{FF2B5EF4-FFF2-40B4-BE49-F238E27FC236}">
                <a16:creationId xmlns:a16="http://schemas.microsoft.com/office/drawing/2014/main" id="{F5D393C5-F22F-DE83-1A63-19278B6B012F}"/>
              </a:ext>
            </a:extLst>
          </p:cNvPr>
          <p:cNvSpPr txBox="1"/>
          <p:nvPr/>
        </p:nvSpPr>
        <p:spPr>
          <a:xfrm>
            <a:off x="8643600" y="3442334"/>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sp>
        <p:nvSpPr>
          <p:cNvPr id="214" name="文本框 213">
            <a:extLst>
              <a:ext uri="{FF2B5EF4-FFF2-40B4-BE49-F238E27FC236}">
                <a16:creationId xmlns:a16="http://schemas.microsoft.com/office/drawing/2014/main" id="{6F6F22FB-83DE-C72C-2C3D-1E744B1C8A4A}"/>
              </a:ext>
            </a:extLst>
          </p:cNvPr>
          <p:cNvSpPr txBox="1"/>
          <p:nvPr/>
        </p:nvSpPr>
        <p:spPr>
          <a:xfrm>
            <a:off x="8643600" y="3963642"/>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sp>
        <p:nvSpPr>
          <p:cNvPr id="215" name="文本框 214">
            <a:extLst>
              <a:ext uri="{FF2B5EF4-FFF2-40B4-BE49-F238E27FC236}">
                <a16:creationId xmlns:a16="http://schemas.microsoft.com/office/drawing/2014/main" id="{03FAEC28-4FE9-7E69-5D2C-AFC662911BD2}"/>
              </a:ext>
            </a:extLst>
          </p:cNvPr>
          <p:cNvSpPr txBox="1"/>
          <p:nvPr/>
        </p:nvSpPr>
        <p:spPr>
          <a:xfrm>
            <a:off x="8643600" y="4455876"/>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sp>
        <p:nvSpPr>
          <p:cNvPr id="216" name="文本框 215">
            <a:extLst>
              <a:ext uri="{FF2B5EF4-FFF2-40B4-BE49-F238E27FC236}">
                <a16:creationId xmlns:a16="http://schemas.microsoft.com/office/drawing/2014/main" id="{5F596236-0340-F304-1F69-37265C3DE351}"/>
              </a:ext>
            </a:extLst>
          </p:cNvPr>
          <p:cNvSpPr txBox="1"/>
          <p:nvPr/>
        </p:nvSpPr>
        <p:spPr>
          <a:xfrm>
            <a:off x="8643600" y="4979026"/>
            <a:ext cx="519120" cy="400110"/>
          </a:xfrm>
          <a:prstGeom prst="rect">
            <a:avLst/>
          </a:prstGeom>
          <a:noFill/>
        </p:spPr>
        <p:txBody>
          <a:bodyPr wrap="square">
            <a:spAutoFit/>
          </a:bodyPr>
          <a:lstStyle/>
          <a:p>
            <a:pPr algn="ctr">
              <a:spcAft>
                <a:spcPts val="1200"/>
              </a:spcAft>
            </a:pPr>
            <a:r>
              <a:rPr lang="en-US" altLang="zh-CN" sz="2000" dirty="0">
                <a:solidFill>
                  <a:srgbClr val="0000FF"/>
                </a:solidFill>
                <a:latin typeface="微软雅黑" panose="020B0503020204020204" pitchFamily="34" charset="-122"/>
                <a:ea typeface="微软雅黑" panose="020B0503020204020204" pitchFamily="34" charset="-122"/>
              </a:rPr>
              <a:t>1</a:t>
            </a:r>
          </a:p>
        </p:txBody>
      </p:sp>
      <p:sp>
        <p:nvSpPr>
          <p:cNvPr id="217" name="文本框 216">
            <a:extLst>
              <a:ext uri="{FF2B5EF4-FFF2-40B4-BE49-F238E27FC236}">
                <a16:creationId xmlns:a16="http://schemas.microsoft.com/office/drawing/2014/main" id="{6C8E0332-E582-CA32-D418-6BBAD8AF2407}"/>
              </a:ext>
            </a:extLst>
          </p:cNvPr>
          <p:cNvSpPr txBox="1"/>
          <p:nvPr/>
        </p:nvSpPr>
        <p:spPr>
          <a:xfrm>
            <a:off x="8643600" y="5478428"/>
            <a:ext cx="519120" cy="400110"/>
          </a:xfrm>
          <a:prstGeom prst="rect">
            <a:avLst/>
          </a:prstGeom>
          <a:noFill/>
        </p:spPr>
        <p:txBody>
          <a:bodyPr wrap="square">
            <a:spAutoFit/>
          </a:bodyPr>
          <a:lstStyle/>
          <a:p>
            <a:pPr algn="ctr">
              <a:spcAft>
                <a:spcPts val="1200"/>
              </a:spcAft>
            </a:pPr>
            <a:r>
              <a:rPr lang="en-US" altLang="zh-CN" sz="2000" dirty="0">
                <a:solidFill>
                  <a:srgbClr val="0000FF"/>
                </a:solidFill>
                <a:latin typeface="微软雅黑" panose="020B0503020204020204" pitchFamily="34" charset="-122"/>
                <a:ea typeface="微软雅黑" panose="020B0503020204020204" pitchFamily="34" charset="-122"/>
              </a:rPr>
              <a:t>1</a:t>
            </a:r>
          </a:p>
        </p:txBody>
      </p:sp>
      <p:sp>
        <p:nvSpPr>
          <p:cNvPr id="218" name="矩形 217">
            <a:extLst>
              <a:ext uri="{FF2B5EF4-FFF2-40B4-BE49-F238E27FC236}">
                <a16:creationId xmlns:a16="http://schemas.microsoft.com/office/drawing/2014/main" id="{5BDF505D-309D-3FC8-89EC-A4DE2E928724}"/>
              </a:ext>
            </a:extLst>
          </p:cNvPr>
          <p:cNvSpPr/>
          <p:nvPr/>
        </p:nvSpPr>
        <p:spPr>
          <a:xfrm>
            <a:off x="8531987" y="1049155"/>
            <a:ext cx="2981361" cy="4969087"/>
          </a:xfrm>
          <a:prstGeom prst="rect">
            <a:avLst/>
          </a:prstGeom>
          <a:noFill/>
          <a:ln w="3810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3567C73-D02F-9B56-F0E2-5D0DD233F128}"/>
                  </a:ext>
                </a:extLst>
              </p:cNvPr>
              <p:cNvSpPr txBox="1"/>
              <p:nvPr/>
            </p:nvSpPr>
            <p:spPr>
              <a:xfrm>
                <a:off x="7740000" y="1922414"/>
                <a:ext cx="791793"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A</m:t>
                          </m:r>
                        </m:e>
                      </m:acc>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B</m:t>
                          </m:r>
                        </m:e>
                      </m:acc>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C</m:t>
                          </m:r>
                        </m:e>
                      </m:acc>
                    </m:oMath>
                  </m:oMathPara>
                </a14:m>
                <a:endParaRPr lang="zh-CN" altLang="en-US" sz="2000" dirty="0"/>
              </a:p>
            </p:txBody>
          </p:sp>
        </mc:Choice>
        <mc:Fallback xmlns="">
          <p:sp>
            <p:nvSpPr>
              <p:cNvPr id="12" name="文本框 11">
                <a:extLst>
                  <a:ext uri="{FF2B5EF4-FFF2-40B4-BE49-F238E27FC236}">
                    <a16:creationId xmlns:a16="http://schemas.microsoft.com/office/drawing/2014/main" id="{23567C73-D02F-9B56-F0E2-5D0DD233F128}"/>
                  </a:ext>
                </a:extLst>
              </p:cNvPr>
              <p:cNvSpPr txBox="1">
                <a:spLocks noRot="1" noChangeAspect="1" noMove="1" noResize="1" noEditPoints="1" noAdjustHandles="1" noChangeArrowheads="1" noChangeShapeType="1" noTextEdit="1"/>
              </p:cNvSpPr>
              <p:nvPr/>
            </p:nvSpPr>
            <p:spPr>
              <a:xfrm>
                <a:off x="7740000" y="1922414"/>
                <a:ext cx="791793" cy="400815"/>
              </a:xfrm>
              <a:prstGeom prst="rect">
                <a:avLst/>
              </a:prstGeom>
              <a:blipFill>
                <a:blip r:embed="rId7"/>
                <a:stretch>
                  <a:fillRect r="-2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CD56D11-6867-AAAF-1D4A-C97E2EE220A0}"/>
                  </a:ext>
                </a:extLst>
              </p:cNvPr>
              <p:cNvSpPr txBox="1"/>
              <p:nvPr/>
            </p:nvSpPr>
            <p:spPr>
              <a:xfrm>
                <a:off x="7740000" y="2419200"/>
                <a:ext cx="791793"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A</m:t>
                          </m:r>
                        </m:e>
                      </m:acc>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B</m:t>
                          </m:r>
                        </m:e>
                      </m:acc>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13" name="文本框 12">
                <a:extLst>
                  <a:ext uri="{FF2B5EF4-FFF2-40B4-BE49-F238E27FC236}">
                    <a16:creationId xmlns:a16="http://schemas.microsoft.com/office/drawing/2014/main" id="{0CD56D11-6867-AAAF-1D4A-C97E2EE220A0}"/>
                  </a:ext>
                </a:extLst>
              </p:cNvPr>
              <p:cNvSpPr txBox="1">
                <a:spLocks noRot="1" noChangeAspect="1" noMove="1" noResize="1" noEditPoints="1" noAdjustHandles="1" noChangeArrowheads="1" noChangeShapeType="1" noTextEdit="1"/>
              </p:cNvSpPr>
              <p:nvPr/>
            </p:nvSpPr>
            <p:spPr>
              <a:xfrm>
                <a:off x="7740000" y="2419200"/>
                <a:ext cx="791793" cy="400815"/>
              </a:xfrm>
              <a:prstGeom prst="rect">
                <a:avLst/>
              </a:prstGeom>
              <a:blipFill>
                <a:blip r:embed="rId8"/>
                <a:stretch>
                  <a:fillRect r="-1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07E0001-2BCB-23E0-9290-F9E92A13B49D}"/>
                  </a:ext>
                </a:extLst>
              </p:cNvPr>
              <p:cNvSpPr txBox="1"/>
              <p:nvPr/>
            </p:nvSpPr>
            <p:spPr>
              <a:xfrm>
                <a:off x="7740000" y="2944648"/>
                <a:ext cx="791793"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A</m:t>
                          </m:r>
                        </m:e>
                      </m:acc>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B</m:t>
                      </m:r>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C</m:t>
                          </m:r>
                        </m:e>
                      </m:acc>
                    </m:oMath>
                  </m:oMathPara>
                </a14:m>
                <a:endParaRPr lang="zh-CN" altLang="en-US" sz="2000" dirty="0"/>
              </a:p>
            </p:txBody>
          </p:sp>
        </mc:Choice>
        <mc:Fallback xmlns="">
          <p:sp>
            <p:nvSpPr>
              <p:cNvPr id="14" name="文本框 13">
                <a:extLst>
                  <a:ext uri="{FF2B5EF4-FFF2-40B4-BE49-F238E27FC236}">
                    <a16:creationId xmlns:a16="http://schemas.microsoft.com/office/drawing/2014/main" id="{807E0001-2BCB-23E0-9290-F9E92A13B49D}"/>
                  </a:ext>
                </a:extLst>
              </p:cNvPr>
              <p:cNvSpPr txBox="1">
                <a:spLocks noRot="1" noChangeAspect="1" noMove="1" noResize="1" noEditPoints="1" noAdjustHandles="1" noChangeArrowheads="1" noChangeShapeType="1" noTextEdit="1"/>
              </p:cNvSpPr>
              <p:nvPr/>
            </p:nvSpPr>
            <p:spPr>
              <a:xfrm>
                <a:off x="7740000" y="2944648"/>
                <a:ext cx="791793" cy="400815"/>
              </a:xfrm>
              <a:prstGeom prst="rect">
                <a:avLst/>
              </a:prstGeom>
              <a:blipFill>
                <a:blip r:embed="rId9"/>
                <a:stretch>
                  <a:fillRect r="-2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4F94C8B-095E-B594-E5C0-2894B903F3CA}"/>
                  </a:ext>
                </a:extLst>
              </p:cNvPr>
              <p:cNvSpPr txBox="1"/>
              <p:nvPr/>
            </p:nvSpPr>
            <p:spPr>
              <a:xfrm>
                <a:off x="7740000" y="3441600"/>
                <a:ext cx="791793"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A</m:t>
                          </m:r>
                        </m:e>
                      </m:acc>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B</m:t>
                      </m:r>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15" name="文本框 14">
                <a:extLst>
                  <a:ext uri="{FF2B5EF4-FFF2-40B4-BE49-F238E27FC236}">
                    <a16:creationId xmlns:a16="http://schemas.microsoft.com/office/drawing/2014/main" id="{34F94C8B-095E-B594-E5C0-2894B903F3CA}"/>
                  </a:ext>
                </a:extLst>
              </p:cNvPr>
              <p:cNvSpPr txBox="1">
                <a:spLocks noRot="1" noChangeAspect="1" noMove="1" noResize="1" noEditPoints="1" noAdjustHandles="1" noChangeArrowheads="1" noChangeShapeType="1" noTextEdit="1"/>
              </p:cNvSpPr>
              <p:nvPr/>
            </p:nvSpPr>
            <p:spPr>
              <a:xfrm>
                <a:off x="7740000" y="3441600"/>
                <a:ext cx="791793" cy="400815"/>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A976B544-3F2D-ABFB-AC93-0B10DA771D08}"/>
                  </a:ext>
                </a:extLst>
              </p:cNvPr>
              <p:cNvSpPr txBox="1"/>
              <p:nvPr/>
            </p:nvSpPr>
            <p:spPr>
              <a:xfrm>
                <a:off x="7740000" y="3950957"/>
                <a:ext cx="791793" cy="4008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A</m:t>
                      </m:r>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B</m:t>
                          </m:r>
                        </m:e>
                      </m:acc>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C</m:t>
                          </m:r>
                        </m:e>
                      </m:acc>
                    </m:oMath>
                  </m:oMathPara>
                </a14:m>
                <a:endParaRPr lang="zh-CN" altLang="en-US" sz="2000" dirty="0"/>
              </a:p>
            </p:txBody>
          </p:sp>
        </mc:Choice>
        <mc:Fallback xmlns="">
          <p:sp>
            <p:nvSpPr>
              <p:cNvPr id="16" name="文本框 15">
                <a:extLst>
                  <a:ext uri="{FF2B5EF4-FFF2-40B4-BE49-F238E27FC236}">
                    <a16:creationId xmlns:a16="http://schemas.microsoft.com/office/drawing/2014/main" id="{A976B544-3F2D-ABFB-AC93-0B10DA771D08}"/>
                  </a:ext>
                </a:extLst>
              </p:cNvPr>
              <p:cNvSpPr txBox="1">
                <a:spLocks noRot="1" noChangeAspect="1" noMove="1" noResize="1" noEditPoints="1" noAdjustHandles="1" noChangeArrowheads="1" noChangeShapeType="1" noTextEdit="1"/>
              </p:cNvSpPr>
              <p:nvPr/>
            </p:nvSpPr>
            <p:spPr>
              <a:xfrm>
                <a:off x="7740000" y="3950957"/>
                <a:ext cx="791793" cy="400815"/>
              </a:xfrm>
              <a:prstGeom prst="rect">
                <a:avLst/>
              </a:prstGeom>
              <a:blipFill>
                <a:blip r:embed="rId11"/>
                <a:stretch>
                  <a:fillRect r="-2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57602E15-D6DD-AC5F-695E-9623AD2F46E2}"/>
                  </a:ext>
                </a:extLst>
              </p:cNvPr>
              <p:cNvSpPr txBox="1"/>
              <p:nvPr/>
            </p:nvSpPr>
            <p:spPr>
              <a:xfrm>
                <a:off x="7740000" y="4456800"/>
                <a:ext cx="79179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A</m:t>
                      </m:r>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B</m:t>
                          </m:r>
                        </m:e>
                      </m:acc>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17" name="文本框 16">
                <a:extLst>
                  <a:ext uri="{FF2B5EF4-FFF2-40B4-BE49-F238E27FC236}">
                    <a16:creationId xmlns:a16="http://schemas.microsoft.com/office/drawing/2014/main" id="{57602E15-D6DD-AC5F-695E-9623AD2F46E2}"/>
                  </a:ext>
                </a:extLst>
              </p:cNvPr>
              <p:cNvSpPr txBox="1">
                <a:spLocks noRot="1" noChangeAspect="1" noMove="1" noResize="1" noEditPoints="1" noAdjustHandles="1" noChangeArrowheads="1" noChangeShapeType="1" noTextEdit="1"/>
              </p:cNvSpPr>
              <p:nvPr/>
            </p:nvSpPr>
            <p:spPr>
              <a:xfrm>
                <a:off x="7740000" y="4456800"/>
                <a:ext cx="791793" cy="400110"/>
              </a:xfrm>
              <a:prstGeom prst="rect">
                <a:avLst/>
              </a:prstGeom>
              <a:blipFill>
                <a:blip r:embed="rId12"/>
                <a:stretch>
                  <a:fillRect r="-1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993A5F7-52B0-08C1-323D-A874CAE35BD4}"/>
                  </a:ext>
                </a:extLst>
              </p:cNvPr>
              <p:cNvSpPr txBox="1"/>
              <p:nvPr/>
            </p:nvSpPr>
            <p:spPr>
              <a:xfrm>
                <a:off x="7740000" y="4978800"/>
                <a:ext cx="79179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000" smtClean="0">
                          <a:solidFill>
                            <a:schemeClr val="accent5">
                              <a:lumMod val="75000"/>
                            </a:schemeClr>
                          </a:solidFill>
                          <a:latin typeface="Cambria Math" panose="02040503050406030204" pitchFamily="18" charset="0"/>
                          <a:ea typeface="微软雅黑" panose="020B0503020204020204" pitchFamily="34" charset="-122"/>
                        </a:rPr>
                        <m:t>A</m:t>
                      </m:r>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000" smtClean="0">
                          <a:solidFill>
                            <a:schemeClr val="accent5">
                              <a:lumMod val="75000"/>
                            </a:schemeClr>
                          </a:solidFill>
                          <a:latin typeface="Cambria Math" panose="02040503050406030204" pitchFamily="18" charset="0"/>
                          <a:ea typeface="微软雅黑" panose="020B0503020204020204" pitchFamily="34" charset="-122"/>
                        </a:rPr>
                        <m:t>B</m:t>
                      </m:r>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 </m:t>
                      </m:r>
                      <m:acc>
                        <m:accPr>
                          <m:chr m:val="̅"/>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000">
                              <a:solidFill>
                                <a:schemeClr val="accent5">
                                  <a:lumMod val="75000"/>
                                </a:schemeClr>
                              </a:solidFill>
                              <a:latin typeface="Cambria Math" panose="02040503050406030204" pitchFamily="18" charset="0"/>
                              <a:ea typeface="微软雅黑" panose="020B0503020204020204" pitchFamily="34" charset="-122"/>
                            </a:rPr>
                            <m:t>C</m:t>
                          </m:r>
                        </m:e>
                      </m:acc>
                    </m:oMath>
                  </m:oMathPara>
                </a14:m>
                <a:endParaRPr lang="zh-CN" altLang="en-US" sz="2000" dirty="0"/>
              </a:p>
            </p:txBody>
          </p:sp>
        </mc:Choice>
        <mc:Fallback xmlns="">
          <p:sp>
            <p:nvSpPr>
              <p:cNvPr id="18" name="文本框 17">
                <a:extLst>
                  <a:ext uri="{FF2B5EF4-FFF2-40B4-BE49-F238E27FC236}">
                    <a16:creationId xmlns:a16="http://schemas.microsoft.com/office/drawing/2014/main" id="{C993A5F7-52B0-08C1-323D-A874CAE35BD4}"/>
                  </a:ext>
                </a:extLst>
              </p:cNvPr>
              <p:cNvSpPr txBox="1">
                <a:spLocks noRot="1" noChangeAspect="1" noMove="1" noResize="1" noEditPoints="1" noAdjustHandles="1" noChangeArrowheads="1" noChangeShapeType="1" noTextEdit="1"/>
              </p:cNvSpPr>
              <p:nvPr/>
            </p:nvSpPr>
            <p:spPr>
              <a:xfrm>
                <a:off x="7740000" y="4978800"/>
                <a:ext cx="791793" cy="400110"/>
              </a:xfrm>
              <a:prstGeom prst="rect">
                <a:avLst/>
              </a:prstGeom>
              <a:blipFill>
                <a:blip r:embed="rId13"/>
                <a:stretch>
                  <a:fillRect r="-2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FD76565-550A-A1BB-2869-3BDA61C3353B}"/>
                  </a:ext>
                </a:extLst>
              </p:cNvPr>
              <p:cNvSpPr txBox="1"/>
              <p:nvPr/>
            </p:nvSpPr>
            <p:spPr>
              <a:xfrm>
                <a:off x="7740000" y="5480745"/>
                <a:ext cx="791793"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000" smtClean="0">
                          <a:solidFill>
                            <a:schemeClr val="accent5">
                              <a:lumMod val="75000"/>
                            </a:schemeClr>
                          </a:solidFill>
                          <a:latin typeface="Cambria Math" panose="02040503050406030204" pitchFamily="18" charset="0"/>
                          <a:ea typeface="微软雅黑" panose="020B0503020204020204" pitchFamily="34" charset="-122"/>
                        </a:rPr>
                        <m:t>A</m:t>
                      </m:r>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000" smtClean="0">
                          <a:solidFill>
                            <a:schemeClr val="accent5">
                              <a:lumMod val="75000"/>
                            </a:schemeClr>
                          </a:solidFill>
                          <a:latin typeface="Cambria Math" panose="02040503050406030204" pitchFamily="18" charset="0"/>
                          <a:ea typeface="微软雅黑" panose="020B0503020204020204" pitchFamily="34" charset="-122"/>
                        </a:rPr>
                        <m:t>B</m:t>
                      </m:r>
                      <m: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C</m:t>
                      </m:r>
                    </m:oMath>
                  </m:oMathPara>
                </a14:m>
                <a:endParaRPr lang="zh-CN" altLang="en-US" sz="2000" dirty="0"/>
              </a:p>
            </p:txBody>
          </p:sp>
        </mc:Choice>
        <mc:Fallback xmlns="">
          <p:sp>
            <p:nvSpPr>
              <p:cNvPr id="19" name="文本框 18">
                <a:extLst>
                  <a:ext uri="{FF2B5EF4-FFF2-40B4-BE49-F238E27FC236}">
                    <a16:creationId xmlns:a16="http://schemas.microsoft.com/office/drawing/2014/main" id="{9FD76565-550A-A1BB-2869-3BDA61C3353B}"/>
                  </a:ext>
                </a:extLst>
              </p:cNvPr>
              <p:cNvSpPr txBox="1">
                <a:spLocks noRot="1" noChangeAspect="1" noMove="1" noResize="1" noEditPoints="1" noAdjustHandles="1" noChangeArrowheads="1" noChangeShapeType="1" noTextEdit="1"/>
              </p:cNvSpPr>
              <p:nvPr/>
            </p:nvSpPr>
            <p:spPr>
              <a:xfrm>
                <a:off x="7740000" y="5480745"/>
                <a:ext cx="791793" cy="400110"/>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5E9C402-F1EB-FF80-8330-0634BC0680D8}"/>
                  </a:ext>
                </a:extLst>
              </p:cNvPr>
              <p:cNvSpPr txBox="1"/>
              <p:nvPr/>
            </p:nvSpPr>
            <p:spPr>
              <a:xfrm>
                <a:off x="359999" y="2880000"/>
                <a:ext cx="5736001" cy="832536"/>
              </a:xfrm>
              <a:prstGeom prst="rect">
                <a:avLst/>
              </a:prstGeom>
              <a:noFill/>
            </p:spPr>
            <p:txBody>
              <a:bodyPr wrap="square">
                <a:spAutoFit/>
              </a:bodyPr>
              <a:lstStyle/>
              <a:p>
                <a:pPr lvl="1"/>
                <a14:m>
                  <m:oMathPara xmlns:m="http://schemas.openxmlformats.org/officeDocument/2006/math">
                    <m:oMathParaPr>
                      <m:jc m:val="left"/>
                    </m:oMathParaPr>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m:t>
                      </m:r>
                      <m:acc>
                        <m:accPr>
                          <m:chr m:val="̅"/>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m:t>
                          </m:r>
                        </m:e>
                      </m:acc>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BC</m:t>
                      </m:r>
                    </m:oMath>
                  </m:oMathPara>
                </a14:m>
                <a:endParaRPr kumimoji="1" lang="en-US" altLang="zh-CN" sz="2400" b="0" i="0" dirty="0">
                  <a:solidFill>
                    <a:schemeClr val="accent5">
                      <a:lumMod val="75000"/>
                    </a:schemeClr>
                  </a:solidFill>
                  <a:latin typeface="Cambria Math" panose="02040503050406030204" pitchFamily="18" charset="0"/>
                  <a:ea typeface="微软雅黑" panose="020B0503020204020204" pitchFamily="34" charset="-122"/>
                </a:endParaRPr>
              </a:p>
              <a:p>
                <a:pPr lvl="1"/>
                <a14:m>
                  <m:oMathPara xmlns:m="http://schemas.openxmlformats.org/officeDocument/2006/math">
                    <m:oMathParaPr>
                      <m:jc m:val="left"/>
                    </m:oMathParaPr>
                    <m:oMath xmlns:m="http://schemas.openxmlformats.org/officeDocument/2006/math">
                      <m:r>
                        <m:rPr>
                          <m:sty m:val="p"/>
                        </m:rPr>
                        <a:rPr kumimoji="1" lang="en-US" altLang="zh-CN" sz="2400" b="0" i="0" smtClean="0">
                          <a:solidFill>
                            <a:schemeClr val="bg1"/>
                          </a:solidFill>
                          <a:latin typeface="Cambria Math" panose="02040503050406030204" pitchFamily="18" charset="0"/>
                          <a:ea typeface="微软雅黑" panose="020B0503020204020204" pitchFamily="34" charset="-122"/>
                        </a:rPr>
                        <m:t>Y</m:t>
                      </m:r>
                      <m: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AB</m:t>
                      </m:r>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C</m:t>
                          </m:r>
                        </m:e>
                      </m:acc>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A</m:t>
                      </m:r>
                      <m:acc>
                        <m:accPr>
                          <m:chr m:val="̅"/>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B</m:t>
                          </m:r>
                        </m:e>
                      </m:acc>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C</m:t>
                          </m:r>
                        </m:e>
                      </m:acc>
                      <m: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t>
                      </m:r>
                      <m:acc>
                        <m:accPr>
                          <m:chr m:val="̅"/>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A</m:t>
                          </m:r>
                        </m:e>
                      </m:acc>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BC</m:t>
                      </m:r>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ABC</m:t>
                      </m:r>
                    </m:oMath>
                  </m:oMathPara>
                </a14:m>
                <a:endParaRPr lang="en-US" altLang="zh-CN" sz="2400" dirty="0">
                  <a:latin typeface="微软雅黑" panose="020B0503020204020204" pitchFamily="34" charset="-122"/>
                  <a:ea typeface="微软雅黑" panose="020B0503020204020204" pitchFamily="34" charset="-122"/>
                </a:endParaRPr>
              </a:p>
            </p:txBody>
          </p:sp>
        </mc:Choice>
        <mc:Fallback xmlns="">
          <p:sp>
            <p:nvSpPr>
              <p:cNvPr id="25" name="文本框 24">
                <a:extLst>
                  <a:ext uri="{FF2B5EF4-FFF2-40B4-BE49-F238E27FC236}">
                    <a16:creationId xmlns:a16="http://schemas.microsoft.com/office/drawing/2014/main" id="{45E9C402-F1EB-FF80-8330-0634BC0680D8}"/>
                  </a:ext>
                </a:extLst>
              </p:cNvPr>
              <p:cNvSpPr txBox="1">
                <a:spLocks noRot="1" noChangeAspect="1" noMove="1" noResize="1" noEditPoints="1" noAdjustHandles="1" noChangeArrowheads="1" noChangeShapeType="1" noTextEdit="1"/>
              </p:cNvSpPr>
              <p:nvPr/>
            </p:nvSpPr>
            <p:spPr>
              <a:xfrm>
                <a:off x="359999" y="2880000"/>
                <a:ext cx="5736001" cy="832536"/>
              </a:xfrm>
              <a:prstGeom prst="rect">
                <a:avLst/>
              </a:prstGeom>
              <a:blipFill>
                <a:blip r:embed="rId15"/>
                <a:stretch>
                  <a:fillRect/>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34885756-D0F4-E41C-6D9F-407B548C8904}"/>
              </a:ext>
            </a:extLst>
          </p:cNvPr>
          <p:cNvSpPr txBox="1"/>
          <p:nvPr/>
        </p:nvSpPr>
        <p:spPr>
          <a:xfrm>
            <a:off x="8642880" y="4968843"/>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sp>
        <p:nvSpPr>
          <p:cNvPr id="27" name="文本框 26">
            <a:extLst>
              <a:ext uri="{FF2B5EF4-FFF2-40B4-BE49-F238E27FC236}">
                <a16:creationId xmlns:a16="http://schemas.microsoft.com/office/drawing/2014/main" id="{8A2E917B-D3E7-3101-C939-60D357C28554}"/>
              </a:ext>
            </a:extLst>
          </p:cNvPr>
          <p:cNvSpPr txBox="1"/>
          <p:nvPr/>
        </p:nvSpPr>
        <p:spPr>
          <a:xfrm>
            <a:off x="8642880" y="5468245"/>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spTree>
    <p:extLst>
      <p:ext uri="{BB962C8B-B14F-4D97-AF65-F5344CB8AC3E}">
        <p14:creationId xmlns:p14="http://schemas.microsoft.com/office/powerpoint/2010/main" val="3732415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3E60F-3F63-E26C-EF92-1FE2D973DA7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35A44D-EEF3-8217-EAF3-154801D3DEE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 </a:t>
            </a:r>
            <a:r>
              <a:rPr lang="en-US" altLang="zh-CN" sz="3000" dirty="0"/>
              <a:t>—— </a:t>
            </a:r>
            <a:r>
              <a:rPr lang="en-US" altLang="zh-CN" sz="3000" dirty="0">
                <a:solidFill>
                  <a:srgbClr val="FFFF00"/>
                </a:solidFill>
              </a:rPr>
              <a:t>FPGA</a:t>
            </a:r>
          </a:p>
        </p:txBody>
      </p:sp>
      <p:grpSp>
        <p:nvGrpSpPr>
          <p:cNvPr id="3" name="组合 2">
            <a:extLst>
              <a:ext uri="{FF2B5EF4-FFF2-40B4-BE49-F238E27FC236}">
                <a16:creationId xmlns:a16="http://schemas.microsoft.com/office/drawing/2014/main" id="{49528E7C-84CE-3E7D-B868-F1BACBBB29C2}"/>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33E140F5-F0B7-C16A-C9BF-14DE5D8B1487}"/>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4AE66CB3-4E83-6D53-5D0C-7768D3BBFC8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BC0AD077-8E1F-D7F0-EB99-A066A88745E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5141DC1A-B477-8D83-A82C-0927883B4A2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13</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1F9259E4-A6C7-38BD-A01E-DF43A2D6530F}"/>
              </a:ext>
            </a:extLst>
          </p:cNvPr>
          <p:cNvSpPr txBox="1"/>
          <p:nvPr/>
        </p:nvSpPr>
        <p:spPr>
          <a:xfrm>
            <a:off x="359999" y="828000"/>
            <a:ext cx="5487551"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lang="zh-CN" altLang="en-US" sz="2800" dirty="0">
                <a:solidFill>
                  <a:srgbClr val="002060"/>
                </a:solidFill>
                <a:latin typeface="微软雅黑" panose="020B0503020204020204" pitchFamily="34" charset="-122"/>
                <a:ea typeface="微软雅黑" panose="020B0503020204020204" pitchFamily="34" charset="-122"/>
              </a:rPr>
              <a:t>查找表实现逻辑函数示例</a:t>
            </a:r>
            <a:endParaRPr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多个 </a:t>
            </a:r>
            <a:r>
              <a:rPr lang="en-US" altLang="zh-CN" sz="2400" dirty="0">
                <a:solidFill>
                  <a:schemeClr val="accent5">
                    <a:lumMod val="75000"/>
                  </a:schemeClr>
                </a:solidFill>
                <a:latin typeface="微软雅黑" panose="020B0503020204020204" pitchFamily="34" charset="-122"/>
                <a:ea typeface="微软雅黑" panose="020B0503020204020204" pitchFamily="34" charset="-122"/>
              </a:rPr>
              <a:t>LUT </a:t>
            </a: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可级联实现扩展</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AC1B8E3-F50C-F798-FE3D-A722677E5B22}"/>
                  </a:ext>
                </a:extLst>
              </p:cNvPr>
              <p:cNvSpPr txBox="1"/>
              <p:nvPr/>
            </p:nvSpPr>
            <p:spPr>
              <a:xfrm>
                <a:off x="359999" y="2160000"/>
                <a:ext cx="6599601" cy="461665"/>
              </a:xfrm>
              <a:prstGeom prst="rect">
                <a:avLst/>
              </a:prstGeom>
              <a:noFill/>
            </p:spPr>
            <p:txBody>
              <a:bodyPr wrap="square">
                <a:spAutoFit/>
              </a:bodyPr>
              <a:lstStyle/>
              <a:p>
                <a:pPr lvl="1"/>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用多个二输入查找表实现</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AB</m:t>
                    </m:r>
                    <m: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t>
                    </m:r>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B</m:t>
                        </m:r>
                      </m:e>
                    </m:acc>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C</m:t>
                    </m:r>
                  </m:oMath>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FAC1B8E3-F50C-F798-FE3D-A722677E5B22}"/>
                  </a:ext>
                </a:extLst>
              </p:cNvPr>
              <p:cNvSpPr txBox="1">
                <a:spLocks noRot="1" noChangeAspect="1" noMove="1" noResize="1" noEditPoints="1" noAdjustHandles="1" noChangeArrowheads="1" noChangeShapeType="1" noTextEdit="1"/>
              </p:cNvSpPr>
              <p:nvPr/>
            </p:nvSpPr>
            <p:spPr>
              <a:xfrm>
                <a:off x="359999" y="2160000"/>
                <a:ext cx="6599601" cy="461665"/>
              </a:xfrm>
              <a:prstGeom prst="rect">
                <a:avLst/>
              </a:prstGeom>
              <a:blipFill>
                <a:blip r:embed="rId2"/>
                <a:stretch>
                  <a:fillRect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988C26C-99CF-2AD3-31F4-284A9047B601}"/>
                  </a:ext>
                </a:extLst>
              </p:cNvPr>
              <p:cNvSpPr txBox="1"/>
              <p:nvPr/>
            </p:nvSpPr>
            <p:spPr>
              <a:xfrm>
                <a:off x="360000" y="2880000"/>
                <a:ext cx="5617354" cy="461665"/>
              </a:xfrm>
              <a:prstGeom prst="rect">
                <a:avLst/>
              </a:prstGeom>
              <a:noFill/>
            </p:spPr>
            <p:txBody>
              <a:bodyPr wrap="square">
                <a:spAutoFit/>
              </a:bodyPr>
              <a:lstStyle/>
              <a:p>
                <a:pPr lvl="1"/>
                <a:r>
                  <a:rPr kumimoji="1" lang="zh-CN" altLang="en-US" sz="2400" b="0" dirty="0">
                    <a:solidFill>
                      <a:schemeClr val="accent5">
                        <a:lumMod val="75000"/>
                      </a:schemeClr>
                    </a:solidFill>
                    <a:ea typeface="微软雅黑" panose="020B0503020204020204" pitchFamily="34" charset="-122"/>
                  </a:rPr>
                  <a:t>令 </a:t>
                </a: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AB</m:t>
                    </m:r>
                  </m:oMath>
                </a14:m>
                <a:r>
                  <a:rPr kumimoji="1" lang="zh-CN" altLang="en-US" sz="2400" dirty="0">
                    <a:solidFill>
                      <a:schemeClr val="accent5">
                        <a:lumMod val="75000"/>
                      </a:schemeClr>
                    </a:solidFill>
                    <a:latin typeface="Cambria Math" panose="02040503050406030204" pitchFamily="18" charset="0"/>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t>
                    </m:r>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B</m:t>
                        </m:r>
                      </m:e>
                    </m:acc>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C</m:t>
                    </m:r>
                  </m:oMath>
                </a14:m>
                <a:r>
                  <a:rPr kumimoji="1" lang="zh-CN" altLang="en-US" sz="2400" dirty="0">
                    <a:solidFill>
                      <a:schemeClr val="accent5">
                        <a:lumMod val="75000"/>
                      </a:schemeClr>
                    </a:solidFill>
                    <a:latin typeface="Cambria Math" panose="02040503050406030204" pitchFamily="18" charset="0"/>
                    <a:ea typeface="微软雅黑" panose="020B0503020204020204" pitchFamily="34" charset="-122"/>
                  </a:rPr>
                  <a:t>，</a:t>
                </a:r>
                <a14:m>
                  <m:oMath xmlns:m="http://schemas.openxmlformats.org/officeDocument/2006/math">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endParaRPr kumimoji="1" lang="en-US" altLang="zh-CN" sz="2400" dirty="0">
                  <a:solidFill>
                    <a:schemeClr val="accent5">
                      <a:lumMod val="75000"/>
                    </a:schemeClr>
                  </a:solidFill>
                  <a:latin typeface="Cambria Math" panose="02040503050406030204" pitchFamily="18" charset="0"/>
                  <a:ea typeface="微软雅黑" panose="020B0503020204020204" pitchFamily="34" charset="-122"/>
                </a:endParaRPr>
              </a:p>
            </p:txBody>
          </p:sp>
        </mc:Choice>
        <mc:Fallback xmlns="">
          <p:sp>
            <p:nvSpPr>
              <p:cNvPr id="10" name="文本框 9">
                <a:extLst>
                  <a:ext uri="{FF2B5EF4-FFF2-40B4-BE49-F238E27FC236}">
                    <a16:creationId xmlns:a16="http://schemas.microsoft.com/office/drawing/2014/main" id="{0988C26C-99CF-2AD3-31F4-284A9047B601}"/>
                  </a:ext>
                </a:extLst>
              </p:cNvPr>
              <p:cNvSpPr txBox="1">
                <a:spLocks noRot="1" noChangeAspect="1" noMove="1" noResize="1" noEditPoints="1" noAdjustHandles="1" noChangeArrowheads="1" noChangeShapeType="1" noTextEdit="1"/>
              </p:cNvSpPr>
              <p:nvPr/>
            </p:nvSpPr>
            <p:spPr>
              <a:xfrm>
                <a:off x="360000" y="2880000"/>
                <a:ext cx="5617354" cy="461665"/>
              </a:xfrm>
              <a:prstGeom prst="rect">
                <a:avLst/>
              </a:prstGeom>
              <a:blipFill>
                <a:blip r:embed="rId3"/>
                <a:stretch>
                  <a:fillRect t="-11842" b="-27632"/>
                </a:stretch>
              </a:blipFill>
            </p:spPr>
            <p:txBody>
              <a:bodyPr/>
              <a:lstStyle/>
              <a:p>
                <a:r>
                  <a:rPr lang="zh-CN" altLang="en-US">
                    <a:noFill/>
                  </a:rPr>
                  <a:t> </a:t>
                </a:r>
              </a:p>
            </p:txBody>
          </p:sp>
        </mc:Fallback>
      </mc:AlternateContent>
      <p:grpSp>
        <p:nvGrpSpPr>
          <p:cNvPr id="127" name="组合 126">
            <a:extLst>
              <a:ext uri="{FF2B5EF4-FFF2-40B4-BE49-F238E27FC236}">
                <a16:creationId xmlns:a16="http://schemas.microsoft.com/office/drawing/2014/main" id="{1CCD0CCC-EA95-60A3-FCF0-72632264B197}"/>
              </a:ext>
            </a:extLst>
          </p:cNvPr>
          <p:cNvGrpSpPr/>
          <p:nvPr/>
        </p:nvGrpSpPr>
        <p:grpSpPr>
          <a:xfrm>
            <a:off x="791248" y="3600000"/>
            <a:ext cx="2789832" cy="2849983"/>
            <a:chOff x="791248" y="3600000"/>
            <a:chExt cx="2789832" cy="2849983"/>
          </a:xfrm>
        </p:grpSpPr>
        <p:sp>
          <p:nvSpPr>
            <p:cNvPr id="12" name="矩形 11">
              <a:extLst>
                <a:ext uri="{FF2B5EF4-FFF2-40B4-BE49-F238E27FC236}">
                  <a16:creationId xmlns:a16="http://schemas.microsoft.com/office/drawing/2014/main" id="{EBA67446-3219-ADD0-E72C-55E4D29312C5}"/>
                </a:ext>
              </a:extLst>
            </p:cNvPr>
            <p:cNvSpPr/>
            <p:nvPr/>
          </p:nvSpPr>
          <p:spPr>
            <a:xfrm>
              <a:off x="1518448" y="5295229"/>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3" name="矩形 12">
              <a:extLst>
                <a:ext uri="{FF2B5EF4-FFF2-40B4-BE49-F238E27FC236}">
                  <a16:creationId xmlns:a16="http://schemas.microsoft.com/office/drawing/2014/main" id="{2C34B5A5-3819-5913-0F8A-C13362C865BD}"/>
                </a:ext>
              </a:extLst>
            </p:cNvPr>
            <p:cNvSpPr/>
            <p:nvPr/>
          </p:nvSpPr>
          <p:spPr>
            <a:xfrm>
              <a:off x="1518448" y="4277344"/>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4" name="梯形 13">
              <a:extLst>
                <a:ext uri="{FF2B5EF4-FFF2-40B4-BE49-F238E27FC236}">
                  <a16:creationId xmlns:a16="http://schemas.microsoft.com/office/drawing/2014/main" id="{EE4550EA-6BD3-8008-431E-D7272BC3867C}"/>
                </a:ext>
              </a:extLst>
            </p:cNvPr>
            <p:cNvSpPr/>
            <p:nvPr/>
          </p:nvSpPr>
          <p:spPr>
            <a:xfrm rot="5400000">
              <a:off x="1634740" y="5000788"/>
              <a:ext cx="2038186" cy="591301"/>
            </a:xfrm>
            <a:prstGeom prst="trapezoid">
              <a:avLst>
                <a:gd name="adj" fmla="val 57516"/>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15" name="直接连接符 14">
              <a:extLst>
                <a:ext uri="{FF2B5EF4-FFF2-40B4-BE49-F238E27FC236}">
                  <a16:creationId xmlns:a16="http://schemas.microsoft.com/office/drawing/2014/main" id="{FA43263D-1E76-BBCC-D104-CA3FBCAF4478}"/>
                </a:ext>
              </a:extLst>
            </p:cNvPr>
            <p:cNvCxnSpPr>
              <a:cxnSpLocks/>
              <a:stCxn id="14" idx="0"/>
            </p:cNvCxnSpPr>
            <p:nvPr/>
          </p:nvCxnSpPr>
          <p:spPr>
            <a:xfrm>
              <a:off x="2949484" y="5296439"/>
              <a:ext cx="2662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915E93C-5509-1B7D-A168-01D9D7E209B2}"/>
                </a:ext>
              </a:extLst>
            </p:cNvPr>
            <p:cNvCxnSpPr>
              <a:cxnSpLocks/>
              <a:stCxn id="13" idx="1"/>
              <a:endCxn id="13" idx="3"/>
            </p:cNvCxnSpPr>
            <p:nvPr/>
          </p:nvCxnSpPr>
          <p:spPr>
            <a:xfrm>
              <a:off x="1518448" y="4787496"/>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80EA2E9F-6735-29D1-64ED-A035E099EC52}"/>
                </a:ext>
              </a:extLst>
            </p:cNvPr>
            <p:cNvCxnSpPr>
              <a:cxnSpLocks/>
              <a:stCxn id="12" idx="1"/>
              <a:endCxn id="12" idx="3"/>
            </p:cNvCxnSpPr>
            <p:nvPr/>
          </p:nvCxnSpPr>
          <p:spPr>
            <a:xfrm>
              <a:off x="1518448" y="5805381"/>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918A9A0-C3D7-585D-D3B3-BAF0BAE2CA4C}"/>
                </a:ext>
              </a:extLst>
            </p:cNvPr>
            <p:cNvCxnSpPr/>
            <p:nvPr/>
          </p:nvCxnSpPr>
          <p:spPr>
            <a:xfrm>
              <a:off x="2037892" y="557841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26755A8-9C1B-E220-E073-D936E4A745A3}"/>
                </a:ext>
              </a:extLst>
            </p:cNvPr>
            <p:cNvCxnSpPr/>
            <p:nvPr/>
          </p:nvCxnSpPr>
          <p:spPr>
            <a:xfrm>
              <a:off x="2037650" y="603561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462B5294-0E02-4252-AD50-DF5D866FB563}"/>
                </a:ext>
              </a:extLst>
            </p:cNvPr>
            <p:cNvCxnSpPr/>
            <p:nvPr/>
          </p:nvCxnSpPr>
          <p:spPr>
            <a:xfrm>
              <a:off x="2037892" y="4559547"/>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5D3EB605-F4D8-9B47-2FE2-FE1E607EE858}"/>
                </a:ext>
              </a:extLst>
            </p:cNvPr>
            <p:cNvCxnSpPr/>
            <p:nvPr/>
          </p:nvCxnSpPr>
          <p:spPr>
            <a:xfrm>
              <a:off x="2037650" y="5017793"/>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D6C2643D-A73F-2775-B061-73C150E64C18}"/>
                </a:ext>
              </a:extLst>
            </p:cNvPr>
            <p:cNvCxnSpPr>
              <a:cxnSpLocks/>
            </p:cNvCxnSpPr>
            <p:nvPr/>
          </p:nvCxnSpPr>
          <p:spPr>
            <a:xfrm>
              <a:off x="1259170" y="4114171"/>
              <a:ext cx="126547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26531BC0-1AD8-0D75-A413-EF1D2089432F}"/>
                </a:ext>
              </a:extLst>
            </p:cNvPr>
            <p:cNvCxnSpPr>
              <a:cxnSpLocks/>
            </p:cNvCxnSpPr>
            <p:nvPr/>
          </p:nvCxnSpPr>
          <p:spPr>
            <a:xfrm>
              <a:off x="1259170" y="3861758"/>
              <a:ext cx="15238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AD390D9-3EB4-C5C4-0D52-AB43504A3A0F}"/>
                    </a:ext>
                  </a:extLst>
                </p:cNvPr>
                <p:cNvSpPr txBox="1"/>
                <p:nvPr/>
              </p:nvSpPr>
              <p:spPr>
                <a:xfrm>
                  <a:off x="791248" y="3936810"/>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200" i="0" smtClean="0">
                            <a:solidFill>
                              <a:srgbClr val="0000FF"/>
                            </a:solidFill>
                            <a:latin typeface="Cambria Math" panose="02040503050406030204" pitchFamily="18" charset="0"/>
                            <a:ea typeface="微软雅黑" panose="020B0503020204020204" pitchFamily="34" charset="-122"/>
                          </a:rPr>
                          <m:t>B</m:t>
                        </m:r>
                      </m:oMath>
                    </m:oMathPara>
                  </a14:m>
                  <a:endParaRPr lang="zh-CN" altLang="en-US" sz="2200" dirty="0">
                    <a:solidFill>
                      <a:srgbClr val="0000FF"/>
                    </a:solidFill>
                  </a:endParaRPr>
                </a:p>
              </p:txBody>
            </p:sp>
          </mc:Choice>
          <mc:Fallback xmlns="">
            <p:sp>
              <p:nvSpPr>
                <p:cNvPr id="26" name="文本框 25">
                  <a:extLst>
                    <a:ext uri="{FF2B5EF4-FFF2-40B4-BE49-F238E27FC236}">
                      <a16:creationId xmlns:a16="http://schemas.microsoft.com/office/drawing/2014/main" id="{4AD390D9-3EB4-C5C4-0D52-AB43504A3A0F}"/>
                    </a:ext>
                  </a:extLst>
                </p:cNvPr>
                <p:cNvSpPr txBox="1">
                  <a:spLocks noRot="1" noChangeAspect="1" noMove="1" noResize="1" noEditPoints="1" noAdjustHandles="1" noChangeArrowheads="1" noChangeShapeType="1" noTextEdit="1"/>
                </p:cNvSpPr>
                <p:nvPr/>
              </p:nvSpPr>
              <p:spPr>
                <a:xfrm>
                  <a:off x="791248" y="3936810"/>
                  <a:ext cx="380364" cy="430887"/>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66B4A938-4D87-7AB1-137C-AAE56FF50459}"/>
                    </a:ext>
                  </a:extLst>
                </p:cNvPr>
                <p:cNvSpPr txBox="1"/>
                <p:nvPr/>
              </p:nvSpPr>
              <p:spPr>
                <a:xfrm>
                  <a:off x="791248" y="3600000"/>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i="0" smtClean="0">
                            <a:solidFill>
                              <a:srgbClr val="0000FF"/>
                            </a:solidFill>
                            <a:latin typeface="Cambria Math" panose="02040503050406030204" pitchFamily="18" charset="0"/>
                          </a:rPr>
                          <m:t>A</m:t>
                        </m:r>
                      </m:oMath>
                    </m:oMathPara>
                  </a14:m>
                  <a:endParaRPr lang="zh-CN" altLang="en-US" sz="2200" dirty="0">
                    <a:solidFill>
                      <a:srgbClr val="0000FF"/>
                    </a:solidFill>
                  </a:endParaRPr>
                </a:p>
              </p:txBody>
            </p:sp>
          </mc:Choice>
          <mc:Fallback xmlns="">
            <p:sp>
              <p:nvSpPr>
                <p:cNvPr id="27" name="文本框 26">
                  <a:extLst>
                    <a:ext uri="{FF2B5EF4-FFF2-40B4-BE49-F238E27FC236}">
                      <a16:creationId xmlns:a16="http://schemas.microsoft.com/office/drawing/2014/main" id="{66B4A938-4D87-7AB1-137C-AAE56FF50459}"/>
                    </a:ext>
                  </a:extLst>
                </p:cNvPr>
                <p:cNvSpPr txBox="1">
                  <a:spLocks noRot="1" noChangeAspect="1" noMove="1" noResize="1" noEditPoints="1" noAdjustHandles="1" noChangeArrowheads="1" noChangeShapeType="1" noTextEdit="1"/>
                </p:cNvSpPr>
                <p:nvPr/>
              </p:nvSpPr>
              <p:spPr>
                <a:xfrm>
                  <a:off x="791248" y="3600000"/>
                  <a:ext cx="380364" cy="430887"/>
                </a:xfrm>
                <a:prstGeom prst="rect">
                  <a:avLst/>
                </a:prstGeom>
                <a:blipFill>
                  <a:blip r:embed="rId5"/>
                  <a:stretch>
                    <a:fillRect/>
                  </a:stretch>
                </a:blipFill>
              </p:spPr>
              <p:txBody>
                <a:bodyPr/>
                <a:lstStyle/>
                <a:p>
                  <a:r>
                    <a:rPr lang="zh-CN" altLang="en-US">
                      <a:noFill/>
                    </a:rPr>
                    <a:t> </a:t>
                  </a:r>
                </a:p>
              </p:txBody>
            </p:sp>
          </mc:Fallback>
        </mc:AlternateContent>
        <p:sp>
          <p:nvSpPr>
            <p:cNvPr id="28" name="文本框 27">
              <a:extLst>
                <a:ext uri="{FF2B5EF4-FFF2-40B4-BE49-F238E27FC236}">
                  <a16:creationId xmlns:a16="http://schemas.microsoft.com/office/drawing/2014/main" id="{7BBA4404-68F1-8A2D-A093-6B09E7221591}"/>
                </a:ext>
              </a:extLst>
            </p:cNvPr>
            <p:cNvSpPr txBox="1"/>
            <p:nvPr/>
          </p:nvSpPr>
          <p:spPr>
            <a:xfrm>
              <a:off x="2304000" y="4385555"/>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00</a:t>
              </a:r>
            </a:p>
          </p:txBody>
        </p:sp>
        <p:sp>
          <p:nvSpPr>
            <p:cNvPr id="29" name="文本框 28">
              <a:extLst>
                <a:ext uri="{FF2B5EF4-FFF2-40B4-BE49-F238E27FC236}">
                  <a16:creationId xmlns:a16="http://schemas.microsoft.com/office/drawing/2014/main" id="{A1AFE91B-E94A-D266-E3A1-FA1E3A05D9B5}"/>
                </a:ext>
              </a:extLst>
            </p:cNvPr>
            <p:cNvSpPr txBox="1"/>
            <p:nvPr/>
          </p:nvSpPr>
          <p:spPr>
            <a:xfrm>
              <a:off x="2304000" y="4843867"/>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30" name="文本框 29">
              <a:extLst>
                <a:ext uri="{FF2B5EF4-FFF2-40B4-BE49-F238E27FC236}">
                  <a16:creationId xmlns:a16="http://schemas.microsoft.com/office/drawing/2014/main" id="{1DCFEAA5-DE73-B4D4-EFE3-0A7A40DF1EE8}"/>
                </a:ext>
              </a:extLst>
            </p:cNvPr>
            <p:cNvSpPr txBox="1"/>
            <p:nvPr/>
          </p:nvSpPr>
          <p:spPr>
            <a:xfrm>
              <a:off x="1512000" y="4335981"/>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sp>
          <p:nvSpPr>
            <p:cNvPr id="31" name="文本框 30">
              <a:extLst>
                <a:ext uri="{FF2B5EF4-FFF2-40B4-BE49-F238E27FC236}">
                  <a16:creationId xmlns:a16="http://schemas.microsoft.com/office/drawing/2014/main" id="{0FDD4A9A-B831-9366-FD90-5CDA02403F58}"/>
                </a:ext>
              </a:extLst>
            </p:cNvPr>
            <p:cNvSpPr txBox="1"/>
            <p:nvPr/>
          </p:nvSpPr>
          <p:spPr>
            <a:xfrm>
              <a:off x="1512000" y="4843713"/>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sp>
          <p:nvSpPr>
            <p:cNvPr id="32" name="文本框 31">
              <a:extLst>
                <a:ext uri="{FF2B5EF4-FFF2-40B4-BE49-F238E27FC236}">
                  <a16:creationId xmlns:a16="http://schemas.microsoft.com/office/drawing/2014/main" id="{20A0A27D-3497-CC12-4B29-DBBC91AA02E9}"/>
                </a:ext>
              </a:extLst>
            </p:cNvPr>
            <p:cNvSpPr txBox="1"/>
            <p:nvPr/>
          </p:nvSpPr>
          <p:spPr>
            <a:xfrm>
              <a:off x="1512000" y="5356800"/>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sp>
          <p:nvSpPr>
            <p:cNvPr id="33" name="文本框 32">
              <a:extLst>
                <a:ext uri="{FF2B5EF4-FFF2-40B4-BE49-F238E27FC236}">
                  <a16:creationId xmlns:a16="http://schemas.microsoft.com/office/drawing/2014/main" id="{CEC7033A-DE41-132C-58BE-7844D55B8C7E}"/>
                </a:ext>
              </a:extLst>
            </p:cNvPr>
            <p:cNvSpPr txBox="1"/>
            <p:nvPr/>
          </p:nvSpPr>
          <p:spPr>
            <a:xfrm>
              <a:off x="1512000" y="5868000"/>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sp>
          <p:nvSpPr>
            <p:cNvPr id="34" name="矩形 33">
              <a:extLst>
                <a:ext uri="{FF2B5EF4-FFF2-40B4-BE49-F238E27FC236}">
                  <a16:creationId xmlns:a16="http://schemas.microsoft.com/office/drawing/2014/main" id="{624B9391-C014-BE4B-F018-83E5AD22E7E6}"/>
                </a:ext>
              </a:extLst>
            </p:cNvPr>
            <p:cNvSpPr/>
            <p:nvPr/>
          </p:nvSpPr>
          <p:spPr>
            <a:xfrm>
              <a:off x="1379895" y="3746955"/>
              <a:ext cx="1703343" cy="2703028"/>
            </a:xfrm>
            <a:prstGeom prst="rect">
              <a:avLst/>
            </a:prstGeom>
            <a:noFill/>
            <a:ln w="3810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BA789F07-818F-A209-C0FD-9F444DA6B830}"/>
                </a:ext>
              </a:extLst>
            </p:cNvPr>
            <p:cNvSpPr txBox="1"/>
            <p:nvPr/>
          </p:nvSpPr>
          <p:spPr>
            <a:xfrm>
              <a:off x="2304000" y="5412717"/>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10</a:t>
              </a:r>
            </a:p>
          </p:txBody>
        </p:sp>
        <p:sp>
          <p:nvSpPr>
            <p:cNvPr id="36" name="文本框 35">
              <a:extLst>
                <a:ext uri="{FF2B5EF4-FFF2-40B4-BE49-F238E27FC236}">
                  <a16:creationId xmlns:a16="http://schemas.microsoft.com/office/drawing/2014/main" id="{E0922170-2F0A-44AB-56C7-BF6CA088951B}"/>
                </a:ext>
              </a:extLst>
            </p:cNvPr>
            <p:cNvSpPr txBox="1"/>
            <p:nvPr/>
          </p:nvSpPr>
          <p:spPr>
            <a:xfrm>
              <a:off x="2304000" y="5871029"/>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11</a:t>
              </a:r>
            </a:p>
          </p:txBody>
        </p:sp>
        <p:cxnSp>
          <p:nvCxnSpPr>
            <p:cNvPr id="37" name="直接连接符 36">
              <a:extLst>
                <a:ext uri="{FF2B5EF4-FFF2-40B4-BE49-F238E27FC236}">
                  <a16:creationId xmlns:a16="http://schemas.microsoft.com/office/drawing/2014/main" id="{9BD59926-DDAF-DA79-7DF6-AABC748CA41B}"/>
                </a:ext>
              </a:extLst>
            </p:cNvPr>
            <p:cNvCxnSpPr>
              <a:cxnSpLocks/>
            </p:cNvCxnSpPr>
            <p:nvPr/>
          </p:nvCxnSpPr>
          <p:spPr>
            <a:xfrm flipV="1">
              <a:off x="2524648" y="4114171"/>
              <a:ext cx="0" cy="2602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F27536D2-E26A-079B-D027-724CE8D55AAC}"/>
                </a:ext>
              </a:extLst>
            </p:cNvPr>
            <p:cNvCxnSpPr>
              <a:cxnSpLocks/>
            </p:cNvCxnSpPr>
            <p:nvPr/>
          </p:nvCxnSpPr>
          <p:spPr>
            <a:xfrm flipV="1">
              <a:off x="2783018" y="3861758"/>
              <a:ext cx="0" cy="6524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1FEEE368-3828-436E-FDF0-E30658A3DB39}"/>
                    </a:ext>
                  </a:extLst>
                </p:cNvPr>
                <p:cNvSpPr txBox="1"/>
                <p:nvPr/>
              </p:nvSpPr>
              <p:spPr>
                <a:xfrm>
                  <a:off x="3233824" y="5064396"/>
                  <a:ext cx="3472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400" dirty="0"/>
                </a:p>
              </p:txBody>
            </p:sp>
          </mc:Choice>
          <mc:Fallback xmlns="">
            <p:sp>
              <p:nvSpPr>
                <p:cNvPr id="39" name="文本框 38">
                  <a:extLst>
                    <a:ext uri="{FF2B5EF4-FFF2-40B4-BE49-F238E27FC236}">
                      <a16:creationId xmlns:a16="http://schemas.microsoft.com/office/drawing/2014/main" id="{1FEEE368-3828-436E-FDF0-E30658A3DB39}"/>
                    </a:ext>
                  </a:extLst>
                </p:cNvPr>
                <p:cNvSpPr txBox="1">
                  <a:spLocks noRot="1" noChangeAspect="1" noMove="1" noResize="1" noEditPoints="1" noAdjustHandles="1" noChangeArrowheads="1" noChangeShapeType="1" noTextEdit="1"/>
                </p:cNvSpPr>
                <p:nvPr/>
              </p:nvSpPr>
              <p:spPr>
                <a:xfrm>
                  <a:off x="3233824" y="5064396"/>
                  <a:ext cx="347256" cy="461665"/>
                </a:xfrm>
                <a:prstGeom prst="rect">
                  <a:avLst/>
                </a:prstGeom>
                <a:blipFill>
                  <a:blip r:embed="rId6"/>
                  <a:stretch>
                    <a:fillRect l="-3509" r="-28070"/>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graphicFrame>
            <p:nvGraphicFramePr>
              <p:cNvPr id="40" name="表格 39">
                <a:extLst>
                  <a:ext uri="{FF2B5EF4-FFF2-40B4-BE49-F238E27FC236}">
                    <a16:creationId xmlns:a16="http://schemas.microsoft.com/office/drawing/2014/main" id="{23BE5DFC-A7FC-791A-03C4-01CA9891EA78}"/>
                  </a:ext>
                </a:extLst>
              </p:cNvPr>
              <p:cNvGraphicFramePr>
                <a:graphicFrameLocks noGrp="1"/>
              </p:cNvGraphicFramePr>
              <p:nvPr>
                <p:extLst>
                  <p:ext uri="{D42A27DB-BD31-4B8C-83A1-F6EECF244321}">
                    <p14:modId xmlns:p14="http://schemas.microsoft.com/office/powerpoint/2010/main" val="3271490503"/>
                  </p:ext>
                </p:extLst>
              </p:nvPr>
            </p:nvGraphicFramePr>
            <p:xfrm>
              <a:off x="7059600" y="1293215"/>
              <a:ext cx="1477818" cy="2253364"/>
            </p:xfrm>
            <a:graphic>
              <a:graphicData uri="http://schemas.openxmlformats.org/drawingml/2006/table">
                <a:tbl>
                  <a:tblPr firstRow="1" bandRow="1">
                    <a:tableStyleId>{5940675A-B579-460E-94D1-54222C63F5DA}</a:tableStyleId>
                  </a:tblPr>
                  <a:tblGrid>
                    <a:gridCol w="882073">
                      <a:extLst>
                        <a:ext uri="{9D8B030D-6E8A-4147-A177-3AD203B41FA5}">
                          <a16:colId xmlns:a16="http://schemas.microsoft.com/office/drawing/2014/main" val="4249502232"/>
                        </a:ext>
                      </a:extLst>
                    </a:gridCol>
                    <a:gridCol w="595745">
                      <a:extLst>
                        <a:ext uri="{9D8B030D-6E8A-4147-A177-3AD203B41FA5}">
                          <a16:colId xmlns:a16="http://schemas.microsoft.com/office/drawing/2014/main" val="1652503080"/>
                        </a:ext>
                      </a:extLst>
                    </a:gridCol>
                  </a:tblGrid>
                  <a:tr h="449041">
                    <a:tc>
                      <a:txBody>
                        <a:bodyPr/>
                        <a:lstStyle/>
                        <a:p>
                          <a:pPr algn="ctr"/>
                          <a14:m>
                            <m:oMath xmlns:m="http://schemas.openxmlformats.org/officeDocument/2006/math">
                              <m:r>
                                <m:rPr>
                                  <m:sty m:val="p"/>
                                </m:rPr>
                                <a:rPr kumimoji="1" lang="en-US" altLang="zh-CN" sz="2400" smtClean="0">
                                  <a:solidFill>
                                    <a:schemeClr val="accent5">
                                      <a:lumMod val="75000"/>
                                    </a:schemeClr>
                                  </a:solidFill>
                                  <a:latin typeface="Cambria Math" panose="02040503050406030204" pitchFamily="18" charset="0"/>
                                  <a:ea typeface="微软雅黑" panose="020B0503020204020204" pitchFamily="34" charset="-122"/>
                                </a:rPr>
                                <m:t>A</m:t>
                              </m:r>
                            </m:oMath>
                          </a14:m>
                          <a:r>
                            <a:rPr lang="zh-CN" altLang="en-US" sz="2400" dirty="0">
                              <a:latin typeface="微软雅黑" panose="020B0503020204020204" pitchFamily="34" charset="-122"/>
                              <a:ea typeface="微软雅黑" panose="020B0503020204020204" pitchFamily="34" charset="-122"/>
                            </a:rPr>
                            <a:t>  </a:t>
                          </a:r>
                          <a14:m>
                            <m:oMath xmlns:m="http://schemas.openxmlformats.org/officeDocument/2006/math">
                              <m:r>
                                <m:rPr>
                                  <m:sty m:val="p"/>
                                </m:rPr>
                                <a:rPr kumimoji="1" lang="en-US" altLang="zh-CN" sz="2400" smtClean="0">
                                  <a:solidFill>
                                    <a:schemeClr val="accent5">
                                      <a:lumMod val="75000"/>
                                    </a:schemeClr>
                                  </a:solidFill>
                                  <a:latin typeface="Cambria Math" panose="02040503050406030204" pitchFamily="18" charset="0"/>
                                  <a:ea typeface="微软雅黑" panose="020B0503020204020204" pitchFamily="34" charset="-122"/>
                                </a:rPr>
                                <m:t>B</m:t>
                              </m:r>
                            </m:oMath>
                          </a14:m>
                          <a:endParaRPr lang="zh-CN" altLang="en-US" sz="2400" dirty="0">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
                              </m:oMathParaPr>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29287636"/>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12743659"/>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727314884"/>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700402763"/>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15669549"/>
                      </a:ext>
                    </a:extLst>
                  </a:tr>
                </a:tbl>
              </a:graphicData>
            </a:graphic>
          </p:graphicFrame>
        </mc:Choice>
        <mc:Fallback xmlns="">
          <p:graphicFrame>
            <p:nvGraphicFramePr>
              <p:cNvPr id="40" name="表格 39">
                <a:extLst>
                  <a:ext uri="{FF2B5EF4-FFF2-40B4-BE49-F238E27FC236}">
                    <a16:creationId xmlns:a16="http://schemas.microsoft.com/office/drawing/2014/main" id="{23BE5DFC-A7FC-791A-03C4-01CA9891EA78}"/>
                  </a:ext>
                </a:extLst>
              </p:cNvPr>
              <p:cNvGraphicFramePr>
                <a:graphicFrameLocks noGrp="1"/>
              </p:cNvGraphicFramePr>
              <p:nvPr>
                <p:extLst>
                  <p:ext uri="{D42A27DB-BD31-4B8C-83A1-F6EECF244321}">
                    <p14:modId xmlns:p14="http://schemas.microsoft.com/office/powerpoint/2010/main" val="3271490503"/>
                  </p:ext>
                </p:extLst>
              </p:nvPr>
            </p:nvGraphicFramePr>
            <p:xfrm>
              <a:off x="7059600" y="1293215"/>
              <a:ext cx="1477818" cy="2253364"/>
            </p:xfrm>
            <a:graphic>
              <a:graphicData uri="http://schemas.openxmlformats.org/drawingml/2006/table">
                <a:tbl>
                  <a:tblPr firstRow="1" bandRow="1">
                    <a:tableStyleId>{5940675A-B579-460E-94D1-54222C63F5DA}</a:tableStyleId>
                  </a:tblPr>
                  <a:tblGrid>
                    <a:gridCol w="882073">
                      <a:extLst>
                        <a:ext uri="{9D8B030D-6E8A-4147-A177-3AD203B41FA5}">
                          <a16:colId xmlns:a16="http://schemas.microsoft.com/office/drawing/2014/main" val="4249502232"/>
                        </a:ext>
                      </a:extLst>
                    </a:gridCol>
                    <a:gridCol w="595745">
                      <a:extLst>
                        <a:ext uri="{9D8B030D-6E8A-4147-A177-3AD203B41FA5}">
                          <a16:colId xmlns:a16="http://schemas.microsoft.com/office/drawing/2014/main" val="1652503080"/>
                        </a:ext>
                      </a:extLst>
                    </a:gridCol>
                  </a:tblGrid>
                  <a:tr h="457200">
                    <a:tc>
                      <a:txBody>
                        <a:bodyPr/>
                        <a:lstStyle/>
                        <a:p>
                          <a:endParaRPr lang="zh-CN"/>
                        </a:p>
                      </a:txBody>
                      <a:tcPr anchor="ctr">
                        <a:blipFill>
                          <a:blip r:embed="rId7"/>
                          <a:stretch>
                            <a:fillRect l="-690" t="-1333" r="-68966" b="-410667"/>
                          </a:stretch>
                        </a:blipFill>
                      </a:tcPr>
                    </a:tc>
                    <a:tc>
                      <a:txBody>
                        <a:bodyPr/>
                        <a:lstStyle/>
                        <a:p>
                          <a:endParaRPr lang="zh-CN"/>
                        </a:p>
                      </a:txBody>
                      <a:tcPr anchor="ctr">
                        <a:blipFill>
                          <a:blip r:embed="rId7"/>
                          <a:stretch>
                            <a:fillRect l="-148980" t="-1333" r="-2041" b="-410667"/>
                          </a:stretch>
                        </a:blipFill>
                      </a:tcPr>
                    </a:tc>
                    <a:extLst>
                      <a:ext uri="{0D108BD9-81ED-4DB2-BD59-A6C34878D82A}">
                        <a16:rowId xmlns:a16="http://schemas.microsoft.com/office/drawing/2014/main" val="2129287636"/>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12743659"/>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727314884"/>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700402763"/>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1566954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1" name="表格 40">
                <a:extLst>
                  <a:ext uri="{FF2B5EF4-FFF2-40B4-BE49-F238E27FC236}">
                    <a16:creationId xmlns:a16="http://schemas.microsoft.com/office/drawing/2014/main" id="{7129DFDA-E597-B8D3-CCE8-E5314B983CBE}"/>
                  </a:ext>
                </a:extLst>
              </p:cNvPr>
              <p:cNvGraphicFramePr>
                <a:graphicFrameLocks noGrp="1"/>
              </p:cNvGraphicFramePr>
              <p:nvPr>
                <p:extLst>
                  <p:ext uri="{D42A27DB-BD31-4B8C-83A1-F6EECF244321}">
                    <p14:modId xmlns:p14="http://schemas.microsoft.com/office/powerpoint/2010/main" val="1298248433"/>
                  </p:ext>
                </p:extLst>
              </p:nvPr>
            </p:nvGraphicFramePr>
            <p:xfrm>
              <a:off x="8701200" y="1293215"/>
              <a:ext cx="1477818" cy="2253364"/>
            </p:xfrm>
            <a:graphic>
              <a:graphicData uri="http://schemas.openxmlformats.org/drawingml/2006/table">
                <a:tbl>
                  <a:tblPr firstRow="1" bandRow="1">
                    <a:tableStyleId>{5940675A-B579-460E-94D1-54222C63F5DA}</a:tableStyleId>
                  </a:tblPr>
                  <a:tblGrid>
                    <a:gridCol w="882073">
                      <a:extLst>
                        <a:ext uri="{9D8B030D-6E8A-4147-A177-3AD203B41FA5}">
                          <a16:colId xmlns:a16="http://schemas.microsoft.com/office/drawing/2014/main" val="4249502232"/>
                        </a:ext>
                      </a:extLst>
                    </a:gridCol>
                    <a:gridCol w="595745">
                      <a:extLst>
                        <a:ext uri="{9D8B030D-6E8A-4147-A177-3AD203B41FA5}">
                          <a16:colId xmlns:a16="http://schemas.microsoft.com/office/drawing/2014/main" val="1652503080"/>
                        </a:ext>
                      </a:extLst>
                    </a:gridCol>
                  </a:tblGrid>
                  <a:tr h="449041">
                    <a:tc>
                      <a:txBody>
                        <a:bodyPr/>
                        <a:lstStyle/>
                        <a:p>
                          <a:pPr algn="ctr"/>
                          <a14:m>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B</m:t>
                              </m:r>
                            </m:oMath>
                          </a14:m>
                          <a:r>
                            <a:rPr lang="zh-CN" altLang="en-US" sz="2400" dirty="0">
                              <a:latin typeface="微软雅黑" panose="020B0503020204020204" pitchFamily="34" charset="-122"/>
                              <a:ea typeface="微软雅黑" panose="020B0503020204020204" pitchFamily="34" charset="-122"/>
                            </a:rPr>
                            <a:t>  </a:t>
                          </a:r>
                          <a14:m>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m:t>
                              </m:r>
                            </m:oMath>
                          </a14:m>
                          <a:endParaRPr lang="zh-CN" altLang="en-US" sz="2400" dirty="0">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
                              </m:oMathParaPr>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29287636"/>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12743659"/>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727314884"/>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700402763"/>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15669549"/>
                      </a:ext>
                    </a:extLst>
                  </a:tr>
                </a:tbl>
              </a:graphicData>
            </a:graphic>
          </p:graphicFrame>
        </mc:Choice>
        <mc:Fallback xmlns="">
          <p:graphicFrame>
            <p:nvGraphicFramePr>
              <p:cNvPr id="41" name="表格 40">
                <a:extLst>
                  <a:ext uri="{FF2B5EF4-FFF2-40B4-BE49-F238E27FC236}">
                    <a16:creationId xmlns:a16="http://schemas.microsoft.com/office/drawing/2014/main" id="{7129DFDA-E597-B8D3-CCE8-E5314B983CBE}"/>
                  </a:ext>
                </a:extLst>
              </p:cNvPr>
              <p:cNvGraphicFramePr>
                <a:graphicFrameLocks noGrp="1"/>
              </p:cNvGraphicFramePr>
              <p:nvPr>
                <p:extLst>
                  <p:ext uri="{D42A27DB-BD31-4B8C-83A1-F6EECF244321}">
                    <p14:modId xmlns:p14="http://schemas.microsoft.com/office/powerpoint/2010/main" val="1298248433"/>
                  </p:ext>
                </p:extLst>
              </p:nvPr>
            </p:nvGraphicFramePr>
            <p:xfrm>
              <a:off x="8701200" y="1293215"/>
              <a:ext cx="1477818" cy="2253364"/>
            </p:xfrm>
            <a:graphic>
              <a:graphicData uri="http://schemas.openxmlformats.org/drawingml/2006/table">
                <a:tbl>
                  <a:tblPr firstRow="1" bandRow="1">
                    <a:tableStyleId>{5940675A-B579-460E-94D1-54222C63F5DA}</a:tableStyleId>
                  </a:tblPr>
                  <a:tblGrid>
                    <a:gridCol w="882073">
                      <a:extLst>
                        <a:ext uri="{9D8B030D-6E8A-4147-A177-3AD203B41FA5}">
                          <a16:colId xmlns:a16="http://schemas.microsoft.com/office/drawing/2014/main" val="4249502232"/>
                        </a:ext>
                      </a:extLst>
                    </a:gridCol>
                    <a:gridCol w="595745">
                      <a:extLst>
                        <a:ext uri="{9D8B030D-6E8A-4147-A177-3AD203B41FA5}">
                          <a16:colId xmlns:a16="http://schemas.microsoft.com/office/drawing/2014/main" val="1652503080"/>
                        </a:ext>
                      </a:extLst>
                    </a:gridCol>
                  </a:tblGrid>
                  <a:tr h="457200">
                    <a:tc>
                      <a:txBody>
                        <a:bodyPr/>
                        <a:lstStyle/>
                        <a:p>
                          <a:endParaRPr lang="zh-CN"/>
                        </a:p>
                      </a:txBody>
                      <a:tcPr anchor="ctr">
                        <a:blipFill>
                          <a:blip r:embed="rId8"/>
                          <a:stretch>
                            <a:fillRect l="-690" t="-1333" r="-68966" b="-410667"/>
                          </a:stretch>
                        </a:blipFill>
                      </a:tcPr>
                    </a:tc>
                    <a:tc>
                      <a:txBody>
                        <a:bodyPr/>
                        <a:lstStyle/>
                        <a:p>
                          <a:endParaRPr lang="zh-CN"/>
                        </a:p>
                      </a:txBody>
                      <a:tcPr anchor="ctr">
                        <a:blipFill>
                          <a:blip r:embed="rId8"/>
                          <a:stretch>
                            <a:fillRect l="-148980" t="-1333" r="-2041" b="-410667"/>
                          </a:stretch>
                        </a:blipFill>
                      </a:tcPr>
                    </a:tc>
                    <a:extLst>
                      <a:ext uri="{0D108BD9-81ED-4DB2-BD59-A6C34878D82A}">
                        <a16:rowId xmlns:a16="http://schemas.microsoft.com/office/drawing/2014/main" val="2129287636"/>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12743659"/>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727314884"/>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700402763"/>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1566954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2" name="表格 41">
                <a:extLst>
                  <a:ext uri="{FF2B5EF4-FFF2-40B4-BE49-F238E27FC236}">
                    <a16:creationId xmlns:a16="http://schemas.microsoft.com/office/drawing/2014/main" id="{2AC91738-0C7C-39CA-12EB-59A89DF4D35F}"/>
                  </a:ext>
                </a:extLst>
              </p:cNvPr>
              <p:cNvGraphicFramePr>
                <a:graphicFrameLocks noGrp="1"/>
              </p:cNvGraphicFramePr>
              <p:nvPr>
                <p:extLst>
                  <p:ext uri="{D42A27DB-BD31-4B8C-83A1-F6EECF244321}">
                    <p14:modId xmlns:p14="http://schemas.microsoft.com/office/powerpoint/2010/main" val="740457320"/>
                  </p:ext>
                </p:extLst>
              </p:nvPr>
            </p:nvGraphicFramePr>
            <p:xfrm>
              <a:off x="10332000" y="1293215"/>
              <a:ext cx="1477818" cy="2253364"/>
            </p:xfrm>
            <a:graphic>
              <a:graphicData uri="http://schemas.openxmlformats.org/drawingml/2006/table">
                <a:tbl>
                  <a:tblPr firstRow="1" bandRow="1">
                    <a:tableStyleId>{5940675A-B579-460E-94D1-54222C63F5DA}</a:tableStyleId>
                  </a:tblPr>
                  <a:tblGrid>
                    <a:gridCol w="882073">
                      <a:extLst>
                        <a:ext uri="{9D8B030D-6E8A-4147-A177-3AD203B41FA5}">
                          <a16:colId xmlns:a16="http://schemas.microsoft.com/office/drawing/2014/main" val="4249502232"/>
                        </a:ext>
                      </a:extLst>
                    </a:gridCol>
                    <a:gridCol w="595745">
                      <a:extLst>
                        <a:ext uri="{9D8B030D-6E8A-4147-A177-3AD203B41FA5}">
                          <a16:colId xmlns:a16="http://schemas.microsoft.com/office/drawing/2014/main" val="1652503080"/>
                        </a:ext>
                      </a:extLst>
                    </a:gridCol>
                  </a:tblGrid>
                  <a:tr h="449041">
                    <a:tc>
                      <a:txBody>
                        <a:bodyPr/>
                        <a:lstStyle/>
                        <a:p>
                          <a:pPr algn="ct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oMath>
                          </a14:m>
                          <a:r>
                            <a:rPr lang="zh-CN" altLang="en-US"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1</m:t>
                                  </m:r>
                                </m:sub>
                              </m:sSub>
                            </m:oMath>
                          </a14:m>
                          <a:endParaRPr lang="zh-CN" altLang="en-US" sz="2400" dirty="0">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
                              </m:oMathParaPr>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400" i="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29287636"/>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12743659"/>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727314884"/>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700402763"/>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15669549"/>
                      </a:ext>
                    </a:extLst>
                  </a:tr>
                </a:tbl>
              </a:graphicData>
            </a:graphic>
          </p:graphicFrame>
        </mc:Choice>
        <mc:Fallback xmlns="">
          <p:graphicFrame>
            <p:nvGraphicFramePr>
              <p:cNvPr id="42" name="表格 41">
                <a:extLst>
                  <a:ext uri="{FF2B5EF4-FFF2-40B4-BE49-F238E27FC236}">
                    <a16:creationId xmlns:a16="http://schemas.microsoft.com/office/drawing/2014/main" id="{2AC91738-0C7C-39CA-12EB-59A89DF4D35F}"/>
                  </a:ext>
                </a:extLst>
              </p:cNvPr>
              <p:cNvGraphicFramePr>
                <a:graphicFrameLocks noGrp="1"/>
              </p:cNvGraphicFramePr>
              <p:nvPr>
                <p:extLst>
                  <p:ext uri="{D42A27DB-BD31-4B8C-83A1-F6EECF244321}">
                    <p14:modId xmlns:p14="http://schemas.microsoft.com/office/powerpoint/2010/main" val="740457320"/>
                  </p:ext>
                </p:extLst>
              </p:nvPr>
            </p:nvGraphicFramePr>
            <p:xfrm>
              <a:off x="10332000" y="1293215"/>
              <a:ext cx="1477818" cy="2253364"/>
            </p:xfrm>
            <a:graphic>
              <a:graphicData uri="http://schemas.openxmlformats.org/drawingml/2006/table">
                <a:tbl>
                  <a:tblPr firstRow="1" bandRow="1">
                    <a:tableStyleId>{5940675A-B579-460E-94D1-54222C63F5DA}</a:tableStyleId>
                  </a:tblPr>
                  <a:tblGrid>
                    <a:gridCol w="882073">
                      <a:extLst>
                        <a:ext uri="{9D8B030D-6E8A-4147-A177-3AD203B41FA5}">
                          <a16:colId xmlns:a16="http://schemas.microsoft.com/office/drawing/2014/main" val="4249502232"/>
                        </a:ext>
                      </a:extLst>
                    </a:gridCol>
                    <a:gridCol w="595745">
                      <a:extLst>
                        <a:ext uri="{9D8B030D-6E8A-4147-A177-3AD203B41FA5}">
                          <a16:colId xmlns:a16="http://schemas.microsoft.com/office/drawing/2014/main" val="1652503080"/>
                        </a:ext>
                      </a:extLst>
                    </a:gridCol>
                  </a:tblGrid>
                  <a:tr h="457200">
                    <a:tc>
                      <a:txBody>
                        <a:bodyPr/>
                        <a:lstStyle/>
                        <a:p>
                          <a:endParaRPr lang="zh-CN"/>
                        </a:p>
                      </a:txBody>
                      <a:tcPr anchor="ctr">
                        <a:blipFill>
                          <a:blip r:embed="rId9"/>
                          <a:stretch>
                            <a:fillRect l="-685" t="-1333" r="-68493" b="-410667"/>
                          </a:stretch>
                        </a:blipFill>
                      </a:tcPr>
                    </a:tc>
                    <a:tc>
                      <a:txBody>
                        <a:bodyPr/>
                        <a:lstStyle/>
                        <a:p>
                          <a:endParaRPr lang="zh-CN"/>
                        </a:p>
                      </a:txBody>
                      <a:tcPr anchor="ctr">
                        <a:blipFill>
                          <a:blip r:embed="rId9"/>
                          <a:stretch>
                            <a:fillRect l="-150000" t="-1333" r="-2041" b="-410667"/>
                          </a:stretch>
                        </a:blipFill>
                      </a:tcPr>
                    </a:tc>
                    <a:extLst>
                      <a:ext uri="{0D108BD9-81ED-4DB2-BD59-A6C34878D82A}">
                        <a16:rowId xmlns:a16="http://schemas.microsoft.com/office/drawing/2014/main" val="2129287636"/>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0</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12743659"/>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0   1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727314884"/>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1   0</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700402763"/>
                      </a:ext>
                    </a:extLst>
                  </a:tr>
                  <a:tr h="449041">
                    <a:tc>
                      <a:txBody>
                        <a:bodyPr/>
                        <a:lstStyle/>
                        <a:p>
                          <a:pPr algn="ctr"/>
                          <a:r>
                            <a:rPr lang="en-US" altLang="zh-CN" sz="2000" dirty="0">
                              <a:latin typeface="微软雅黑" panose="020B0503020204020204" pitchFamily="34" charset="-122"/>
                              <a:ea typeface="微软雅黑" panose="020B0503020204020204" pitchFamily="34" charset="-122"/>
                            </a:rPr>
                            <a:t>1   1</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solidFill>
                                <a:srgbClr val="0000FF"/>
                              </a:solidFill>
                              <a:latin typeface="微软雅黑" panose="020B0503020204020204" pitchFamily="34" charset="-122"/>
                              <a:ea typeface="微软雅黑" panose="020B0503020204020204" pitchFamily="34" charset="-122"/>
                            </a:rPr>
                            <a:t>1</a:t>
                          </a:r>
                          <a:endParaRPr lang="zh-CN" altLang="en-US" sz="2000" dirty="0">
                            <a:solidFill>
                              <a:srgbClr val="0000FF"/>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915669549"/>
                      </a:ext>
                    </a:extLst>
                  </a:tr>
                </a:tbl>
              </a:graphicData>
            </a:graphic>
          </p:graphicFrame>
        </mc:Fallback>
      </mc:AlternateContent>
      <p:sp>
        <p:nvSpPr>
          <p:cNvPr id="43" name="文本框 42">
            <a:extLst>
              <a:ext uri="{FF2B5EF4-FFF2-40B4-BE49-F238E27FC236}">
                <a16:creationId xmlns:a16="http://schemas.microsoft.com/office/drawing/2014/main" id="{F5E2A3DE-2F1B-6FE3-E873-3E7C245ADFDE}"/>
              </a:ext>
            </a:extLst>
          </p:cNvPr>
          <p:cNvSpPr txBox="1"/>
          <p:nvPr/>
        </p:nvSpPr>
        <p:spPr>
          <a:xfrm>
            <a:off x="7059601" y="828000"/>
            <a:ext cx="4750218" cy="461665"/>
          </a:xfrm>
          <a:prstGeom prst="rect">
            <a:avLst/>
          </a:prstGeom>
          <a:noFill/>
        </p:spPr>
        <p:txBody>
          <a:bodyPr wrap="square">
            <a:spAutoFit/>
          </a:bodyPr>
          <a:lstStyle/>
          <a:p>
            <a:pPr algn="ctr"/>
            <a:r>
              <a:rPr kumimoji="1" lang="zh-CN" altLang="en-US" sz="2400" dirty="0">
                <a:solidFill>
                  <a:srgbClr val="002060"/>
                </a:solidFill>
                <a:latin typeface="微软雅黑" panose="020B0503020204020204" pitchFamily="34" charset="-122"/>
                <a:ea typeface="微软雅黑" panose="020B0503020204020204" pitchFamily="34" charset="-122"/>
              </a:rPr>
              <a:t>真值表</a:t>
            </a:r>
            <a:endParaRPr lang="zh-CN" altLang="en-US" sz="2400" dirty="0">
              <a:solidFill>
                <a:srgbClr val="002060"/>
              </a:solidFill>
            </a:endParaRPr>
          </a:p>
        </p:txBody>
      </p:sp>
      <p:grpSp>
        <p:nvGrpSpPr>
          <p:cNvPr id="159" name="组合 158">
            <a:extLst>
              <a:ext uri="{FF2B5EF4-FFF2-40B4-BE49-F238E27FC236}">
                <a16:creationId xmlns:a16="http://schemas.microsoft.com/office/drawing/2014/main" id="{8B120F20-E334-8B9A-857D-570337CA118E}"/>
              </a:ext>
            </a:extLst>
          </p:cNvPr>
          <p:cNvGrpSpPr/>
          <p:nvPr/>
        </p:nvGrpSpPr>
        <p:grpSpPr>
          <a:xfrm>
            <a:off x="3672000" y="3600295"/>
            <a:ext cx="2789832" cy="2849983"/>
            <a:chOff x="3672000" y="3600295"/>
            <a:chExt cx="2789832" cy="2849983"/>
          </a:xfrm>
        </p:grpSpPr>
        <p:sp>
          <p:nvSpPr>
            <p:cNvPr id="45" name="矩形 44">
              <a:extLst>
                <a:ext uri="{FF2B5EF4-FFF2-40B4-BE49-F238E27FC236}">
                  <a16:creationId xmlns:a16="http://schemas.microsoft.com/office/drawing/2014/main" id="{9CA68665-83B4-23E5-307E-AC657674B38C}"/>
                </a:ext>
              </a:extLst>
            </p:cNvPr>
            <p:cNvSpPr/>
            <p:nvPr/>
          </p:nvSpPr>
          <p:spPr>
            <a:xfrm>
              <a:off x="4399200" y="5295524"/>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46" name="矩形 45">
              <a:extLst>
                <a:ext uri="{FF2B5EF4-FFF2-40B4-BE49-F238E27FC236}">
                  <a16:creationId xmlns:a16="http://schemas.microsoft.com/office/drawing/2014/main" id="{033D6212-3A01-486C-B3F8-9CD521834652}"/>
                </a:ext>
              </a:extLst>
            </p:cNvPr>
            <p:cNvSpPr/>
            <p:nvPr/>
          </p:nvSpPr>
          <p:spPr>
            <a:xfrm>
              <a:off x="4399200" y="4277639"/>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47" name="梯形 46">
              <a:extLst>
                <a:ext uri="{FF2B5EF4-FFF2-40B4-BE49-F238E27FC236}">
                  <a16:creationId xmlns:a16="http://schemas.microsoft.com/office/drawing/2014/main" id="{4A8FC303-39BB-96FF-6960-40B7A27B66B9}"/>
                </a:ext>
              </a:extLst>
            </p:cNvPr>
            <p:cNvSpPr/>
            <p:nvPr/>
          </p:nvSpPr>
          <p:spPr>
            <a:xfrm rot="5400000">
              <a:off x="4515492" y="5001083"/>
              <a:ext cx="2038186" cy="591301"/>
            </a:xfrm>
            <a:prstGeom prst="trapezoid">
              <a:avLst>
                <a:gd name="adj" fmla="val 57516"/>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48" name="直接连接符 47">
              <a:extLst>
                <a:ext uri="{FF2B5EF4-FFF2-40B4-BE49-F238E27FC236}">
                  <a16:creationId xmlns:a16="http://schemas.microsoft.com/office/drawing/2014/main" id="{34A73938-72A9-572C-E7C5-B1DBCDDF1EF5}"/>
                </a:ext>
              </a:extLst>
            </p:cNvPr>
            <p:cNvCxnSpPr>
              <a:cxnSpLocks/>
              <a:stCxn id="47" idx="0"/>
            </p:cNvCxnSpPr>
            <p:nvPr/>
          </p:nvCxnSpPr>
          <p:spPr>
            <a:xfrm>
              <a:off x="5830236" y="5296734"/>
              <a:ext cx="2662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BBB5CE4C-9355-DB96-4125-47A6BBFB7956}"/>
                </a:ext>
              </a:extLst>
            </p:cNvPr>
            <p:cNvCxnSpPr>
              <a:cxnSpLocks/>
              <a:stCxn id="46" idx="1"/>
              <a:endCxn id="46" idx="3"/>
            </p:cNvCxnSpPr>
            <p:nvPr/>
          </p:nvCxnSpPr>
          <p:spPr>
            <a:xfrm>
              <a:off x="4399200" y="4787791"/>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E087B7C0-99BD-D821-E5B0-A64646A7D4E0}"/>
                </a:ext>
              </a:extLst>
            </p:cNvPr>
            <p:cNvCxnSpPr>
              <a:cxnSpLocks/>
              <a:stCxn id="45" idx="1"/>
              <a:endCxn id="45" idx="3"/>
            </p:cNvCxnSpPr>
            <p:nvPr/>
          </p:nvCxnSpPr>
          <p:spPr>
            <a:xfrm>
              <a:off x="4399200" y="5805676"/>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4EBE8843-5990-F28A-9810-8CEC9195E715}"/>
                </a:ext>
              </a:extLst>
            </p:cNvPr>
            <p:cNvCxnSpPr/>
            <p:nvPr/>
          </p:nvCxnSpPr>
          <p:spPr>
            <a:xfrm>
              <a:off x="4918644" y="5578705"/>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0A16047B-A9A9-BA75-DB82-CB18FCABBA8D}"/>
                </a:ext>
              </a:extLst>
            </p:cNvPr>
            <p:cNvCxnSpPr/>
            <p:nvPr/>
          </p:nvCxnSpPr>
          <p:spPr>
            <a:xfrm>
              <a:off x="4918402" y="6035905"/>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20910C57-1CF4-9187-8616-F0CB4719ADAB}"/>
                </a:ext>
              </a:extLst>
            </p:cNvPr>
            <p:cNvCxnSpPr/>
            <p:nvPr/>
          </p:nvCxnSpPr>
          <p:spPr>
            <a:xfrm>
              <a:off x="4918644" y="4559842"/>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3603003-6D7D-605B-18D5-F612C528305A}"/>
                </a:ext>
              </a:extLst>
            </p:cNvPr>
            <p:cNvCxnSpPr/>
            <p:nvPr/>
          </p:nvCxnSpPr>
          <p:spPr>
            <a:xfrm>
              <a:off x="4918402" y="5018088"/>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43AA6C75-4F84-BC4D-CD7C-4345CFA119D5}"/>
                </a:ext>
              </a:extLst>
            </p:cNvPr>
            <p:cNvCxnSpPr>
              <a:cxnSpLocks/>
            </p:cNvCxnSpPr>
            <p:nvPr/>
          </p:nvCxnSpPr>
          <p:spPr>
            <a:xfrm>
              <a:off x="4139922" y="4114466"/>
              <a:ext cx="126547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7A0B99C3-03A3-BBF9-3699-DD77E03276D9}"/>
                </a:ext>
              </a:extLst>
            </p:cNvPr>
            <p:cNvCxnSpPr>
              <a:cxnSpLocks/>
            </p:cNvCxnSpPr>
            <p:nvPr/>
          </p:nvCxnSpPr>
          <p:spPr>
            <a:xfrm>
              <a:off x="4139922" y="3862053"/>
              <a:ext cx="15238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49F9B16D-63C5-312D-4FA6-E31D2593185D}"/>
                    </a:ext>
                  </a:extLst>
                </p:cNvPr>
                <p:cNvSpPr txBox="1"/>
                <p:nvPr/>
              </p:nvSpPr>
              <p:spPr>
                <a:xfrm>
                  <a:off x="3672000" y="3937105"/>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C</m:t>
                        </m:r>
                      </m:oMath>
                    </m:oMathPara>
                  </a14:m>
                  <a:endParaRPr lang="zh-CN" altLang="en-US" sz="2200" dirty="0">
                    <a:solidFill>
                      <a:srgbClr val="0000FF"/>
                    </a:solidFill>
                  </a:endParaRPr>
                </a:p>
              </p:txBody>
            </p:sp>
          </mc:Choice>
          <mc:Fallback xmlns="">
            <p:sp>
              <p:nvSpPr>
                <p:cNvPr id="62" name="文本框 61">
                  <a:extLst>
                    <a:ext uri="{FF2B5EF4-FFF2-40B4-BE49-F238E27FC236}">
                      <a16:creationId xmlns:a16="http://schemas.microsoft.com/office/drawing/2014/main" id="{49F9B16D-63C5-312D-4FA6-E31D2593185D}"/>
                    </a:ext>
                  </a:extLst>
                </p:cNvPr>
                <p:cNvSpPr txBox="1">
                  <a:spLocks noRot="1" noChangeAspect="1" noMove="1" noResize="1" noEditPoints="1" noAdjustHandles="1" noChangeArrowheads="1" noChangeShapeType="1" noTextEdit="1"/>
                </p:cNvSpPr>
                <p:nvPr/>
              </p:nvSpPr>
              <p:spPr>
                <a:xfrm>
                  <a:off x="3672000" y="3937105"/>
                  <a:ext cx="380364" cy="43088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F8BF7543-192F-375D-E8FB-97DBCA02206C}"/>
                    </a:ext>
                  </a:extLst>
                </p:cNvPr>
                <p:cNvSpPr txBox="1"/>
                <p:nvPr/>
              </p:nvSpPr>
              <p:spPr>
                <a:xfrm>
                  <a:off x="3672000" y="3600295"/>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200" b="0" i="0" smtClean="0">
                            <a:solidFill>
                              <a:srgbClr val="0000FF"/>
                            </a:solidFill>
                            <a:latin typeface="Cambria Math" panose="02040503050406030204" pitchFamily="18" charset="0"/>
                          </a:rPr>
                          <m:t>B</m:t>
                        </m:r>
                      </m:oMath>
                    </m:oMathPara>
                  </a14:m>
                  <a:endParaRPr lang="zh-CN" altLang="en-US" sz="2200" dirty="0">
                    <a:solidFill>
                      <a:srgbClr val="0000FF"/>
                    </a:solidFill>
                  </a:endParaRPr>
                </a:p>
              </p:txBody>
            </p:sp>
          </mc:Choice>
          <mc:Fallback xmlns="">
            <p:sp>
              <p:nvSpPr>
                <p:cNvPr id="63" name="文本框 62">
                  <a:extLst>
                    <a:ext uri="{FF2B5EF4-FFF2-40B4-BE49-F238E27FC236}">
                      <a16:creationId xmlns:a16="http://schemas.microsoft.com/office/drawing/2014/main" id="{F8BF7543-192F-375D-E8FB-97DBCA02206C}"/>
                    </a:ext>
                  </a:extLst>
                </p:cNvPr>
                <p:cNvSpPr txBox="1">
                  <a:spLocks noRot="1" noChangeAspect="1" noMove="1" noResize="1" noEditPoints="1" noAdjustHandles="1" noChangeArrowheads="1" noChangeShapeType="1" noTextEdit="1"/>
                </p:cNvSpPr>
                <p:nvPr/>
              </p:nvSpPr>
              <p:spPr>
                <a:xfrm>
                  <a:off x="3672000" y="3600295"/>
                  <a:ext cx="380364" cy="430887"/>
                </a:xfrm>
                <a:prstGeom prst="rect">
                  <a:avLst/>
                </a:prstGeom>
                <a:blipFill>
                  <a:blip r:embed="rId11"/>
                  <a:stretch>
                    <a:fillRect/>
                  </a:stretch>
                </a:blipFill>
              </p:spPr>
              <p:txBody>
                <a:bodyPr/>
                <a:lstStyle/>
                <a:p>
                  <a:r>
                    <a:rPr lang="zh-CN" altLang="en-US">
                      <a:noFill/>
                    </a:rPr>
                    <a:t> </a:t>
                  </a:r>
                </a:p>
              </p:txBody>
            </p:sp>
          </mc:Fallback>
        </mc:AlternateContent>
        <p:sp>
          <p:nvSpPr>
            <p:cNvPr id="67" name="文本框 66">
              <a:extLst>
                <a:ext uri="{FF2B5EF4-FFF2-40B4-BE49-F238E27FC236}">
                  <a16:creationId xmlns:a16="http://schemas.microsoft.com/office/drawing/2014/main" id="{D94B54D3-2537-A9F9-6917-689A561EFCD1}"/>
                </a:ext>
              </a:extLst>
            </p:cNvPr>
            <p:cNvSpPr txBox="1"/>
            <p:nvPr/>
          </p:nvSpPr>
          <p:spPr>
            <a:xfrm>
              <a:off x="5184000" y="4385850"/>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00</a:t>
              </a:r>
            </a:p>
          </p:txBody>
        </p:sp>
        <p:sp>
          <p:nvSpPr>
            <p:cNvPr id="68" name="文本框 67">
              <a:extLst>
                <a:ext uri="{FF2B5EF4-FFF2-40B4-BE49-F238E27FC236}">
                  <a16:creationId xmlns:a16="http://schemas.microsoft.com/office/drawing/2014/main" id="{3450C3EE-C73F-9677-9728-801565F33290}"/>
                </a:ext>
              </a:extLst>
            </p:cNvPr>
            <p:cNvSpPr txBox="1"/>
            <p:nvPr/>
          </p:nvSpPr>
          <p:spPr>
            <a:xfrm>
              <a:off x="5184000" y="4844162"/>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77" name="矩形 76">
              <a:extLst>
                <a:ext uri="{FF2B5EF4-FFF2-40B4-BE49-F238E27FC236}">
                  <a16:creationId xmlns:a16="http://schemas.microsoft.com/office/drawing/2014/main" id="{FBEF8524-47A4-7B1B-E446-F12A755E3D80}"/>
                </a:ext>
              </a:extLst>
            </p:cNvPr>
            <p:cNvSpPr/>
            <p:nvPr/>
          </p:nvSpPr>
          <p:spPr>
            <a:xfrm>
              <a:off x="4260647" y="3747250"/>
              <a:ext cx="1703343" cy="2703028"/>
            </a:xfrm>
            <a:prstGeom prst="rect">
              <a:avLst/>
            </a:prstGeom>
            <a:noFill/>
            <a:ln w="3810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78" name="文本框 77">
              <a:extLst>
                <a:ext uri="{FF2B5EF4-FFF2-40B4-BE49-F238E27FC236}">
                  <a16:creationId xmlns:a16="http://schemas.microsoft.com/office/drawing/2014/main" id="{50ACB589-0EC9-7FD7-E5AA-905D22B81AF1}"/>
                </a:ext>
              </a:extLst>
            </p:cNvPr>
            <p:cNvSpPr txBox="1"/>
            <p:nvPr/>
          </p:nvSpPr>
          <p:spPr>
            <a:xfrm>
              <a:off x="5184000" y="5413012"/>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10</a:t>
              </a:r>
            </a:p>
          </p:txBody>
        </p:sp>
        <p:sp>
          <p:nvSpPr>
            <p:cNvPr id="80" name="文本框 79">
              <a:extLst>
                <a:ext uri="{FF2B5EF4-FFF2-40B4-BE49-F238E27FC236}">
                  <a16:creationId xmlns:a16="http://schemas.microsoft.com/office/drawing/2014/main" id="{68F3ABD3-8C7A-C15E-E45F-317F558B08BF}"/>
                </a:ext>
              </a:extLst>
            </p:cNvPr>
            <p:cNvSpPr txBox="1"/>
            <p:nvPr/>
          </p:nvSpPr>
          <p:spPr>
            <a:xfrm>
              <a:off x="5184000" y="5871324"/>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11</a:t>
              </a:r>
            </a:p>
          </p:txBody>
        </p:sp>
        <p:cxnSp>
          <p:nvCxnSpPr>
            <p:cNvPr id="81" name="直接连接符 80">
              <a:extLst>
                <a:ext uri="{FF2B5EF4-FFF2-40B4-BE49-F238E27FC236}">
                  <a16:creationId xmlns:a16="http://schemas.microsoft.com/office/drawing/2014/main" id="{AFE7A3F4-820C-A907-C8AD-FC5236910420}"/>
                </a:ext>
              </a:extLst>
            </p:cNvPr>
            <p:cNvCxnSpPr>
              <a:cxnSpLocks/>
            </p:cNvCxnSpPr>
            <p:nvPr/>
          </p:nvCxnSpPr>
          <p:spPr>
            <a:xfrm flipV="1">
              <a:off x="5405400" y="4114466"/>
              <a:ext cx="0" cy="2602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E970E738-20C3-1999-DEE5-E8CA13E76BCD}"/>
                </a:ext>
              </a:extLst>
            </p:cNvPr>
            <p:cNvCxnSpPr>
              <a:cxnSpLocks/>
            </p:cNvCxnSpPr>
            <p:nvPr/>
          </p:nvCxnSpPr>
          <p:spPr>
            <a:xfrm flipV="1">
              <a:off x="5663770" y="3862053"/>
              <a:ext cx="0" cy="6524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7098613B-714F-232D-5D00-3810ECAA941B}"/>
                    </a:ext>
                  </a:extLst>
                </p:cNvPr>
                <p:cNvSpPr txBox="1"/>
                <p:nvPr/>
              </p:nvSpPr>
              <p:spPr>
                <a:xfrm>
                  <a:off x="6114576" y="5064691"/>
                  <a:ext cx="3472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lang="zh-CN" altLang="en-US" sz="2400" dirty="0"/>
                </a:p>
              </p:txBody>
            </p:sp>
          </mc:Choice>
          <mc:Fallback xmlns="">
            <p:sp>
              <p:nvSpPr>
                <p:cNvPr id="83" name="文本框 82">
                  <a:extLst>
                    <a:ext uri="{FF2B5EF4-FFF2-40B4-BE49-F238E27FC236}">
                      <a16:creationId xmlns:a16="http://schemas.microsoft.com/office/drawing/2014/main" id="{7098613B-714F-232D-5D00-3810ECAA941B}"/>
                    </a:ext>
                  </a:extLst>
                </p:cNvPr>
                <p:cNvSpPr txBox="1">
                  <a:spLocks noRot="1" noChangeAspect="1" noMove="1" noResize="1" noEditPoints="1" noAdjustHandles="1" noChangeArrowheads="1" noChangeShapeType="1" noTextEdit="1"/>
                </p:cNvSpPr>
                <p:nvPr/>
              </p:nvSpPr>
              <p:spPr>
                <a:xfrm>
                  <a:off x="6114576" y="5064691"/>
                  <a:ext cx="347256" cy="461665"/>
                </a:xfrm>
                <a:prstGeom prst="rect">
                  <a:avLst/>
                </a:prstGeom>
                <a:blipFill>
                  <a:blip r:embed="rId12"/>
                  <a:stretch>
                    <a:fillRect l="-3509" r="-26316"/>
                  </a:stretch>
                </a:blipFill>
              </p:spPr>
              <p:txBody>
                <a:bodyPr/>
                <a:lstStyle/>
                <a:p>
                  <a:r>
                    <a:rPr lang="zh-CN" altLang="en-US">
                      <a:noFill/>
                    </a:rPr>
                    <a:t> </a:t>
                  </a:r>
                </a:p>
              </p:txBody>
            </p:sp>
          </mc:Fallback>
        </mc:AlternateContent>
        <p:sp>
          <p:nvSpPr>
            <p:cNvPr id="131" name="文本框 130">
              <a:extLst>
                <a:ext uri="{FF2B5EF4-FFF2-40B4-BE49-F238E27FC236}">
                  <a16:creationId xmlns:a16="http://schemas.microsoft.com/office/drawing/2014/main" id="{C2646C6C-F8C5-AC0C-DC3F-37F3B448B210}"/>
                </a:ext>
              </a:extLst>
            </p:cNvPr>
            <p:cNvSpPr txBox="1"/>
            <p:nvPr/>
          </p:nvSpPr>
          <p:spPr>
            <a:xfrm>
              <a:off x="4392000" y="4334400"/>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sp>
          <p:nvSpPr>
            <p:cNvPr id="139" name="文本框 138">
              <a:extLst>
                <a:ext uri="{FF2B5EF4-FFF2-40B4-BE49-F238E27FC236}">
                  <a16:creationId xmlns:a16="http://schemas.microsoft.com/office/drawing/2014/main" id="{5D40B75D-22AB-17CE-CFF4-04336E426221}"/>
                </a:ext>
              </a:extLst>
            </p:cNvPr>
            <p:cNvSpPr txBox="1"/>
            <p:nvPr/>
          </p:nvSpPr>
          <p:spPr>
            <a:xfrm>
              <a:off x="4392000" y="4842132"/>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sp>
          <p:nvSpPr>
            <p:cNvPr id="141" name="文本框 140">
              <a:extLst>
                <a:ext uri="{FF2B5EF4-FFF2-40B4-BE49-F238E27FC236}">
                  <a16:creationId xmlns:a16="http://schemas.microsoft.com/office/drawing/2014/main" id="{4B8670E0-0E07-9798-EA49-9D1B05885ACF}"/>
                </a:ext>
              </a:extLst>
            </p:cNvPr>
            <p:cNvSpPr txBox="1"/>
            <p:nvPr/>
          </p:nvSpPr>
          <p:spPr>
            <a:xfrm>
              <a:off x="4392000" y="5355219"/>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sp>
          <p:nvSpPr>
            <p:cNvPr id="142" name="文本框 141">
              <a:extLst>
                <a:ext uri="{FF2B5EF4-FFF2-40B4-BE49-F238E27FC236}">
                  <a16:creationId xmlns:a16="http://schemas.microsoft.com/office/drawing/2014/main" id="{E796AF9A-D29E-0FCE-ED86-91633B68445F}"/>
                </a:ext>
              </a:extLst>
            </p:cNvPr>
            <p:cNvSpPr txBox="1"/>
            <p:nvPr/>
          </p:nvSpPr>
          <p:spPr>
            <a:xfrm>
              <a:off x="4392000" y="5866419"/>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grpSp>
      <p:grpSp>
        <p:nvGrpSpPr>
          <p:cNvPr id="161" name="组合 160">
            <a:extLst>
              <a:ext uri="{FF2B5EF4-FFF2-40B4-BE49-F238E27FC236}">
                <a16:creationId xmlns:a16="http://schemas.microsoft.com/office/drawing/2014/main" id="{488B1901-42CE-8763-FD01-A155EAAB56DC}"/>
              </a:ext>
            </a:extLst>
          </p:cNvPr>
          <p:cNvGrpSpPr/>
          <p:nvPr/>
        </p:nvGrpSpPr>
        <p:grpSpPr>
          <a:xfrm>
            <a:off x="6552000" y="3590548"/>
            <a:ext cx="2789832" cy="2859435"/>
            <a:chOff x="7272000" y="3590548"/>
            <a:chExt cx="2789832" cy="2859435"/>
          </a:xfrm>
        </p:grpSpPr>
        <p:sp>
          <p:nvSpPr>
            <p:cNvPr id="85" name="矩形 84">
              <a:extLst>
                <a:ext uri="{FF2B5EF4-FFF2-40B4-BE49-F238E27FC236}">
                  <a16:creationId xmlns:a16="http://schemas.microsoft.com/office/drawing/2014/main" id="{590AE07F-E3A3-8A7D-7E97-870B5D40B0E8}"/>
                </a:ext>
              </a:extLst>
            </p:cNvPr>
            <p:cNvSpPr/>
            <p:nvPr/>
          </p:nvSpPr>
          <p:spPr>
            <a:xfrm>
              <a:off x="7999200" y="5295229"/>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87" name="矩形 86">
              <a:extLst>
                <a:ext uri="{FF2B5EF4-FFF2-40B4-BE49-F238E27FC236}">
                  <a16:creationId xmlns:a16="http://schemas.microsoft.com/office/drawing/2014/main" id="{F3BD4AE2-1BB4-332F-B4C2-A440AD0F6CE6}"/>
                </a:ext>
              </a:extLst>
            </p:cNvPr>
            <p:cNvSpPr/>
            <p:nvPr/>
          </p:nvSpPr>
          <p:spPr>
            <a:xfrm>
              <a:off x="7999200" y="4277344"/>
              <a:ext cx="514800" cy="1020304"/>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88" name="梯形 87">
              <a:extLst>
                <a:ext uri="{FF2B5EF4-FFF2-40B4-BE49-F238E27FC236}">
                  <a16:creationId xmlns:a16="http://schemas.microsoft.com/office/drawing/2014/main" id="{E7A6DC6C-295A-0E3A-6AF7-4358F2378B5F}"/>
                </a:ext>
              </a:extLst>
            </p:cNvPr>
            <p:cNvSpPr/>
            <p:nvPr/>
          </p:nvSpPr>
          <p:spPr>
            <a:xfrm rot="5400000">
              <a:off x="8115492" y="5000788"/>
              <a:ext cx="2038186" cy="591301"/>
            </a:xfrm>
            <a:prstGeom prst="trapezoid">
              <a:avLst>
                <a:gd name="adj" fmla="val 57516"/>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91" name="直接连接符 90">
              <a:extLst>
                <a:ext uri="{FF2B5EF4-FFF2-40B4-BE49-F238E27FC236}">
                  <a16:creationId xmlns:a16="http://schemas.microsoft.com/office/drawing/2014/main" id="{32A8A20C-7694-C94A-0FBE-6B7B6F407C3B}"/>
                </a:ext>
              </a:extLst>
            </p:cNvPr>
            <p:cNvCxnSpPr>
              <a:cxnSpLocks/>
              <a:stCxn id="88" idx="0"/>
            </p:cNvCxnSpPr>
            <p:nvPr/>
          </p:nvCxnSpPr>
          <p:spPr>
            <a:xfrm>
              <a:off x="9430236" y="5296439"/>
              <a:ext cx="26622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4DB8A0DD-62D4-E12C-3D63-9ABD74C494A4}"/>
                </a:ext>
              </a:extLst>
            </p:cNvPr>
            <p:cNvCxnSpPr>
              <a:cxnSpLocks/>
              <a:stCxn id="87" idx="1"/>
              <a:endCxn id="87" idx="3"/>
            </p:cNvCxnSpPr>
            <p:nvPr/>
          </p:nvCxnSpPr>
          <p:spPr>
            <a:xfrm>
              <a:off x="7999200" y="4787496"/>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63EAC2D3-2D50-9925-3C8B-56FBD35D8BC1}"/>
                </a:ext>
              </a:extLst>
            </p:cNvPr>
            <p:cNvCxnSpPr>
              <a:cxnSpLocks/>
              <a:stCxn id="85" idx="1"/>
              <a:endCxn id="85" idx="3"/>
            </p:cNvCxnSpPr>
            <p:nvPr/>
          </p:nvCxnSpPr>
          <p:spPr>
            <a:xfrm>
              <a:off x="7999200" y="5805381"/>
              <a:ext cx="514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1824C494-15D6-03FB-7448-D7F05B6F8759}"/>
                </a:ext>
              </a:extLst>
            </p:cNvPr>
            <p:cNvCxnSpPr/>
            <p:nvPr/>
          </p:nvCxnSpPr>
          <p:spPr>
            <a:xfrm>
              <a:off x="8518644" y="557841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F85047A4-C4B0-ED96-BAE1-7AE47ABC78FD}"/>
                </a:ext>
              </a:extLst>
            </p:cNvPr>
            <p:cNvCxnSpPr/>
            <p:nvPr/>
          </p:nvCxnSpPr>
          <p:spPr>
            <a:xfrm>
              <a:off x="8518402" y="6035610"/>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CF3910C3-BDAD-48B6-48DD-79C6B36EE990}"/>
                </a:ext>
              </a:extLst>
            </p:cNvPr>
            <p:cNvCxnSpPr/>
            <p:nvPr/>
          </p:nvCxnSpPr>
          <p:spPr>
            <a:xfrm>
              <a:off x="8518644" y="4559547"/>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495B6600-0A3A-B0B4-706E-B5BCA5628DD0}"/>
                </a:ext>
              </a:extLst>
            </p:cNvPr>
            <p:cNvCxnSpPr/>
            <p:nvPr/>
          </p:nvCxnSpPr>
          <p:spPr>
            <a:xfrm>
              <a:off x="8518402" y="5017793"/>
              <a:ext cx="31491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C51F1243-AAE8-C1A1-9122-3269EAB95921}"/>
                </a:ext>
              </a:extLst>
            </p:cNvPr>
            <p:cNvCxnSpPr>
              <a:cxnSpLocks/>
            </p:cNvCxnSpPr>
            <p:nvPr/>
          </p:nvCxnSpPr>
          <p:spPr>
            <a:xfrm>
              <a:off x="7739922" y="4114171"/>
              <a:ext cx="126547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94DEEB63-3646-15A4-FDB4-AFC17EA753DB}"/>
                </a:ext>
              </a:extLst>
            </p:cNvPr>
            <p:cNvCxnSpPr>
              <a:cxnSpLocks/>
            </p:cNvCxnSpPr>
            <p:nvPr/>
          </p:nvCxnSpPr>
          <p:spPr>
            <a:xfrm>
              <a:off x="7739922" y="3861758"/>
              <a:ext cx="15238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557DC368-3069-81DE-C72A-3443E8604488}"/>
                    </a:ext>
                  </a:extLst>
                </p:cNvPr>
                <p:cNvSpPr txBox="1"/>
                <p:nvPr/>
              </p:nvSpPr>
              <p:spPr>
                <a:xfrm>
                  <a:off x="7272000" y="3946262"/>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rgbClr val="0000FF"/>
                                </a:solidFill>
                                <a:latin typeface="Cambria Math" panose="02040503050406030204" pitchFamily="18" charset="0"/>
                                <a:ea typeface="微软雅黑" panose="020B0503020204020204" pitchFamily="34" charset="-122"/>
                              </a:rPr>
                            </m:ctrlPr>
                          </m:sSubPr>
                          <m:e>
                            <m:r>
                              <m:rPr>
                                <m:sty m:val="p"/>
                              </m:rPr>
                              <a:rPr kumimoji="1" lang="en-US" altLang="zh-CN" sz="2200">
                                <a:solidFill>
                                  <a:srgbClr val="0000FF"/>
                                </a:solidFill>
                                <a:latin typeface="Cambria Math" panose="02040503050406030204" pitchFamily="18" charset="0"/>
                                <a:ea typeface="微软雅黑" panose="020B0503020204020204" pitchFamily="34" charset="-122"/>
                              </a:rPr>
                              <m:t>Y</m:t>
                            </m:r>
                          </m:e>
                          <m:sub>
                            <m:r>
                              <a:rPr kumimoji="1" lang="en-US" altLang="zh-CN" sz="2200" b="0" i="1" smtClean="0">
                                <a:solidFill>
                                  <a:srgbClr val="0000FF"/>
                                </a:solidFill>
                                <a:latin typeface="Cambria Math" panose="02040503050406030204" pitchFamily="18" charset="0"/>
                                <a:ea typeface="微软雅黑" panose="020B0503020204020204" pitchFamily="34" charset="-122"/>
                              </a:rPr>
                              <m:t>0</m:t>
                            </m:r>
                          </m:sub>
                        </m:sSub>
                      </m:oMath>
                    </m:oMathPara>
                  </a14:m>
                  <a:endParaRPr lang="zh-CN" altLang="en-US" sz="2200" dirty="0">
                    <a:solidFill>
                      <a:srgbClr val="0000FF"/>
                    </a:solidFill>
                  </a:endParaRPr>
                </a:p>
              </p:txBody>
            </p:sp>
          </mc:Choice>
          <mc:Fallback xmlns="">
            <p:sp>
              <p:nvSpPr>
                <p:cNvPr id="106" name="文本框 105">
                  <a:extLst>
                    <a:ext uri="{FF2B5EF4-FFF2-40B4-BE49-F238E27FC236}">
                      <a16:creationId xmlns:a16="http://schemas.microsoft.com/office/drawing/2014/main" id="{557DC368-3069-81DE-C72A-3443E8604488}"/>
                    </a:ext>
                  </a:extLst>
                </p:cNvPr>
                <p:cNvSpPr txBox="1">
                  <a:spLocks noRot="1" noChangeAspect="1" noMove="1" noResize="1" noEditPoints="1" noAdjustHandles="1" noChangeArrowheads="1" noChangeShapeType="1" noTextEdit="1"/>
                </p:cNvSpPr>
                <p:nvPr/>
              </p:nvSpPr>
              <p:spPr>
                <a:xfrm>
                  <a:off x="7272000" y="3946262"/>
                  <a:ext cx="380364" cy="430887"/>
                </a:xfrm>
                <a:prstGeom prst="rect">
                  <a:avLst/>
                </a:prstGeom>
                <a:blipFill>
                  <a:blip r:embed="rId13"/>
                  <a:stretch>
                    <a:fillRect l="-1613" r="-96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9" name="文本框 108">
                  <a:extLst>
                    <a:ext uri="{FF2B5EF4-FFF2-40B4-BE49-F238E27FC236}">
                      <a16:creationId xmlns:a16="http://schemas.microsoft.com/office/drawing/2014/main" id="{551FFCF4-4CFD-BEB7-A9EE-9DD0041A7FA6}"/>
                    </a:ext>
                  </a:extLst>
                </p:cNvPr>
                <p:cNvSpPr txBox="1"/>
                <p:nvPr/>
              </p:nvSpPr>
              <p:spPr>
                <a:xfrm>
                  <a:off x="7272000" y="3590548"/>
                  <a:ext cx="38036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200" i="1" smtClean="0">
                                <a:solidFill>
                                  <a:srgbClr val="0000FF"/>
                                </a:solidFill>
                                <a:latin typeface="Cambria Math" panose="02040503050406030204" pitchFamily="18" charset="0"/>
                                <a:ea typeface="微软雅黑" panose="020B0503020204020204" pitchFamily="34" charset="-122"/>
                              </a:rPr>
                            </m:ctrlPr>
                          </m:sSubPr>
                          <m:e>
                            <m:r>
                              <m:rPr>
                                <m:sty m:val="p"/>
                              </m:rPr>
                              <a:rPr kumimoji="1" lang="en-US" altLang="zh-CN" sz="2200">
                                <a:solidFill>
                                  <a:srgbClr val="0000FF"/>
                                </a:solidFill>
                                <a:latin typeface="Cambria Math" panose="02040503050406030204" pitchFamily="18" charset="0"/>
                                <a:ea typeface="微软雅黑" panose="020B0503020204020204" pitchFamily="34" charset="-122"/>
                              </a:rPr>
                              <m:t>Y</m:t>
                            </m:r>
                          </m:e>
                          <m:sub>
                            <m:r>
                              <a:rPr kumimoji="1" lang="en-US" altLang="zh-CN" sz="2200" i="1">
                                <a:solidFill>
                                  <a:srgbClr val="0000FF"/>
                                </a:solidFill>
                                <a:latin typeface="Cambria Math" panose="02040503050406030204" pitchFamily="18" charset="0"/>
                                <a:ea typeface="微软雅黑" panose="020B0503020204020204" pitchFamily="34" charset="-122"/>
                              </a:rPr>
                              <m:t>1</m:t>
                            </m:r>
                          </m:sub>
                        </m:sSub>
                      </m:oMath>
                    </m:oMathPara>
                  </a14:m>
                  <a:endParaRPr lang="zh-CN" altLang="en-US" sz="2200" dirty="0">
                    <a:solidFill>
                      <a:srgbClr val="0000FF"/>
                    </a:solidFill>
                  </a:endParaRPr>
                </a:p>
              </p:txBody>
            </p:sp>
          </mc:Choice>
          <mc:Fallback xmlns="">
            <p:sp>
              <p:nvSpPr>
                <p:cNvPr id="109" name="文本框 108">
                  <a:extLst>
                    <a:ext uri="{FF2B5EF4-FFF2-40B4-BE49-F238E27FC236}">
                      <a16:creationId xmlns:a16="http://schemas.microsoft.com/office/drawing/2014/main" id="{551FFCF4-4CFD-BEB7-A9EE-9DD0041A7FA6}"/>
                    </a:ext>
                  </a:extLst>
                </p:cNvPr>
                <p:cNvSpPr txBox="1">
                  <a:spLocks noRot="1" noChangeAspect="1" noMove="1" noResize="1" noEditPoints="1" noAdjustHandles="1" noChangeArrowheads="1" noChangeShapeType="1" noTextEdit="1"/>
                </p:cNvSpPr>
                <p:nvPr/>
              </p:nvSpPr>
              <p:spPr>
                <a:xfrm>
                  <a:off x="7272000" y="3590548"/>
                  <a:ext cx="380364" cy="430887"/>
                </a:xfrm>
                <a:prstGeom prst="rect">
                  <a:avLst/>
                </a:prstGeom>
                <a:blipFill>
                  <a:blip r:embed="rId14"/>
                  <a:stretch>
                    <a:fillRect l="-1613" r="-8065"/>
                  </a:stretch>
                </a:blipFill>
              </p:spPr>
              <p:txBody>
                <a:bodyPr/>
                <a:lstStyle/>
                <a:p>
                  <a:r>
                    <a:rPr lang="zh-CN" altLang="en-US">
                      <a:noFill/>
                    </a:rPr>
                    <a:t> </a:t>
                  </a:r>
                </a:p>
              </p:txBody>
            </p:sp>
          </mc:Fallback>
        </mc:AlternateContent>
        <p:sp>
          <p:nvSpPr>
            <p:cNvPr id="110" name="文本框 109">
              <a:extLst>
                <a:ext uri="{FF2B5EF4-FFF2-40B4-BE49-F238E27FC236}">
                  <a16:creationId xmlns:a16="http://schemas.microsoft.com/office/drawing/2014/main" id="{D781FABF-0BFD-9320-137A-28BF23DBB33F}"/>
                </a:ext>
              </a:extLst>
            </p:cNvPr>
            <p:cNvSpPr txBox="1"/>
            <p:nvPr/>
          </p:nvSpPr>
          <p:spPr>
            <a:xfrm>
              <a:off x="8784000" y="4385555"/>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00</a:t>
              </a:r>
            </a:p>
          </p:txBody>
        </p:sp>
        <p:sp>
          <p:nvSpPr>
            <p:cNvPr id="111" name="文本框 110">
              <a:extLst>
                <a:ext uri="{FF2B5EF4-FFF2-40B4-BE49-F238E27FC236}">
                  <a16:creationId xmlns:a16="http://schemas.microsoft.com/office/drawing/2014/main" id="{C82D4A90-DDDE-B021-18EA-4E07CF517F3B}"/>
                </a:ext>
              </a:extLst>
            </p:cNvPr>
            <p:cNvSpPr txBox="1"/>
            <p:nvPr/>
          </p:nvSpPr>
          <p:spPr>
            <a:xfrm>
              <a:off x="8784000" y="4843867"/>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01</a:t>
              </a:r>
            </a:p>
          </p:txBody>
        </p:sp>
        <p:sp>
          <p:nvSpPr>
            <p:cNvPr id="118" name="矩形 117">
              <a:extLst>
                <a:ext uri="{FF2B5EF4-FFF2-40B4-BE49-F238E27FC236}">
                  <a16:creationId xmlns:a16="http://schemas.microsoft.com/office/drawing/2014/main" id="{22B0DFC5-5381-C2E0-6CF7-E4928D8BC325}"/>
                </a:ext>
              </a:extLst>
            </p:cNvPr>
            <p:cNvSpPr/>
            <p:nvPr/>
          </p:nvSpPr>
          <p:spPr>
            <a:xfrm>
              <a:off x="7860647" y="3746955"/>
              <a:ext cx="1703343" cy="2703028"/>
            </a:xfrm>
            <a:prstGeom prst="rect">
              <a:avLst/>
            </a:prstGeom>
            <a:noFill/>
            <a:ln w="38100">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19" name="文本框 118">
              <a:extLst>
                <a:ext uri="{FF2B5EF4-FFF2-40B4-BE49-F238E27FC236}">
                  <a16:creationId xmlns:a16="http://schemas.microsoft.com/office/drawing/2014/main" id="{DD0E5375-E039-9818-F649-F28F0CE61850}"/>
                </a:ext>
              </a:extLst>
            </p:cNvPr>
            <p:cNvSpPr txBox="1"/>
            <p:nvPr/>
          </p:nvSpPr>
          <p:spPr>
            <a:xfrm>
              <a:off x="8784000" y="5412717"/>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10</a:t>
              </a:r>
            </a:p>
          </p:txBody>
        </p:sp>
        <p:sp>
          <p:nvSpPr>
            <p:cNvPr id="120" name="文本框 119">
              <a:extLst>
                <a:ext uri="{FF2B5EF4-FFF2-40B4-BE49-F238E27FC236}">
                  <a16:creationId xmlns:a16="http://schemas.microsoft.com/office/drawing/2014/main" id="{41EAF857-DCC3-D232-4C80-24D1E0E32290}"/>
                </a:ext>
              </a:extLst>
            </p:cNvPr>
            <p:cNvSpPr txBox="1"/>
            <p:nvPr/>
          </p:nvSpPr>
          <p:spPr>
            <a:xfrm>
              <a:off x="8784000" y="5871029"/>
              <a:ext cx="434118" cy="338554"/>
            </a:xfrm>
            <a:prstGeom prst="rect">
              <a:avLst/>
            </a:prstGeom>
            <a:noFill/>
          </p:spPr>
          <p:txBody>
            <a:bodyPr wrap="square">
              <a:spAutoFit/>
            </a:bodyPr>
            <a:lstStyle/>
            <a:p>
              <a:pPr>
                <a:spcAft>
                  <a:spcPts val="1200"/>
                </a:spcAft>
              </a:pPr>
              <a:r>
                <a:rPr lang="en-US" altLang="zh-CN" sz="1600" dirty="0">
                  <a:latin typeface="微软雅黑" panose="020B0503020204020204" pitchFamily="34" charset="-122"/>
                  <a:ea typeface="微软雅黑" panose="020B0503020204020204" pitchFamily="34" charset="-122"/>
                </a:rPr>
                <a:t>11</a:t>
              </a:r>
            </a:p>
          </p:txBody>
        </p:sp>
        <p:cxnSp>
          <p:nvCxnSpPr>
            <p:cNvPr id="123" name="直接连接符 122">
              <a:extLst>
                <a:ext uri="{FF2B5EF4-FFF2-40B4-BE49-F238E27FC236}">
                  <a16:creationId xmlns:a16="http://schemas.microsoft.com/office/drawing/2014/main" id="{FA327B79-0E0B-26A1-5139-2F8188ECF8E1}"/>
                </a:ext>
              </a:extLst>
            </p:cNvPr>
            <p:cNvCxnSpPr>
              <a:cxnSpLocks/>
            </p:cNvCxnSpPr>
            <p:nvPr/>
          </p:nvCxnSpPr>
          <p:spPr>
            <a:xfrm flipV="1">
              <a:off x="9005400" y="4114171"/>
              <a:ext cx="0" cy="2602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B00854B0-2DFC-6F27-26F3-2FDD279AC4BA}"/>
                </a:ext>
              </a:extLst>
            </p:cNvPr>
            <p:cNvCxnSpPr>
              <a:cxnSpLocks/>
            </p:cNvCxnSpPr>
            <p:nvPr/>
          </p:nvCxnSpPr>
          <p:spPr>
            <a:xfrm flipV="1">
              <a:off x="9263770" y="3861758"/>
              <a:ext cx="0" cy="65241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5" name="文本框 124">
                  <a:extLst>
                    <a:ext uri="{FF2B5EF4-FFF2-40B4-BE49-F238E27FC236}">
                      <a16:creationId xmlns:a16="http://schemas.microsoft.com/office/drawing/2014/main" id="{2CC04DDB-34CD-51A6-AE35-4226FFF6331C}"/>
                    </a:ext>
                  </a:extLst>
                </p:cNvPr>
                <p:cNvSpPr txBox="1"/>
                <p:nvPr/>
              </p:nvSpPr>
              <p:spPr>
                <a:xfrm>
                  <a:off x="9714576" y="5064396"/>
                  <a:ext cx="3472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Y</m:t>
                        </m:r>
                      </m:oMath>
                    </m:oMathPara>
                  </a14:m>
                  <a:endParaRPr lang="zh-CN" altLang="en-US" sz="2400" dirty="0"/>
                </a:p>
              </p:txBody>
            </p:sp>
          </mc:Choice>
          <mc:Fallback xmlns="">
            <p:sp>
              <p:nvSpPr>
                <p:cNvPr id="125" name="文本框 124">
                  <a:extLst>
                    <a:ext uri="{FF2B5EF4-FFF2-40B4-BE49-F238E27FC236}">
                      <a16:creationId xmlns:a16="http://schemas.microsoft.com/office/drawing/2014/main" id="{2CC04DDB-34CD-51A6-AE35-4226FFF6331C}"/>
                    </a:ext>
                  </a:extLst>
                </p:cNvPr>
                <p:cNvSpPr txBox="1">
                  <a:spLocks noRot="1" noChangeAspect="1" noMove="1" noResize="1" noEditPoints="1" noAdjustHandles="1" noChangeArrowheads="1" noChangeShapeType="1" noTextEdit="1"/>
                </p:cNvSpPr>
                <p:nvPr/>
              </p:nvSpPr>
              <p:spPr>
                <a:xfrm>
                  <a:off x="9714576" y="5064396"/>
                  <a:ext cx="347256" cy="461665"/>
                </a:xfrm>
                <a:prstGeom prst="rect">
                  <a:avLst/>
                </a:prstGeom>
                <a:blipFill>
                  <a:blip r:embed="rId15"/>
                  <a:stretch>
                    <a:fillRect l="-3509" r="-8772"/>
                  </a:stretch>
                </a:blipFill>
              </p:spPr>
              <p:txBody>
                <a:bodyPr/>
                <a:lstStyle/>
                <a:p>
                  <a:r>
                    <a:rPr lang="zh-CN" altLang="en-US">
                      <a:noFill/>
                    </a:rPr>
                    <a:t> </a:t>
                  </a:r>
                </a:p>
              </p:txBody>
            </p:sp>
          </mc:Fallback>
        </mc:AlternateContent>
        <p:sp>
          <p:nvSpPr>
            <p:cNvPr id="145" name="文本框 144">
              <a:extLst>
                <a:ext uri="{FF2B5EF4-FFF2-40B4-BE49-F238E27FC236}">
                  <a16:creationId xmlns:a16="http://schemas.microsoft.com/office/drawing/2014/main" id="{E9588B0D-4594-8F8F-A1DF-EB78B9840D09}"/>
                </a:ext>
              </a:extLst>
            </p:cNvPr>
            <p:cNvSpPr txBox="1"/>
            <p:nvPr/>
          </p:nvSpPr>
          <p:spPr>
            <a:xfrm>
              <a:off x="7992000" y="4334400"/>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0</a:t>
              </a:r>
            </a:p>
          </p:txBody>
        </p:sp>
        <p:sp>
          <p:nvSpPr>
            <p:cNvPr id="146" name="文本框 145">
              <a:extLst>
                <a:ext uri="{FF2B5EF4-FFF2-40B4-BE49-F238E27FC236}">
                  <a16:creationId xmlns:a16="http://schemas.microsoft.com/office/drawing/2014/main" id="{E254A2C2-8A6A-AE0C-D9AA-7823105B830C}"/>
                </a:ext>
              </a:extLst>
            </p:cNvPr>
            <p:cNvSpPr txBox="1"/>
            <p:nvPr/>
          </p:nvSpPr>
          <p:spPr>
            <a:xfrm>
              <a:off x="7992000" y="4842132"/>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sp>
          <p:nvSpPr>
            <p:cNvPr id="149" name="文本框 148">
              <a:extLst>
                <a:ext uri="{FF2B5EF4-FFF2-40B4-BE49-F238E27FC236}">
                  <a16:creationId xmlns:a16="http://schemas.microsoft.com/office/drawing/2014/main" id="{12ADDCD0-92F7-4A1D-8789-7E1E22F61A0E}"/>
                </a:ext>
              </a:extLst>
            </p:cNvPr>
            <p:cNvSpPr txBox="1"/>
            <p:nvPr/>
          </p:nvSpPr>
          <p:spPr>
            <a:xfrm>
              <a:off x="7992000" y="5355219"/>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sp>
          <p:nvSpPr>
            <p:cNvPr id="154" name="文本框 153">
              <a:extLst>
                <a:ext uri="{FF2B5EF4-FFF2-40B4-BE49-F238E27FC236}">
                  <a16:creationId xmlns:a16="http://schemas.microsoft.com/office/drawing/2014/main" id="{6DD13825-778B-0DD6-F6EC-E4595771D627}"/>
                </a:ext>
              </a:extLst>
            </p:cNvPr>
            <p:cNvSpPr txBox="1"/>
            <p:nvPr/>
          </p:nvSpPr>
          <p:spPr>
            <a:xfrm>
              <a:off x="7992000" y="5866419"/>
              <a:ext cx="519120" cy="400110"/>
            </a:xfrm>
            <a:prstGeom prst="rect">
              <a:avLst/>
            </a:prstGeom>
            <a:noFill/>
          </p:spPr>
          <p:txBody>
            <a:bodyPr wrap="square">
              <a:spAutoFit/>
            </a:bodyPr>
            <a:lstStyle/>
            <a:p>
              <a:pPr algn="ctr">
                <a:spcAft>
                  <a:spcPts val="1200"/>
                </a:spcAft>
              </a:pPr>
              <a:r>
                <a:rPr lang="en-US" altLang="zh-CN" sz="2000" b="1" dirty="0">
                  <a:solidFill>
                    <a:srgbClr val="0000FF"/>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4078348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1DEB0-CF25-C403-61CF-5C2A038165F0}"/>
            </a:ext>
          </a:extLst>
        </p:cNvPr>
        <p:cNvGrpSpPr/>
        <p:nvPr/>
      </p:nvGrpSpPr>
      <p:grpSpPr>
        <a:xfrm>
          <a:off x="0" y="0"/>
          <a:ext cx="0" cy="0"/>
          <a:chOff x="0" y="0"/>
          <a:chExt cx="0" cy="0"/>
        </a:xfrm>
      </p:grpSpPr>
      <p:grpSp>
        <p:nvGrpSpPr>
          <p:cNvPr id="378" name="组合 377">
            <a:extLst>
              <a:ext uri="{FF2B5EF4-FFF2-40B4-BE49-F238E27FC236}">
                <a16:creationId xmlns:a16="http://schemas.microsoft.com/office/drawing/2014/main" id="{69383BCC-F290-99C1-65B3-592A7C93E974}"/>
              </a:ext>
            </a:extLst>
          </p:cNvPr>
          <p:cNvGrpSpPr/>
          <p:nvPr/>
        </p:nvGrpSpPr>
        <p:grpSpPr>
          <a:xfrm>
            <a:off x="4536000" y="576000"/>
            <a:ext cx="7512000" cy="6264000"/>
            <a:chOff x="4536000" y="576000"/>
            <a:chExt cx="7512000" cy="6264000"/>
          </a:xfrm>
        </p:grpSpPr>
        <p:sp>
          <p:nvSpPr>
            <p:cNvPr id="246" name="矩形 245">
              <a:extLst>
                <a:ext uri="{FF2B5EF4-FFF2-40B4-BE49-F238E27FC236}">
                  <a16:creationId xmlns:a16="http://schemas.microsoft.com/office/drawing/2014/main" id="{D944EADE-D2B2-EABB-7834-B015E51C538F}"/>
                </a:ext>
              </a:extLst>
            </p:cNvPr>
            <p:cNvSpPr/>
            <p:nvPr/>
          </p:nvSpPr>
          <p:spPr>
            <a:xfrm>
              <a:off x="10656000" y="1008000"/>
              <a:ext cx="1392000" cy="5580000"/>
            </a:xfrm>
            <a:prstGeom prst="rect">
              <a:avLst/>
            </a:prstGeom>
            <a:solidFill>
              <a:srgbClr val="FFFDE7"/>
            </a:solidFill>
            <a:ln>
              <a:noFill/>
            </a:ln>
            <a:effectLst>
              <a:softEdge rad="254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矩形 246">
              <a:extLst>
                <a:ext uri="{FF2B5EF4-FFF2-40B4-BE49-F238E27FC236}">
                  <a16:creationId xmlns:a16="http://schemas.microsoft.com/office/drawing/2014/main" id="{27E7A482-838D-657E-AB6A-6DA5F044A465}"/>
                </a:ext>
              </a:extLst>
            </p:cNvPr>
            <p:cNvSpPr/>
            <p:nvPr/>
          </p:nvSpPr>
          <p:spPr>
            <a:xfrm>
              <a:off x="5382000" y="972000"/>
              <a:ext cx="6660000" cy="39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矩形 247">
              <a:extLst>
                <a:ext uri="{FF2B5EF4-FFF2-40B4-BE49-F238E27FC236}">
                  <a16:creationId xmlns:a16="http://schemas.microsoft.com/office/drawing/2014/main" id="{153BA091-0EF9-36CE-65DB-F9D368097D78}"/>
                </a:ext>
              </a:extLst>
            </p:cNvPr>
            <p:cNvSpPr/>
            <p:nvPr/>
          </p:nvSpPr>
          <p:spPr>
            <a:xfrm>
              <a:off x="5040000" y="5292000"/>
              <a:ext cx="7002000" cy="1368000"/>
            </a:xfrm>
            <a:prstGeom prst="rect">
              <a:avLst/>
            </a:prstGeom>
            <a:solidFill>
              <a:srgbClr val="FFFDE7"/>
            </a:solidFill>
            <a:ln>
              <a:noFill/>
            </a:ln>
            <a:effectLst>
              <a:softEdge rad="292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9" name="矩形 248">
              <a:extLst>
                <a:ext uri="{FF2B5EF4-FFF2-40B4-BE49-F238E27FC236}">
                  <a16:creationId xmlns:a16="http://schemas.microsoft.com/office/drawing/2014/main" id="{38E9A51D-445A-D84F-1CAC-760F5C15C6C8}"/>
                </a:ext>
              </a:extLst>
            </p:cNvPr>
            <p:cNvSpPr/>
            <p:nvPr/>
          </p:nvSpPr>
          <p:spPr>
            <a:xfrm>
              <a:off x="5004000" y="1368000"/>
              <a:ext cx="396000" cy="547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0" name="矩形 249">
              <a:extLst>
                <a:ext uri="{FF2B5EF4-FFF2-40B4-BE49-F238E27FC236}">
                  <a16:creationId xmlns:a16="http://schemas.microsoft.com/office/drawing/2014/main" id="{F8306121-116A-2DA2-5D7F-EDE10D4EC749}"/>
                </a:ext>
              </a:extLst>
            </p:cNvPr>
            <p:cNvSpPr/>
            <p:nvPr/>
          </p:nvSpPr>
          <p:spPr>
            <a:xfrm>
              <a:off x="5400000" y="1368000"/>
              <a:ext cx="6120000" cy="4680000"/>
            </a:xfrm>
            <a:prstGeom prst="rect">
              <a:avLst/>
            </a:prstGeom>
            <a:solidFill>
              <a:srgbClr val="FFFD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1" name="直接连接符 250">
              <a:extLst>
                <a:ext uri="{FF2B5EF4-FFF2-40B4-BE49-F238E27FC236}">
                  <a16:creationId xmlns:a16="http://schemas.microsoft.com/office/drawing/2014/main" id="{1D4FEACE-09B8-928C-DD74-72669F565001}"/>
                </a:ext>
              </a:extLst>
            </p:cNvPr>
            <p:cNvCxnSpPr>
              <a:cxnSpLocks/>
            </p:cNvCxnSpPr>
            <p:nvPr/>
          </p:nvCxnSpPr>
          <p:spPr>
            <a:xfrm>
              <a:off x="10404000" y="1368000"/>
              <a:ext cx="0" cy="118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2" name="直接连接符 251">
              <a:extLst>
                <a:ext uri="{FF2B5EF4-FFF2-40B4-BE49-F238E27FC236}">
                  <a16:creationId xmlns:a16="http://schemas.microsoft.com/office/drawing/2014/main" id="{5EB135AF-6E0A-1B62-6626-05FBC8241552}"/>
                </a:ext>
              </a:extLst>
            </p:cNvPr>
            <p:cNvCxnSpPr>
              <a:cxnSpLocks/>
            </p:cNvCxnSpPr>
            <p:nvPr/>
          </p:nvCxnSpPr>
          <p:spPr>
            <a:xfrm>
              <a:off x="6804000" y="1368000"/>
              <a:ext cx="0" cy="118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3" name="直接连接符 252">
              <a:extLst>
                <a:ext uri="{FF2B5EF4-FFF2-40B4-BE49-F238E27FC236}">
                  <a16:creationId xmlns:a16="http://schemas.microsoft.com/office/drawing/2014/main" id="{DF71BC21-AC55-9E18-4AF3-9B60747DBB87}"/>
                </a:ext>
              </a:extLst>
            </p:cNvPr>
            <p:cNvCxnSpPr>
              <a:cxnSpLocks/>
            </p:cNvCxnSpPr>
            <p:nvPr/>
          </p:nvCxnSpPr>
          <p:spPr>
            <a:xfrm>
              <a:off x="8136000" y="306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4" name="直接连接符 253">
              <a:extLst>
                <a:ext uri="{FF2B5EF4-FFF2-40B4-BE49-F238E27FC236}">
                  <a16:creationId xmlns:a16="http://schemas.microsoft.com/office/drawing/2014/main" id="{16E78D4B-8EC3-AD2D-3CBE-53146805FF4D}"/>
                </a:ext>
              </a:extLst>
            </p:cNvPr>
            <p:cNvCxnSpPr>
              <a:cxnSpLocks/>
            </p:cNvCxnSpPr>
            <p:nvPr/>
          </p:nvCxnSpPr>
          <p:spPr>
            <a:xfrm>
              <a:off x="8136000" y="342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5" name="直接连接符 254">
              <a:extLst>
                <a:ext uri="{FF2B5EF4-FFF2-40B4-BE49-F238E27FC236}">
                  <a16:creationId xmlns:a16="http://schemas.microsoft.com/office/drawing/2014/main" id="{FC965D9E-7546-B7F3-A73F-A2D77424EEA4}"/>
                </a:ext>
              </a:extLst>
            </p:cNvPr>
            <p:cNvCxnSpPr>
              <a:cxnSpLocks/>
            </p:cNvCxnSpPr>
            <p:nvPr/>
          </p:nvCxnSpPr>
          <p:spPr>
            <a:xfrm>
              <a:off x="5616000" y="306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id="{E0A33CDD-1E63-68CC-106F-FBF5FC97BD71}"/>
                </a:ext>
              </a:extLst>
            </p:cNvPr>
            <p:cNvCxnSpPr>
              <a:cxnSpLocks/>
            </p:cNvCxnSpPr>
            <p:nvPr/>
          </p:nvCxnSpPr>
          <p:spPr>
            <a:xfrm>
              <a:off x="5616000" y="342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7" name="直接连接符 256">
              <a:extLst>
                <a:ext uri="{FF2B5EF4-FFF2-40B4-BE49-F238E27FC236}">
                  <a16:creationId xmlns:a16="http://schemas.microsoft.com/office/drawing/2014/main" id="{549A697A-9D13-8A19-3698-F8ADE142FD68}"/>
                </a:ext>
              </a:extLst>
            </p:cNvPr>
            <p:cNvCxnSpPr>
              <a:cxnSpLocks/>
              <a:stCxn id="265" idx="3"/>
            </p:cNvCxnSpPr>
            <p:nvPr/>
          </p:nvCxnSpPr>
          <p:spPr>
            <a:xfrm>
              <a:off x="7884000" y="324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DCC5B877-3F98-45D7-9483-D7E6E2F3815C}"/>
                </a:ext>
              </a:extLst>
            </p:cNvPr>
            <p:cNvCxnSpPr>
              <a:cxnSpLocks/>
              <a:stCxn id="290" idx="3"/>
            </p:cNvCxnSpPr>
            <p:nvPr/>
          </p:nvCxnSpPr>
          <p:spPr>
            <a:xfrm>
              <a:off x="5400000" y="288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9" name="直接连接符 258">
              <a:extLst>
                <a:ext uri="{FF2B5EF4-FFF2-40B4-BE49-F238E27FC236}">
                  <a16:creationId xmlns:a16="http://schemas.microsoft.com/office/drawing/2014/main" id="{87F18802-7211-8F60-44A7-E5FC8B3E2FD0}"/>
                </a:ext>
              </a:extLst>
            </p:cNvPr>
            <p:cNvCxnSpPr>
              <a:cxnSpLocks/>
            </p:cNvCxnSpPr>
            <p:nvPr/>
          </p:nvCxnSpPr>
          <p:spPr>
            <a:xfrm rot="10800000" flipH="1">
              <a:off x="5580000" y="2268000"/>
              <a:ext cx="604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0" name="直接连接符 259">
              <a:extLst>
                <a:ext uri="{FF2B5EF4-FFF2-40B4-BE49-F238E27FC236}">
                  <a16:creationId xmlns:a16="http://schemas.microsoft.com/office/drawing/2014/main" id="{40D59190-8C55-90D5-C676-4712756823A6}"/>
                </a:ext>
              </a:extLst>
            </p:cNvPr>
            <p:cNvCxnSpPr>
              <a:cxnSpLocks/>
              <a:stCxn id="291" idx="3"/>
            </p:cNvCxnSpPr>
            <p:nvPr/>
          </p:nvCxnSpPr>
          <p:spPr>
            <a:xfrm>
              <a:off x="5400000" y="360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1" name="直接连接符 260">
              <a:extLst>
                <a:ext uri="{FF2B5EF4-FFF2-40B4-BE49-F238E27FC236}">
                  <a16:creationId xmlns:a16="http://schemas.microsoft.com/office/drawing/2014/main" id="{15C31D92-947F-3D8E-2D95-29EDF7B89990}"/>
                </a:ext>
              </a:extLst>
            </p:cNvPr>
            <p:cNvCxnSpPr>
              <a:cxnSpLocks/>
            </p:cNvCxnSpPr>
            <p:nvPr/>
          </p:nvCxnSpPr>
          <p:spPr>
            <a:xfrm>
              <a:off x="8136000" y="522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6C9240EB-720A-A823-1E98-66D156ED5C21}"/>
                </a:ext>
              </a:extLst>
            </p:cNvPr>
            <p:cNvCxnSpPr>
              <a:cxnSpLocks/>
            </p:cNvCxnSpPr>
            <p:nvPr/>
          </p:nvCxnSpPr>
          <p:spPr>
            <a:xfrm>
              <a:off x="8136000" y="558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3" name="直接连接符 262">
              <a:extLst>
                <a:ext uri="{FF2B5EF4-FFF2-40B4-BE49-F238E27FC236}">
                  <a16:creationId xmlns:a16="http://schemas.microsoft.com/office/drawing/2014/main" id="{C16B506C-FFDC-C824-0C34-F1C96C52B2B6}"/>
                </a:ext>
              </a:extLst>
            </p:cNvPr>
            <p:cNvCxnSpPr>
              <a:cxnSpLocks/>
              <a:stCxn id="270" idx="3"/>
            </p:cNvCxnSpPr>
            <p:nvPr/>
          </p:nvCxnSpPr>
          <p:spPr>
            <a:xfrm>
              <a:off x="10404000" y="324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205EB96E-0F8C-2766-03AC-414FF2C21263}"/>
                </a:ext>
              </a:extLst>
            </p:cNvPr>
            <p:cNvCxnSpPr>
              <a:cxnSpLocks/>
              <a:stCxn id="272" idx="3"/>
            </p:cNvCxnSpPr>
            <p:nvPr/>
          </p:nvCxnSpPr>
          <p:spPr>
            <a:xfrm>
              <a:off x="10404000" y="5400000"/>
              <a:ext cx="118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265" name="矩形 264">
              <a:extLst>
                <a:ext uri="{FF2B5EF4-FFF2-40B4-BE49-F238E27FC236}">
                  <a16:creationId xmlns:a16="http://schemas.microsoft.com/office/drawing/2014/main" id="{12F19A11-5A75-A52B-EBC8-9F68D7283353}"/>
                </a:ext>
              </a:extLst>
            </p:cNvPr>
            <p:cNvSpPr/>
            <p:nvPr/>
          </p:nvSpPr>
          <p:spPr>
            <a:xfrm>
              <a:off x="6804000" y="2700000"/>
              <a:ext cx="1080000" cy="108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66" name="直接连接符 265">
              <a:extLst>
                <a:ext uri="{FF2B5EF4-FFF2-40B4-BE49-F238E27FC236}">
                  <a16:creationId xmlns:a16="http://schemas.microsoft.com/office/drawing/2014/main" id="{2E233C71-BF0F-8EA3-2ACB-4D09F75B05DB}"/>
                </a:ext>
              </a:extLst>
            </p:cNvPr>
            <p:cNvCxnSpPr>
              <a:cxnSpLocks/>
            </p:cNvCxnSpPr>
            <p:nvPr/>
          </p:nvCxnSpPr>
          <p:spPr>
            <a:xfrm rot="5400000" flipH="1">
              <a:off x="6462000" y="3870000"/>
              <a:ext cx="4500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7" name="直接连接符 266">
              <a:extLst>
                <a:ext uri="{FF2B5EF4-FFF2-40B4-BE49-F238E27FC236}">
                  <a16:creationId xmlns:a16="http://schemas.microsoft.com/office/drawing/2014/main" id="{098BA3CD-3F98-500D-D2EA-78A62293C5FA}"/>
                </a:ext>
              </a:extLst>
            </p:cNvPr>
            <p:cNvCxnSpPr>
              <a:cxnSpLocks/>
            </p:cNvCxnSpPr>
            <p:nvPr/>
          </p:nvCxnSpPr>
          <p:spPr>
            <a:xfrm rot="5400000" flipH="1">
              <a:off x="6678000" y="3870000"/>
              <a:ext cx="4500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8" name="直接连接符 267">
              <a:extLst>
                <a:ext uri="{FF2B5EF4-FFF2-40B4-BE49-F238E27FC236}">
                  <a16:creationId xmlns:a16="http://schemas.microsoft.com/office/drawing/2014/main" id="{01AB80C8-D92D-B786-7FBC-83BFC2134DDF}"/>
                </a:ext>
              </a:extLst>
            </p:cNvPr>
            <p:cNvCxnSpPr>
              <a:cxnSpLocks/>
            </p:cNvCxnSpPr>
            <p:nvPr/>
          </p:nvCxnSpPr>
          <p:spPr>
            <a:xfrm rot="5400000" flipH="1">
              <a:off x="6246000" y="3870000"/>
              <a:ext cx="4500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9" name="直接连接符 268">
              <a:extLst>
                <a:ext uri="{FF2B5EF4-FFF2-40B4-BE49-F238E27FC236}">
                  <a16:creationId xmlns:a16="http://schemas.microsoft.com/office/drawing/2014/main" id="{A950A94B-7838-204B-B893-EA86A46B6031}"/>
                </a:ext>
              </a:extLst>
            </p:cNvPr>
            <p:cNvCxnSpPr>
              <a:cxnSpLocks/>
            </p:cNvCxnSpPr>
            <p:nvPr/>
          </p:nvCxnSpPr>
          <p:spPr>
            <a:xfrm rot="5400000" flipH="1">
              <a:off x="6030000" y="3870000"/>
              <a:ext cx="4500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270" name="矩形 269">
              <a:extLst>
                <a:ext uri="{FF2B5EF4-FFF2-40B4-BE49-F238E27FC236}">
                  <a16:creationId xmlns:a16="http://schemas.microsoft.com/office/drawing/2014/main" id="{A6E7AE25-9678-8917-931C-47A14AB9BC0A}"/>
                </a:ext>
              </a:extLst>
            </p:cNvPr>
            <p:cNvSpPr/>
            <p:nvPr/>
          </p:nvSpPr>
          <p:spPr>
            <a:xfrm>
              <a:off x="9324000" y="2700000"/>
              <a:ext cx="1080000" cy="108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71" name="矩形 270">
              <a:extLst>
                <a:ext uri="{FF2B5EF4-FFF2-40B4-BE49-F238E27FC236}">
                  <a16:creationId xmlns:a16="http://schemas.microsoft.com/office/drawing/2014/main" id="{E8DD1856-A5D4-8D69-16C4-7C19FFC0BDFA}"/>
                </a:ext>
              </a:extLst>
            </p:cNvPr>
            <p:cNvSpPr/>
            <p:nvPr/>
          </p:nvSpPr>
          <p:spPr>
            <a:xfrm>
              <a:off x="6804000" y="4860000"/>
              <a:ext cx="1080000" cy="108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72" name="矩形 271">
              <a:extLst>
                <a:ext uri="{FF2B5EF4-FFF2-40B4-BE49-F238E27FC236}">
                  <a16:creationId xmlns:a16="http://schemas.microsoft.com/office/drawing/2014/main" id="{655876E2-3974-54CE-2564-BC06D820A38E}"/>
                </a:ext>
              </a:extLst>
            </p:cNvPr>
            <p:cNvSpPr/>
            <p:nvPr/>
          </p:nvSpPr>
          <p:spPr>
            <a:xfrm>
              <a:off x="9324000" y="4860000"/>
              <a:ext cx="1080000" cy="108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73" name="直接连接符 272">
              <a:extLst>
                <a:ext uri="{FF2B5EF4-FFF2-40B4-BE49-F238E27FC236}">
                  <a16:creationId xmlns:a16="http://schemas.microsoft.com/office/drawing/2014/main" id="{71D7BDE7-9F5B-7CE3-E55F-35E0C54FE70D}"/>
                </a:ext>
              </a:extLst>
            </p:cNvPr>
            <p:cNvCxnSpPr>
              <a:cxnSpLocks/>
            </p:cNvCxnSpPr>
            <p:nvPr/>
          </p:nvCxnSpPr>
          <p:spPr>
            <a:xfrm rot="5400000" flipH="1">
              <a:off x="8982000" y="3870000"/>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直接连接符 273">
              <a:extLst>
                <a:ext uri="{FF2B5EF4-FFF2-40B4-BE49-F238E27FC236}">
                  <a16:creationId xmlns:a16="http://schemas.microsoft.com/office/drawing/2014/main" id="{58615E78-4501-7B18-24AF-D26892D5BB1D}"/>
                </a:ext>
              </a:extLst>
            </p:cNvPr>
            <p:cNvCxnSpPr>
              <a:cxnSpLocks/>
            </p:cNvCxnSpPr>
            <p:nvPr/>
          </p:nvCxnSpPr>
          <p:spPr>
            <a:xfrm rot="5400000" flipH="1">
              <a:off x="9198000" y="3870000"/>
              <a:ext cx="4500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75" name="直接连接符 274">
              <a:extLst>
                <a:ext uri="{FF2B5EF4-FFF2-40B4-BE49-F238E27FC236}">
                  <a16:creationId xmlns:a16="http://schemas.microsoft.com/office/drawing/2014/main" id="{7A8A72B0-C6BE-0825-5119-405BED50D4B7}"/>
                </a:ext>
              </a:extLst>
            </p:cNvPr>
            <p:cNvCxnSpPr>
              <a:cxnSpLocks/>
            </p:cNvCxnSpPr>
            <p:nvPr/>
          </p:nvCxnSpPr>
          <p:spPr>
            <a:xfrm rot="5400000" flipH="1">
              <a:off x="8766000" y="3870000"/>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直接连接符 275">
              <a:extLst>
                <a:ext uri="{FF2B5EF4-FFF2-40B4-BE49-F238E27FC236}">
                  <a16:creationId xmlns:a16="http://schemas.microsoft.com/office/drawing/2014/main" id="{22D0530A-1D37-C11E-D4C6-726D125E5D21}"/>
                </a:ext>
              </a:extLst>
            </p:cNvPr>
            <p:cNvCxnSpPr>
              <a:cxnSpLocks/>
            </p:cNvCxnSpPr>
            <p:nvPr/>
          </p:nvCxnSpPr>
          <p:spPr>
            <a:xfrm rot="5400000" flipH="1">
              <a:off x="8550000" y="3870000"/>
              <a:ext cx="4500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77" name="直接连接符 276">
              <a:extLst>
                <a:ext uri="{FF2B5EF4-FFF2-40B4-BE49-F238E27FC236}">
                  <a16:creationId xmlns:a16="http://schemas.microsoft.com/office/drawing/2014/main" id="{51067F13-189D-CFCD-9A4D-67D01492A277}"/>
                </a:ext>
              </a:extLst>
            </p:cNvPr>
            <p:cNvCxnSpPr>
              <a:cxnSpLocks/>
            </p:cNvCxnSpPr>
            <p:nvPr/>
          </p:nvCxnSpPr>
          <p:spPr>
            <a:xfrm rot="5400000" flipH="1">
              <a:off x="3942000" y="3870000"/>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a:extLst>
                <a:ext uri="{FF2B5EF4-FFF2-40B4-BE49-F238E27FC236}">
                  <a16:creationId xmlns:a16="http://schemas.microsoft.com/office/drawing/2014/main" id="{95EA0695-84B3-F9AC-9F83-F9CBF95C82E5}"/>
                </a:ext>
              </a:extLst>
            </p:cNvPr>
            <p:cNvCxnSpPr>
              <a:cxnSpLocks/>
            </p:cNvCxnSpPr>
            <p:nvPr/>
          </p:nvCxnSpPr>
          <p:spPr>
            <a:xfrm rot="5400000" flipH="1">
              <a:off x="4158000" y="3870000"/>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直接连接符 278">
              <a:extLst>
                <a:ext uri="{FF2B5EF4-FFF2-40B4-BE49-F238E27FC236}">
                  <a16:creationId xmlns:a16="http://schemas.microsoft.com/office/drawing/2014/main" id="{D35FCE85-4B35-F1B2-F96B-CD1E470865E0}"/>
                </a:ext>
              </a:extLst>
            </p:cNvPr>
            <p:cNvCxnSpPr>
              <a:cxnSpLocks/>
            </p:cNvCxnSpPr>
            <p:nvPr/>
          </p:nvCxnSpPr>
          <p:spPr>
            <a:xfrm rot="5400000" flipH="1">
              <a:off x="3726000" y="3870000"/>
              <a:ext cx="4500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0" name="直接连接符 279">
              <a:extLst>
                <a:ext uri="{FF2B5EF4-FFF2-40B4-BE49-F238E27FC236}">
                  <a16:creationId xmlns:a16="http://schemas.microsoft.com/office/drawing/2014/main" id="{6A0A3098-B44D-B46C-54E3-C4FF2C66D663}"/>
                </a:ext>
              </a:extLst>
            </p:cNvPr>
            <p:cNvCxnSpPr>
              <a:cxnSpLocks/>
            </p:cNvCxnSpPr>
            <p:nvPr/>
          </p:nvCxnSpPr>
          <p:spPr>
            <a:xfrm rot="5400000" flipH="1">
              <a:off x="3510000" y="3870000"/>
              <a:ext cx="4500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1" name="直接连接符 280">
              <a:extLst>
                <a:ext uri="{FF2B5EF4-FFF2-40B4-BE49-F238E27FC236}">
                  <a16:creationId xmlns:a16="http://schemas.microsoft.com/office/drawing/2014/main" id="{EE1AE2BD-E3BB-7E7C-4BEA-17BCC0467E35}"/>
                </a:ext>
              </a:extLst>
            </p:cNvPr>
            <p:cNvCxnSpPr>
              <a:cxnSpLocks/>
            </p:cNvCxnSpPr>
            <p:nvPr/>
          </p:nvCxnSpPr>
          <p:spPr>
            <a:xfrm rot="10800000" flipH="1">
              <a:off x="5580000" y="4428000"/>
              <a:ext cx="60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直接连接符 281">
              <a:extLst>
                <a:ext uri="{FF2B5EF4-FFF2-40B4-BE49-F238E27FC236}">
                  <a16:creationId xmlns:a16="http://schemas.microsoft.com/office/drawing/2014/main" id="{1A4077F5-E326-B627-B240-315BFED47738}"/>
                </a:ext>
              </a:extLst>
            </p:cNvPr>
            <p:cNvCxnSpPr>
              <a:cxnSpLocks/>
            </p:cNvCxnSpPr>
            <p:nvPr/>
          </p:nvCxnSpPr>
          <p:spPr>
            <a:xfrm rot="10800000" flipH="1">
              <a:off x="5580000" y="4644000"/>
              <a:ext cx="604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3" name="直接连接符 282">
              <a:extLst>
                <a:ext uri="{FF2B5EF4-FFF2-40B4-BE49-F238E27FC236}">
                  <a16:creationId xmlns:a16="http://schemas.microsoft.com/office/drawing/2014/main" id="{46A4FB2B-C521-E92C-6306-CCA5134DD54C}"/>
                </a:ext>
              </a:extLst>
            </p:cNvPr>
            <p:cNvCxnSpPr>
              <a:cxnSpLocks/>
            </p:cNvCxnSpPr>
            <p:nvPr/>
          </p:nvCxnSpPr>
          <p:spPr>
            <a:xfrm rot="10800000" flipH="1">
              <a:off x="5580000" y="4212000"/>
              <a:ext cx="604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4" name="直接连接符 283">
              <a:extLst>
                <a:ext uri="{FF2B5EF4-FFF2-40B4-BE49-F238E27FC236}">
                  <a16:creationId xmlns:a16="http://schemas.microsoft.com/office/drawing/2014/main" id="{DDEC1510-9769-6D82-EED5-81E985286AE5}"/>
                </a:ext>
              </a:extLst>
            </p:cNvPr>
            <p:cNvCxnSpPr>
              <a:cxnSpLocks/>
            </p:cNvCxnSpPr>
            <p:nvPr/>
          </p:nvCxnSpPr>
          <p:spPr>
            <a:xfrm rot="10800000" flipH="1">
              <a:off x="5580000" y="3996000"/>
              <a:ext cx="60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直接连接符 284">
              <a:extLst>
                <a:ext uri="{FF2B5EF4-FFF2-40B4-BE49-F238E27FC236}">
                  <a16:creationId xmlns:a16="http://schemas.microsoft.com/office/drawing/2014/main" id="{D866F5D8-ACDA-C2A1-AE4C-73E1C95105C5}"/>
                </a:ext>
              </a:extLst>
            </p:cNvPr>
            <p:cNvCxnSpPr>
              <a:cxnSpLocks/>
            </p:cNvCxnSpPr>
            <p:nvPr/>
          </p:nvCxnSpPr>
          <p:spPr>
            <a:xfrm rot="10800000" flipH="1">
              <a:off x="5580000" y="2484000"/>
              <a:ext cx="60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直接连接符 285">
              <a:extLst>
                <a:ext uri="{FF2B5EF4-FFF2-40B4-BE49-F238E27FC236}">
                  <a16:creationId xmlns:a16="http://schemas.microsoft.com/office/drawing/2014/main" id="{B922C542-D512-0E3B-9681-1D90288E1344}"/>
                </a:ext>
              </a:extLst>
            </p:cNvPr>
            <p:cNvCxnSpPr>
              <a:cxnSpLocks/>
            </p:cNvCxnSpPr>
            <p:nvPr/>
          </p:nvCxnSpPr>
          <p:spPr>
            <a:xfrm rot="10800000" flipH="1">
              <a:off x="5580000" y="2052000"/>
              <a:ext cx="604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直接连接符 286">
              <a:extLst>
                <a:ext uri="{FF2B5EF4-FFF2-40B4-BE49-F238E27FC236}">
                  <a16:creationId xmlns:a16="http://schemas.microsoft.com/office/drawing/2014/main" id="{6D49ECEB-E390-8696-D45C-3CC1B7C24C9B}"/>
                </a:ext>
              </a:extLst>
            </p:cNvPr>
            <p:cNvCxnSpPr>
              <a:cxnSpLocks/>
            </p:cNvCxnSpPr>
            <p:nvPr/>
          </p:nvCxnSpPr>
          <p:spPr>
            <a:xfrm rot="10800000" flipH="1">
              <a:off x="5580000" y="1836000"/>
              <a:ext cx="6048000"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8" name="直接连接符 287">
              <a:extLst>
                <a:ext uri="{FF2B5EF4-FFF2-40B4-BE49-F238E27FC236}">
                  <a16:creationId xmlns:a16="http://schemas.microsoft.com/office/drawing/2014/main" id="{928E9E29-6421-04D0-1B77-7AAC1E4E3C95}"/>
                </a:ext>
              </a:extLst>
            </p:cNvPr>
            <p:cNvCxnSpPr>
              <a:cxnSpLocks/>
            </p:cNvCxnSpPr>
            <p:nvPr/>
          </p:nvCxnSpPr>
          <p:spPr>
            <a:xfrm>
              <a:off x="5400000" y="1368000"/>
              <a:ext cx="648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9" name="直接连接符 288">
              <a:extLst>
                <a:ext uri="{FF2B5EF4-FFF2-40B4-BE49-F238E27FC236}">
                  <a16:creationId xmlns:a16="http://schemas.microsoft.com/office/drawing/2014/main" id="{3A931141-0B6D-B82D-1D24-21F18F30558E}"/>
                </a:ext>
              </a:extLst>
            </p:cNvPr>
            <p:cNvCxnSpPr>
              <a:cxnSpLocks/>
            </p:cNvCxnSpPr>
            <p:nvPr/>
          </p:nvCxnSpPr>
          <p:spPr>
            <a:xfrm>
              <a:off x="5400000" y="1367999"/>
              <a:ext cx="0" cy="50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0" name="矩形 289">
              <a:extLst>
                <a:ext uri="{FF2B5EF4-FFF2-40B4-BE49-F238E27FC236}">
                  <a16:creationId xmlns:a16="http://schemas.microsoft.com/office/drawing/2014/main" id="{7970CA94-625A-45A8-7B89-8D8BC68DFC1C}"/>
                </a:ext>
              </a:extLst>
            </p:cNvPr>
            <p:cNvSpPr/>
            <p:nvPr/>
          </p:nvSpPr>
          <p:spPr>
            <a:xfrm>
              <a:off x="5040000" y="2700000"/>
              <a:ext cx="360000" cy="36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91" name="矩形 290">
              <a:extLst>
                <a:ext uri="{FF2B5EF4-FFF2-40B4-BE49-F238E27FC236}">
                  <a16:creationId xmlns:a16="http://schemas.microsoft.com/office/drawing/2014/main" id="{75902BD2-DB9B-9376-AE85-E92CAAFC9B72}"/>
                </a:ext>
              </a:extLst>
            </p:cNvPr>
            <p:cNvSpPr/>
            <p:nvPr/>
          </p:nvSpPr>
          <p:spPr>
            <a:xfrm>
              <a:off x="5040000" y="3420000"/>
              <a:ext cx="360000" cy="36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92" name="直接连接符 291">
              <a:extLst>
                <a:ext uri="{FF2B5EF4-FFF2-40B4-BE49-F238E27FC236}">
                  <a16:creationId xmlns:a16="http://schemas.microsoft.com/office/drawing/2014/main" id="{1F87FB0F-B653-7F57-8D81-578B00D87755}"/>
                </a:ext>
              </a:extLst>
            </p:cNvPr>
            <p:cNvCxnSpPr>
              <a:cxnSpLocks/>
              <a:stCxn id="294" idx="3"/>
            </p:cNvCxnSpPr>
            <p:nvPr/>
          </p:nvCxnSpPr>
          <p:spPr>
            <a:xfrm>
              <a:off x="5400000" y="5040000"/>
              <a:ext cx="118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3" name="直接连接符 292">
              <a:extLst>
                <a:ext uri="{FF2B5EF4-FFF2-40B4-BE49-F238E27FC236}">
                  <a16:creationId xmlns:a16="http://schemas.microsoft.com/office/drawing/2014/main" id="{3B50BBC8-CF95-F38E-319E-8DB74B67D2B0}"/>
                </a:ext>
              </a:extLst>
            </p:cNvPr>
            <p:cNvCxnSpPr>
              <a:cxnSpLocks/>
            </p:cNvCxnSpPr>
            <p:nvPr/>
          </p:nvCxnSpPr>
          <p:spPr>
            <a:xfrm>
              <a:off x="5616000" y="5220000"/>
              <a:ext cx="118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4" name="矩形 293">
              <a:extLst>
                <a:ext uri="{FF2B5EF4-FFF2-40B4-BE49-F238E27FC236}">
                  <a16:creationId xmlns:a16="http://schemas.microsoft.com/office/drawing/2014/main" id="{78436393-FA5F-812D-BCDA-BAEBB8A9F02B}"/>
                </a:ext>
              </a:extLst>
            </p:cNvPr>
            <p:cNvSpPr/>
            <p:nvPr/>
          </p:nvSpPr>
          <p:spPr>
            <a:xfrm>
              <a:off x="5040000" y="4860000"/>
              <a:ext cx="360000" cy="36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95" name="直接连接符 294">
              <a:extLst>
                <a:ext uri="{FF2B5EF4-FFF2-40B4-BE49-F238E27FC236}">
                  <a16:creationId xmlns:a16="http://schemas.microsoft.com/office/drawing/2014/main" id="{1326CD69-1A84-7E85-E988-5BD4B1782367}"/>
                </a:ext>
              </a:extLst>
            </p:cNvPr>
            <p:cNvCxnSpPr>
              <a:cxnSpLocks/>
              <a:stCxn id="296" idx="3"/>
            </p:cNvCxnSpPr>
            <p:nvPr/>
          </p:nvCxnSpPr>
          <p:spPr>
            <a:xfrm>
              <a:off x="5400000" y="5760000"/>
              <a:ext cx="118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6" name="矩形 295">
              <a:extLst>
                <a:ext uri="{FF2B5EF4-FFF2-40B4-BE49-F238E27FC236}">
                  <a16:creationId xmlns:a16="http://schemas.microsoft.com/office/drawing/2014/main" id="{59D43E06-64ED-9227-98B1-3471D1EE77D2}"/>
                </a:ext>
              </a:extLst>
            </p:cNvPr>
            <p:cNvSpPr/>
            <p:nvPr/>
          </p:nvSpPr>
          <p:spPr>
            <a:xfrm>
              <a:off x="5040000" y="5580000"/>
              <a:ext cx="360000" cy="36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97" name="直接连接符 296">
              <a:extLst>
                <a:ext uri="{FF2B5EF4-FFF2-40B4-BE49-F238E27FC236}">
                  <a16:creationId xmlns:a16="http://schemas.microsoft.com/office/drawing/2014/main" id="{94FC002A-74A5-62D7-27EC-707614765E61}"/>
                </a:ext>
              </a:extLst>
            </p:cNvPr>
            <p:cNvCxnSpPr>
              <a:cxnSpLocks/>
            </p:cNvCxnSpPr>
            <p:nvPr/>
          </p:nvCxnSpPr>
          <p:spPr>
            <a:xfrm>
              <a:off x="5616000" y="5580000"/>
              <a:ext cx="118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a:extLst>
                <a:ext uri="{FF2B5EF4-FFF2-40B4-BE49-F238E27FC236}">
                  <a16:creationId xmlns:a16="http://schemas.microsoft.com/office/drawing/2014/main" id="{69927768-BE0E-39A3-CAC4-2B97B6F78ABD}"/>
                </a:ext>
              </a:extLst>
            </p:cNvPr>
            <p:cNvCxnSpPr>
              <a:cxnSpLocks/>
              <a:stCxn id="271" idx="3"/>
            </p:cNvCxnSpPr>
            <p:nvPr/>
          </p:nvCxnSpPr>
          <p:spPr>
            <a:xfrm>
              <a:off x="7884000" y="5400000"/>
              <a:ext cx="118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9" name="矩形 298">
              <a:extLst>
                <a:ext uri="{FF2B5EF4-FFF2-40B4-BE49-F238E27FC236}">
                  <a16:creationId xmlns:a16="http://schemas.microsoft.com/office/drawing/2014/main" id="{8EC96F5A-DF7B-DA7A-BCE9-7A4B8A9FF70E}"/>
                </a:ext>
              </a:extLst>
            </p:cNvPr>
            <p:cNvSpPr/>
            <p:nvPr/>
          </p:nvSpPr>
          <p:spPr>
            <a:xfrm>
              <a:off x="6624000" y="1008000"/>
              <a:ext cx="360000" cy="36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00" name="矩形 299">
              <a:extLst>
                <a:ext uri="{FF2B5EF4-FFF2-40B4-BE49-F238E27FC236}">
                  <a16:creationId xmlns:a16="http://schemas.microsoft.com/office/drawing/2014/main" id="{1D1415B5-E41A-C24E-3D3B-1E33412A0606}"/>
                </a:ext>
              </a:extLst>
            </p:cNvPr>
            <p:cNvSpPr/>
            <p:nvPr/>
          </p:nvSpPr>
          <p:spPr>
            <a:xfrm>
              <a:off x="7704000" y="1008000"/>
              <a:ext cx="360000" cy="36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01" name="矩形 300">
              <a:extLst>
                <a:ext uri="{FF2B5EF4-FFF2-40B4-BE49-F238E27FC236}">
                  <a16:creationId xmlns:a16="http://schemas.microsoft.com/office/drawing/2014/main" id="{9F93BCD6-8361-5C05-E284-0A0FAEFA38B0}"/>
                </a:ext>
              </a:extLst>
            </p:cNvPr>
            <p:cNvSpPr/>
            <p:nvPr/>
          </p:nvSpPr>
          <p:spPr>
            <a:xfrm>
              <a:off x="9144000" y="1008000"/>
              <a:ext cx="360000" cy="36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302" name="矩形 301">
              <a:extLst>
                <a:ext uri="{FF2B5EF4-FFF2-40B4-BE49-F238E27FC236}">
                  <a16:creationId xmlns:a16="http://schemas.microsoft.com/office/drawing/2014/main" id="{065106E7-CE98-E543-EE51-3B35E277E79E}"/>
                </a:ext>
              </a:extLst>
            </p:cNvPr>
            <p:cNvSpPr/>
            <p:nvPr/>
          </p:nvSpPr>
          <p:spPr>
            <a:xfrm>
              <a:off x="10224000" y="1008000"/>
              <a:ext cx="360000" cy="360000"/>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03" name="文本框 302">
                  <a:extLst>
                    <a:ext uri="{FF2B5EF4-FFF2-40B4-BE49-F238E27FC236}">
                      <a16:creationId xmlns:a16="http://schemas.microsoft.com/office/drawing/2014/main" id="{066EADFF-CAA4-DBC1-DB40-5A4E7D73D029}"/>
                    </a:ext>
                  </a:extLst>
                </p:cNvPr>
                <p:cNvSpPr txBox="1"/>
                <p:nvPr/>
              </p:nvSpPr>
              <p:spPr>
                <a:xfrm>
                  <a:off x="4536000" y="3366000"/>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zh-CN" sz="2400" i="0" smtClean="0">
                            <a:solidFill>
                              <a:srgbClr val="0000FF"/>
                            </a:solidFill>
                            <a:latin typeface="Cambria Math" panose="02040503050406030204" pitchFamily="18" charset="0"/>
                            <a:ea typeface="微软雅黑" panose="020B0503020204020204" pitchFamily="34" charset="-122"/>
                          </a:rPr>
                          <m:t>B</m:t>
                        </m:r>
                      </m:oMath>
                    </m:oMathPara>
                  </a14:m>
                  <a:endParaRPr lang="zh-CN" altLang="en-US" sz="2400" dirty="0">
                    <a:solidFill>
                      <a:srgbClr val="0000FF"/>
                    </a:solidFill>
                  </a:endParaRPr>
                </a:p>
              </p:txBody>
            </p:sp>
          </mc:Choice>
          <mc:Fallback xmlns="">
            <p:sp>
              <p:nvSpPr>
                <p:cNvPr id="303" name="文本框 302">
                  <a:extLst>
                    <a:ext uri="{FF2B5EF4-FFF2-40B4-BE49-F238E27FC236}">
                      <a16:creationId xmlns:a16="http://schemas.microsoft.com/office/drawing/2014/main" id="{066EADFF-CAA4-DBC1-DB40-5A4E7D73D029}"/>
                    </a:ext>
                  </a:extLst>
                </p:cNvPr>
                <p:cNvSpPr txBox="1">
                  <a:spLocks noRot="1" noChangeAspect="1" noMove="1" noResize="1" noEditPoints="1" noAdjustHandles="1" noChangeArrowheads="1" noChangeShapeType="1" noTextEdit="1"/>
                </p:cNvSpPr>
                <p:nvPr/>
              </p:nvSpPr>
              <p:spPr>
                <a:xfrm>
                  <a:off x="4536000" y="3366000"/>
                  <a:ext cx="468000" cy="46800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4" name="文本框 303">
                  <a:extLst>
                    <a:ext uri="{FF2B5EF4-FFF2-40B4-BE49-F238E27FC236}">
                      <a16:creationId xmlns:a16="http://schemas.microsoft.com/office/drawing/2014/main" id="{B02663D2-FBD4-F94A-D9BF-19693DF9C8F9}"/>
                    </a:ext>
                  </a:extLst>
                </p:cNvPr>
                <p:cNvSpPr txBox="1"/>
                <p:nvPr/>
              </p:nvSpPr>
              <p:spPr>
                <a:xfrm>
                  <a:off x="4536000" y="2646000"/>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rgbClr val="0000FF"/>
                            </a:solidFill>
                            <a:latin typeface="Cambria Math" panose="02040503050406030204" pitchFamily="18" charset="0"/>
                          </a:rPr>
                          <m:t>A</m:t>
                        </m:r>
                      </m:oMath>
                    </m:oMathPara>
                  </a14:m>
                  <a:endParaRPr lang="zh-CN" altLang="en-US" sz="2400" dirty="0">
                    <a:solidFill>
                      <a:srgbClr val="0000FF"/>
                    </a:solidFill>
                  </a:endParaRPr>
                </a:p>
              </p:txBody>
            </p:sp>
          </mc:Choice>
          <mc:Fallback xmlns="">
            <p:sp>
              <p:nvSpPr>
                <p:cNvPr id="304" name="文本框 303">
                  <a:extLst>
                    <a:ext uri="{FF2B5EF4-FFF2-40B4-BE49-F238E27FC236}">
                      <a16:creationId xmlns:a16="http://schemas.microsoft.com/office/drawing/2014/main" id="{B02663D2-FBD4-F94A-D9BF-19693DF9C8F9}"/>
                    </a:ext>
                  </a:extLst>
                </p:cNvPr>
                <p:cNvSpPr txBox="1">
                  <a:spLocks noRot="1" noChangeAspect="1" noMove="1" noResize="1" noEditPoints="1" noAdjustHandles="1" noChangeArrowheads="1" noChangeShapeType="1" noTextEdit="1"/>
                </p:cNvSpPr>
                <p:nvPr/>
              </p:nvSpPr>
              <p:spPr>
                <a:xfrm>
                  <a:off x="4536000" y="2646000"/>
                  <a:ext cx="468000" cy="4680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5" name="文本框 304">
                  <a:extLst>
                    <a:ext uri="{FF2B5EF4-FFF2-40B4-BE49-F238E27FC236}">
                      <a16:creationId xmlns:a16="http://schemas.microsoft.com/office/drawing/2014/main" id="{0439BFF0-616C-56CE-843B-F81E3531F258}"/>
                    </a:ext>
                  </a:extLst>
                </p:cNvPr>
                <p:cNvSpPr txBox="1"/>
                <p:nvPr/>
              </p:nvSpPr>
              <p:spPr>
                <a:xfrm>
                  <a:off x="6570000" y="576000"/>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rgbClr val="0000FF"/>
                            </a:solidFill>
                            <a:latin typeface="Cambria Math" panose="02040503050406030204" pitchFamily="18" charset="0"/>
                          </a:rPr>
                          <m:t>C</m:t>
                        </m:r>
                      </m:oMath>
                    </m:oMathPara>
                  </a14:m>
                  <a:endParaRPr lang="zh-CN" altLang="en-US" sz="2400" dirty="0">
                    <a:solidFill>
                      <a:srgbClr val="0000FF"/>
                    </a:solidFill>
                  </a:endParaRPr>
                </a:p>
              </p:txBody>
            </p:sp>
          </mc:Choice>
          <mc:Fallback xmlns="">
            <p:sp>
              <p:nvSpPr>
                <p:cNvPr id="305" name="文本框 304">
                  <a:extLst>
                    <a:ext uri="{FF2B5EF4-FFF2-40B4-BE49-F238E27FC236}">
                      <a16:creationId xmlns:a16="http://schemas.microsoft.com/office/drawing/2014/main" id="{0439BFF0-616C-56CE-843B-F81E3531F258}"/>
                    </a:ext>
                  </a:extLst>
                </p:cNvPr>
                <p:cNvSpPr txBox="1">
                  <a:spLocks noRot="1" noChangeAspect="1" noMove="1" noResize="1" noEditPoints="1" noAdjustHandles="1" noChangeArrowheads="1" noChangeShapeType="1" noTextEdit="1"/>
                </p:cNvSpPr>
                <p:nvPr/>
              </p:nvSpPr>
              <p:spPr>
                <a:xfrm>
                  <a:off x="6570000" y="576000"/>
                  <a:ext cx="468000" cy="4680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6" name="文本框 305">
                  <a:extLst>
                    <a:ext uri="{FF2B5EF4-FFF2-40B4-BE49-F238E27FC236}">
                      <a16:creationId xmlns:a16="http://schemas.microsoft.com/office/drawing/2014/main" id="{DEE72841-3A14-495D-AA05-24D8212674D6}"/>
                    </a:ext>
                  </a:extLst>
                </p:cNvPr>
                <p:cNvSpPr txBox="1"/>
                <p:nvPr/>
              </p:nvSpPr>
              <p:spPr>
                <a:xfrm>
                  <a:off x="10170000" y="576000"/>
                  <a:ext cx="468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rgbClr val="0000FF"/>
                            </a:solidFill>
                            <a:latin typeface="Cambria Math" panose="02040503050406030204" pitchFamily="18" charset="0"/>
                          </a:rPr>
                          <m:t>Y</m:t>
                        </m:r>
                      </m:oMath>
                    </m:oMathPara>
                  </a14:m>
                  <a:endParaRPr lang="zh-CN" altLang="en-US" sz="2400" dirty="0">
                    <a:solidFill>
                      <a:srgbClr val="0000FF"/>
                    </a:solidFill>
                  </a:endParaRPr>
                </a:p>
              </p:txBody>
            </p:sp>
          </mc:Choice>
          <mc:Fallback xmlns="">
            <p:sp>
              <p:nvSpPr>
                <p:cNvPr id="306" name="文本框 305">
                  <a:extLst>
                    <a:ext uri="{FF2B5EF4-FFF2-40B4-BE49-F238E27FC236}">
                      <a16:creationId xmlns:a16="http://schemas.microsoft.com/office/drawing/2014/main" id="{DEE72841-3A14-495D-AA05-24D8212674D6}"/>
                    </a:ext>
                  </a:extLst>
                </p:cNvPr>
                <p:cNvSpPr txBox="1">
                  <a:spLocks noRot="1" noChangeAspect="1" noMove="1" noResize="1" noEditPoints="1" noAdjustHandles="1" noChangeArrowheads="1" noChangeShapeType="1" noTextEdit="1"/>
                </p:cNvSpPr>
                <p:nvPr/>
              </p:nvSpPr>
              <p:spPr>
                <a:xfrm>
                  <a:off x="10170000" y="576000"/>
                  <a:ext cx="468000" cy="4616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7" name="文本框 306">
                  <a:extLst>
                    <a:ext uri="{FF2B5EF4-FFF2-40B4-BE49-F238E27FC236}">
                      <a16:creationId xmlns:a16="http://schemas.microsoft.com/office/drawing/2014/main" id="{B6D8B61B-BA40-96AE-495C-23909A770119}"/>
                    </a:ext>
                  </a:extLst>
                </p:cNvPr>
                <p:cNvSpPr txBox="1"/>
                <p:nvPr/>
              </p:nvSpPr>
              <p:spPr>
                <a:xfrm>
                  <a:off x="6732000" y="2826000"/>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A</m:t>
                        </m:r>
                      </m:oMath>
                    </m:oMathPara>
                  </a14:m>
                  <a:endParaRPr lang="zh-CN" altLang="en-US" sz="2400" dirty="0">
                    <a:solidFill>
                      <a:schemeClr val="tx1"/>
                    </a:solidFill>
                  </a:endParaRPr>
                </a:p>
              </p:txBody>
            </p:sp>
          </mc:Choice>
          <mc:Fallback xmlns="">
            <p:sp>
              <p:nvSpPr>
                <p:cNvPr id="307" name="文本框 306">
                  <a:extLst>
                    <a:ext uri="{FF2B5EF4-FFF2-40B4-BE49-F238E27FC236}">
                      <a16:creationId xmlns:a16="http://schemas.microsoft.com/office/drawing/2014/main" id="{B6D8B61B-BA40-96AE-495C-23909A770119}"/>
                    </a:ext>
                  </a:extLst>
                </p:cNvPr>
                <p:cNvSpPr txBox="1">
                  <a:spLocks noRot="1" noChangeAspect="1" noMove="1" noResize="1" noEditPoints="1" noAdjustHandles="1" noChangeArrowheads="1" noChangeShapeType="1" noTextEdit="1"/>
                </p:cNvSpPr>
                <p:nvPr/>
              </p:nvSpPr>
              <p:spPr>
                <a:xfrm>
                  <a:off x="6732000" y="2826000"/>
                  <a:ext cx="468000" cy="4680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8" name="文本框 307">
                  <a:extLst>
                    <a:ext uri="{FF2B5EF4-FFF2-40B4-BE49-F238E27FC236}">
                      <a16:creationId xmlns:a16="http://schemas.microsoft.com/office/drawing/2014/main" id="{72B0F493-5D44-DD20-8B1A-39DE17AEA2AC}"/>
                    </a:ext>
                  </a:extLst>
                </p:cNvPr>
                <p:cNvSpPr txBox="1"/>
                <p:nvPr/>
              </p:nvSpPr>
              <p:spPr>
                <a:xfrm>
                  <a:off x="6732000" y="3185999"/>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B</m:t>
                        </m:r>
                      </m:oMath>
                    </m:oMathPara>
                  </a14:m>
                  <a:endParaRPr lang="zh-CN" altLang="en-US" sz="2400" dirty="0">
                    <a:solidFill>
                      <a:schemeClr val="tx1"/>
                    </a:solidFill>
                  </a:endParaRPr>
                </a:p>
              </p:txBody>
            </p:sp>
          </mc:Choice>
          <mc:Fallback xmlns="">
            <p:sp>
              <p:nvSpPr>
                <p:cNvPr id="308" name="文本框 307">
                  <a:extLst>
                    <a:ext uri="{FF2B5EF4-FFF2-40B4-BE49-F238E27FC236}">
                      <a16:creationId xmlns:a16="http://schemas.microsoft.com/office/drawing/2014/main" id="{72B0F493-5D44-DD20-8B1A-39DE17AEA2AC}"/>
                    </a:ext>
                  </a:extLst>
                </p:cNvPr>
                <p:cNvSpPr txBox="1">
                  <a:spLocks noRot="1" noChangeAspect="1" noMove="1" noResize="1" noEditPoints="1" noAdjustHandles="1" noChangeArrowheads="1" noChangeShapeType="1" noTextEdit="1"/>
                </p:cNvSpPr>
                <p:nvPr/>
              </p:nvSpPr>
              <p:spPr>
                <a:xfrm>
                  <a:off x="6732000" y="3185999"/>
                  <a:ext cx="468000" cy="46800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9" name="文本框 308">
                  <a:extLst>
                    <a:ext uri="{FF2B5EF4-FFF2-40B4-BE49-F238E27FC236}">
                      <a16:creationId xmlns:a16="http://schemas.microsoft.com/office/drawing/2014/main" id="{CC44CE72-8AEA-AA25-F384-F40D426EF648}"/>
                    </a:ext>
                  </a:extLst>
                </p:cNvPr>
                <p:cNvSpPr txBox="1"/>
                <p:nvPr/>
              </p:nvSpPr>
              <p:spPr>
                <a:xfrm>
                  <a:off x="7452000" y="3006000"/>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309" name="文本框 308">
                  <a:extLst>
                    <a:ext uri="{FF2B5EF4-FFF2-40B4-BE49-F238E27FC236}">
                      <a16:creationId xmlns:a16="http://schemas.microsoft.com/office/drawing/2014/main" id="{CC44CE72-8AEA-AA25-F384-F40D426EF648}"/>
                    </a:ext>
                  </a:extLst>
                </p:cNvPr>
                <p:cNvSpPr txBox="1">
                  <a:spLocks noRot="1" noChangeAspect="1" noMove="1" noResize="1" noEditPoints="1" noAdjustHandles="1" noChangeArrowheads="1" noChangeShapeType="1" noTextEdit="1"/>
                </p:cNvSpPr>
                <p:nvPr/>
              </p:nvSpPr>
              <p:spPr>
                <a:xfrm>
                  <a:off x="7452000" y="3006000"/>
                  <a:ext cx="468000" cy="468000"/>
                </a:xfrm>
                <a:prstGeom prst="rect">
                  <a:avLst/>
                </a:prstGeom>
                <a:blipFill>
                  <a:blip r:embed="rId8"/>
                  <a:stretch>
                    <a:fillRect l="-25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0" name="文本框 309">
                  <a:extLst>
                    <a:ext uri="{FF2B5EF4-FFF2-40B4-BE49-F238E27FC236}">
                      <a16:creationId xmlns:a16="http://schemas.microsoft.com/office/drawing/2014/main" id="{ECFBDFED-4B01-19CC-99EA-FCB51BECC0C9}"/>
                    </a:ext>
                  </a:extLst>
                </p:cNvPr>
                <p:cNvSpPr txBox="1"/>
                <p:nvPr/>
              </p:nvSpPr>
              <p:spPr>
                <a:xfrm>
                  <a:off x="9252000" y="2826000"/>
                  <a:ext cx="468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B</m:t>
                        </m:r>
                      </m:oMath>
                    </m:oMathPara>
                  </a14:m>
                  <a:endParaRPr lang="zh-CN" altLang="en-US" sz="2400" dirty="0">
                    <a:solidFill>
                      <a:schemeClr val="tx1"/>
                    </a:solidFill>
                  </a:endParaRPr>
                </a:p>
              </p:txBody>
            </p:sp>
          </mc:Choice>
          <mc:Fallback xmlns="">
            <p:sp>
              <p:nvSpPr>
                <p:cNvPr id="310" name="文本框 309">
                  <a:extLst>
                    <a:ext uri="{FF2B5EF4-FFF2-40B4-BE49-F238E27FC236}">
                      <a16:creationId xmlns:a16="http://schemas.microsoft.com/office/drawing/2014/main" id="{ECFBDFED-4B01-19CC-99EA-FCB51BECC0C9}"/>
                    </a:ext>
                  </a:extLst>
                </p:cNvPr>
                <p:cNvSpPr txBox="1">
                  <a:spLocks noRot="1" noChangeAspect="1" noMove="1" noResize="1" noEditPoints="1" noAdjustHandles="1" noChangeArrowheads="1" noChangeShapeType="1" noTextEdit="1"/>
                </p:cNvSpPr>
                <p:nvPr/>
              </p:nvSpPr>
              <p:spPr>
                <a:xfrm>
                  <a:off x="9252000" y="2826000"/>
                  <a:ext cx="468000" cy="461665"/>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1" name="文本框 310">
                  <a:extLst>
                    <a:ext uri="{FF2B5EF4-FFF2-40B4-BE49-F238E27FC236}">
                      <a16:creationId xmlns:a16="http://schemas.microsoft.com/office/drawing/2014/main" id="{0F0E449D-B309-CE19-A6D1-4039E181F8B1}"/>
                    </a:ext>
                  </a:extLst>
                </p:cNvPr>
                <p:cNvSpPr txBox="1"/>
                <p:nvPr/>
              </p:nvSpPr>
              <p:spPr>
                <a:xfrm>
                  <a:off x="9252000" y="3185999"/>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C</m:t>
                        </m:r>
                      </m:oMath>
                    </m:oMathPara>
                  </a14:m>
                  <a:endParaRPr lang="zh-CN" altLang="en-US" sz="2400" dirty="0">
                    <a:solidFill>
                      <a:schemeClr val="tx1"/>
                    </a:solidFill>
                  </a:endParaRPr>
                </a:p>
              </p:txBody>
            </p:sp>
          </mc:Choice>
          <mc:Fallback xmlns="">
            <p:sp>
              <p:nvSpPr>
                <p:cNvPr id="311" name="文本框 310">
                  <a:extLst>
                    <a:ext uri="{FF2B5EF4-FFF2-40B4-BE49-F238E27FC236}">
                      <a16:creationId xmlns:a16="http://schemas.microsoft.com/office/drawing/2014/main" id="{0F0E449D-B309-CE19-A6D1-4039E181F8B1}"/>
                    </a:ext>
                  </a:extLst>
                </p:cNvPr>
                <p:cNvSpPr txBox="1">
                  <a:spLocks noRot="1" noChangeAspect="1" noMove="1" noResize="1" noEditPoints="1" noAdjustHandles="1" noChangeArrowheads="1" noChangeShapeType="1" noTextEdit="1"/>
                </p:cNvSpPr>
                <p:nvPr/>
              </p:nvSpPr>
              <p:spPr>
                <a:xfrm>
                  <a:off x="9252000" y="3185999"/>
                  <a:ext cx="468000" cy="46800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2" name="文本框 311">
                  <a:extLst>
                    <a:ext uri="{FF2B5EF4-FFF2-40B4-BE49-F238E27FC236}">
                      <a16:creationId xmlns:a16="http://schemas.microsoft.com/office/drawing/2014/main" id="{40E04403-AB3E-73E7-6FB4-FD77E8D14EC2}"/>
                    </a:ext>
                  </a:extLst>
                </p:cNvPr>
                <p:cNvSpPr txBox="1"/>
                <p:nvPr/>
              </p:nvSpPr>
              <p:spPr>
                <a:xfrm>
                  <a:off x="9972000" y="3006000"/>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m:rPr>
                                <m:sty m:val="p"/>
                              </m:rPr>
                              <a:rPr lang="en-US" altLang="zh-CN" sz="2400" b="0" i="0" smtClean="0">
                                <a:solidFill>
                                  <a:schemeClr val="tx1"/>
                                </a:solidFill>
                                <a:latin typeface="Cambria Math" panose="02040503050406030204" pitchFamily="18" charset="0"/>
                              </a:rPr>
                              <m:t>Y</m:t>
                            </m:r>
                          </m:e>
                          <m:sub>
                            <m:r>
                              <a:rPr lang="en-US" altLang="zh-CN" sz="2400" b="0" i="1" smtClean="0">
                                <a:solidFill>
                                  <a:schemeClr val="tx1"/>
                                </a:solidFill>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312" name="文本框 311">
                  <a:extLst>
                    <a:ext uri="{FF2B5EF4-FFF2-40B4-BE49-F238E27FC236}">
                      <a16:creationId xmlns:a16="http://schemas.microsoft.com/office/drawing/2014/main" id="{40E04403-AB3E-73E7-6FB4-FD77E8D14EC2}"/>
                    </a:ext>
                  </a:extLst>
                </p:cNvPr>
                <p:cNvSpPr txBox="1">
                  <a:spLocks noRot="1" noChangeAspect="1" noMove="1" noResize="1" noEditPoints="1" noAdjustHandles="1" noChangeArrowheads="1" noChangeShapeType="1" noTextEdit="1"/>
                </p:cNvSpPr>
                <p:nvPr/>
              </p:nvSpPr>
              <p:spPr>
                <a:xfrm>
                  <a:off x="9972000" y="3006000"/>
                  <a:ext cx="468000" cy="468000"/>
                </a:xfrm>
                <a:prstGeom prst="rect">
                  <a:avLst/>
                </a:prstGeom>
                <a:blipFill>
                  <a:blip r:embed="rId11"/>
                  <a:stretch>
                    <a:fillRect l="-38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3" name="文本框 312">
                  <a:extLst>
                    <a:ext uri="{FF2B5EF4-FFF2-40B4-BE49-F238E27FC236}">
                      <a16:creationId xmlns:a16="http://schemas.microsoft.com/office/drawing/2014/main" id="{8964DBEF-1D41-9839-99C3-1A25FF767A0D}"/>
                    </a:ext>
                  </a:extLst>
                </p:cNvPr>
                <p:cNvSpPr txBox="1"/>
                <p:nvPr/>
              </p:nvSpPr>
              <p:spPr>
                <a:xfrm>
                  <a:off x="9288000" y="4986000"/>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Y</m:t>
                            </m:r>
                          </m:e>
                          <m:sub>
                            <m:r>
                              <a:rPr lang="en-US" altLang="zh-CN" sz="2400" i="1">
                                <a:latin typeface="Cambria Math" panose="02040503050406030204" pitchFamily="18" charset="0"/>
                              </a:rPr>
                              <m:t>0</m:t>
                            </m:r>
                          </m:sub>
                        </m:sSub>
                      </m:oMath>
                    </m:oMathPara>
                  </a14:m>
                  <a:endParaRPr lang="zh-CN" altLang="en-US" sz="2400" dirty="0">
                    <a:solidFill>
                      <a:schemeClr val="tx1"/>
                    </a:solidFill>
                  </a:endParaRPr>
                </a:p>
              </p:txBody>
            </p:sp>
          </mc:Choice>
          <mc:Fallback xmlns="">
            <p:sp>
              <p:nvSpPr>
                <p:cNvPr id="313" name="文本框 312">
                  <a:extLst>
                    <a:ext uri="{FF2B5EF4-FFF2-40B4-BE49-F238E27FC236}">
                      <a16:creationId xmlns:a16="http://schemas.microsoft.com/office/drawing/2014/main" id="{8964DBEF-1D41-9839-99C3-1A25FF767A0D}"/>
                    </a:ext>
                  </a:extLst>
                </p:cNvPr>
                <p:cNvSpPr txBox="1">
                  <a:spLocks noRot="1" noChangeAspect="1" noMove="1" noResize="1" noEditPoints="1" noAdjustHandles="1" noChangeArrowheads="1" noChangeShapeType="1" noTextEdit="1"/>
                </p:cNvSpPr>
                <p:nvPr/>
              </p:nvSpPr>
              <p:spPr>
                <a:xfrm>
                  <a:off x="9288000" y="4986000"/>
                  <a:ext cx="468000" cy="468000"/>
                </a:xfrm>
                <a:prstGeom prst="rect">
                  <a:avLst/>
                </a:prstGeom>
                <a:blipFill>
                  <a:blip r:embed="rId12"/>
                  <a:stretch>
                    <a:fillRect l="-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4" name="文本框 313">
                  <a:extLst>
                    <a:ext uri="{FF2B5EF4-FFF2-40B4-BE49-F238E27FC236}">
                      <a16:creationId xmlns:a16="http://schemas.microsoft.com/office/drawing/2014/main" id="{0E8EF655-7633-2017-EA33-A3122F0ED604}"/>
                    </a:ext>
                  </a:extLst>
                </p:cNvPr>
                <p:cNvSpPr txBox="1"/>
                <p:nvPr/>
              </p:nvSpPr>
              <p:spPr>
                <a:xfrm>
                  <a:off x="9288000" y="5345999"/>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m:rPr>
                                <m:sty m:val="p"/>
                              </m:rPr>
                              <a:rPr lang="en-US" altLang="zh-CN" sz="2400">
                                <a:latin typeface="Cambria Math" panose="02040503050406030204" pitchFamily="18" charset="0"/>
                              </a:rPr>
                              <m:t>Y</m:t>
                            </m:r>
                          </m:e>
                          <m:sub>
                            <m:r>
                              <a:rPr lang="en-US" altLang="zh-CN" sz="2400" i="1">
                                <a:latin typeface="Cambria Math" panose="02040503050406030204" pitchFamily="18" charset="0"/>
                              </a:rPr>
                              <m:t>1</m:t>
                            </m:r>
                          </m:sub>
                        </m:sSub>
                      </m:oMath>
                    </m:oMathPara>
                  </a14:m>
                  <a:endParaRPr lang="zh-CN" altLang="en-US" sz="2400" dirty="0">
                    <a:solidFill>
                      <a:schemeClr val="tx1"/>
                    </a:solidFill>
                  </a:endParaRPr>
                </a:p>
              </p:txBody>
            </p:sp>
          </mc:Choice>
          <mc:Fallback xmlns="">
            <p:sp>
              <p:nvSpPr>
                <p:cNvPr id="314" name="文本框 313">
                  <a:extLst>
                    <a:ext uri="{FF2B5EF4-FFF2-40B4-BE49-F238E27FC236}">
                      <a16:creationId xmlns:a16="http://schemas.microsoft.com/office/drawing/2014/main" id="{0E8EF655-7633-2017-EA33-A3122F0ED604}"/>
                    </a:ext>
                  </a:extLst>
                </p:cNvPr>
                <p:cNvSpPr txBox="1">
                  <a:spLocks noRot="1" noChangeAspect="1" noMove="1" noResize="1" noEditPoints="1" noAdjustHandles="1" noChangeArrowheads="1" noChangeShapeType="1" noTextEdit="1"/>
                </p:cNvSpPr>
                <p:nvPr/>
              </p:nvSpPr>
              <p:spPr>
                <a:xfrm>
                  <a:off x="9288000" y="5345999"/>
                  <a:ext cx="468000" cy="468000"/>
                </a:xfrm>
                <a:prstGeom prst="rect">
                  <a:avLst/>
                </a:prstGeom>
                <a:blipFill>
                  <a:blip r:embed="rId13"/>
                  <a:stretch>
                    <a:fillRect l="-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5" name="文本框 314">
                  <a:extLst>
                    <a:ext uri="{FF2B5EF4-FFF2-40B4-BE49-F238E27FC236}">
                      <a16:creationId xmlns:a16="http://schemas.microsoft.com/office/drawing/2014/main" id="{23F79CF1-A290-F3B3-85DA-E4B60B1BF978}"/>
                    </a:ext>
                  </a:extLst>
                </p:cNvPr>
                <p:cNvSpPr txBox="1"/>
                <p:nvPr/>
              </p:nvSpPr>
              <p:spPr>
                <a:xfrm>
                  <a:off x="10008000" y="5166000"/>
                  <a:ext cx="468000" cy="468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0" smtClean="0">
                            <a:solidFill>
                              <a:schemeClr val="tx1"/>
                            </a:solidFill>
                            <a:latin typeface="Cambria Math" panose="02040503050406030204" pitchFamily="18" charset="0"/>
                          </a:rPr>
                          <m:t>Y</m:t>
                        </m:r>
                      </m:oMath>
                    </m:oMathPara>
                  </a14:m>
                  <a:endParaRPr lang="zh-CN" altLang="en-US" sz="2400" dirty="0">
                    <a:solidFill>
                      <a:schemeClr val="tx1"/>
                    </a:solidFill>
                  </a:endParaRPr>
                </a:p>
              </p:txBody>
            </p:sp>
          </mc:Choice>
          <mc:Fallback xmlns="">
            <p:sp>
              <p:nvSpPr>
                <p:cNvPr id="315" name="文本框 314">
                  <a:extLst>
                    <a:ext uri="{FF2B5EF4-FFF2-40B4-BE49-F238E27FC236}">
                      <a16:creationId xmlns:a16="http://schemas.microsoft.com/office/drawing/2014/main" id="{23F79CF1-A290-F3B3-85DA-E4B60B1BF978}"/>
                    </a:ext>
                  </a:extLst>
                </p:cNvPr>
                <p:cNvSpPr txBox="1">
                  <a:spLocks noRot="1" noChangeAspect="1" noMove="1" noResize="1" noEditPoints="1" noAdjustHandles="1" noChangeArrowheads="1" noChangeShapeType="1" noTextEdit="1"/>
                </p:cNvSpPr>
                <p:nvPr/>
              </p:nvSpPr>
              <p:spPr>
                <a:xfrm>
                  <a:off x="10008000" y="5166000"/>
                  <a:ext cx="468000" cy="468000"/>
                </a:xfrm>
                <a:prstGeom prst="rect">
                  <a:avLst/>
                </a:prstGeom>
                <a:blipFill>
                  <a:blip r:embed="rId14"/>
                  <a:stretch>
                    <a:fillRect/>
                  </a:stretch>
                </a:blipFill>
              </p:spPr>
              <p:txBody>
                <a:bodyPr/>
                <a:lstStyle/>
                <a:p>
                  <a:r>
                    <a:rPr lang="zh-CN" altLang="en-US">
                      <a:noFill/>
                    </a:rPr>
                    <a:t> </a:t>
                  </a:r>
                </a:p>
              </p:txBody>
            </p:sp>
          </mc:Fallback>
        </mc:AlternateContent>
        <p:cxnSp>
          <p:nvCxnSpPr>
            <p:cNvPr id="316" name="直接连接符 315">
              <a:extLst>
                <a:ext uri="{FF2B5EF4-FFF2-40B4-BE49-F238E27FC236}">
                  <a16:creationId xmlns:a16="http://schemas.microsoft.com/office/drawing/2014/main" id="{78FD3564-6BA3-88B0-134C-38897C05EC56}"/>
                </a:ext>
              </a:extLst>
            </p:cNvPr>
            <p:cNvCxnSpPr>
              <a:cxnSpLocks/>
            </p:cNvCxnSpPr>
            <p:nvPr/>
          </p:nvCxnSpPr>
          <p:spPr>
            <a:xfrm>
              <a:off x="7884000" y="1368000"/>
              <a:ext cx="0" cy="118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 name="直接连接符 316">
              <a:extLst>
                <a:ext uri="{FF2B5EF4-FFF2-40B4-BE49-F238E27FC236}">
                  <a16:creationId xmlns:a16="http://schemas.microsoft.com/office/drawing/2014/main" id="{A50CF161-A8E9-E389-6745-A7ED5EC2D00A}"/>
                </a:ext>
              </a:extLst>
            </p:cNvPr>
            <p:cNvCxnSpPr>
              <a:cxnSpLocks/>
            </p:cNvCxnSpPr>
            <p:nvPr/>
          </p:nvCxnSpPr>
          <p:spPr>
            <a:xfrm>
              <a:off x="9324000" y="1368000"/>
              <a:ext cx="0" cy="118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8" name="文本框 317">
              <a:extLst>
                <a:ext uri="{FF2B5EF4-FFF2-40B4-BE49-F238E27FC236}">
                  <a16:creationId xmlns:a16="http://schemas.microsoft.com/office/drawing/2014/main" id="{9F8113CC-E006-12F9-38FC-412F326EE62C}"/>
                </a:ext>
              </a:extLst>
            </p:cNvPr>
            <p:cNvSpPr txBox="1"/>
            <p:nvPr/>
          </p:nvSpPr>
          <p:spPr>
            <a:xfrm>
              <a:off x="7127999" y="2699999"/>
              <a:ext cx="432000" cy="1080000"/>
            </a:xfrm>
            <a:prstGeom prst="rect">
              <a:avLst/>
            </a:prstGeom>
            <a:noFill/>
          </p:spPr>
          <p:txBody>
            <a:bodyPr wrap="square">
              <a:spAutoFit/>
            </a:bodyPr>
            <a:lstStyle/>
            <a:p>
              <a:pPr algn="ctr"/>
              <a:r>
                <a:rPr lang="en-US" altLang="zh-CN" sz="1600" b="1" dirty="0">
                  <a:solidFill>
                    <a:srgbClr val="0000FF"/>
                  </a:solidFill>
                  <a:latin typeface="微软雅黑" panose="020B0503020204020204" pitchFamily="34" charset="-122"/>
                  <a:ea typeface="微软雅黑" panose="020B0503020204020204" pitchFamily="34" charset="-122"/>
                </a:rPr>
                <a:t>0</a:t>
              </a:r>
            </a:p>
            <a:p>
              <a:pPr algn="ctr"/>
              <a:r>
                <a:rPr lang="en-US" altLang="zh-CN" sz="1600" b="1" dirty="0">
                  <a:solidFill>
                    <a:srgbClr val="0000FF"/>
                  </a:solidFill>
                  <a:latin typeface="微软雅黑" panose="020B0503020204020204" pitchFamily="34" charset="-122"/>
                  <a:ea typeface="微软雅黑" panose="020B0503020204020204" pitchFamily="34" charset="-122"/>
                </a:rPr>
                <a:t>0</a:t>
              </a:r>
            </a:p>
            <a:p>
              <a:pPr algn="ctr"/>
              <a:r>
                <a:rPr lang="en-US" altLang="zh-CN" sz="1600" b="1" dirty="0">
                  <a:solidFill>
                    <a:srgbClr val="0000FF"/>
                  </a:solidFill>
                  <a:latin typeface="微软雅黑" panose="020B0503020204020204" pitchFamily="34" charset="-122"/>
                  <a:ea typeface="微软雅黑" panose="020B0503020204020204" pitchFamily="34" charset="-122"/>
                </a:rPr>
                <a:t>0</a:t>
              </a:r>
            </a:p>
            <a:p>
              <a:pPr algn="ctr"/>
              <a:r>
                <a:rPr lang="en-US" altLang="zh-CN" sz="1600" b="1" dirty="0">
                  <a:solidFill>
                    <a:srgbClr val="0000FF"/>
                  </a:solidFill>
                  <a:latin typeface="微软雅黑" panose="020B0503020204020204" pitchFamily="34" charset="-122"/>
                  <a:ea typeface="微软雅黑" panose="020B0503020204020204" pitchFamily="34" charset="-122"/>
                </a:rPr>
                <a:t>1</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319" name="文本框 318">
              <a:extLst>
                <a:ext uri="{FF2B5EF4-FFF2-40B4-BE49-F238E27FC236}">
                  <a16:creationId xmlns:a16="http://schemas.microsoft.com/office/drawing/2014/main" id="{3B8A219D-47AA-62E5-AC27-303A054D0634}"/>
                </a:ext>
              </a:extLst>
            </p:cNvPr>
            <p:cNvSpPr txBox="1"/>
            <p:nvPr/>
          </p:nvSpPr>
          <p:spPr>
            <a:xfrm>
              <a:off x="9648000" y="2699999"/>
              <a:ext cx="432000" cy="1080000"/>
            </a:xfrm>
            <a:prstGeom prst="rect">
              <a:avLst/>
            </a:prstGeom>
            <a:noFill/>
          </p:spPr>
          <p:txBody>
            <a:bodyPr wrap="square">
              <a:spAutoFit/>
            </a:bodyPr>
            <a:lstStyle/>
            <a:p>
              <a:pPr algn="ctr"/>
              <a:r>
                <a:rPr lang="en-US" altLang="zh-CN" sz="1600" b="1" dirty="0">
                  <a:solidFill>
                    <a:srgbClr val="0000FF"/>
                  </a:solidFill>
                  <a:latin typeface="微软雅黑" panose="020B0503020204020204" pitchFamily="34" charset="-122"/>
                  <a:ea typeface="微软雅黑" panose="020B0503020204020204" pitchFamily="34" charset="-122"/>
                </a:rPr>
                <a:t>0</a:t>
              </a:r>
            </a:p>
            <a:p>
              <a:pPr algn="ctr"/>
              <a:r>
                <a:rPr lang="en-US" altLang="zh-CN" sz="1600" b="1" dirty="0">
                  <a:solidFill>
                    <a:srgbClr val="0000FF"/>
                  </a:solidFill>
                  <a:latin typeface="微软雅黑" panose="020B0503020204020204" pitchFamily="34" charset="-122"/>
                  <a:ea typeface="微软雅黑" panose="020B0503020204020204" pitchFamily="34" charset="-122"/>
                </a:rPr>
                <a:t>1</a:t>
              </a:r>
            </a:p>
            <a:p>
              <a:pPr algn="ctr"/>
              <a:r>
                <a:rPr lang="en-US" altLang="zh-CN" sz="1600" b="1" dirty="0">
                  <a:solidFill>
                    <a:srgbClr val="0000FF"/>
                  </a:solidFill>
                  <a:latin typeface="微软雅黑" panose="020B0503020204020204" pitchFamily="34" charset="-122"/>
                  <a:ea typeface="微软雅黑" panose="020B0503020204020204" pitchFamily="34" charset="-122"/>
                </a:rPr>
                <a:t>0</a:t>
              </a:r>
            </a:p>
            <a:p>
              <a:pPr algn="ctr"/>
              <a:r>
                <a:rPr lang="en-US" altLang="zh-CN" sz="1600" b="1" dirty="0">
                  <a:solidFill>
                    <a:srgbClr val="0000FF"/>
                  </a:solidFill>
                  <a:latin typeface="微软雅黑" panose="020B0503020204020204" pitchFamily="34" charset="-122"/>
                  <a:ea typeface="微软雅黑" panose="020B0503020204020204" pitchFamily="34" charset="-122"/>
                </a:rPr>
                <a:t>0</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sp>
          <p:nvSpPr>
            <p:cNvPr id="320" name="文本框 319">
              <a:extLst>
                <a:ext uri="{FF2B5EF4-FFF2-40B4-BE49-F238E27FC236}">
                  <a16:creationId xmlns:a16="http://schemas.microsoft.com/office/drawing/2014/main" id="{EDB32429-6849-37F8-D4E5-C9295D35213C}"/>
                </a:ext>
              </a:extLst>
            </p:cNvPr>
            <p:cNvSpPr txBox="1"/>
            <p:nvPr/>
          </p:nvSpPr>
          <p:spPr>
            <a:xfrm>
              <a:off x="9648000" y="4860000"/>
              <a:ext cx="432000" cy="1080000"/>
            </a:xfrm>
            <a:prstGeom prst="rect">
              <a:avLst/>
            </a:prstGeom>
            <a:noFill/>
          </p:spPr>
          <p:txBody>
            <a:bodyPr wrap="square">
              <a:spAutoFit/>
            </a:bodyPr>
            <a:lstStyle/>
            <a:p>
              <a:pPr algn="ctr"/>
              <a:r>
                <a:rPr lang="en-US" altLang="zh-CN" sz="1600" b="1" dirty="0">
                  <a:solidFill>
                    <a:srgbClr val="0000FF"/>
                  </a:solidFill>
                  <a:latin typeface="微软雅黑" panose="020B0503020204020204" pitchFamily="34" charset="-122"/>
                  <a:ea typeface="微软雅黑" panose="020B0503020204020204" pitchFamily="34" charset="-122"/>
                </a:rPr>
                <a:t>0</a:t>
              </a:r>
            </a:p>
            <a:p>
              <a:pPr algn="ctr"/>
              <a:r>
                <a:rPr lang="en-US" altLang="zh-CN" sz="1600" b="1" dirty="0">
                  <a:solidFill>
                    <a:srgbClr val="0000FF"/>
                  </a:solidFill>
                  <a:latin typeface="微软雅黑" panose="020B0503020204020204" pitchFamily="34" charset="-122"/>
                  <a:ea typeface="微软雅黑" panose="020B0503020204020204" pitchFamily="34" charset="-122"/>
                </a:rPr>
                <a:t>1</a:t>
              </a:r>
            </a:p>
            <a:p>
              <a:pPr algn="ctr"/>
              <a:r>
                <a:rPr lang="en-US" altLang="zh-CN" sz="1600" b="1" dirty="0">
                  <a:solidFill>
                    <a:srgbClr val="0000FF"/>
                  </a:solidFill>
                  <a:latin typeface="微软雅黑" panose="020B0503020204020204" pitchFamily="34" charset="-122"/>
                  <a:ea typeface="微软雅黑" panose="020B0503020204020204" pitchFamily="34" charset="-122"/>
                </a:rPr>
                <a:t>1</a:t>
              </a:r>
            </a:p>
            <a:p>
              <a:pPr algn="ctr"/>
              <a:r>
                <a:rPr lang="en-US" altLang="zh-CN" sz="1600" b="1" dirty="0">
                  <a:solidFill>
                    <a:srgbClr val="0000FF"/>
                  </a:solidFill>
                  <a:latin typeface="微软雅黑" panose="020B0503020204020204" pitchFamily="34" charset="-122"/>
                  <a:ea typeface="微软雅黑" panose="020B0503020204020204" pitchFamily="34" charset="-122"/>
                </a:rPr>
                <a:t>1</a:t>
              </a:r>
              <a:endParaRPr lang="zh-CN" altLang="en-US" sz="1600" b="1" dirty="0">
                <a:solidFill>
                  <a:srgbClr val="0000FF"/>
                </a:solidFill>
                <a:latin typeface="微软雅黑" panose="020B0503020204020204" pitchFamily="34" charset="-122"/>
                <a:ea typeface="微软雅黑" panose="020B0503020204020204" pitchFamily="34" charset="-122"/>
              </a:endParaRPr>
            </a:p>
          </p:txBody>
        </p:sp>
        <p:cxnSp>
          <p:nvCxnSpPr>
            <p:cNvPr id="376" name="直接连接符 375">
              <a:extLst>
                <a:ext uri="{FF2B5EF4-FFF2-40B4-BE49-F238E27FC236}">
                  <a16:creationId xmlns:a16="http://schemas.microsoft.com/office/drawing/2014/main" id="{8449895E-087F-BE02-25B9-69E14F87A9A2}"/>
                </a:ext>
              </a:extLst>
            </p:cNvPr>
            <p:cNvCxnSpPr>
              <a:cxnSpLocks/>
            </p:cNvCxnSpPr>
            <p:nvPr/>
          </p:nvCxnSpPr>
          <p:spPr>
            <a:xfrm flipH="1">
              <a:off x="5706000" y="282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7" name="直接连接符 376">
              <a:extLst>
                <a:ext uri="{FF2B5EF4-FFF2-40B4-BE49-F238E27FC236}">
                  <a16:creationId xmlns:a16="http://schemas.microsoft.com/office/drawing/2014/main" id="{7C286981-777F-0D8D-8EAB-355149BE966F}"/>
                </a:ext>
              </a:extLst>
            </p:cNvPr>
            <p:cNvCxnSpPr>
              <a:cxnSpLocks/>
            </p:cNvCxnSpPr>
            <p:nvPr/>
          </p:nvCxnSpPr>
          <p:spPr>
            <a:xfrm>
              <a:off x="5706000" y="282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4" name="直接连接符 373">
              <a:extLst>
                <a:ext uri="{FF2B5EF4-FFF2-40B4-BE49-F238E27FC236}">
                  <a16:creationId xmlns:a16="http://schemas.microsoft.com/office/drawing/2014/main" id="{DAB03694-4EBA-414A-93E7-E7914A9D258A}"/>
                </a:ext>
              </a:extLst>
            </p:cNvPr>
            <p:cNvCxnSpPr>
              <a:cxnSpLocks/>
            </p:cNvCxnSpPr>
            <p:nvPr/>
          </p:nvCxnSpPr>
          <p:spPr>
            <a:xfrm flipH="1">
              <a:off x="5706000" y="3005999"/>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5" name="直接连接符 374">
              <a:extLst>
                <a:ext uri="{FF2B5EF4-FFF2-40B4-BE49-F238E27FC236}">
                  <a16:creationId xmlns:a16="http://schemas.microsoft.com/office/drawing/2014/main" id="{FF92CC90-4F55-81E0-3F11-1E6F8853CB4D}"/>
                </a:ext>
              </a:extLst>
            </p:cNvPr>
            <p:cNvCxnSpPr>
              <a:cxnSpLocks/>
            </p:cNvCxnSpPr>
            <p:nvPr/>
          </p:nvCxnSpPr>
          <p:spPr>
            <a:xfrm>
              <a:off x="5706000" y="3005999"/>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2" name="直接连接符 371">
              <a:extLst>
                <a:ext uri="{FF2B5EF4-FFF2-40B4-BE49-F238E27FC236}">
                  <a16:creationId xmlns:a16="http://schemas.microsoft.com/office/drawing/2014/main" id="{BF669A33-2B90-8107-E40E-267181EDBE73}"/>
                </a:ext>
              </a:extLst>
            </p:cNvPr>
            <p:cNvCxnSpPr>
              <a:cxnSpLocks/>
            </p:cNvCxnSpPr>
            <p:nvPr/>
          </p:nvCxnSpPr>
          <p:spPr>
            <a:xfrm flipH="1">
              <a:off x="5922000" y="336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3" name="直接连接符 372">
              <a:extLst>
                <a:ext uri="{FF2B5EF4-FFF2-40B4-BE49-F238E27FC236}">
                  <a16:creationId xmlns:a16="http://schemas.microsoft.com/office/drawing/2014/main" id="{A547F139-C9C2-BA8C-7F29-6FC8F2BB04F2}"/>
                </a:ext>
              </a:extLst>
            </p:cNvPr>
            <p:cNvCxnSpPr>
              <a:cxnSpLocks/>
            </p:cNvCxnSpPr>
            <p:nvPr/>
          </p:nvCxnSpPr>
          <p:spPr>
            <a:xfrm>
              <a:off x="5922000" y="336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0" name="直接连接符 369">
              <a:extLst>
                <a:ext uri="{FF2B5EF4-FFF2-40B4-BE49-F238E27FC236}">
                  <a16:creationId xmlns:a16="http://schemas.microsoft.com/office/drawing/2014/main" id="{4A1C4C68-FE27-230E-D463-ADEBFECBB73B}"/>
                </a:ext>
              </a:extLst>
            </p:cNvPr>
            <p:cNvCxnSpPr>
              <a:cxnSpLocks/>
            </p:cNvCxnSpPr>
            <p:nvPr/>
          </p:nvCxnSpPr>
          <p:spPr>
            <a:xfrm flipH="1">
              <a:off x="5922000" y="3545999"/>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71" name="直接连接符 370">
              <a:extLst>
                <a:ext uri="{FF2B5EF4-FFF2-40B4-BE49-F238E27FC236}">
                  <a16:creationId xmlns:a16="http://schemas.microsoft.com/office/drawing/2014/main" id="{A1C7F5A6-E694-6DE4-F254-0466458AE773}"/>
                </a:ext>
              </a:extLst>
            </p:cNvPr>
            <p:cNvCxnSpPr>
              <a:cxnSpLocks/>
            </p:cNvCxnSpPr>
            <p:nvPr/>
          </p:nvCxnSpPr>
          <p:spPr>
            <a:xfrm>
              <a:off x="5922000" y="3545999"/>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8" name="直接连接符 367">
              <a:extLst>
                <a:ext uri="{FF2B5EF4-FFF2-40B4-BE49-F238E27FC236}">
                  <a16:creationId xmlns:a16="http://schemas.microsoft.com/office/drawing/2014/main" id="{0D809FD9-F5F7-7510-5CE3-88467BB33CCF}"/>
                </a:ext>
              </a:extLst>
            </p:cNvPr>
            <p:cNvCxnSpPr>
              <a:cxnSpLocks/>
            </p:cNvCxnSpPr>
            <p:nvPr/>
          </p:nvCxnSpPr>
          <p:spPr>
            <a:xfrm flipH="1">
              <a:off x="5922000" y="4158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9" name="直接连接符 368">
              <a:extLst>
                <a:ext uri="{FF2B5EF4-FFF2-40B4-BE49-F238E27FC236}">
                  <a16:creationId xmlns:a16="http://schemas.microsoft.com/office/drawing/2014/main" id="{4910EF30-E5B2-A2DD-1123-095A0ECAD83A}"/>
                </a:ext>
              </a:extLst>
            </p:cNvPr>
            <p:cNvCxnSpPr>
              <a:cxnSpLocks/>
            </p:cNvCxnSpPr>
            <p:nvPr/>
          </p:nvCxnSpPr>
          <p:spPr>
            <a:xfrm>
              <a:off x="5922000" y="4158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6" name="直接连接符 365">
              <a:extLst>
                <a:ext uri="{FF2B5EF4-FFF2-40B4-BE49-F238E27FC236}">
                  <a16:creationId xmlns:a16="http://schemas.microsoft.com/office/drawing/2014/main" id="{0F3BA918-3C49-5F16-5D3A-544774630887}"/>
                </a:ext>
              </a:extLst>
            </p:cNvPr>
            <p:cNvCxnSpPr>
              <a:cxnSpLocks/>
            </p:cNvCxnSpPr>
            <p:nvPr/>
          </p:nvCxnSpPr>
          <p:spPr>
            <a:xfrm flipH="1">
              <a:off x="8442000" y="4158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7" name="直接连接符 366">
              <a:extLst>
                <a:ext uri="{FF2B5EF4-FFF2-40B4-BE49-F238E27FC236}">
                  <a16:creationId xmlns:a16="http://schemas.microsoft.com/office/drawing/2014/main" id="{D713C09C-FA95-0092-51A4-890A9E10098B}"/>
                </a:ext>
              </a:extLst>
            </p:cNvPr>
            <p:cNvCxnSpPr>
              <a:cxnSpLocks/>
            </p:cNvCxnSpPr>
            <p:nvPr/>
          </p:nvCxnSpPr>
          <p:spPr>
            <a:xfrm>
              <a:off x="8442000" y="4158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4" name="直接连接符 363">
              <a:extLst>
                <a:ext uri="{FF2B5EF4-FFF2-40B4-BE49-F238E27FC236}">
                  <a16:creationId xmlns:a16="http://schemas.microsoft.com/office/drawing/2014/main" id="{A85778CF-8D46-7D6C-7780-D98D1E746E0E}"/>
                </a:ext>
              </a:extLst>
            </p:cNvPr>
            <p:cNvCxnSpPr>
              <a:cxnSpLocks/>
            </p:cNvCxnSpPr>
            <p:nvPr/>
          </p:nvCxnSpPr>
          <p:spPr>
            <a:xfrm flipH="1">
              <a:off x="8226000" y="318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5" name="直接连接符 364">
              <a:extLst>
                <a:ext uri="{FF2B5EF4-FFF2-40B4-BE49-F238E27FC236}">
                  <a16:creationId xmlns:a16="http://schemas.microsoft.com/office/drawing/2014/main" id="{6901A135-F3E9-FD66-1EDD-33FF702B1BD1}"/>
                </a:ext>
              </a:extLst>
            </p:cNvPr>
            <p:cNvCxnSpPr>
              <a:cxnSpLocks/>
            </p:cNvCxnSpPr>
            <p:nvPr/>
          </p:nvCxnSpPr>
          <p:spPr>
            <a:xfrm>
              <a:off x="8226000" y="318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2" name="直接连接符 361">
              <a:extLst>
                <a:ext uri="{FF2B5EF4-FFF2-40B4-BE49-F238E27FC236}">
                  <a16:creationId xmlns:a16="http://schemas.microsoft.com/office/drawing/2014/main" id="{338C12E2-0BBD-2721-9604-A650F10DF37D}"/>
                </a:ext>
              </a:extLst>
            </p:cNvPr>
            <p:cNvCxnSpPr>
              <a:cxnSpLocks/>
            </p:cNvCxnSpPr>
            <p:nvPr/>
          </p:nvCxnSpPr>
          <p:spPr>
            <a:xfrm flipH="1">
              <a:off x="8442000" y="300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3" name="直接连接符 362">
              <a:extLst>
                <a:ext uri="{FF2B5EF4-FFF2-40B4-BE49-F238E27FC236}">
                  <a16:creationId xmlns:a16="http://schemas.microsoft.com/office/drawing/2014/main" id="{F96DC41A-C7DD-A2F2-CA07-DDC8606D705F}"/>
                </a:ext>
              </a:extLst>
            </p:cNvPr>
            <p:cNvCxnSpPr>
              <a:cxnSpLocks/>
            </p:cNvCxnSpPr>
            <p:nvPr/>
          </p:nvCxnSpPr>
          <p:spPr>
            <a:xfrm>
              <a:off x="8442000" y="300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0" name="直接连接符 359">
              <a:extLst>
                <a:ext uri="{FF2B5EF4-FFF2-40B4-BE49-F238E27FC236}">
                  <a16:creationId xmlns:a16="http://schemas.microsoft.com/office/drawing/2014/main" id="{DCFD6B04-CA0D-014D-5BF2-01AF9440640A}"/>
                </a:ext>
              </a:extLst>
            </p:cNvPr>
            <p:cNvCxnSpPr>
              <a:cxnSpLocks/>
            </p:cNvCxnSpPr>
            <p:nvPr/>
          </p:nvCxnSpPr>
          <p:spPr>
            <a:xfrm flipH="1">
              <a:off x="8658000" y="336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1" name="直接连接符 360">
              <a:extLst>
                <a:ext uri="{FF2B5EF4-FFF2-40B4-BE49-F238E27FC236}">
                  <a16:creationId xmlns:a16="http://schemas.microsoft.com/office/drawing/2014/main" id="{CCA16FCC-D31A-3AD7-3758-F40D7E0F569A}"/>
                </a:ext>
              </a:extLst>
            </p:cNvPr>
            <p:cNvCxnSpPr>
              <a:cxnSpLocks/>
            </p:cNvCxnSpPr>
            <p:nvPr/>
          </p:nvCxnSpPr>
          <p:spPr>
            <a:xfrm>
              <a:off x="8658000" y="336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8" name="直接连接符 357">
              <a:extLst>
                <a:ext uri="{FF2B5EF4-FFF2-40B4-BE49-F238E27FC236}">
                  <a16:creationId xmlns:a16="http://schemas.microsoft.com/office/drawing/2014/main" id="{595496E5-9009-9A74-E0F2-A22054EF20A4}"/>
                </a:ext>
              </a:extLst>
            </p:cNvPr>
            <p:cNvCxnSpPr>
              <a:cxnSpLocks/>
            </p:cNvCxnSpPr>
            <p:nvPr/>
          </p:nvCxnSpPr>
          <p:spPr>
            <a:xfrm flipH="1">
              <a:off x="8226000" y="516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9" name="直接连接符 358">
              <a:extLst>
                <a:ext uri="{FF2B5EF4-FFF2-40B4-BE49-F238E27FC236}">
                  <a16:creationId xmlns:a16="http://schemas.microsoft.com/office/drawing/2014/main" id="{A0F3F454-AF54-D550-48F4-9FF5D3A3251A}"/>
                </a:ext>
              </a:extLst>
            </p:cNvPr>
            <p:cNvCxnSpPr>
              <a:cxnSpLocks/>
            </p:cNvCxnSpPr>
            <p:nvPr/>
          </p:nvCxnSpPr>
          <p:spPr>
            <a:xfrm>
              <a:off x="8226000" y="516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6" name="直接连接符 355">
              <a:extLst>
                <a:ext uri="{FF2B5EF4-FFF2-40B4-BE49-F238E27FC236}">
                  <a16:creationId xmlns:a16="http://schemas.microsoft.com/office/drawing/2014/main" id="{67D36D08-7416-24C2-89B9-9D841E4EFA99}"/>
                </a:ext>
              </a:extLst>
            </p:cNvPr>
            <p:cNvCxnSpPr>
              <a:cxnSpLocks/>
            </p:cNvCxnSpPr>
            <p:nvPr/>
          </p:nvCxnSpPr>
          <p:spPr>
            <a:xfrm flipH="1">
              <a:off x="8874000" y="552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7" name="直接连接符 356">
              <a:extLst>
                <a:ext uri="{FF2B5EF4-FFF2-40B4-BE49-F238E27FC236}">
                  <a16:creationId xmlns:a16="http://schemas.microsoft.com/office/drawing/2014/main" id="{4419A915-93FC-2471-C72E-6F6BF4F793A1}"/>
                </a:ext>
              </a:extLst>
            </p:cNvPr>
            <p:cNvCxnSpPr>
              <a:cxnSpLocks/>
            </p:cNvCxnSpPr>
            <p:nvPr/>
          </p:nvCxnSpPr>
          <p:spPr>
            <a:xfrm>
              <a:off x="8874000" y="552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4" name="直接连接符 353">
              <a:extLst>
                <a:ext uri="{FF2B5EF4-FFF2-40B4-BE49-F238E27FC236}">
                  <a16:creationId xmlns:a16="http://schemas.microsoft.com/office/drawing/2014/main" id="{F42BDE57-E04A-6B0D-9F7D-3B999B5E9582}"/>
                </a:ext>
              </a:extLst>
            </p:cNvPr>
            <p:cNvCxnSpPr>
              <a:cxnSpLocks/>
            </p:cNvCxnSpPr>
            <p:nvPr/>
          </p:nvCxnSpPr>
          <p:spPr>
            <a:xfrm flipH="1">
              <a:off x="8874000" y="4590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5" name="直接连接符 354">
              <a:extLst>
                <a:ext uri="{FF2B5EF4-FFF2-40B4-BE49-F238E27FC236}">
                  <a16:creationId xmlns:a16="http://schemas.microsoft.com/office/drawing/2014/main" id="{01C9E8A4-08AB-3220-B400-5E729B0C92EB}"/>
                </a:ext>
              </a:extLst>
            </p:cNvPr>
            <p:cNvCxnSpPr>
              <a:cxnSpLocks/>
            </p:cNvCxnSpPr>
            <p:nvPr/>
          </p:nvCxnSpPr>
          <p:spPr>
            <a:xfrm>
              <a:off x="8874000" y="4590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2" name="直接连接符 351">
              <a:extLst>
                <a:ext uri="{FF2B5EF4-FFF2-40B4-BE49-F238E27FC236}">
                  <a16:creationId xmlns:a16="http://schemas.microsoft.com/office/drawing/2014/main" id="{8BCAA7E2-6B3F-965B-1C82-AD7E643C5E91}"/>
                </a:ext>
              </a:extLst>
            </p:cNvPr>
            <p:cNvCxnSpPr>
              <a:cxnSpLocks/>
            </p:cNvCxnSpPr>
            <p:nvPr/>
          </p:nvCxnSpPr>
          <p:spPr>
            <a:xfrm flipH="1">
              <a:off x="8658000" y="2214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3" name="直接连接符 352">
              <a:extLst>
                <a:ext uri="{FF2B5EF4-FFF2-40B4-BE49-F238E27FC236}">
                  <a16:creationId xmlns:a16="http://schemas.microsoft.com/office/drawing/2014/main" id="{3AF750E3-06D5-61DC-B1B7-132202E8FA4D}"/>
                </a:ext>
              </a:extLst>
            </p:cNvPr>
            <p:cNvCxnSpPr>
              <a:cxnSpLocks/>
            </p:cNvCxnSpPr>
            <p:nvPr/>
          </p:nvCxnSpPr>
          <p:spPr>
            <a:xfrm>
              <a:off x="8658000" y="2214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0" name="直接连接符 349">
              <a:extLst>
                <a:ext uri="{FF2B5EF4-FFF2-40B4-BE49-F238E27FC236}">
                  <a16:creationId xmlns:a16="http://schemas.microsoft.com/office/drawing/2014/main" id="{199EDDFA-2762-8F12-EE77-AF635E9B30BB}"/>
                </a:ext>
              </a:extLst>
            </p:cNvPr>
            <p:cNvCxnSpPr>
              <a:cxnSpLocks/>
            </p:cNvCxnSpPr>
            <p:nvPr/>
          </p:nvCxnSpPr>
          <p:spPr>
            <a:xfrm flipH="1">
              <a:off x="6750000" y="2214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51" name="直接连接符 350">
              <a:extLst>
                <a:ext uri="{FF2B5EF4-FFF2-40B4-BE49-F238E27FC236}">
                  <a16:creationId xmlns:a16="http://schemas.microsoft.com/office/drawing/2014/main" id="{210A76B6-B26E-0943-0CFF-754585D937DD}"/>
                </a:ext>
              </a:extLst>
            </p:cNvPr>
            <p:cNvCxnSpPr>
              <a:cxnSpLocks/>
            </p:cNvCxnSpPr>
            <p:nvPr/>
          </p:nvCxnSpPr>
          <p:spPr>
            <a:xfrm>
              <a:off x="6750000" y="2214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8" name="直接连接符 347">
              <a:extLst>
                <a:ext uri="{FF2B5EF4-FFF2-40B4-BE49-F238E27FC236}">
                  <a16:creationId xmlns:a16="http://schemas.microsoft.com/office/drawing/2014/main" id="{35F676D0-FA3D-2846-7F69-F7BBE1D59CAB}"/>
                </a:ext>
              </a:extLst>
            </p:cNvPr>
            <p:cNvCxnSpPr>
              <a:cxnSpLocks/>
            </p:cNvCxnSpPr>
            <p:nvPr/>
          </p:nvCxnSpPr>
          <p:spPr>
            <a:xfrm flipH="1">
              <a:off x="10350000" y="1782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9" name="直接连接符 348">
              <a:extLst>
                <a:ext uri="{FF2B5EF4-FFF2-40B4-BE49-F238E27FC236}">
                  <a16:creationId xmlns:a16="http://schemas.microsoft.com/office/drawing/2014/main" id="{22B02314-5569-D7F7-0B1E-415C10E513B6}"/>
                </a:ext>
              </a:extLst>
            </p:cNvPr>
            <p:cNvCxnSpPr>
              <a:cxnSpLocks/>
            </p:cNvCxnSpPr>
            <p:nvPr/>
          </p:nvCxnSpPr>
          <p:spPr>
            <a:xfrm>
              <a:off x="10350000" y="1782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6" name="直接连接符 345">
              <a:extLst>
                <a:ext uri="{FF2B5EF4-FFF2-40B4-BE49-F238E27FC236}">
                  <a16:creationId xmlns:a16="http://schemas.microsoft.com/office/drawing/2014/main" id="{BAD40D0B-4344-21D4-2D0A-667692945C77}"/>
                </a:ext>
              </a:extLst>
            </p:cNvPr>
            <p:cNvCxnSpPr>
              <a:cxnSpLocks/>
            </p:cNvCxnSpPr>
            <p:nvPr/>
          </p:nvCxnSpPr>
          <p:spPr>
            <a:xfrm flipH="1">
              <a:off x="10746000" y="1782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7" name="直接连接符 346">
              <a:extLst>
                <a:ext uri="{FF2B5EF4-FFF2-40B4-BE49-F238E27FC236}">
                  <a16:creationId xmlns:a16="http://schemas.microsoft.com/office/drawing/2014/main" id="{5A0411CC-49A4-FCDB-02F4-35A86B75B3A4}"/>
                </a:ext>
              </a:extLst>
            </p:cNvPr>
            <p:cNvCxnSpPr>
              <a:cxnSpLocks/>
            </p:cNvCxnSpPr>
            <p:nvPr/>
          </p:nvCxnSpPr>
          <p:spPr>
            <a:xfrm>
              <a:off x="10746000" y="1782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4" name="直接连接符 343">
              <a:extLst>
                <a:ext uri="{FF2B5EF4-FFF2-40B4-BE49-F238E27FC236}">
                  <a16:creationId xmlns:a16="http://schemas.microsoft.com/office/drawing/2014/main" id="{D0637478-B289-FF8A-3A7F-693467A76F75}"/>
                </a:ext>
              </a:extLst>
            </p:cNvPr>
            <p:cNvCxnSpPr>
              <a:cxnSpLocks/>
            </p:cNvCxnSpPr>
            <p:nvPr/>
          </p:nvCxnSpPr>
          <p:spPr>
            <a:xfrm flipH="1">
              <a:off x="10746000" y="534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5" name="直接连接符 344">
              <a:extLst>
                <a:ext uri="{FF2B5EF4-FFF2-40B4-BE49-F238E27FC236}">
                  <a16:creationId xmlns:a16="http://schemas.microsoft.com/office/drawing/2014/main" id="{4F6A9E0E-89D6-D062-C82C-96594031668A}"/>
                </a:ext>
              </a:extLst>
            </p:cNvPr>
            <p:cNvCxnSpPr>
              <a:cxnSpLocks/>
            </p:cNvCxnSpPr>
            <p:nvPr/>
          </p:nvCxnSpPr>
          <p:spPr>
            <a:xfrm>
              <a:off x="10746000" y="534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2" name="直接连接符 341">
              <a:extLst>
                <a:ext uri="{FF2B5EF4-FFF2-40B4-BE49-F238E27FC236}">
                  <a16:creationId xmlns:a16="http://schemas.microsoft.com/office/drawing/2014/main" id="{C3000770-4C1C-F44C-A1D0-7EC067052ED2}"/>
                </a:ext>
              </a:extLst>
            </p:cNvPr>
            <p:cNvCxnSpPr>
              <a:cxnSpLocks/>
            </p:cNvCxnSpPr>
            <p:nvPr/>
          </p:nvCxnSpPr>
          <p:spPr>
            <a:xfrm flipH="1">
              <a:off x="11394000" y="4590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3" name="直接连接符 342">
              <a:extLst>
                <a:ext uri="{FF2B5EF4-FFF2-40B4-BE49-F238E27FC236}">
                  <a16:creationId xmlns:a16="http://schemas.microsoft.com/office/drawing/2014/main" id="{02CC6324-C74B-95A3-49D9-4F7C2472CEB9}"/>
                </a:ext>
              </a:extLst>
            </p:cNvPr>
            <p:cNvCxnSpPr>
              <a:cxnSpLocks/>
            </p:cNvCxnSpPr>
            <p:nvPr/>
          </p:nvCxnSpPr>
          <p:spPr>
            <a:xfrm>
              <a:off x="11394000" y="4590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0" name="直接连接符 339">
              <a:extLst>
                <a:ext uri="{FF2B5EF4-FFF2-40B4-BE49-F238E27FC236}">
                  <a16:creationId xmlns:a16="http://schemas.microsoft.com/office/drawing/2014/main" id="{0734EDAE-DF38-C0A0-8E65-9920F6A4811C}"/>
                </a:ext>
              </a:extLst>
            </p:cNvPr>
            <p:cNvCxnSpPr>
              <a:cxnSpLocks/>
            </p:cNvCxnSpPr>
            <p:nvPr/>
          </p:nvCxnSpPr>
          <p:spPr>
            <a:xfrm flipH="1">
              <a:off x="11394000" y="318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41" name="直接连接符 340">
              <a:extLst>
                <a:ext uri="{FF2B5EF4-FFF2-40B4-BE49-F238E27FC236}">
                  <a16:creationId xmlns:a16="http://schemas.microsoft.com/office/drawing/2014/main" id="{4E24CBD4-2E76-4286-856A-A39CEBBD8F4D}"/>
                </a:ext>
              </a:extLst>
            </p:cNvPr>
            <p:cNvCxnSpPr>
              <a:cxnSpLocks/>
            </p:cNvCxnSpPr>
            <p:nvPr/>
          </p:nvCxnSpPr>
          <p:spPr>
            <a:xfrm>
              <a:off x="11394000" y="3186000"/>
              <a:ext cx="108000" cy="10800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pic>
        <p:nvPicPr>
          <p:cNvPr id="237" name="图片 236">
            <a:extLst>
              <a:ext uri="{FF2B5EF4-FFF2-40B4-BE49-F238E27FC236}">
                <a16:creationId xmlns:a16="http://schemas.microsoft.com/office/drawing/2014/main" id="{58FA3A36-66A2-458E-16EF-09CEB717132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20000" y="3960000"/>
            <a:ext cx="2039092" cy="2160000"/>
          </a:xfrm>
          <a:prstGeom prst="rect">
            <a:avLst/>
          </a:prstGeom>
        </p:spPr>
      </p:pic>
      <p:sp>
        <p:nvSpPr>
          <p:cNvPr id="2" name="标题 1">
            <a:extLst>
              <a:ext uri="{FF2B5EF4-FFF2-40B4-BE49-F238E27FC236}">
                <a16:creationId xmlns:a16="http://schemas.microsoft.com/office/drawing/2014/main" id="{C0859E9C-3F65-27D6-7F2B-01DCDF25B28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高密度可编程逻辑器件 </a:t>
            </a:r>
            <a:r>
              <a:rPr lang="en-US" altLang="zh-CN" sz="3000" dirty="0"/>
              <a:t>—— </a:t>
            </a:r>
            <a:r>
              <a:rPr lang="en-US" altLang="zh-CN" sz="3000" dirty="0">
                <a:solidFill>
                  <a:srgbClr val="FFFF00"/>
                </a:solidFill>
              </a:rPr>
              <a:t>FPGA</a:t>
            </a:r>
          </a:p>
        </p:txBody>
      </p:sp>
      <p:sp>
        <p:nvSpPr>
          <p:cNvPr id="8" name="文本框 7">
            <a:extLst>
              <a:ext uri="{FF2B5EF4-FFF2-40B4-BE49-F238E27FC236}">
                <a16:creationId xmlns:a16="http://schemas.microsoft.com/office/drawing/2014/main" id="{8EC07EB9-0F3C-A02C-985D-7B5F27F46977}"/>
              </a:ext>
            </a:extLst>
          </p:cNvPr>
          <p:cNvSpPr txBox="1"/>
          <p:nvPr/>
        </p:nvSpPr>
        <p:spPr>
          <a:xfrm>
            <a:off x="360000" y="828000"/>
            <a:ext cx="4250637" cy="565604"/>
          </a:xfrm>
          <a:prstGeom prst="rect">
            <a:avLst/>
          </a:prstGeom>
          <a:noFill/>
        </p:spPr>
        <p:txBody>
          <a:bodyPr wrap="square">
            <a:spAutoFit/>
          </a:bodyPr>
          <a:lstStyle/>
          <a:p>
            <a:pPr>
              <a:lnSpc>
                <a:spcPct val="120000"/>
              </a:lnSpc>
              <a:spcAft>
                <a:spcPts val="600"/>
              </a:spcAft>
            </a:pPr>
            <a:r>
              <a:rPr lang="en-US" altLang="zh-CN" sz="2800" dirty="0">
                <a:solidFill>
                  <a:srgbClr val="002060"/>
                </a:solidFill>
                <a:latin typeface="微软雅黑" panose="020B0503020204020204" pitchFamily="34" charset="-122"/>
                <a:ea typeface="微软雅黑" panose="020B0503020204020204" pitchFamily="34" charset="-122"/>
              </a:rPr>
              <a:t>FPGA </a:t>
            </a:r>
            <a:r>
              <a:rPr lang="zh-CN" altLang="en-US" sz="2800" dirty="0">
                <a:solidFill>
                  <a:srgbClr val="002060"/>
                </a:solidFill>
                <a:latin typeface="微软雅黑" panose="020B0503020204020204" pitchFamily="34" charset="-122"/>
                <a:ea typeface="微软雅黑" panose="020B0503020204020204" pitchFamily="34" charset="-122"/>
              </a:rPr>
              <a:t>编程实现逻辑功能</a:t>
            </a:r>
            <a:endParaRPr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03" name="文本框 202">
                <a:extLst>
                  <a:ext uri="{FF2B5EF4-FFF2-40B4-BE49-F238E27FC236}">
                    <a16:creationId xmlns:a16="http://schemas.microsoft.com/office/drawing/2014/main" id="{E5EA2543-EDFF-B5EE-E1EF-AD66C097B2AC}"/>
                  </a:ext>
                </a:extLst>
              </p:cNvPr>
              <p:cNvSpPr txBox="1"/>
              <p:nvPr/>
            </p:nvSpPr>
            <p:spPr>
              <a:xfrm>
                <a:off x="360000" y="1440000"/>
                <a:ext cx="4572001" cy="461665"/>
              </a:xfrm>
              <a:prstGeom prst="rect">
                <a:avLst/>
              </a:prstGeom>
              <a:noFill/>
            </p:spPr>
            <p:txBody>
              <a:bodyPr wrap="square">
                <a:spAutoFit/>
              </a:bodyPr>
              <a:lstStyle/>
              <a:p>
                <a14:m>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AB</m:t>
                    </m:r>
                  </m:oMath>
                </a14:m>
                <a:r>
                  <a:rPr kumimoji="1" lang="zh-CN" altLang="en-US" sz="2400" dirty="0">
                    <a:solidFill>
                      <a:schemeClr val="accent5">
                        <a:lumMod val="75000"/>
                      </a:schemeClr>
                    </a:solidFill>
                    <a:latin typeface="Cambria Math" panose="02040503050406030204" pitchFamily="18" charset="0"/>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t>
                    </m:r>
                    <m:acc>
                      <m:accPr>
                        <m: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acc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B</m:t>
                        </m:r>
                      </m:e>
                    </m:acc>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C</m:t>
                    </m:r>
                  </m:oMath>
                </a14:m>
                <a:r>
                  <a:rPr kumimoji="1" lang="zh-CN" altLang="en-US" sz="2400" dirty="0">
                    <a:solidFill>
                      <a:schemeClr val="accent5">
                        <a:lumMod val="75000"/>
                      </a:schemeClr>
                    </a:solidFill>
                    <a:latin typeface="Cambria Math" panose="02040503050406030204" pitchFamily="18" charset="0"/>
                    <a:ea typeface="微软雅黑" panose="020B0503020204020204" pitchFamily="34" charset="-122"/>
                  </a:rPr>
                  <a:t>，</a:t>
                </a:r>
                <a14:m>
                  <m:oMath xmlns:m="http://schemas.openxmlformats.org/officeDocument/2006/math">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Y</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a:t> </a:t>
                </a:r>
              </a:p>
            </p:txBody>
          </p:sp>
        </mc:Choice>
        <mc:Fallback xmlns="">
          <p:sp>
            <p:nvSpPr>
              <p:cNvPr id="203" name="文本框 202">
                <a:extLst>
                  <a:ext uri="{FF2B5EF4-FFF2-40B4-BE49-F238E27FC236}">
                    <a16:creationId xmlns:a16="http://schemas.microsoft.com/office/drawing/2014/main" id="{E5EA2543-EDFF-B5EE-E1EF-AD66C097B2AC}"/>
                  </a:ext>
                </a:extLst>
              </p:cNvPr>
              <p:cNvSpPr txBox="1">
                <a:spLocks noRot="1" noChangeAspect="1" noMove="1" noResize="1" noEditPoints="1" noAdjustHandles="1" noChangeArrowheads="1" noChangeShapeType="1" noTextEdit="1"/>
              </p:cNvSpPr>
              <p:nvPr/>
            </p:nvSpPr>
            <p:spPr>
              <a:xfrm>
                <a:off x="360000" y="1440000"/>
                <a:ext cx="4572001" cy="461665"/>
              </a:xfrm>
              <a:prstGeom prst="rect">
                <a:avLst/>
              </a:prstGeom>
              <a:blipFill>
                <a:blip r:embed="rId16"/>
                <a:stretch>
                  <a:fillRect l="-267" t="-10526" b="-28947"/>
                </a:stretch>
              </a:blipFill>
            </p:spPr>
            <p:txBody>
              <a:bodyPr/>
              <a:lstStyle/>
              <a:p>
                <a:r>
                  <a:rPr lang="zh-CN" altLang="en-US">
                    <a:noFill/>
                  </a:rPr>
                  <a:t> </a:t>
                </a:r>
              </a:p>
            </p:txBody>
          </p:sp>
        </mc:Fallback>
      </mc:AlternateContent>
      <p:pic>
        <p:nvPicPr>
          <p:cNvPr id="233" name="图片 232">
            <a:extLst>
              <a:ext uri="{FF2B5EF4-FFF2-40B4-BE49-F238E27FC236}">
                <a16:creationId xmlns:a16="http://schemas.microsoft.com/office/drawing/2014/main" id="{14FAC79B-19D2-74CD-B35D-E5D86834E87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60000" y="2160000"/>
            <a:ext cx="2107715" cy="2160000"/>
          </a:xfrm>
          <a:prstGeom prst="rect">
            <a:avLst/>
          </a:prstGeom>
        </p:spPr>
      </p:pic>
      <p:pic>
        <p:nvPicPr>
          <p:cNvPr id="235" name="图片 234">
            <a:extLst>
              <a:ext uri="{FF2B5EF4-FFF2-40B4-BE49-F238E27FC236}">
                <a16:creationId xmlns:a16="http://schemas.microsoft.com/office/drawing/2014/main" id="{F30D8B4C-1D81-294B-B459-1CD4C84D9C30}"/>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60000" y="4500000"/>
            <a:ext cx="2094644" cy="2160000"/>
          </a:xfrm>
          <a:prstGeom prst="rect">
            <a:avLst/>
          </a:prstGeom>
        </p:spPr>
      </p:pic>
      <p:grpSp>
        <p:nvGrpSpPr>
          <p:cNvPr id="3" name="组合 2">
            <a:extLst>
              <a:ext uri="{FF2B5EF4-FFF2-40B4-BE49-F238E27FC236}">
                <a16:creationId xmlns:a16="http://schemas.microsoft.com/office/drawing/2014/main" id="{BB87CDB5-0F38-A422-FD36-0C65B652FABD}"/>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F16CAEE5-F2CE-F363-0DBC-00BA894D159D}"/>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55B5C579-2C28-53EE-4C28-5D8C109EBDC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D99CD4A6-B023-259C-7416-8241006106A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6D891AEC-AB82-64E0-7E88-A70B42DCCD0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14</a:t>
              </a:fld>
              <a:endParaRPr lang="zh-CN" altLang="en-US" sz="3200" dirty="0">
                <a:solidFill>
                  <a:schemeClr val="bg1"/>
                </a:solidFill>
                <a:latin typeface="Candara"/>
                <a:ea typeface="微软雅黑"/>
              </a:endParaRPr>
            </a:p>
          </p:txBody>
        </p:sp>
      </p:grpSp>
    </p:spTree>
    <p:extLst>
      <p:ext uri="{BB962C8B-B14F-4D97-AF65-F5344CB8AC3E}">
        <p14:creationId xmlns:p14="http://schemas.microsoft.com/office/powerpoint/2010/main" val="31981870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FA23BA61-C600-8061-E7C9-B64862BE69A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作业</a:t>
            </a:r>
            <a:endParaRPr lang="en-US" altLang="zh-CN" sz="3000" dirty="0">
              <a:solidFill>
                <a:srgbClr val="FFFF00"/>
              </a:solidFill>
            </a:endParaRPr>
          </a:p>
        </p:txBody>
      </p:sp>
      <p:sp>
        <p:nvSpPr>
          <p:cNvPr id="2" name="文本框 1">
            <a:extLst>
              <a:ext uri="{FF2B5EF4-FFF2-40B4-BE49-F238E27FC236}">
                <a16:creationId xmlns:a16="http://schemas.microsoft.com/office/drawing/2014/main" id="{AD5C7F67-FFE3-44FB-66D6-566CD493DD1A}"/>
              </a:ext>
            </a:extLst>
          </p:cNvPr>
          <p:cNvSpPr txBox="1"/>
          <p:nvPr/>
        </p:nvSpPr>
        <p:spPr>
          <a:xfrm>
            <a:off x="360001" y="828000"/>
            <a:ext cx="6012224" cy="533288"/>
          </a:xfrm>
          <a:prstGeom prst="rect">
            <a:avLst/>
          </a:prstGeom>
          <a:noFill/>
        </p:spPr>
        <p:txBody>
          <a:bodyPr wrap="square">
            <a:spAutoFit/>
          </a:bodyPr>
          <a:lstStyle/>
          <a:p>
            <a:pPr>
              <a:lnSpc>
                <a:spcPct val="110000"/>
              </a:lnSpc>
              <a:spcAft>
                <a:spcPct val="30000"/>
              </a:spcAft>
              <a:defRPr/>
            </a:pPr>
            <a:r>
              <a:rPr lang="zh-CN" altLang="en-US" sz="2800" kern="0" dirty="0">
                <a:solidFill>
                  <a:srgbClr val="C00000"/>
                </a:solidFill>
                <a:latin typeface="微软雅黑" panose="020B0503020204020204" pitchFamily="34" charset="-122"/>
                <a:ea typeface="微软雅黑" panose="020B0503020204020204" pitchFamily="34" charset="-122"/>
              </a:rPr>
              <a:t>无</a:t>
            </a:r>
            <a:endParaRPr lang="en-US" altLang="zh-CN" sz="2800"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15183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31542</TotalTime>
  <Words>1422</Words>
  <Application>Microsoft Office PowerPoint</Application>
  <PresentationFormat>宽屏</PresentationFormat>
  <Paragraphs>359</Paragraphs>
  <Slides>15</Slides>
  <Notes>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等线</vt:lpstr>
      <vt:lpstr>Microsoft YaHei</vt:lpstr>
      <vt:lpstr>Microsoft YaHei</vt:lpstr>
      <vt:lpstr>Arial</vt:lpstr>
      <vt:lpstr>Cambria Math</vt:lpstr>
      <vt:lpstr>Candara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 Liao</dc:creator>
  <cp:lastModifiedBy>QF</cp:lastModifiedBy>
  <cp:revision>1348</cp:revision>
  <dcterms:created xsi:type="dcterms:W3CDTF">2024-12-23T04:28:42Z</dcterms:created>
  <dcterms:modified xsi:type="dcterms:W3CDTF">2025-11-12T07:57:33Z</dcterms:modified>
</cp:coreProperties>
</file>