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1354" r:id="rId2"/>
    <p:sldId id="6935" r:id="rId3"/>
    <p:sldId id="7000" r:id="rId4"/>
    <p:sldId id="7001" r:id="rId5"/>
    <p:sldId id="7002" r:id="rId6"/>
    <p:sldId id="7003" r:id="rId7"/>
    <p:sldId id="7004" r:id="rId8"/>
    <p:sldId id="7010" r:id="rId9"/>
    <p:sldId id="7005" r:id="rId10"/>
    <p:sldId id="7006" r:id="rId11"/>
    <p:sldId id="7009" r:id="rId12"/>
    <p:sldId id="7008" r:id="rId13"/>
    <p:sldId id="700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6" autoAdjust="0"/>
    <p:restoredTop sz="75736" autoAdjust="0"/>
  </p:normalViewPr>
  <p:slideViewPr>
    <p:cSldViewPr snapToGrid="0">
      <p:cViewPr>
        <p:scale>
          <a:sx n="37" d="100"/>
          <a:sy n="37" d="100"/>
        </p:scale>
        <p:origin x="438" y="3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230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在通道选择信号的作用下，将数据分时送到多个不同的通道上去，相当于多输出的单刀多掷开关</a:t>
            </a:r>
          </a:p>
          <a:p>
            <a:pPr eaLnBrk="1" hangingPunct="1"/>
            <a:r>
              <a:rPr lang="zh-CN" altLang="en-US" dirty="0"/>
              <a:t>定义：能够将 </a:t>
            </a:r>
            <a:r>
              <a:rPr lang="en-US" altLang="zh-CN" dirty="0"/>
              <a:t>1 </a:t>
            </a:r>
            <a:r>
              <a:rPr lang="zh-CN" altLang="en-US" dirty="0"/>
              <a:t>个输入数据，根据需要传送到 </a:t>
            </a:r>
            <a:r>
              <a:rPr lang="en-US" altLang="zh-CN" dirty="0"/>
              <a:t>n </a:t>
            </a:r>
            <a:r>
              <a:rPr lang="zh-CN" altLang="en-US" dirty="0"/>
              <a:t>个输出端的任何一个输出端的电路，叫做数据分配器，又称为多路分配器，其逻辑功能正好与数据选择器相反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由于译码器和数据分配器的功能非常接近，所以译码器一个很重要的应用就是构成数据分配器</a:t>
            </a:r>
            <a:endParaRPr lang="en-US" altLang="zh-CN" dirty="0"/>
          </a:p>
          <a:p>
            <a:pPr eaLnBrk="1" hangingPunct="1"/>
            <a:r>
              <a:rPr lang="zh-CN" altLang="en-US" dirty="0"/>
              <a:t>也正因为如此，市场上没有集成数据分配器产品，只有集成译码器产品</a:t>
            </a:r>
            <a:endParaRPr lang="en-US" altLang="zh-CN" dirty="0"/>
          </a:p>
          <a:p>
            <a:pPr eaLnBrk="1" hangingPunct="1"/>
            <a:r>
              <a:rPr lang="zh-CN" altLang="en-US" dirty="0"/>
              <a:t>当需要数据分配器时，可以用译码器改接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394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在多路数据传送过程中，能够根据需要将其中任意一路选出来的电路，叫做数据选择器，也称多路选择器或多路开关。</a:t>
            </a:r>
          </a:p>
          <a:p>
            <a:pPr eaLnBrk="1" hangingPunct="1"/>
            <a:r>
              <a:rPr lang="zh-CN" altLang="en-US" dirty="0"/>
              <a:t>其逻辑功能正好与数据选择器相反。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多输入的单刀多掷开关。</a:t>
            </a:r>
          </a:p>
          <a:p>
            <a:pPr eaLnBrk="1" hangingPunct="1"/>
            <a:endParaRPr kumimoji="1"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578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MUX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334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305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66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具有 </a:t>
            </a:r>
            <a:r>
              <a:rPr lang="en-US" altLang="zh-CN" dirty="0"/>
              <a:t>n </a:t>
            </a:r>
            <a:r>
              <a:rPr lang="zh-CN" altLang="en-US" dirty="0"/>
              <a:t>位地址输入的数据选择器，至少可产生输入变量不大于 </a:t>
            </a:r>
            <a:r>
              <a:rPr lang="en-US" altLang="zh-CN" dirty="0"/>
              <a:t>n+1 </a:t>
            </a:r>
            <a:r>
              <a:rPr lang="zh-CN" altLang="en-US"/>
              <a:t>的组合逻辑函数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5584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492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image" Target="../media/image9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39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0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3" Type="http://schemas.openxmlformats.org/officeDocument/2006/relationships/image" Target="../media/image55.png"/><Relationship Id="rId21" Type="http://schemas.openxmlformats.org/officeDocument/2006/relationships/image" Target="../media/image72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0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image" Target="../media/image73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13" Type="http://schemas.openxmlformats.org/officeDocument/2006/relationships/image" Target="../media/image810.png"/><Relationship Id="rId18" Type="http://schemas.openxmlformats.org/officeDocument/2006/relationships/image" Target="../media/image860.png"/><Relationship Id="rId3" Type="http://schemas.openxmlformats.org/officeDocument/2006/relationships/image" Target="../media/image731.png"/><Relationship Id="rId7" Type="http://schemas.openxmlformats.org/officeDocument/2006/relationships/image" Target="../media/image750.png"/><Relationship Id="rId12" Type="http://schemas.openxmlformats.org/officeDocument/2006/relationships/image" Target="../media/image800.png"/><Relationship Id="rId17" Type="http://schemas.openxmlformats.org/officeDocument/2006/relationships/image" Target="../media/image85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40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0.png"/><Relationship Id="rId11" Type="http://schemas.openxmlformats.org/officeDocument/2006/relationships/image" Target="../media/image790.png"/><Relationship Id="rId5" Type="http://schemas.openxmlformats.org/officeDocument/2006/relationships/image" Target="../media/image730.png"/><Relationship Id="rId15" Type="http://schemas.openxmlformats.org/officeDocument/2006/relationships/image" Target="../media/image830.png"/><Relationship Id="rId10" Type="http://schemas.openxmlformats.org/officeDocument/2006/relationships/image" Target="../media/image780.png"/><Relationship Id="rId19" Type="http://schemas.openxmlformats.org/officeDocument/2006/relationships/image" Target="../media/image870.png"/><Relationship Id="rId4" Type="http://schemas.openxmlformats.org/officeDocument/2006/relationships/image" Target="../media/image741.png"/><Relationship Id="rId9" Type="http://schemas.openxmlformats.org/officeDocument/2006/relationships/image" Target="../media/image770.png"/><Relationship Id="rId14" Type="http://schemas.openxmlformats.org/officeDocument/2006/relationships/image" Target="../media/image8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90.png"/><Relationship Id="rId21" Type="http://schemas.openxmlformats.org/officeDocument/2006/relationships/image" Target="../media/image108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89.png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Relationship Id="rId22" Type="http://schemas.openxmlformats.org/officeDocument/2006/relationships/image" Target="../media/image10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125.png"/><Relationship Id="rId26" Type="http://schemas.openxmlformats.org/officeDocument/2006/relationships/image" Target="../media/image133.png"/><Relationship Id="rId3" Type="http://schemas.openxmlformats.org/officeDocument/2006/relationships/image" Target="../media/image110.png"/><Relationship Id="rId21" Type="http://schemas.openxmlformats.org/officeDocument/2006/relationships/image" Target="../media/image128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5" Type="http://schemas.openxmlformats.org/officeDocument/2006/relationships/image" Target="../media/image13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3.png"/><Relationship Id="rId20" Type="http://schemas.openxmlformats.org/officeDocument/2006/relationships/image" Target="../media/image127.png"/><Relationship Id="rId29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24" Type="http://schemas.openxmlformats.org/officeDocument/2006/relationships/image" Target="../media/image131.png"/><Relationship Id="rId32" Type="http://schemas.openxmlformats.org/officeDocument/2006/relationships/image" Target="../media/image139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23" Type="http://schemas.openxmlformats.org/officeDocument/2006/relationships/image" Target="../media/image130.png"/><Relationship Id="rId28" Type="http://schemas.openxmlformats.org/officeDocument/2006/relationships/image" Target="../media/image135.png"/><Relationship Id="rId10" Type="http://schemas.openxmlformats.org/officeDocument/2006/relationships/image" Target="../media/image117.png"/><Relationship Id="rId19" Type="http://schemas.openxmlformats.org/officeDocument/2006/relationships/image" Target="../media/image126.png"/><Relationship Id="rId31" Type="http://schemas.openxmlformats.org/officeDocument/2006/relationships/image" Target="../media/image138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Relationship Id="rId22" Type="http://schemas.openxmlformats.org/officeDocument/2006/relationships/image" Target="../media/image129.png"/><Relationship Id="rId27" Type="http://schemas.openxmlformats.org/officeDocument/2006/relationships/image" Target="../media/image134.png"/><Relationship Id="rId30" Type="http://schemas.openxmlformats.org/officeDocument/2006/relationships/image" Target="../media/image137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9.png"/><Relationship Id="rId18" Type="http://schemas.openxmlformats.org/officeDocument/2006/relationships/image" Target="../media/image154.png"/><Relationship Id="rId26" Type="http://schemas.openxmlformats.org/officeDocument/2006/relationships/image" Target="../media/image162.png"/><Relationship Id="rId39" Type="http://schemas.openxmlformats.org/officeDocument/2006/relationships/image" Target="../media/image175.png"/><Relationship Id="rId21" Type="http://schemas.openxmlformats.org/officeDocument/2006/relationships/image" Target="../media/image157.png"/><Relationship Id="rId34" Type="http://schemas.openxmlformats.org/officeDocument/2006/relationships/image" Target="../media/image170.png"/><Relationship Id="rId42" Type="http://schemas.openxmlformats.org/officeDocument/2006/relationships/image" Target="../media/image178.png"/><Relationship Id="rId47" Type="http://schemas.openxmlformats.org/officeDocument/2006/relationships/image" Target="../media/image183.png"/><Relationship Id="rId50" Type="http://schemas.openxmlformats.org/officeDocument/2006/relationships/image" Target="../media/image186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52.png"/><Relationship Id="rId29" Type="http://schemas.openxmlformats.org/officeDocument/2006/relationships/image" Target="../media/image165.png"/><Relationship Id="rId11" Type="http://schemas.openxmlformats.org/officeDocument/2006/relationships/image" Target="../media/image147.png"/><Relationship Id="rId24" Type="http://schemas.openxmlformats.org/officeDocument/2006/relationships/image" Target="../media/image160.png"/><Relationship Id="rId32" Type="http://schemas.openxmlformats.org/officeDocument/2006/relationships/image" Target="../media/image168.png"/><Relationship Id="rId37" Type="http://schemas.openxmlformats.org/officeDocument/2006/relationships/image" Target="../media/image173.png"/><Relationship Id="rId40" Type="http://schemas.openxmlformats.org/officeDocument/2006/relationships/image" Target="../media/image176.png"/><Relationship Id="rId45" Type="http://schemas.openxmlformats.org/officeDocument/2006/relationships/image" Target="../media/image181.png"/><Relationship Id="rId5" Type="http://schemas.openxmlformats.org/officeDocument/2006/relationships/image" Target="../media/image141.png"/><Relationship Id="rId15" Type="http://schemas.openxmlformats.org/officeDocument/2006/relationships/image" Target="../media/image151.png"/><Relationship Id="rId23" Type="http://schemas.openxmlformats.org/officeDocument/2006/relationships/image" Target="../media/image159.png"/><Relationship Id="rId28" Type="http://schemas.openxmlformats.org/officeDocument/2006/relationships/image" Target="../media/image164.png"/><Relationship Id="rId36" Type="http://schemas.openxmlformats.org/officeDocument/2006/relationships/image" Target="../media/image172.png"/><Relationship Id="rId49" Type="http://schemas.openxmlformats.org/officeDocument/2006/relationships/image" Target="../media/image185.png"/><Relationship Id="rId10" Type="http://schemas.openxmlformats.org/officeDocument/2006/relationships/image" Target="../media/image146.png"/><Relationship Id="rId19" Type="http://schemas.openxmlformats.org/officeDocument/2006/relationships/image" Target="../media/image155.png"/><Relationship Id="rId31" Type="http://schemas.openxmlformats.org/officeDocument/2006/relationships/image" Target="../media/image167.png"/><Relationship Id="rId44" Type="http://schemas.openxmlformats.org/officeDocument/2006/relationships/image" Target="../media/image180.png"/><Relationship Id="rId52" Type="http://schemas.openxmlformats.org/officeDocument/2006/relationships/image" Target="../media/image188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Relationship Id="rId14" Type="http://schemas.openxmlformats.org/officeDocument/2006/relationships/image" Target="../media/image150.png"/><Relationship Id="rId22" Type="http://schemas.openxmlformats.org/officeDocument/2006/relationships/image" Target="../media/image158.png"/><Relationship Id="rId27" Type="http://schemas.openxmlformats.org/officeDocument/2006/relationships/image" Target="../media/image163.png"/><Relationship Id="rId30" Type="http://schemas.openxmlformats.org/officeDocument/2006/relationships/image" Target="../media/image166.png"/><Relationship Id="rId35" Type="http://schemas.openxmlformats.org/officeDocument/2006/relationships/image" Target="../media/image171.png"/><Relationship Id="rId43" Type="http://schemas.openxmlformats.org/officeDocument/2006/relationships/image" Target="../media/image179.png"/><Relationship Id="rId48" Type="http://schemas.openxmlformats.org/officeDocument/2006/relationships/image" Target="../media/image184.png"/><Relationship Id="rId8" Type="http://schemas.openxmlformats.org/officeDocument/2006/relationships/image" Target="../media/image144.png"/><Relationship Id="rId51" Type="http://schemas.openxmlformats.org/officeDocument/2006/relationships/image" Target="../media/image187.png"/><Relationship Id="rId3" Type="http://schemas.openxmlformats.org/officeDocument/2006/relationships/image" Target="../media/image1390.png"/><Relationship Id="rId12" Type="http://schemas.openxmlformats.org/officeDocument/2006/relationships/image" Target="../media/image148.png"/><Relationship Id="rId17" Type="http://schemas.openxmlformats.org/officeDocument/2006/relationships/image" Target="../media/image153.png"/><Relationship Id="rId25" Type="http://schemas.openxmlformats.org/officeDocument/2006/relationships/image" Target="../media/image161.png"/><Relationship Id="rId33" Type="http://schemas.openxmlformats.org/officeDocument/2006/relationships/image" Target="../media/image169.png"/><Relationship Id="rId38" Type="http://schemas.openxmlformats.org/officeDocument/2006/relationships/image" Target="../media/image174.png"/><Relationship Id="rId46" Type="http://schemas.openxmlformats.org/officeDocument/2006/relationships/image" Target="../media/image182.png"/><Relationship Id="rId20" Type="http://schemas.openxmlformats.org/officeDocument/2006/relationships/image" Target="../media/image156.png"/><Relationship Id="rId41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组合逻辑电路 </a:t>
            </a:r>
            <a:r>
              <a:rPr lang="en-US" altLang="zh-CN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(3)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3BB9C-92C3-DE18-5792-0E22FDDAA0A4}"/>
              </a:ext>
            </a:extLst>
          </p:cNvPr>
          <p:cNvSpPr/>
          <p:nvPr/>
        </p:nvSpPr>
        <p:spPr>
          <a:xfrm>
            <a:off x="4115280" y="5040000"/>
            <a:ext cx="3961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数电 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P166 – 174</a:t>
            </a:r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4A8A429-A57A-A971-5B68-36C274978A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B4BAD-F1AF-DA8F-D325-2AEA132238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CADB5B-DD68-FB6B-CE4A-4D568A5330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D9CA2CB5-31A5-2271-2D0D-B793AF350D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15BBDD1-4572-5612-26B6-27B8BA8889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98A25324-8856-1585-AC55-264ACE01D50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285EB90-FE00-9531-378C-8B2389BE370F}"/>
              </a:ext>
            </a:extLst>
          </p:cNvPr>
          <p:cNvSpPr txBox="1"/>
          <p:nvPr/>
        </p:nvSpPr>
        <p:spPr>
          <a:xfrm>
            <a:off x="1296000" y="1296000"/>
            <a:ext cx="5400000" cy="1519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数据分配器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3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3FACC30-342A-2439-0330-94B42B3B7E09}"/>
              </a:ext>
            </a:extLst>
          </p:cNvPr>
          <p:cNvSpPr txBox="1"/>
          <p:nvPr/>
        </p:nvSpPr>
        <p:spPr>
          <a:xfrm>
            <a:off x="360000" y="828000"/>
            <a:ext cx="11229799" cy="1612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数据分配器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：将输入数据根据需要分配到不同的输出通道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通道选择信号选择其中一个输出通道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可用带使能端的二进制译码器实现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4D0532FA-C612-1CF5-67B6-12625B9EE62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95F7A3AB-C838-3BF1-4437-2B8891A6263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9" name="箭头: 五边形 58">
                <a:extLst>
                  <a:ext uri="{FF2B5EF4-FFF2-40B4-BE49-F238E27FC236}">
                    <a16:creationId xmlns:a16="http://schemas.microsoft.com/office/drawing/2014/main" id="{6E960579-FE55-1570-6F82-1A2604BA5A0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0" name="箭头: V 形 59">
                <a:extLst>
                  <a:ext uri="{FF2B5EF4-FFF2-40B4-BE49-F238E27FC236}">
                    <a16:creationId xmlns:a16="http://schemas.microsoft.com/office/drawing/2014/main" id="{BBADCD93-22F2-21FF-9B1B-08D899F31E4E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8" name="灯片编号占位符 3">
              <a:extLst>
                <a:ext uri="{FF2B5EF4-FFF2-40B4-BE49-F238E27FC236}">
                  <a16:creationId xmlns:a16="http://schemas.microsoft.com/office/drawing/2014/main" id="{DA2CE445-147B-C4CB-3439-B848E4C835B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C25D2505-1992-7C3C-9E21-1E426E73F8C5}"/>
              </a:ext>
            </a:extLst>
          </p:cNvPr>
          <p:cNvGrpSpPr/>
          <p:nvPr/>
        </p:nvGrpSpPr>
        <p:grpSpPr>
          <a:xfrm>
            <a:off x="2602800" y="3168000"/>
            <a:ext cx="6697586" cy="3447016"/>
            <a:chOff x="2735571" y="2572939"/>
            <a:chExt cx="6697586" cy="3447016"/>
          </a:xfrm>
        </p:grpSpPr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791A27A4-5D83-331D-995E-17B2159CA1DF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>
              <a:off x="3448627" y="3765744"/>
              <a:ext cx="14685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AABB6184-133C-87B0-C532-2063461B3EC1}"/>
                </a:ext>
              </a:extLst>
            </p:cNvPr>
            <p:cNvSpPr/>
            <p:nvPr/>
          </p:nvSpPr>
          <p:spPr>
            <a:xfrm>
              <a:off x="4917209" y="3641054"/>
              <a:ext cx="249380" cy="24938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A3C7EDAA-73B7-BBAB-E1EF-68EB38D2C13A}"/>
                </a:ext>
              </a:extLst>
            </p:cNvPr>
            <p:cNvSpPr/>
            <p:nvPr/>
          </p:nvSpPr>
          <p:spPr>
            <a:xfrm>
              <a:off x="6161590" y="2812090"/>
              <a:ext cx="249380" cy="24938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D0807D32-2304-D602-5FCB-6659D6D1A51A}"/>
                </a:ext>
              </a:extLst>
            </p:cNvPr>
            <p:cNvSpPr/>
            <p:nvPr/>
          </p:nvSpPr>
          <p:spPr>
            <a:xfrm>
              <a:off x="6414985" y="3482215"/>
              <a:ext cx="249380" cy="24938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6416366F-E672-4F35-B336-1A20E9AEC211}"/>
                </a:ext>
              </a:extLst>
            </p:cNvPr>
            <p:cNvSpPr/>
            <p:nvPr/>
          </p:nvSpPr>
          <p:spPr>
            <a:xfrm>
              <a:off x="6161590" y="4531152"/>
              <a:ext cx="249380" cy="24938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C2356D16-DE47-3E45-1D6B-AD8402A7411B}"/>
                </a:ext>
              </a:extLst>
            </p:cNvPr>
            <p:cNvCxnSpPr>
              <a:cxnSpLocks/>
              <a:stCxn id="30" idx="6"/>
            </p:cNvCxnSpPr>
            <p:nvPr/>
          </p:nvCxnSpPr>
          <p:spPr>
            <a:xfrm>
              <a:off x="6410970" y="2936780"/>
              <a:ext cx="14685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0D086A47-529A-7335-F161-770A32F69648}"/>
                </a:ext>
              </a:extLst>
            </p:cNvPr>
            <p:cNvCxnSpPr>
              <a:cxnSpLocks/>
              <a:stCxn id="31" idx="6"/>
            </p:cNvCxnSpPr>
            <p:nvPr/>
          </p:nvCxnSpPr>
          <p:spPr>
            <a:xfrm>
              <a:off x="6664365" y="3606905"/>
              <a:ext cx="121518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F12E2EC7-834A-BA0E-C3A2-7545E71B6E48}"/>
                </a:ext>
              </a:extLst>
            </p:cNvPr>
            <p:cNvCxnSpPr>
              <a:cxnSpLocks/>
              <a:stCxn id="32" idx="6"/>
            </p:cNvCxnSpPr>
            <p:nvPr/>
          </p:nvCxnSpPr>
          <p:spPr>
            <a:xfrm>
              <a:off x="6410970" y="4655842"/>
              <a:ext cx="14685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C449DD66-3D76-C2FA-D075-4AF3DF02CC57}"/>
                    </a:ext>
                  </a:extLst>
                </p:cNvPr>
                <p:cNvSpPr txBox="1"/>
                <p:nvPr/>
              </p:nvSpPr>
              <p:spPr>
                <a:xfrm>
                  <a:off x="3011586" y="3454596"/>
                  <a:ext cx="432811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6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C449DD66-3D76-C2FA-D075-4AF3DF02CC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1586" y="3454596"/>
                  <a:ext cx="432811" cy="55399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77585A7-1138-793B-D296-B602B38C8CEF}"/>
                    </a:ext>
                  </a:extLst>
                </p:cNvPr>
                <p:cNvSpPr txBox="1"/>
                <p:nvPr/>
              </p:nvSpPr>
              <p:spPr>
                <a:xfrm>
                  <a:off x="8073514" y="2659781"/>
                  <a:ext cx="908607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6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36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3600" dirty="0"/>
                    <a:t> </a:t>
                  </a: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77585A7-1138-793B-D296-B602B38C8C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3514" y="2659781"/>
                  <a:ext cx="908607" cy="55399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F8D379CB-94C6-1AAA-44DD-3D3EC23E41EE}"/>
                    </a:ext>
                  </a:extLst>
                </p:cNvPr>
                <p:cNvSpPr txBox="1"/>
                <p:nvPr/>
              </p:nvSpPr>
              <p:spPr>
                <a:xfrm>
                  <a:off x="8073514" y="3329906"/>
                  <a:ext cx="908607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6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3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3600" dirty="0"/>
                    <a:t> </a:t>
                  </a: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F8D379CB-94C6-1AAA-44DD-3D3EC23E41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3514" y="3329906"/>
                  <a:ext cx="908607" cy="55399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B481075F-CD76-3FFD-7189-216B708EB4CB}"/>
                    </a:ext>
                  </a:extLst>
                </p:cNvPr>
                <p:cNvSpPr txBox="1"/>
                <p:nvPr/>
              </p:nvSpPr>
              <p:spPr>
                <a:xfrm>
                  <a:off x="8073514" y="4378843"/>
                  <a:ext cx="1223615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6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a14:m>
                  <a:r>
                    <a:rPr lang="zh-CN" altLang="en-US" sz="3600" dirty="0"/>
                    <a:t> </a:t>
                  </a: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B481075F-CD76-3FFD-7189-216B708EB4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3514" y="4378843"/>
                  <a:ext cx="1223615" cy="5539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9A12697B-42C5-9DC0-2FEB-71D2E729BAE1}"/>
                </a:ext>
              </a:extLst>
            </p:cNvPr>
            <p:cNvCxnSpPr>
              <a:cxnSpLocks/>
              <a:stCxn id="29" idx="7"/>
              <a:endCxn id="30" idx="3"/>
            </p:cNvCxnSpPr>
            <p:nvPr/>
          </p:nvCxnSpPr>
          <p:spPr>
            <a:xfrm flipV="1">
              <a:off x="5130068" y="3024949"/>
              <a:ext cx="1068043" cy="652626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13CB3619-B55A-1321-4DB5-F7A2BAAD7881}"/>
                </a:ext>
              </a:extLst>
            </p:cNvPr>
            <p:cNvCxnSpPr>
              <a:cxnSpLocks/>
            </p:cNvCxnSpPr>
            <p:nvPr/>
          </p:nvCxnSpPr>
          <p:spPr>
            <a:xfrm>
              <a:off x="5664089" y="2572939"/>
              <a:ext cx="0" cy="2392822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682A1389-92CC-D3D9-F651-21F19D8A2877}"/>
                </a:ext>
              </a:extLst>
            </p:cNvPr>
            <p:cNvSpPr txBox="1"/>
            <p:nvPr/>
          </p:nvSpPr>
          <p:spPr>
            <a:xfrm>
              <a:off x="4333076" y="5558290"/>
              <a:ext cx="266202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通道选择信号</a:t>
              </a:r>
              <a:endParaRPr lang="zh-CN" altLang="en-US" sz="2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18070F02-2887-822D-9329-7E5008843CD8}"/>
                </a:ext>
              </a:extLst>
            </p:cNvPr>
            <p:cNvSpPr txBox="1"/>
            <p:nvPr/>
          </p:nvSpPr>
          <p:spPr>
            <a:xfrm>
              <a:off x="2735571" y="4037061"/>
              <a:ext cx="172380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数据输入</a:t>
              </a:r>
            </a:p>
          </p:txBody>
        </p: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59B919F3-6D00-8750-07B4-69C4D29989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2933" y="4984705"/>
              <a:ext cx="0" cy="573585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0EC6B915-72FB-CB94-D526-A0434578B941}"/>
                </a:ext>
              </a:extLst>
            </p:cNvPr>
            <p:cNvSpPr txBox="1"/>
            <p:nvPr/>
          </p:nvSpPr>
          <p:spPr>
            <a:xfrm>
              <a:off x="7709351" y="5175918"/>
              <a:ext cx="172380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输出通道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33FA4746-BC23-4EF1-5993-D8560AC6FC65}"/>
                    </a:ext>
                  </a:extLst>
                </p:cNvPr>
                <p:cNvSpPr txBox="1"/>
                <p:nvPr/>
              </p:nvSpPr>
              <p:spPr>
                <a:xfrm>
                  <a:off x="7305842" y="3824845"/>
                  <a:ext cx="670691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33FA4746-BC23-4EF1-5993-D8560AC6F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5842" y="3824845"/>
                  <a:ext cx="670691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8CCACB01-AC48-7E93-C82B-43A5F2896A1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数据分配器</a:t>
            </a:r>
          </a:p>
        </p:txBody>
      </p:sp>
    </p:spTree>
    <p:extLst>
      <p:ext uri="{BB962C8B-B14F-4D97-AF65-F5344CB8AC3E}">
        <p14:creationId xmlns:p14="http://schemas.microsoft.com/office/powerpoint/2010/main" val="2894203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F148F8B-584F-874B-F430-ED97723D561B}"/>
              </a:ext>
            </a:extLst>
          </p:cNvPr>
          <p:cNvGrpSpPr/>
          <p:nvPr/>
        </p:nvGrpSpPr>
        <p:grpSpPr>
          <a:xfrm>
            <a:off x="6840000" y="1800000"/>
            <a:ext cx="4996061" cy="4259597"/>
            <a:chOff x="6732000" y="1800000"/>
            <a:chExt cx="4996061" cy="4259597"/>
          </a:xfrm>
        </p:grpSpPr>
        <p:sp>
          <p:nvSpPr>
            <p:cNvPr id="4" name="Text Box 58">
              <a:extLst>
                <a:ext uri="{FF2B5EF4-FFF2-40B4-BE49-F238E27FC236}">
                  <a16:creationId xmlns:a16="http://schemas.microsoft.com/office/drawing/2014/main" id="{7836F2E8-1069-5B63-8BE2-DF6D71F60A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6052" y="1800000"/>
              <a:ext cx="2387301" cy="425959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 </a:t>
              </a: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8 </a:t>
              </a: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译码器</a:t>
              </a: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ct val="0"/>
                </a:spcAft>
                <a:buNone/>
              </a:pP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74x138</a:t>
              </a:r>
              <a:endPara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Line 60">
              <a:extLst>
                <a:ext uri="{FF2B5EF4-FFF2-40B4-BE49-F238E27FC236}">
                  <a16:creationId xmlns:a16="http://schemas.microsoft.com/office/drawing/2014/main" id="{B9505787-BCFB-2888-B45C-508B299E6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0097" y="3706859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 Box 70">
                  <a:extLst>
                    <a:ext uri="{FF2B5EF4-FFF2-40B4-BE49-F238E27FC236}">
                      <a16:creationId xmlns:a16="http://schemas.microsoft.com/office/drawing/2014/main" id="{FC981CE9-9850-697C-8C71-F470E5CC773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298290" y="1952833"/>
                  <a:ext cx="576263" cy="4619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 Box 70">
                  <a:extLst>
                    <a:ext uri="{FF2B5EF4-FFF2-40B4-BE49-F238E27FC236}">
                      <a16:creationId xmlns:a16="http://schemas.microsoft.com/office/drawing/2014/main" id="{FC981CE9-9850-697C-8C71-F470E5CC77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98290" y="1952833"/>
                  <a:ext cx="576263" cy="461963"/>
                </a:xfrm>
                <a:prstGeom prst="rect">
                  <a:avLst/>
                </a:prstGeom>
                <a:blipFill>
                  <a:blip r:embed="rId2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79BBC8DA-F127-6E18-D672-9E5A916D624B}"/>
                </a:ext>
              </a:extLst>
            </p:cNvPr>
            <p:cNvSpPr/>
            <p:nvPr/>
          </p:nvSpPr>
          <p:spPr>
            <a:xfrm>
              <a:off x="10743353" y="2117589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F093036-A2A8-753A-32C5-9DF07D17638F}"/>
                </a:ext>
              </a:extLst>
            </p:cNvPr>
            <p:cNvSpPr/>
            <p:nvPr/>
          </p:nvSpPr>
          <p:spPr>
            <a:xfrm>
              <a:off x="10743353" y="3613487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2A83B70-3CE0-674F-863C-A5BDAA340C69}"/>
                </a:ext>
              </a:extLst>
            </p:cNvPr>
            <p:cNvSpPr/>
            <p:nvPr/>
          </p:nvSpPr>
          <p:spPr>
            <a:xfrm>
              <a:off x="10743353" y="3114854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B41230F2-8190-A278-1ACF-9C0B51C74800}"/>
                </a:ext>
              </a:extLst>
            </p:cNvPr>
            <p:cNvSpPr/>
            <p:nvPr/>
          </p:nvSpPr>
          <p:spPr>
            <a:xfrm>
              <a:off x="10743353" y="2616221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Line 60">
              <a:extLst>
                <a:ext uri="{FF2B5EF4-FFF2-40B4-BE49-F238E27FC236}">
                  <a16:creationId xmlns:a16="http://schemas.microsoft.com/office/drawing/2014/main" id="{CA5B4327-43E8-AC1A-FF39-F2B684CD17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0097" y="3203583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" name="Line 60">
              <a:extLst>
                <a:ext uri="{FF2B5EF4-FFF2-40B4-BE49-F238E27FC236}">
                  <a16:creationId xmlns:a16="http://schemas.microsoft.com/office/drawing/2014/main" id="{C9E9BDCA-5C45-162A-5D7B-5691A1510F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0097" y="2709593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" name="Line 60">
              <a:extLst>
                <a:ext uri="{FF2B5EF4-FFF2-40B4-BE49-F238E27FC236}">
                  <a16:creationId xmlns:a16="http://schemas.microsoft.com/office/drawing/2014/main" id="{8CC27D6E-9255-2DB1-306F-5F5F4A7C6F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0096" y="2210961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70">
                  <a:extLst>
                    <a:ext uri="{FF2B5EF4-FFF2-40B4-BE49-F238E27FC236}">
                      <a16:creationId xmlns:a16="http://schemas.microsoft.com/office/drawing/2014/main" id="{48D1F954-532A-C901-615E-ADB8002CD3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00078" y="2452180"/>
                  <a:ext cx="55085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 Box 70">
                  <a:extLst>
                    <a:ext uri="{FF2B5EF4-FFF2-40B4-BE49-F238E27FC236}">
                      <a16:creationId xmlns:a16="http://schemas.microsoft.com/office/drawing/2014/main" id="{48D1F954-532A-C901-615E-ADB8002CD3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00078" y="2452180"/>
                  <a:ext cx="550856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70">
                  <a:extLst>
                    <a:ext uri="{FF2B5EF4-FFF2-40B4-BE49-F238E27FC236}">
                      <a16:creationId xmlns:a16="http://schemas.microsoft.com/office/drawing/2014/main" id="{CA684C38-251B-C388-4FF5-22F2563E33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03183" y="2946170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70">
                  <a:extLst>
                    <a:ext uri="{FF2B5EF4-FFF2-40B4-BE49-F238E27FC236}">
                      <a16:creationId xmlns:a16="http://schemas.microsoft.com/office/drawing/2014/main" id="{CA684C38-251B-C388-4FF5-22F2563E33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03183" y="2946170"/>
                  <a:ext cx="557973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70">
                  <a:extLst>
                    <a:ext uri="{FF2B5EF4-FFF2-40B4-BE49-F238E27FC236}">
                      <a16:creationId xmlns:a16="http://schemas.microsoft.com/office/drawing/2014/main" id="{43093197-73C6-D2CB-CE8B-B525589F87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03183" y="3443115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 Box 70">
                  <a:extLst>
                    <a:ext uri="{FF2B5EF4-FFF2-40B4-BE49-F238E27FC236}">
                      <a16:creationId xmlns:a16="http://schemas.microsoft.com/office/drawing/2014/main" id="{43093197-73C6-D2CB-CE8B-B525589F87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03183" y="3443115"/>
                  <a:ext cx="55797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23FFBB0-6C65-E049-743D-9EB4512344AC}"/>
                </a:ext>
              </a:extLst>
            </p:cNvPr>
            <p:cNvSpPr/>
            <p:nvPr/>
          </p:nvSpPr>
          <p:spPr>
            <a:xfrm>
              <a:off x="8169308" y="2112945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Line 60">
              <a:extLst>
                <a:ext uri="{FF2B5EF4-FFF2-40B4-BE49-F238E27FC236}">
                  <a16:creationId xmlns:a16="http://schemas.microsoft.com/office/drawing/2014/main" id="{F943D256-B544-E050-8804-B3686178DB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7801" y="5189222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9" name="Line 60">
              <a:extLst>
                <a:ext uri="{FF2B5EF4-FFF2-40B4-BE49-F238E27FC236}">
                  <a16:creationId xmlns:a16="http://schemas.microsoft.com/office/drawing/2014/main" id="{865675EE-B887-AFE5-C7FC-7094907D33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7801" y="4692277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" name="Line 60">
              <a:extLst>
                <a:ext uri="{FF2B5EF4-FFF2-40B4-BE49-F238E27FC236}">
                  <a16:creationId xmlns:a16="http://schemas.microsoft.com/office/drawing/2014/main" id="{375B22C2-0A27-39BA-7AD1-4DBA478B7C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2938" y="2706241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70">
                  <a:extLst>
                    <a:ext uri="{FF2B5EF4-FFF2-40B4-BE49-F238E27FC236}">
                      <a16:creationId xmlns:a16="http://schemas.microsoft.com/office/drawing/2014/main" id="{25D33FB7-B39F-5318-0208-B5C8984198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05373" y="1954589"/>
                  <a:ext cx="57342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 Box 70">
                  <a:extLst>
                    <a:ext uri="{FF2B5EF4-FFF2-40B4-BE49-F238E27FC236}">
                      <a16:creationId xmlns:a16="http://schemas.microsoft.com/office/drawing/2014/main" id="{25D33FB7-B39F-5318-0208-B5C8984198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05373" y="1954589"/>
                  <a:ext cx="573426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70">
                  <a:extLst>
                    <a:ext uri="{FF2B5EF4-FFF2-40B4-BE49-F238E27FC236}">
                      <a16:creationId xmlns:a16="http://schemas.microsoft.com/office/drawing/2014/main" id="{129245ED-E94F-81C4-107C-1643D3CA72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262680" y="4431855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 Box 70">
                  <a:extLst>
                    <a:ext uri="{FF2B5EF4-FFF2-40B4-BE49-F238E27FC236}">
                      <a16:creationId xmlns:a16="http://schemas.microsoft.com/office/drawing/2014/main" id="{129245ED-E94F-81C4-107C-1643D3CA72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62680" y="4431855"/>
                  <a:ext cx="602601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70">
                  <a:extLst>
                    <a:ext uri="{FF2B5EF4-FFF2-40B4-BE49-F238E27FC236}">
                      <a16:creationId xmlns:a16="http://schemas.microsoft.com/office/drawing/2014/main" id="{AF1AB893-ADCA-790D-AB3B-C6A4DEFF24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267488" y="4931809"/>
                  <a:ext cx="59548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 Box 70">
                  <a:extLst>
                    <a:ext uri="{FF2B5EF4-FFF2-40B4-BE49-F238E27FC236}">
                      <a16:creationId xmlns:a16="http://schemas.microsoft.com/office/drawing/2014/main" id="{AF1AB893-ADCA-790D-AB3B-C6A4DEFF24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67488" y="4931809"/>
                  <a:ext cx="595484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70">
                  <a:extLst>
                    <a:ext uri="{FF2B5EF4-FFF2-40B4-BE49-F238E27FC236}">
                      <a16:creationId xmlns:a16="http://schemas.microsoft.com/office/drawing/2014/main" id="{6FD83A46-534F-4654-8F93-03108D0A536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58018" y="4431855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 Box 70">
                  <a:extLst>
                    <a:ext uri="{FF2B5EF4-FFF2-40B4-BE49-F238E27FC236}">
                      <a16:creationId xmlns:a16="http://schemas.microsoft.com/office/drawing/2014/main" id="{6FD83A46-534F-4654-8F93-03108D0A53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58018" y="4431855"/>
                  <a:ext cx="602601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 Box 70">
                  <a:extLst>
                    <a:ext uri="{FF2B5EF4-FFF2-40B4-BE49-F238E27FC236}">
                      <a16:creationId xmlns:a16="http://schemas.microsoft.com/office/drawing/2014/main" id="{BDA74C2F-09F3-D78C-89B4-FACCD1C6EB2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62826" y="4931809"/>
                  <a:ext cx="59548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 Box 70">
                  <a:extLst>
                    <a:ext uri="{FF2B5EF4-FFF2-40B4-BE49-F238E27FC236}">
                      <a16:creationId xmlns:a16="http://schemas.microsoft.com/office/drawing/2014/main" id="{BDA74C2F-09F3-D78C-89B4-FACCD1C6EB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62826" y="4931809"/>
                  <a:ext cx="595484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70">
                  <a:extLst>
                    <a:ext uri="{FF2B5EF4-FFF2-40B4-BE49-F238E27FC236}">
                      <a16:creationId xmlns:a16="http://schemas.microsoft.com/office/drawing/2014/main" id="{7A6004EC-EEC5-A4EA-0F2E-C5900F4BFA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99657" y="1979303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Text Box 70">
                  <a:extLst>
                    <a:ext uri="{FF2B5EF4-FFF2-40B4-BE49-F238E27FC236}">
                      <a16:creationId xmlns:a16="http://schemas.microsoft.com/office/drawing/2014/main" id="{7A6004EC-EEC5-A4EA-0F2E-C5900F4BFA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99657" y="1979303"/>
                  <a:ext cx="625299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70">
                  <a:extLst>
                    <a:ext uri="{FF2B5EF4-FFF2-40B4-BE49-F238E27FC236}">
                      <a16:creationId xmlns:a16="http://schemas.microsoft.com/office/drawing/2014/main" id="{804DA63E-D811-C7A7-CD9E-5035D6360F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99657" y="2478351"/>
                  <a:ext cx="618182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Text Box 70">
                  <a:extLst>
                    <a:ext uri="{FF2B5EF4-FFF2-40B4-BE49-F238E27FC236}">
                      <a16:creationId xmlns:a16="http://schemas.microsoft.com/office/drawing/2014/main" id="{804DA63E-D811-C7A7-CD9E-5035D6360F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99657" y="2478351"/>
                  <a:ext cx="618182" cy="461665"/>
                </a:xfrm>
                <a:prstGeom prst="rect">
                  <a:avLst/>
                </a:prstGeom>
                <a:blipFill>
                  <a:blip r:embed="rId11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70">
                  <a:extLst>
                    <a:ext uri="{FF2B5EF4-FFF2-40B4-BE49-F238E27FC236}">
                      <a16:creationId xmlns:a16="http://schemas.microsoft.com/office/drawing/2014/main" id="{343B2E47-6273-EC50-30D7-9598C7C445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102762" y="2972341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 Box 70">
                  <a:extLst>
                    <a:ext uri="{FF2B5EF4-FFF2-40B4-BE49-F238E27FC236}">
                      <a16:creationId xmlns:a16="http://schemas.microsoft.com/office/drawing/2014/main" id="{343B2E47-6273-EC50-30D7-9598C7C44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102762" y="2972341"/>
                  <a:ext cx="625299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 Box 70">
                  <a:extLst>
                    <a:ext uri="{FF2B5EF4-FFF2-40B4-BE49-F238E27FC236}">
                      <a16:creationId xmlns:a16="http://schemas.microsoft.com/office/drawing/2014/main" id="{616F9167-D600-9DAE-5507-DE72AE1124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102762" y="3469286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 Box 70">
                  <a:extLst>
                    <a:ext uri="{FF2B5EF4-FFF2-40B4-BE49-F238E27FC236}">
                      <a16:creationId xmlns:a16="http://schemas.microsoft.com/office/drawing/2014/main" id="{616F9167-D600-9DAE-5507-DE72AE1124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102762" y="3469286"/>
                  <a:ext cx="625299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Line 60">
              <a:extLst>
                <a:ext uri="{FF2B5EF4-FFF2-40B4-BE49-F238E27FC236}">
                  <a16:creationId xmlns:a16="http://schemas.microsoft.com/office/drawing/2014/main" id="{A2948166-6684-172F-F1D7-65EE082AB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0097" y="5656513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 Box 70">
                  <a:extLst>
                    <a:ext uri="{FF2B5EF4-FFF2-40B4-BE49-F238E27FC236}">
                      <a16:creationId xmlns:a16="http://schemas.microsoft.com/office/drawing/2014/main" id="{60DA27D6-0EBF-92C7-3981-CB9A7AEE11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298290" y="3902487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" name="Text Box 70">
                  <a:extLst>
                    <a:ext uri="{FF2B5EF4-FFF2-40B4-BE49-F238E27FC236}">
                      <a16:creationId xmlns:a16="http://schemas.microsoft.com/office/drawing/2014/main" id="{60DA27D6-0EBF-92C7-3981-CB9A7AEE1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98290" y="3902487"/>
                  <a:ext cx="557973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07AFDA0A-9AB5-32E4-8A3B-C873C2F1572C}"/>
                </a:ext>
              </a:extLst>
            </p:cNvPr>
            <p:cNvSpPr/>
            <p:nvPr/>
          </p:nvSpPr>
          <p:spPr>
            <a:xfrm>
              <a:off x="10743353" y="4067243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16E6BD96-07F3-F0DA-DE07-AA223BA67BD9}"/>
                </a:ext>
              </a:extLst>
            </p:cNvPr>
            <p:cNvSpPr/>
            <p:nvPr/>
          </p:nvSpPr>
          <p:spPr>
            <a:xfrm>
              <a:off x="10743353" y="5563141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13352EC1-9957-A6EA-D2A9-5A3402C0E5B6}"/>
                </a:ext>
              </a:extLst>
            </p:cNvPr>
            <p:cNvSpPr/>
            <p:nvPr/>
          </p:nvSpPr>
          <p:spPr>
            <a:xfrm>
              <a:off x="10743353" y="5064508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2E61972A-7A6A-F9BD-FB70-2AA8A0B9731D}"/>
                </a:ext>
              </a:extLst>
            </p:cNvPr>
            <p:cNvSpPr/>
            <p:nvPr/>
          </p:nvSpPr>
          <p:spPr>
            <a:xfrm>
              <a:off x="10743353" y="4565875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Line 60">
              <a:extLst>
                <a:ext uri="{FF2B5EF4-FFF2-40B4-BE49-F238E27FC236}">
                  <a16:creationId xmlns:a16="http://schemas.microsoft.com/office/drawing/2014/main" id="{D322CA16-0A50-31DA-B827-B88D50CE8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0097" y="5153237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8" name="Line 60">
              <a:extLst>
                <a:ext uri="{FF2B5EF4-FFF2-40B4-BE49-F238E27FC236}">
                  <a16:creationId xmlns:a16="http://schemas.microsoft.com/office/drawing/2014/main" id="{415B032B-A627-182D-2724-4EDA92F0A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0097" y="4659247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9" name="Line 60">
              <a:extLst>
                <a:ext uri="{FF2B5EF4-FFF2-40B4-BE49-F238E27FC236}">
                  <a16:creationId xmlns:a16="http://schemas.microsoft.com/office/drawing/2014/main" id="{59C5D240-E0C1-D12D-D060-D353BBD438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0096" y="4160615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 Box 70">
                  <a:extLst>
                    <a:ext uri="{FF2B5EF4-FFF2-40B4-BE49-F238E27FC236}">
                      <a16:creationId xmlns:a16="http://schemas.microsoft.com/office/drawing/2014/main" id="{1F6347D6-F46B-A6AB-C03C-42181EBEAD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00078" y="4401834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 Box 70">
                  <a:extLst>
                    <a:ext uri="{FF2B5EF4-FFF2-40B4-BE49-F238E27FC236}">
                      <a16:creationId xmlns:a16="http://schemas.microsoft.com/office/drawing/2014/main" id="{1F6347D6-F46B-A6AB-C03C-42181EBEAD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00078" y="4401834"/>
                  <a:ext cx="557973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 Box 70">
                  <a:extLst>
                    <a:ext uri="{FF2B5EF4-FFF2-40B4-BE49-F238E27FC236}">
                      <a16:creationId xmlns:a16="http://schemas.microsoft.com/office/drawing/2014/main" id="{D107164E-0046-6060-F4B8-6DDAB6AFD0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03183" y="4895824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 Box 70">
                  <a:extLst>
                    <a:ext uri="{FF2B5EF4-FFF2-40B4-BE49-F238E27FC236}">
                      <a16:creationId xmlns:a16="http://schemas.microsoft.com/office/drawing/2014/main" id="{D107164E-0046-6060-F4B8-6DDAB6AFD0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03183" y="4895824"/>
                  <a:ext cx="557973" cy="461665"/>
                </a:xfrm>
                <a:prstGeom prst="rect">
                  <a:avLst/>
                </a:prstGeom>
                <a:blipFill>
                  <a:blip r:embed="rId16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 Box 70">
                  <a:extLst>
                    <a:ext uri="{FF2B5EF4-FFF2-40B4-BE49-F238E27FC236}">
                      <a16:creationId xmlns:a16="http://schemas.microsoft.com/office/drawing/2014/main" id="{F486F37F-9E99-D6DB-7936-F17DBEDA1D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03183" y="5392769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Text Box 70">
                  <a:extLst>
                    <a:ext uri="{FF2B5EF4-FFF2-40B4-BE49-F238E27FC236}">
                      <a16:creationId xmlns:a16="http://schemas.microsoft.com/office/drawing/2014/main" id="{F486F37F-9E99-D6DB-7936-F17DBEDA1D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03183" y="5392769"/>
                  <a:ext cx="557973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 Box 70">
                  <a:extLst>
                    <a:ext uri="{FF2B5EF4-FFF2-40B4-BE49-F238E27FC236}">
                      <a16:creationId xmlns:a16="http://schemas.microsoft.com/office/drawing/2014/main" id="{16A01FD3-2C72-C4AA-A712-A3916B512BF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99657" y="3928957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 Box 70">
                  <a:extLst>
                    <a:ext uri="{FF2B5EF4-FFF2-40B4-BE49-F238E27FC236}">
                      <a16:creationId xmlns:a16="http://schemas.microsoft.com/office/drawing/2014/main" id="{16A01FD3-2C72-C4AA-A712-A3916B512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99657" y="3928957"/>
                  <a:ext cx="625299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 Box 70">
                  <a:extLst>
                    <a:ext uri="{FF2B5EF4-FFF2-40B4-BE49-F238E27FC236}">
                      <a16:creationId xmlns:a16="http://schemas.microsoft.com/office/drawing/2014/main" id="{F1D7E22E-E167-B71E-1E41-31A6741537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99657" y="4428005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Text Box 70">
                  <a:extLst>
                    <a:ext uri="{FF2B5EF4-FFF2-40B4-BE49-F238E27FC236}">
                      <a16:creationId xmlns:a16="http://schemas.microsoft.com/office/drawing/2014/main" id="{F1D7E22E-E167-B71E-1E41-31A6741537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99657" y="4428005"/>
                  <a:ext cx="625299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 Box 70">
                  <a:extLst>
                    <a:ext uri="{FF2B5EF4-FFF2-40B4-BE49-F238E27FC236}">
                      <a16:creationId xmlns:a16="http://schemas.microsoft.com/office/drawing/2014/main" id="{22A9B29C-525E-0E99-CE0B-5C78C3D03F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102762" y="4921995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 Box 70">
                  <a:extLst>
                    <a:ext uri="{FF2B5EF4-FFF2-40B4-BE49-F238E27FC236}">
                      <a16:creationId xmlns:a16="http://schemas.microsoft.com/office/drawing/2014/main" id="{22A9B29C-525E-0E99-CE0B-5C78C3D03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102762" y="4921995"/>
                  <a:ext cx="625299" cy="461665"/>
                </a:xfrm>
                <a:prstGeom prst="rect">
                  <a:avLst/>
                </a:prstGeom>
                <a:blipFill>
                  <a:blip r:embed="rId20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 Box 70">
                  <a:extLst>
                    <a:ext uri="{FF2B5EF4-FFF2-40B4-BE49-F238E27FC236}">
                      <a16:creationId xmlns:a16="http://schemas.microsoft.com/office/drawing/2014/main" id="{96AAAD5E-42AA-0B47-82E9-DEA8ECE308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102762" y="5418940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6" name="Text Box 70">
                  <a:extLst>
                    <a:ext uri="{FF2B5EF4-FFF2-40B4-BE49-F238E27FC236}">
                      <a16:creationId xmlns:a16="http://schemas.microsoft.com/office/drawing/2014/main" id="{96AAAD5E-42AA-0B47-82E9-DEA8ECE308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102762" y="5418940"/>
                  <a:ext cx="625299" cy="461665"/>
                </a:xfrm>
                <a:prstGeom prst="rect">
                  <a:avLst/>
                </a:prstGeom>
                <a:blipFill>
                  <a:blip r:embed="rId21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708B1F45-0D5D-8E76-F6F7-C056DA551C2B}"/>
                </a:ext>
              </a:extLst>
            </p:cNvPr>
            <p:cNvSpPr/>
            <p:nvPr/>
          </p:nvSpPr>
          <p:spPr>
            <a:xfrm>
              <a:off x="8168663" y="2612291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Line 60">
              <a:extLst>
                <a:ext uri="{FF2B5EF4-FFF2-40B4-BE49-F238E27FC236}">
                  <a16:creationId xmlns:a16="http://schemas.microsoft.com/office/drawing/2014/main" id="{13ECF37B-9D35-5BCE-03E2-F2DD766762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66415" y="2210037"/>
              <a:ext cx="2885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 Box 70">
                  <a:extLst>
                    <a:ext uri="{FF2B5EF4-FFF2-40B4-BE49-F238E27FC236}">
                      <a16:creationId xmlns:a16="http://schemas.microsoft.com/office/drawing/2014/main" id="{840E06EF-DFEE-1F91-0415-3BE1AD2586B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04728" y="2453935"/>
                  <a:ext cx="58054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Text Box 70">
                  <a:extLst>
                    <a:ext uri="{FF2B5EF4-FFF2-40B4-BE49-F238E27FC236}">
                      <a16:creationId xmlns:a16="http://schemas.microsoft.com/office/drawing/2014/main" id="{840E06EF-DFEE-1F91-0415-3BE1AD2586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04728" y="2453935"/>
                  <a:ext cx="580544" cy="461665"/>
                </a:xfrm>
                <a:prstGeom prst="rect">
                  <a:avLst/>
                </a:prstGeom>
                <a:blipFill>
                  <a:blip r:embed="rId22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 Box 70">
                  <a:extLst>
                    <a:ext uri="{FF2B5EF4-FFF2-40B4-BE49-F238E27FC236}">
                      <a16:creationId xmlns:a16="http://schemas.microsoft.com/office/drawing/2014/main" id="{656CC1B2-64C5-EF98-CCBA-B9B6EFA352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32000" y="1954588"/>
                  <a:ext cx="124450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rgbClr val="002060"/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0" name="Text Box 70">
                  <a:extLst>
                    <a:ext uri="{FF2B5EF4-FFF2-40B4-BE49-F238E27FC236}">
                      <a16:creationId xmlns:a16="http://schemas.microsoft.com/office/drawing/2014/main" id="{656CC1B2-64C5-EF98-CCBA-B9B6EFA352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32000" y="1954588"/>
                  <a:ext cx="1244508" cy="461665"/>
                </a:xfrm>
                <a:prstGeom prst="rect">
                  <a:avLst/>
                </a:prstGeom>
                <a:blipFill>
                  <a:blip r:embed="rId23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Line 60">
              <a:extLst>
                <a:ext uri="{FF2B5EF4-FFF2-40B4-BE49-F238E27FC236}">
                  <a16:creationId xmlns:a16="http://schemas.microsoft.com/office/drawing/2014/main" id="{FF06E3FD-DEF2-F609-C68D-84C04EB3B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2293" y="3201905"/>
              <a:ext cx="42311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 Box 70">
                  <a:extLst>
                    <a:ext uri="{FF2B5EF4-FFF2-40B4-BE49-F238E27FC236}">
                      <a16:creationId xmlns:a16="http://schemas.microsoft.com/office/drawing/2014/main" id="{C10002A2-8938-E127-5E6A-6DBB6DCBCF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04728" y="2950177"/>
                  <a:ext cx="58054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2" name="Text Box 70">
                  <a:extLst>
                    <a:ext uri="{FF2B5EF4-FFF2-40B4-BE49-F238E27FC236}">
                      <a16:creationId xmlns:a16="http://schemas.microsoft.com/office/drawing/2014/main" id="{C10002A2-8938-E127-5E6A-6DBB6DCBCF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04728" y="2950177"/>
                  <a:ext cx="580544" cy="461665"/>
                </a:xfrm>
                <a:prstGeom prst="rect">
                  <a:avLst/>
                </a:prstGeom>
                <a:blipFill>
                  <a:blip r:embed="rId24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 Box 70">
              <a:extLst>
                <a:ext uri="{FF2B5EF4-FFF2-40B4-BE49-F238E27FC236}">
                  <a16:creationId xmlns:a16="http://schemas.microsoft.com/office/drawing/2014/main" id="{9ECB8631-F461-20FB-0541-42E02CACB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7751" y="3001402"/>
              <a:ext cx="9059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None/>
              </a:pP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+5 V</a:t>
              </a:r>
            </a:p>
          </p:txBody>
        </p:sp>
        <p:sp>
          <p:nvSpPr>
            <p:cNvPr id="54" name="Line 60">
              <a:extLst>
                <a:ext uri="{FF2B5EF4-FFF2-40B4-BE49-F238E27FC236}">
                  <a16:creationId xmlns:a16="http://schemas.microsoft.com/office/drawing/2014/main" id="{DDD9D8BD-3D21-96E4-D64A-5A71AA826F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8110" y="5671198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 Box 70">
                  <a:extLst>
                    <a:ext uri="{FF2B5EF4-FFF2-40B4-BE49-F238E27FC236}">
                      <a16:creationId xmlns:a16="http://schemas.microsoft.com/office/drawing/2014/main" id="{B35AC9D5-827A-0781-D993-D3FB8C7F99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267797" y="5413785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5" name="Text Box 70">
                  <a:extLst>
                    <a:ext uri="{FF2B5EF4-FFF2-40B4-BE49-F238E27FC236}">
                      <a16:creationId xmlns:a16="http://schemas.microsoft.com/office/drawing/2014/main" id="{B35AC9D5-827A-0781-D993-D3FB8C7F9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67797" y="5413785"/>
                  <a:ext cx="602601" cy="461665"/>
                </a:xfrm>
                <a:prstGeom prst="rect">
                  <a:avLst/>
                </a:prstGeom>
                <a:blipFill>
                  <a:blip r:embed="rId25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 Box 70">
                  <a:extLst>
                    <a:ext uri="{FF2B5EF4-FFF2-40B4-BE49-F238E27FC236}">
                      <a16:creationId xmlns:a16="http://schemas.microsoft.com/office/drawing/2014/main" id="{E25188DD-0E76-E7F7-E9D3-8D8E2D3987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63135" y="5413785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6" name="Text Box 70">
                  <a:extLst>
                    <a:ext uri="{FF2B5EF4-FFF2-40B4-BE49-F238E27FC236}">
                      <a16:creationId xmlns:a16="http://schemas.microsoft.com/office/drawing/2014/main" id="{E25188DD-0E76-E7F7-E9D3-8D8E2D398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63135" y="5413785"/>
                  <a:ext cx="602601" cy="461665"/>
                </a:xfrm>
                <a:prstGeom prst="rect">
                  <a:avLst/>
                </a:prstGeom>
                <a:blipFill>
                  <a:blip r:embed="rId26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Line 60">
              <a:extLst>
                <a:ext uri="{FF2B5EF4-FFF2-40B4-BE49-F238E27FC236}">
                  <a16:creationId xmlns:a16="http://schemas.microsoft.com/office/drawing/2014/main" id="{3F432519-2878-6C94-BC1A-3906D294B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4527" y="2994203"/>
              <a:ext cx="31432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59" name="Line 60">
              <a:extLst>
                <a:ext uri="{FF2B5EF4-FFF2-40B4-BE49-F238E27FC236}">
                  <a16:creationId xmlns:a16="http://schemas.microsoft.com/office/drawing/2014/main" id="{702AE02C-A347-24BF-A83D-44048620D1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807929" y="2863571"/>
              <a:ext cx="2875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DFF21F97-18F3-257E-BA16-0C3E7EFBC19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C4634BE4-71D8-C694-ABA8-60694347E06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4" name="箭头: 五边形 63">
                <a:extLst>
                  <a:ext uri="{FF2B5EF4-FFF2-40B4-BE49-F238E27FC236}">
                    <a16:creationId xmlns:a16="http://schemas.microsoft.com/office/drawing/2014/main" id="{1DC59E3A-CCFF-E90F-0C1F-2EB7AE70B60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箭头: V 形 64">
                <a:extLst>
                  <a:ext uri="{FF2B5EF4-FFF2-40B4-BE49-F238E27FC236}">
                    <a16:creationId xmlns:a16="http://schemas.microsoft.com/office/drawing/2014/main" id="{40BB4D9A-BB24-55C8-A48A-3D6CF04118BC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灯片编号占位符 3">
              <a:extLst>
                <a:ext uri="{FF2B5EF4-FFF2-40B4-BE49-F238E27FC236}">
                  <a16:creationId xmlns:a16="http://schemas.microsoft.com/office/drawing/2014/main" id="{06130CF5-6725-5473-644E-9BFA5D6F3D3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33BA3B0B-03BA-A2CF-AA26-232E5C7BA7DB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6735915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– 8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线译码器实现数据分配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按照通道地址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的取值，将数据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从相应的通道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输出，其余通道保持高电平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33BA3B0B-03BA-A2CF-AA26-232E5C7BA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6735915" cy="1338828"/>
              </a:xfrm>
              <a:prstGeom prst="rect">
                <a:avLst/>
              </a:prstGeom>
              <a:blipFill>
                <a:blip r:embed="rId27"/>
                <a:stretch>
                  <a:fillRect l="-1810" t="-5023" b="-10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B463C261-957F-46D2-61F8-6079A9373589}"/>
                  </a:ext>
                </a:extLst>
              </p:cNvPr>
              <p:cNvSpPr txBox="1"/>
              <p:nvPr/>
            </p:nvSpPr>
            <p:spPr>
              <a:xfrm>
                <a:off x="360000" y="2249284"/>
                <a:ext cx="5429178" cy="635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8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28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</m:acc>
                        <m: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8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28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</m:e>
                        </m:acc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B463C261-957F-46D2-61F8-6079A9373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249284"/>
                <a:ext cx="5429178" cy="63594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9CDBE104-0B16-8F26-44C6-2FA3963F3723}"/>
                  </a:ext>
                </a:extLst>
              </p:cNvPr>
              <p:cNvSpPr txBox="1"/>
              <p:nvPr/>
            </p:nvSpPr>
            <p:spPr>
              <a:xfrm>
                <a:off x="359354" y="2880000"/>
                <a:ext cx="3299971" cy="5786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zh-CN" sz="280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  <m: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</m:e>
                        </m:acc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9CDBE104-0B16-8F26-44C6-2FA3963F3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54" y="2880000"/>
                <a:ext cx="3299971" cy="57862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F35C053-4ABD-30E2-3C51-9220EE0A37BB}"/>
                  </a:ext>
                </a:extLst>
              </p:cNvPr>
              <p:cNvSpPr txBox="1"/>
              <p:nvPr/>
            </p:nvSpPr>
            <p:spPr>
              <a:xfrm>
                <a:off x="360001" y="3599999"/>
                <a:ext cx="55367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=000</m:t>
                    </m:r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</m:oMath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F35C053-4ABD-30E2-3C51-9220EE0A3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3599999"/>
                <a:ext cx="5536708" cy="523220"/>
              </a:xfrm>
              <a:prstGeom prst="rect">
                <a:avLst/>
              </a:prstGeom>
              <a:blipFill>
                <a:blip r:embed="rId30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064A195E-EF08-8AD7-BEA7-9C100C82E6E8}"/>
                  </a:ext>
                </a:extLst>
              </p:cNvPr>
              <p:cNvSpPr txBox="1"/>
              <p:nvPr/>
            </p:nvSpPr>
            <p:spPr>
              <a:xfrm>
                <a:off x="360000" y="4320000"/>
                <a:ext cx="5429178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   </m:t>
                            </m:r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=0      </m:t>
                            </m:r>
                          </m:e>
                          <m:e>
                            <m: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1,    </m:t>
                            </m:r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=1~7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064A195E-EF08-8AD7-BEA7-9C100C82E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320000"/>
                <a:ext cx="5429178" cy="105349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5BE11F5-A378-FBAF-1A9D-63DC38D344C5}"/>
                  </a:ext>
                </a:extLst>
              </p:cNvPr>
              <p:cNvSpPr txBox="1"/>
              <p:nvPr/>
            </p:nvSpPr>
            <p:spPr>
              <a:xfrm>
                <a:off x="360000" y="5400000"/>
                <a:ext cx="6574787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zh-CN" altLang="en-US" sz="28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改变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的值可以将数据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zh-CN" altLang="en-US" sz="28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送到不同的输出端 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5BE11F5-A378-FBAF-1A9D-63DC38D34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400000"/>
                <a:ext cx="6574787" cy="954107"/>
              </a:xfrm>
              <a:prstGeom prst="rect">
                <a:avLst/>
              </a:prstGeom>
              <a:blipFill>
                <a:blip r:embed="rId32"/>
                <a:stretch>
                  <a:fillRect t="-7051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标题 1">
            <a:extLst>
              <a:ext uri="{FF2B5EF4-FFF2-40B4-BE49-F238E27FC236}">
                <a16:creationId xmlns:a16="http://schemas.microsoft.com/office/drawing/2014/main" id="{39989757-B5DD-6B96-5C6C-9C7359FAC0F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数据分配器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用译码器实现数据分配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6845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3" grpId="0"/>
      <p:bldP spid="74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48D23C6-CE7C-5CA1-C45E-8AA454757891}"/>
              </a:ext>
            </a:extLst>
          </p:cNvPr>
          <p:cNvSpPr txBox="1"/>
          <p:nvPr/>
        </p:nvSpPr>
        <p:spPr>
          <a:xfrm>
            <a:off x="360000" y="828000"/>
            <a:ext cx="11515770" cy="2129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Multiplexer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）：从多个通道的输入数据中选择一个送到输出通道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通道选择信号选择其中一个输入通道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常见的选择器：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16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51191C6-7836-B58D-A986-56CA5174456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BB3A816B-F4D6-9B35-AD6A-D8404BF1CEA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28" name="箭头: 五边形 27">
                <a:extLst>
                  <a:ext uri="{FF2B5EF4-FFF2-40B4-BE49-F238E27FC236}">
                    <a16:creationId xmlns:a16="http://schemas.microsoft.com/office/drawing/2014/main" id="{D3EA35F0-DB3B-DC91-D2E0-7C0C53FF533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" name="箭头: V 形 28">
                <a:extLst>
                  <a:ext uri="{FF2B5EF4-FFF2-40B4-BE49-F238E27FC236}">
                    <a16:creationId xmlns:a16="http://schemas.microsoft.com/office/drawing/2014/main" id="{97E0141E-7998-BAFE-3B77-E64559B1DED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" name="灯片编号占位符 3">
              <a:extLst>
                <a:ext uri="{FF2B5EF4-FFF2-40B4-BE49-F238E27FC236}">
                  <a16:creationId xmlns:a16="http://schemas.microsoft.com/office/drawing/2014/main" id="{69D5A4F7-9DFB-35CC-586D-606429295E4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FE6B80C-B458-FEFA-084E-17E7BC3DC8C0}"/>
              </a:ext>
            </a:extLst>
          </p:cNvPr>
          <p:cNvGrpSpPr/>
          <p:nvPr/>
        </p:nvGrpSpPr>
        <p:grpSpPr>
          <a:xfrm>
            <a:off x="2588400" y="3168000"/>
            <a:ext cx="6324942" cy="3447016"/>
            <a:chOff x="2589625" y="2905057"/>
            <a:chExt cx="6324942" cy="3447016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0042C516-8E67-16E7-4359-809CD67DED7D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>
              <a:off x="3646714" y="3268898"/>
              <a:ext cx="114462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22E98036-294C-EC07-C1DD-E619A5B66C87}"/>
                </a:ext>
              </a:extLst>
            </p:cNvPr>
            <p:cNvSpPr/>
            <p:nvPr/>
          </p:nvSpPr>
          <p:spPr>
            <a:xfrm>
              <a:off x="6265096" y="3973172"/>
              <a:ext cx="249380" cy="24938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1E2AB8E-A353-8EE1-F317-A0CBDEB7C5B6}"/>
                    </a:ext>
                  </a:extLst>
                </p:cNvPr>
                <p:cNvSpPr txBox="1"/>
                <p:nvPr/>
              </p:nvSpPr>
              <p:spPr>
                <a:xfrm>
                  <a:off x="7857900" y="3820863"/>
                  <a:ext cx="389529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600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1E2AB8E-A353-8EE1-F317-A0CBDEB7C5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7900" y="3820863"/>
                  <a:ext cx="389529" cy="55399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32AD2081-66D5-D215-2D67-DDC1A4B26BD5}"/>
                    </a:ext>
                  </a:extLst>
                </p:cNvPr>
                <p:cNvSpPr txBox="1"/>
                <p:nvPr/>
              </p:nvSpPr>
              <p:spPr>
                <a:xfrm>
                  <a:off x="3036868" y="2991899"/>
                  <a:ext cx="609844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36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3600" dirty="0"/>
                    <a:t> </a:t>
                  </a: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32AD2081-66D5-D215-2D67-DDC1A4B26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6868" y="2991899"/>
                  <a:ext cx="609844" cy="55399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1B3C6DC-1F58-61D7-6F3C-2995CFAD8FD5}"/>
                    </a:ext>
                  </a:extLst>
                </p:cNvPr>
                <p:cNvSpPr txBox="1"/>
                <p:nvPr/>
              </p:nvSpPr>
              <p:spPr>
                <a:xfrm>
                  <a:off x="3036868" y="3661934"/>
                  <a:ext cx="609843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3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3600" dirty="0"/>
                    <a:t> </a:t>
                  </a: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1B3C6DC-1F58-61D7-6F3C-2995CFAD8F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6868" y="3661934"/>
                  <a:ext cx="609843" cy="55399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A9677D4-0658-0E06-5850-86D1FDD28669}"/>
                    </a:ext>
                  </a:extLst>
                </p:cNvPr>
                <p:cNvSpPr txBox="1"/>
                <p:nvPr/>
              </p:nvSpPr>
              <p:spPr>
                <a:xfrm>
                  <a:off x="2660986" y="4722365"/>
                  <a:ext cx="985724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a14:m>
                  <a:r>
                    <a:rPr lang="zh-CN" altLang="en-US" sz="3600" dirty="0"/>
                    <a:t> </a:t>
                  </a: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A9677D4-0658-0E06-5850-86D1FDD286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0986" y="4722365"/>
                  <a:ext cx="985724" cy="5539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CAFC3C1E-D86C-088D-4DCD-F9FAFA47E2D5}"/>
                </a:ext>
              </a:extLst>
            </p:cNvPr>
            <p:cNvCxnSpPr>
              <a:cxnSpLocks/>
              <a:stCxn id="31" idx="6"/>
              <a:endCxn id="6" idx="2"/>
            </p:cNvCxnSpPr>
            <p:nvPr/>
          </p:nvCxnSpPr>
          <p:spPr>
            <a:xfrm>
              <a:off x="5040723" y="3268898"/>
              <a:ext cx="1224373" cy="828964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1C7E85A-2FE3-6484-6771-E791F62BF2F5}"/>
                </a:ext>
              </a:extLst>
            </p:cNvPr>
            <p:cNvCxnSpPr>
              <a:cxnSpLocks/>
            </p:cNvCxnSpPr>
            <p:nvPr/>
          </p:nvCxnSpPr>
          <p:spPr>
            <a:xfrm>
              <a:off x="5533615" y="2905057"/>
              <a:ext cx="0" cy="2392822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0927068-77DE-4BE7-E2F2-9D2DA2150760}"/>
                </a:ext>
              </a:extLst>
            </p:cNvPr>
            <p:cNvSpPr txBox="1"/>
            <p:nvPr/>
          </p:nvSpPr>
          <p:spPr>
            <a:xfrm>
              <a:off x="4202602" y="5890408"/>
              <a:ext cx="266202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通道选择信号</a:t>
              </a:r>
              <a:endParaRPr lang="zh-CN" altLang="en-US" sz="2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371B433-D728-261B-0E04-A3267CD75644}"/>
                </a:ext>
              </a:extLst>
            </p:cNvPr>
            <p:cNvSpPr txBox="1"/>
            <p:nvPr/>
          </p:nvSpPr>
          <p:spPr>
            <a:xfrm>
              <a:off x="2589625" y="5387689"/>
              <a:ext cx="172380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数据输入</a:t>
              </a:r>
            </a:p>
          </p:txBody>
        </p: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4B2850AC-5069-9945-A0EB-C4157E923B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32459" y="5316823"/>
              <a:ext cx="0" cy="573585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FF70364-FA2B-DB08-E0C7-6D0B5C8AB0F4}"/>
                </a:ext>
              </a:extLst>
            </p:cNvPr>
            <p:cNvSpPr txBox="1"/>
            <p:nvPr/>
          </p:nvSpPr>
          <p:spPr>
            <a:xfrm>
              <a:off x="7190761" y="4578636"/>
              <a:ext cx="172380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输出通道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141F3F15-9C18-8F9C-F8CC-84AA0681859A}"/>
                    </a:ext>
                  </a:extLst>
                </p:cNvPr>
                <p:cNvSpPr txBox="1"/>
                <p:nvPr/>
              </p:nvSpPr>
              <p:spPr>
                <a:xfrm>
                  <a:off x="3311367" y="4247812"/>
                  <a:ext cx="670691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141F3F15-9C18-8F9C-F8CC-84AA068185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1367" y="4247812"/>
                  <a:ext cx="670691" cy="55399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3329F29E-6DEC-F0C1-F60C-450DBD9AB5D2}"/>
                </a:ext>
              </a:extLst>
            </p:cNvPr>
            <p:cNvSpPr/>
            <p:nvPr/>
          </p:nvSpPr>
          <p:spPr>
            <a:xfrm>
              <a:off x="4791343" y="3144208"/>
              <a:ext cx="249380" cy="24938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A492011B-92DD-CD97-19DD-D85F5301BB69}"/>
                </a:ext>
              </a:extLst>
            </p:cNvPr>
            <p:cNvSpPr/>
            <p:nvPr/>
          </p:nvSpPr>
          <p:spPr>
            <a:xfrm>
              <a:off x="4582093" y="3814333"/>
              <a:ext cx="249380" cy="24938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B7B19363-FA3F-95DB-E415-F512AE18281F}"/>
                </a:ext>
              </a:extLst>
            </p:cNvPr>
            <p:cNvSpPr/>
            <p:nvPr/>
          </p:nvSpPr>
          <p:spPr>
            <a:xfrm>
              <a:off x="4791343" y="4863270"/>
              <a:ext cx="249380" cy="24938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5E34EEE8-018E-81C0-6CFC-9C17BDD961B4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>
              <a:off x="3646714" y="4987960"/>
              <a:ext cx="114462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7DD94AE9-F922-104A-3A5D-CB3FA87504CA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>
              <a:off x="3646714" y="3939023"/>
              <a:ext cx="93537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05759436-39DD-BFC0-7502-02E3529F9194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>
              <a:off x="6514476" y="4097862"/>
              <a:ext cx="117765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1801B8B2-8715-29EB-5FF0-90D693F11A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数据选择器</a:t>
            </a:r>
          </a:p>
        </p:txBody>
      </p:sp>
    </p:spTree>
    <p:extLst>
      <p:ext uri="{BB962C8B-B14F-4D97-AF65-F5344CB8AC3E}">
        <p14:creationId xmlns:p14="http://schemas.microsoft.com/office/powerpoint/2010/main" val="1490813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4CDF880-F505-FC67-4A78-FD0D393D77D4}"/>
              </a:ext>
            </a:extLst>
          </p:cNvPr>
          <p:cNvSpPr txBox="1"/>
          <p:nvPr/>
        </p:nvSpPr>
        <p:spPr>
          <a:xfrm>
            <a:off x="360000" y="720000"/>
            <a:ext cx="334146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数据选择器：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51F46D7-5E8A-3B2E-6CFC-286D4EDF8E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002039"/>
                  </p:ext>
                </p:extLst>
              </p:nvPr>
            </p:nvGraphicFramePr>
            <p:xfrm>
              <a:off x="360000" y="1800000"/>
              <a:ext cx="3241100" cy="201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0550">
                      <a:extLst>
                        <a:ext uri="{9D8B030D-6E8A-4147-A177-3AD203B41FA5}">
                          <a16:colId xmlns:a16="http://schemas.microsoft.com/office/drawing/2014/main" val="1228595603"/>
                        </a:ext>
                      </a:extLst>
                    </a:gridCol>
                    <a:gridCol w="1620550">
                      <a:extLst>
                        <a:ext uri="{9D8B030D-6E8A-4147-A177-3AD203B41FA5}">
                          <a16:colId xmlns:a16="http://schemas.microsoft.com/office/drawing/2014/main" val="2720320290"/>
                        </a:ext>
                      </a:extLst>
                    </a:gridCol>
                  </a:tblGrid>
                  <a:tr h="2811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选择输入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输出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9101600"/>
                      </a:ext>
                    </a:extLst>
                  </a:tr>
                  <a:tr h="3185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0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oMath>
                          </a14:m>
                          <a:r>
                            <a:rPr lang="zh-CN" altLang="en-US" sz="2800" i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oMath>
                          </a14:m>
                          <a:r>
                            <a:rPr lang="zh-CN" altLang="en-US" sz="2800" i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48271"/>
                      </a:ext>
                    </a:extLst>
                  </a:tr>
                  <a:tr h="3185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800" b="0" i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800" baseline="-25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7718531"/>
                      </a:ext>
                    </a:extLst>
                  </a:tr>
                  <a:tr h="3185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800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800" baseline="-25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29871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51F46D7-5E8A-3B2E-6CFC-286D4EDF8E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002039"/>
                  </p:ext>
                </p:extLst>
              </p:nvPr>
            </p:nvGraphicFramePr>
            <p:xfrm>
              <a:off x="360000" y="1800000"/>
              <a:ext cx="3241100" cy="201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0550">
                      <a:extLst>
                        <a:ext uri="{9D8B030D-6E8A-4147-A177-3AD203B41FA5}">
                          <a16:colId xmlns:a16="http://schemas.microsoft.com/office/drawing/2014/main" val="1228595603"/>
                        </a:ext>
                      </a:extLst>
                    </a:gridCol>
                    <a:gridCol w="1620550">
                      <a:extLst>
                        <a:ext uri="{9D8B030D-6E8A-4147-A177-3AD203B41FA5}">
                          <a16:colId xmlns:a16="http://schemas.microsoft.com/office/drawing/2014/main" val="272032029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选择输入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输出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91016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76" t="-97647" r="-100752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0376" t="-97647" r="-752" b="-2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4827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0376" t="-195349" r="-752" b="-1302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771853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0376" t="-298824" r="-752" b="-3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2987197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E23DAEE9-9F6E-E681-4199-F5A8BA17CE1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21471B3-5F39-E5F4-E0A3-4A3D667E947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0" name="箭头: 五边形 9">
                <a:extLst>
                  <a:ext uri="{FF2B5EF4-FFF2-40B4-BE49-F238E27FC236}">
                    <a16:creationId xmlns:a16="http://schemas.microsoft.com/office/drawing/2014/main" id="{05B7DE78-E6B5-000E-37B2-F0477BEC90A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" name="箭头: V 形 10">
                <a:extLst>
                  <a:ext uri="{FF2B5EF4-FFF2-40B4-BE49-F238E27FC236}">
                    <a16:creationId xmlns:a16="http://schemas.microsoft.com/office/drawing/2014/main" id="{4B907444-5A81-E0C1-884D-42D883CC47F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灯片编号占位符 3">
              <a:extLst>
                <a:ext uri="{FF2B5EF4-FFF2-40B4-BE49-F238E27FC236}">
                  <a16:creationId xmlns:a16="http://schemas.microsoft.com/office/drawing/2014/main" id="{61DDE96A-EB63-98C1-82AD-F51E1490A1B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7ED35FAB-CFC6-3693-D3CE-8DF70C178FBB}"/>
              </a:ext>
            </a:extLst>
          </p:cNvPr>
          <p:cNvSpPr txBox="1"/>
          <p:nvPr/>
        </p:nvSpPr>
        <p:spPr>
          <a:xfrm>
            <a:off x="360000" y="4680000"/>
            <a:ext cx="27852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逻辑函数式：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AB441D08-63A6-6261-2F4F-3D3EF67EF37F}"/>
                  </a:ext>
                </a:extLst>
              </p:cNvPr>
              <p:cNvSpPr txBox="1"/>
              <p:nvPr/>
            </p:nvSpPr>
            <p:spPr>
              <a:xfrm>
                <a:off x="360000" y="5400000"/>
                <a:ext cx="4337878" cy="5552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6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sz="3600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3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6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36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altLang="zh-CN" sz="36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sSub>
                        <m:sSubPr>
                          <m:ctrlPr>
                            <a:rPr lang="en-US" altLang="zh-CN" sz="3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6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36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6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36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sSub>
                        <m:sSubPr>
                          <m:ctrlPr>
                            <a:rPr lang="en-US" altLang="zh-CN" sz="3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6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36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36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AB441D08-63A6-6261-2F4F-3D3EF67EF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400000"/>
                <a:ext cx="4337878" cy="5552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1D981F22-C979-E76C-2794-D88230D23075}"/>
              </a:ext>
            </a:extLst>
          </p:cNvPr>
          <p:cNvGrpSpPr/>
          <p:nvPr/>
        </p:nvGrpSpPr>
        <p:grpSpPr>
          <a:xfrm>
            <a:off x="4409704" y="1440000"/>
            <a:ext cx="4425757" cy="3199728"/>
            <a:chOff x="4409704" y="1239126"/>
            <a:chExt cx="4425757" cy="3199728"/>
          </a:xfrm>
        </p:grpSpPr>
        <p:sp>
          <p:nvSpPr>
            <p:cNvPr id="85" name="Arc 158">
              <a:extLst>
                <a:ext uri="{FF2B5EF4-FFF2-40B4-BE49-F238E27FC236}">
                  <a16:creationId xmlns:a16="http://schemas.microsoft.com/office/drawing/2014/main" id="{455E6985-BE7E-9C9B-C9A0-09275BA3A03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606686" y="2982350"/>
              <a:ext cx="680236" cy="1008158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6" name="Line 160">
              <a:extLst>
                <a:ext uri="{FF2B5EF4-FFF2-40B4-BE49-F238E27FC236}">
                  <a16:creationId xmlns:a16="http://schemas.microsoft.com/office/drawing/2014/main" id="{40A6A455-F1D6-EA36-6BFE-1B4CC027E4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88832" y="3142659"/>
              <a:ext cx="310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7" name="Line 160">
              <a:extLst>
                <a:ext uri="{FF2B5EF4-FFF2-40B4-BE49-F238E27FC236}">
                  <a16:creationId xmlns:a16="http://schemas.microsoft.com/office/drawing/2014/main" id="{11845654-F9B3-C381-6C5D-6E7DD974B1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88832" y="3826549"/>
              <a:ext cx="310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8" name="Arc 156">
              <a:extLst>
                <a:ext uri="{FF2B5EF4-FFF2-40B4-BE49-F238E27FC236}">
                  <a16:creationId xmlns:a16="http://schemas.microsoft.com/office/drawing/2014/main" id="{8D830305-1818-900C-4717-13D04D22A0C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572156" y="3169415"/>
              <a:ext cx="468911" cy="657133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9" name="Line 27">
              <a:extLst>
                <a:ext uri="{FF2B5EF4-FFF2-40B4-BE49-F238E27FC236}">
                  <a16:creationId xmlns:a16="http://schemas.microsoft.com/office/drawing/2014/main" id="{0B4C67A2-9254-95CA-357E-6631779D94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5388" y="3295767"/>
              <a:ext cx="4169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0" name="Line 27">
              <a:extLst>
                <a:ext uri="{FF2B5EF4-FFF2-40B4-BE49-F238E27FC236}">
                  <a16:creationId xmlns:a16="http://schemas.microsoft.com/office/drawing/2014/main" id="{01E95BDF-0500-91F9-FAC0-BDF37F5FF8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5388" y="3672890"/>
              <a:ext cx="4169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1" name="Line 27">
              <a:extLst>
                <a:ext uri="{FF2B5EF4-FFF2-40B4-BE49-F238E27FC236}">
                  <a16:creationId xmlns:a16="http://schemas.microsoft.com/office/drawing/2014/main" id="{7A5883D5-2275-635C-13F2-4F8C9923F3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18694" y="3484633"/>
              <a:ext cx="25743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" name="Arc 156">
              <a:extLst>
                <a:ext uri="{FF2B5EF4-FFF2-40B4-BE49-F238E27FC236}">
                  <a16:creationId xmlns:a16="http://schemas.microsoft.com/office/drawing/2014/main" id="{430DE716-892B-E7E9-A40D-7772C1C8A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0166" y="3142640"/>
              <a:ext cx="468911" cy="657133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4" name="Line 27">
              <a:extLst>
                <a:ext uri="{FF2B5EF4-FFF2-40B4-BE49-F238E27FC236}">
                  <a16:creationId xmlns:a16="http://schemas.microsoft.com/office/drawing/2014/main" id="{7D8451B6-F962-6F55-59A8-FB5A5F785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8735" y="2898578"/>
              <a:ext cx="1907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5" name="流程图: 延期 94">
              <a:extLst>
                <a:ext uri="{FF2B5EF4-FFF2-40B4-BE49-F238E27FC236}">
                  <a16:creationId xmlns:a16="http://schemas.microsoft.com/office/drawing/2014/main" id="{733D5276-52A4-8B0D-8E56-B50ECAED6AF1}"/>
                </a:ext>
              </a:extLst>
            </p:cNvPr>
            <p:cNvSpPr/>
            <p:nvPr/>
          </p:nvSpPr>
          <p:spPr>
            <a:xfrm>
              <a:off x="6213419" y="2554201"/>
              <a:ext cx="625316" cy="688753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96" name="Line 27">
              <a:extLst>
                <a:ext uri="{FF2B5EF4-FFF2-40B4-BE49-F238E27FC236}">
                  <a16:creationId xmlns:a16="http://schemas.microsoft.com/office/drawing/2014/main" id="{FA941A3F-C0FC-C0F8-156D-FB1BF9836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0844" y="3090406"/>
              <a:ext cx="3876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FBCBD7E0-D3F1-71C7-B872-467C8A619A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512" y="2710766"/>
              <a:ext cx="11330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6" name="Line 27">
              <a:extLst>
                <a:ext uri="{FF2B5EF4-FFF2-40B4-BE49-F238E27FC236}">
                  <a16:creationId xmlns:a16="http://schemas.microsoft.com/office/drawing/2014/main" id="{202CB445-1E6D-1931-F8F2-2B04B7386D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8736" y="4094478"/>
              <a:ext cx="1907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7" name="流程图: 延期 106">
              <a:extLst>
                <a:ext uri="{FF2B5EF4-FFF2-40B4-BE49-F238E27FC236}">
                  <a16:creationId xmlns:a16="http://schemas.microsoft.com/office/drawing/2014/main" id="{9BD04BC3-0CC3-7B9B-822F-2C6F1F9C568B}"/>
                </a:ext>
              </a:extLst>
            </p:cNvPr>
            <p:cNvSpPr/>
            <p:nvPr/>
          </p:nvSpPr>
          <p:spPr>
            <a:xfrm>
              <a:off x="6213419" y="3750101"/>
              <a:ext cx="625316" cy="688753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08" name="Line 27">
              <a:extLst>
                <a:ext uri="{FF2B5EF4-FFF2-40B4-BE49-F238E27FC236}">
                  <a16:creationId xmlns:a16="http://schemas.microsoft.com/office/drawing/2014/main" id="{0F7B42D3-FEE7-BAEB-2AA4-E6555230C0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3161" y="4286306"/>
              <a:ext cx="7753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9" name="Line 27">
              <a:extLst>
                <a:ext uri="{FF2B5EF4-FFF2-40B4-BE49-F238E27FC236}">
                  <a16:creationId xmlns:a16="http://schemas.microsoft.com/office/drawing/2014/main" id="{C9DED7BA-7BA3-FD5C-E5D1-9CD5678109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512" y="3906666"/>
              <a:ext cx="11330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2" name="Line 27">
              <a:extLst>
                <a:ext uri="{FF2B5EF4-FFF2-40B4-BE49-F238E27FC236}">
                  <a16:creationId xmlns:a16="http://schemas.microsoft.com/office/drawing/2014/main" id="{F8449712-7E9E-7BEE-D0A6-FA9BFDB5B6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808264" y="3095682"/>
              <a:ext cx="417925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3" name="Line 27">
              <a:extLst>
                <a:ext uri="{FF2B5EF4-FFF2-40B4-BE49-F238E27FC236}">
                  <a16:creationId xmlns:a16="http://schemas.microsoft.com/office/drawing/2014/main" id="{EB260A84-878F-46B8-54FE-F2BC7690E1B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95929" y="3884153"/>
              <a:ext cx="4426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4" name="Line 27">
              <a:extLst>
                <a:ext uri="{FF2B5EF4-FFF2-40B4-BE49-F238E27FC236}">
                  <a16:creationId xmlns:a16="http://schemas.microsoft.com/office/drawing/2014/main" id="{CD11FBDD-1352-D010-F74F-7B659A98A89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127796" y="2386799"/>
              <a:ext cx="14095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0" name="等腰三角形 99">
              <a:extLst>
                <a:ext uri="{FF2B5EF4-FFF2-40B4-BE49-F238E27FC236}">
                  <a16:creationId xmlns:a16="http://schemas.microsoft.com/office/drawing/2014/main" id="{13E8B71F-A0FD-31E2-89E8-3BD491F6D60F}"/>
                </a:ext>
              </a:extLst>
            </p:cNvPr>
            <p:cNvSpPr/>
            <p:nvPr/>
          </p:nvSpPr>
          <p:spPr>
            <a:xfrm flipH="1" flipV="1">
              <a:off x="5643129" y="2116327"/>
              <a:ext cx="378929" cy="312656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785C8A95-7598-5FAE-A14A-8DB1E6EA3F03}"/>
                </a:ext>
              </a:extLst>
            </p:cNvPr>
            <p:cNvSpPr/>
            <p:nvPr/>
          </p:nvSpPr>
          <p:spPr>
            <a:xfrm rot="5400000" flipV="1">
              <a:off x="5784990" y="2437812"/>
              <a:ext cx="95205" cy="9947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44E21D24-69DC-2719-99A7-95E877B491C7}"/>
                </a:ext>
              </a:extLst>
            </p:cNvPr>
            <p:cNvSpPr/>
            <p:nvPr/>
          </p:nvSpPr>
          <p:spPr>
            <a:xfrm rot="5400000" flipV="1">
              <a:off x="5784990" y="1832411"/>
              <a:ext cx="95205" cy="99471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16" name="Line 27">
              <a:extLst>
                <a:ext uri="{FF2B5EF4-FFF2-40B4-BE49-F238E27FC236}">
                  <a16:creationId xmlns:a16="http://schemas.microsoft.com/office/drawing/2014/main" id="{CBBAE654-4D73-5455-903F-F5ACFE0DC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3161" y="1882146"/>
              <a:ext cx="3876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7" name="Line 27">
              <a:extLst>
                <a:ext uri="{FF2B5EF4-FFF2-40B4-BE49-F238E27FC236}">
                  <a16:creationId xmlns:a16="http://schemas.microsoft.com/office/drawing/2014/main" id="{41785B11-9140-EEBD-0047-5612CE48D8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225231" y="3084360"/>
              <a:ext cx="24285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978BAD2D-AFFE-5B01-2E73-68274B3096BD}"/>
                    </a:ext>
                  </a:extLst>
                </p:cNvPr>
                <p:cNvSpPr txBox="1"/>
                <p:nvPr/>
              </p:nvSpPr>
              <p:spPr>
                <a:xfrm>
                  <a:off x="8167459" y="3272827"/>
                  <a:ext cx="668002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978BAD2D-AFFE-5B01-2E73-68274B3096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7459" y="3272827"/>
                  <a:ext cx="668002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5FBB14B2-6E19-90F2-E983-E1917FC19DE7}"/>
                    </a:ext>
                  </a:extLst>
                </p:cNvPr>
                <p:cNvSpPr txBox="1"/>
                <p:nvPr/>
              </p:nvSpPr>
              <p:spPr>
                <a:xfrm>
                  <a:off x="5504225" y="1239126"/>
                  <a:ext cx="656733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5FBB14B2-6E19-90F2-E983-E1917FC19D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4225" y="1239126"/>
                  <a:ext cx="656733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90C1BA34-09D6-1F92-B73F-1C017835ACFB}"/>
                    </a:ext>
                  </a:extLst>
                </p:cNvPr>
                <p:cNvSpPr txBox="1"/>
                <p:nvPr/>
              </p:nvSpPr>
              <p:spPr>
                <a:xfrm>
                  <a:off x="4409704" y="2500966"/>
                  <a:ext cx="656733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90C1BA34-09D6-1F92-B73F-1C017835AC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9704" y="2500966"/>
                  <a:ext cx="656733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CF49A3C9-27F4-FE1E-973D-DB76FC406606}"/>
                    </a:ext>
                  </a:extLst>
                </p:cNvPr>
                <p:cNvSpPr txBox="1"/>
                <p:nvPr/>
              </p:nvSpPr>
              <p:spPr>
                <a:xfrm>
                  <a:off x="4416789" y="3685113"/>
                  <a:ext cx="656733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CF49A3C9-27F4-FE1E-973D-DB76FC4066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6789" y="3685113"/>
                  <a:ext cx="656733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98C8F292-4507-13A6-AE50-303E59F2D276}"/>
              </a:ext>
            </a:extLst>
          </p:cNvPr>
          <p:cNvGrpSpPr/>
          <p:nvPr/>
        </p:nvGrpSpPr>
        <p:grpSpPr>
          <a:xfrm>
            <a:off x="9360000" y="2160000"/>
            <a:ext cx="2316240" cy="2416789"/>
            <a:chOff x="9460663" y="1766931"/>
            <a:chExt cx="2316240" cy="2416789"/>
          </a:xfrm>
        </p:grpSpPr>
        <p:sp>
          <p:nvSpPr>
            <p:cNvPr id="126" name="梯形 125">
              <a:extLst>
                <a:ext uri="{FF2B5EF4-FFF2-40B4-BE49-F238E27FC236}">
                  <a16:creationId xmlns:a16="http://schemas.microsoft.com/office/drawing/2014/main" id="{785F4D4A-6F3A-76EE-BD5D-4D83E9EA85C0}"/>
                </a:ext>
              </a:extLst>
            </p:cNvPr>
            <p:cNvSpPr/>
            <p:nvPr/>
          </p:nvSpPr>
          <p:spPr>
            <a:xfrm rot="5400000">
              <a:off x="9795059" y="2999175"/>
              <a:ext cx="1743773" cy="625317"/>
            </a:xfrm>
            <a:prstGeom prst="trapezoid">
              <a:avLst>
                <a:gd name="adj" fmla="val 6185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Line 27">
              <a:extLst>
                <a:ext uri="{FF2B5EF4-FFF2-40B4-BE49-F238E27FC236}">
                  <a16:creationId xmlns:a16="http://schemas.microsoft.com/office/drawing/2014/main" id="{0AA60905-CF06-871E-10CD-FB9784A79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79606" y="3334677"/>
              <a:ext cx="2939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109E7FC7-42F3-90EC-4A1E-CE5A337FADCB}"/>
                </a:ext>
              </a:extLst>
            </p:cNvPr>
            <p:cNvGrpSpPr/>
            <p:nvPr/>
          </p:nvGrpSpPr>
          <p:grpSpPr>
            <a:xfrm>
              <a:off x="10041458" y="2913582"/>
              <a:ext cx="310655" cy="796501"/>
              <a:chOff x="9732790" y="2931853"/>
              <a:chExt cx="416968" cy="928774"/>
            </a:xfrm>
          </p:grpSpPr>
          <p:sp>
            <p:nvSpPr>
              <p:cNvPr id="128" name="Line 27">
                <a:extLst>
                  <a:ext uri="{FF2B5EF4-FFF2-40B4-BE49-F238E27FC236}">
                    <a16:creationId xmlns:a16="http://schemas.microsoft.com/office/drawing/2014/main" id="{3B915393-925C-86CD-B44C-E574375DCA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32790" y="2931853"/>
                <a:ext cx="4169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29" name="Line 27">
                <a:extLst>
                  <a:ext uri="{FF2B5EF4-FFF2-40B4-BE49-F238E27FC236}">
                    <a16:creationId xmlns:a16="http://schemas.microsoft.com/office/drawing/2014/main" id="{CCA9718A-3992-CE28-85AF-E9FCE0F3A2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32790" y="3860627"/>
                <a:ext cx="4169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8EC1E974-94F6-88D5-5561-2D7BAE732295}"/>
                    </a:ext>
                  </a:extLst>
                </p:cNvPr>
                <p:cNvSpPr txBox="1"/>
                <p:nvPr/>
              </p:nvSpPr>
              <p:spPr>
                <a:xfrm>
                  <a:off x="9460663" y="2698138"/>
                  <a:ext cx="656733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8EC1E974-94F6-88D5-5561-2D7BAE7322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0663" y="2698138"/>
                  <a:ext cx="656733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699D816C-8D48-0524-0ACD-C7D9F0D0C5D4}"/>
                    </a:ext>
                  </a:extLst>
                </p:cNvPr>
                <p:cNvSpPr txBox="1"/>
                <p:nvPr/>
              </p:nvSpPr>
              <p:spPr>
                <a:xfrm>
                  <a:off x="9460663" y="3492815"/>
                  <a:ext cx="656733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699D816C-8D48-0524-0ACD-C7D9F0D0C5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0663" y="3492815"/>
                  <a:ext cx="656733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3B67B002-CBC3-D811-624A-4FCB5C7A64EC}"/>
                    </a:ext>
                  </a:extLst>
                </p:cNvPr>
                <p:cNvSpPr txBox="1"/>
                <p:nvPr/>
              </p:nvSpPr>
              <p:spPr>
                <a:xfrm>
                  <a:off x="11108901" y="3119233"/>
                  <a:ext cx="668002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3B67B002-CBC3-D811-624A-4FCB5C7A64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8901" y="3119233"/>
                  <a:ext cx="668002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Line 27">
              <a:extLst>
                <a:ext uri="{FF2B5EF4-FFF2-40B4-BE49-F238E27FC236}">
                  <a16:creationId xmlns:a16="http://schemas.microsoft.com/office/drawing/2014/main" id="{047F7D37-DD3E-61C3-24FC-0F6AAE1BA5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41190" y="1983340"/>
              <a:ext cx="6875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35" name="Line 27">
              <a:extLst>
                <a:ext uri="{FF2B5EF4-FFF2-40B4-BE49-F238E27FC236}">
                  <a16:creationId xmlns:a16="http://schemas.microsoft.com/office/drawing/2014/main" id="{319E0B06-83BB-6F53-1B65-C331159F0B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380912" y="2319194"/>
              <a:ext cx="6717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F7BE2B82-72E7-ABAB-66AC-F4B48D3FBB97}"/>
                    </a:ext>
                  </a:extLst>
                </p:cNvPr>
                <p:cNvSpPr txBox="1"/>
                <p:nvPr/>
              </p:nvSpPr>
              <p:spPr>
                <a:xfrm>
                  <a:off x="9582344" y="1766931"/>
                  <a:ext cx="413370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F7BE2B82-72E7-ABAB-66AC-F4B48D3FBB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344" y="1766931"/>
                  <a:ext cx="413370" cy="4308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49FE463D-008A-0833-C823-E435FD90E635}"/>
                </a:ext>
              </a:extLst>
            </p:cNvPr>
            <p:cNvSpPr txBox="1"/>
            <p:nvPr/>
          </p:nvSpPr>
          <p:spPr>
            <a:xfrm>
              <a:off x="10352113" y="2696155"/>
              <a:ext cx="364648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E886E5DF-659B-2DBE-91E4-D937B0E6564F}"/>
                </a:ext>
              </a:extLst>
            </p:cNvPr>
            <p:cNvSpPr txBox="1"/>
            <p:nvPr/>
          </p:nvSpPr>
          <p:spPr>
            <a:xfrm>
              <a:off x="10352113" y="3512798"/>
              <a:ext cx="364650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9687F723-02D5-FF64-08FE-395A3F2CB423}"/>
              </a:ext>
            </a:extLst>
          </p:cNvPr>
          <p:cNvSpPr txBox="1"/>
          <p:nvPr/>
        </p:nvSpPr>
        <p:spPr>
          <a:xfrm>
            <a:off x="360000" y="1332000"/>
            <a:ext cx="3241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真值表</a:t>
            </a:r>
            <a:endParaRPr lang="zh-CN" altLang="en-US" sz="2400" dirty="0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2C3B2D0A-E9A2-C852-99A6-F26831B58AC5}"/>
              </a:ext>
            </a:extLst>
          </p:cNvPr>
          <p:cNvSpPr txBox="1"/>
          <p:nvPr/>
        </p:nvSpPr>
        <p:spPr>
          <a:xfrm>
            <a:off x="9360000" y="5040000"/>
            <a:ext cx="20057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逻辑符号</a:t>
            </a:r>
            <a:endParaRPr lang="zh-CN" altLang="en-US" sz="2800" dirty="0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7627B3D0-F451-AB39-B4AE-1E2F0899F0A5}"/>
              </a:ext>
            </a:extLst>
          </p:cNvPr>
          <p:cNvSpPr txBox="1"/>
          <p:nvPr/>
        </p:nvSpPr>
        <p:spPr>
          <a:xfrm>
            <a:off x="5040000" y="5040000"/>
            <a:ext cx="23525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逻辑图</a:t>
            </a:r>
            <a:endParaRPr lang="zh-CN" altLang="en-US" sz="28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CE9D6B8B-3D48-D172-3C3D-D227DB867F3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数据选择器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2 </a:t>
            </a:r>
            <a:r>
              <a:rPr lang="zh-CN" altLang="en-US" sz="3000" dirty="0">
                <a:solidFill>
                  <a:srgbClr val="FFFF00"/>
                </a:solidFill>
              </a:rPr>
              <a:t>选 </a:t>
            </a:r>
            <a:r>
              <a:rPr lang="en-US" altLang="zh-CN" sz="3000" dirty="0">
                <a:solidFill>
                  <a:srgbClr val="FFFF00"/>
                </a:solidFill>
              </a:rPr>
              <a:t>1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705084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1329E-7D19-16E8-93C5-FDED54797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40CDE5B8-C1BE-3ADC-4B6E-75F8AC7E81C9}"/>
                  </a:ext>
                </a:extLst>
              </p:cNvPr>
              <p:cNvSpPr txBox="1"/>
              <p:nvPr/>
            </p:nvSpPr>
            <p:spPr>
              <a:xfrm>
                <a:off x="360000" y="5148000"/>
                <a:ext cx="11182439" cy="13880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3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3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30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zh-CN" sz="30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US" altLang="zh-CN" sz="3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3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0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30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0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3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3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0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3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3000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zh-CN" sz="30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0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3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000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0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3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0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3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3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0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sz="30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3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zh-CN" sz="3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3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0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3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3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acc>
                        <m:accPr>
                          <m:chr m:val="̅"/>
                          <m:ctrlPr>
                            <a:rPr lang="en-US" altLang="zh-CN" sz="3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3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zh-CN" sz="3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zh-CN" sz="3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3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zh-CN" sz="30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zh-CN" sz="3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3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3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zh-CN" sz="3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3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3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3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0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3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3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3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zh-CN" sz="3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zh-CN" sz="3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3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0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3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30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zh-CN" sz="30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sz="3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3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3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3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3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40CDE5B8-C1BE-3ADC-4B6E-75F8AC7E8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148000"/>
                <a:ext cx="11182439" cy="13880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表格 17">
                <a:extLst>
                  <a:ext uri="{FF2B5EF4-FFF2-40B4-BE49-F238E27FC236}">
                    <a16:creationId xmlns:a16="http://schemas.microsoft.com/office/drawing/2014/main" id="{89A1A91A-EFA5-D555-A7A1-20A5CD8C25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8244573"/>
                  </p:ext>
                </p:extLst>
              </p:nvPr>
            </p:nvGraphicFramePr>
            <p:xfrm>
              <a:off x="360000" y="1800000"/>
              <a:ext cx="3242408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0113">
                      <a:extLst>
                        <a:ext uri="{9D8B030D-6E8A-4147-A177-3AD203B41FA5}">
                          <a16:colId xmlns:a16="http://schemas.microsoft.com/office/drawing/2014/main" val="1228595603"/>
                        </a:ext>
                      </a:extLst>
                    </a:gridCol>
                    <a:gridCol w="1202295">
                      <a:extLst>
                        <a:ext uri="{9D8B030D-6E8A-4147-A177-3AD203B41FA5}">
                          <a16:colId xmlns:a16="http://schemas.microsoft.com/office/drawing/2014/main" val="2720320290"/>
                        </a:ext>
                      </a:extLst>
                    </a:gridCol>
                  </a:tblGrid>
                  <a:tr h="377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选择输入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输出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9101600"/>
                      </a:ext>
                    </a:extLst>
                  </a:tr>
                  <a:tr h="377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zh-CN" sz="24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zh-CN" sz="24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48271"/>
                      </a:ext>
                    </a:extLst>
                  </a:tr>
                  <a:tr h="377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zh-CN" altLang="en-US" sz="2400" baseline="-25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7718531"/>
                      </a:ext>
                    </a:extLst>
                  </a:tr>
                  <a:tr h="377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0        1</a:t>
                          </a:r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	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zh-CN" altLang="en-US" sz="2400" baseline="-25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2987197"/>
                      </a:ext>
                    </a:extLst>
                  </a:tr>
                  <a:tr h="377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1        0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zh-CN" altLang="en-US" sz="2400" baseline="-25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6894557"/>
                      </a:ext>
                    </a:extLst>
                  </a:tr>
                  <a:tr h="3771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1        1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endParaRPr lang="zh-CN" altLang="en-US" sz="2400" baseline="-25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2063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表格 17">
                <a:extLst>
                  <a:ext uri="{FF2B5EF4-FFF2-40B4-BE49-F238E27FC236}">
                    <a16:creationId xmlns:a16="http://schemas.microsoft.com/office/drawing/2014/main" id="{89A1A91A-EFA5-D555-A7A1-20A5CD8C25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8244573"/>
                  </p:ext>
                </p:extLst>
              </p:nvPr>
            </p:nvGraphicFramePr>
            <p:xfrm>
              <a:off x="360000" y="1800000"/>
              <a:ext cx="3242408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0113">
                      <a:extLst>
                        <a:ext uri="{9D8B030D-6E8A-4147-A177-3AD203B41FA5}">
                          <a16:colId xmlns:a16="http://schemas.microsoft.com/office/drawing/2014/main" val="1228595603"/>
                        </a:ext>
                      </a:extLst>
                    </a:gridCol>
                    <a:gridCol w="1202295">
                      <a:extLst>
                        <a:ext uri="{9D8B030D-6E8A-4147-A177-3AD203B41FA5}">
                          <a16:colId xmlns:a16="http://schemas.microsoft.com/office/drawing/2014/main" val="272032029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选择输入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输出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91016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99" t="-110667" r="-59701" b="-4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70558" t="-110667" r="-1523" b="-4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482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70558" t="-207895" r="-1523" b="-3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77185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0        1</a:t>
                          </a:r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	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70558" t="-312000" r="-1523" b="-2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298719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1        0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70558" t="-412000" r="-1523" b="-1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689455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1        1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70558" t="-512000" r="-1523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206357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3" name="组合 62">
            <a:extLst>
              <a:ext uri="{FF2B5EF4-FFF2-40B4-BE49-F238E27FC236}">
                <a16:creationId xmlns:a16="http://schemas.microsoft.com/office/drawing/2014/main" id="{745E346A-3C46-FCF7-5B30-060FF6E207E9}"/>
              </a:ext>
            </a:extLst>
          </p:cNvPr>
          <p:cNvGrpSpPr/>
          <p:nvPr/>
        </p:nvGrpSpPr>
        <p:grpSpPr>
          <a:xfrm>
            <a:off x="4320000" y="1224000"/>
            <a:ext cx="3722636" cy="4134670"/>
            <a:chOff x="6873210" y="930960"/>
            <a:chExt cx="4413861" cy="4878375"/>
          </a:xfrm>
        </p:grpSpPr>
        <p:sp>
          <p:nvSpPr>
            <p:cNvPr id="5" name="梯形 4">
              <a:extLst>
                <a:ext uri="{FF2B5EF4-FFF2-40B4-BE49-F238E27FC236}">
                  <a16:creationId xmlns:a16="http://schemas.microsoft.com/office/drawing/2014/main" id="{815EBA89-4792-280F-A103-9A1DCCBFEDAD}"/>
                </a:ext>
              </a:extLst>
            </p:cNvPr>
            <p:cNvSpPr/>
            <p:nvPr/>
          </p:nvSpPr>
          <p:spPr>
            <a:xfrm rot="5400000">
              <a:off x="9305227" y="3694894"/>
              <a:ext cx="1743773" cy="625317"/>
            </a:xfrm>
            <a:prstGeom prst="trapezoid">
              <a:avLst>
                <a:gd name="adj" fmla="val 6185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Line 27">
              <a:extLst>
                <a:ext uri="{FF2B5EF4-FFF2-40B4-BE49-F238E27FC236}">
                  <a16:creationId xmlns:a16="http://schemas.microsoft.com/office/drawing/2014/main" id="{E4602A30-9E88-45D8-E35D-08968C8570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89774" y="4030396"/>
              <a:ext cx="2939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6D7DC85-A853-A9DD-93A8-210AF15C1B55}"/>
                </a:ext>
              </a:extLst>
            </p:cNvPr>
            <p:cNvGrpSpPr/>
            <p:nvPr/>
          </p:nvGrpSpPr>
          <p:grpSpPr>
            <a:xfrm>
              <a:off x="9551626" y="3609301"/>
              <a:ext cx="310655" cy="796501"/>
              <a:chOff x="9732790" y="2931853"/>
              <a:chExt cx="416968" cy="928774"/>
            </a:xfrm>
          </p:grpSpPr>
          <p:sp>
            <p:nvSpPr>
              <p:cNvPr id="16" name="Line 27">
                <a:extLst>
                  <a:ext uri="{FF2B5EF4-FFF2-40B4-BE49-F238E27FC236}">
                    <a16:creationId xmlns:a16="http://schemas.microsoft.com/office/drawing/2014/main" id="{43E1EF78-3548-23BF-6C7E-54E675690F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32790" y="2931853"/>
                <a:ext cx="4169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" name="Line 27">
                <a:extLst>
                  <a:ext uri="{FF2B5EF4-FFF2-40B4-BE49-F238E27FC236}">
                    <a16:creationId xmlns:a16="http://schemas.microsoft.com/office/drawing/2014/main" id="{74831001-6F1A-4EC1-4903-5CE0722C5E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32790" y="3860627"/>
                <a:ext cx="4169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B29DF96-93A4-391E-62A9-49DFAC684E4B}"/>
                    </a:ext>
                  </a:extLst>
                </p:cNvPr>
                <p:cNvSpPr txBox="1"/>
                <p:nvPr/>
              </p:nvSpPr>
              <p:spPr>
                <a:xfrm>
                  <a:off x="10619069" y="3814952"/>
                  <a:ext cx="668002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B29DF96-93A4-391E-62A9-49DFAC684E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9069" y="3814952"/>
                  <a:ext cx="668002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Line 27">
              <a:extLst>
                <a:ext uri="{FF2B5EF4-FFF2-40B4-BE49-F238E27FC236}">
                  <a16:creationId xmlns:a16="http://schemas.microsoft.com/office/drawing/2014/main" id="{6473BA1E-38C4-A622-E0DC-273E14DCD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53737" y="1176414"/>
              <a:ext cx="27856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1BA3532C-B764-897F-B7E3-ED92CC6420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132894" y="2256729"/>
              <a:ext cx="21880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F9A09CC-C665-B6EA-93DD-F76AFD4045CC}"/>
                </a:ext>
              </a:extLst>
            </p:cNvPr>
            <p:cNvSpPr txBox="1"/>
            <p:nvPr/>
          </p:nvSpPr>
          <p:spPr>
            <a:xfrm>
              <a:off x="9862281" y="3391874"/>
              <a:ext cx="364648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6A1DB3C-D256-6A56-4F48-71DDFCABA343}"/>
                </a:ext>
              </a:extLst>
            </p:cNvPr>
            <p:cNvSpPr txBox="1"/>
            <p:nvPr/>
          </p:nvSpPr>
          <p:spPr>
            <a:xfrm>
              <a:off x="9862281" y="4208517"/>
              <a:ext cx="364650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梯形 19">
              <a:extLst>
                <a:ext uri="{FF2B5EF4-FFF2-40B4-BE49-F238E27FC236}">
                  <a16:creationId xmlns:a16="http://schemas.microsoft.com/office/drawing/2014/main" id="{55A6BEE0-52D9-0FF7-2A8D-C76A8148E1DD}"/>
                </a:ext>
              </a:extLst>
            </p:cNvPr>
            <p:cNvSpPr/>
            <p:nvPr/>
          </p:nvSpPr>
          <p:spPr>
            <a:xfrm rot="5400000">
              <a:off x="7207606" y="2495680"/>
              <a:ext cx="1743773" cy="625317"/>
            </a:xfrm>
            <a:prstGeom prst="trapezoid">
              <a:avLst>
                <a:gd name="adj" fmla="val 6185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FEB53D9E-3CB8-45FA-E38D-354B6790A8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2153" y="2831182"/>
              <a:ext cx="11828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AFED4A95-D87C-492F-134F-0CF7CC848B28}"/>
                </a:ext>
              </a:extLst>
            </p:cNvPr>
            <p:cNvGrpSpPr/>
            <p:nvPr/>
          </p:nvGrpSpPr>
          <p:grpSpPr>
            <a:xfrm>
              <a:off x="7454005" y="2410087"/>
              <a:ext cx="310655" cy="796501"/>
              <a:chOff x="9732790" y="2931853"/>
              <a:chExt cx="416968" cy="928774"/>
            </a:xfrm>
          </p:grpSpPr>
          <p:sp>
            <p:nvSpPr>
              <p:cNvPr id="23" name="Line 27">
                <a:extLst>
                  <a:ext uri="{FF2B5EF4-FFF2-40B4-BE49-F238E27FC236}">
                    <a16:creationId xmlns:a16="http://schemas.microsoft.com/office/drawing/2014/main" id="{EECE3D95-94AF-1DEE-5F32-D183090ACF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32790" y="2931853"/>
                <a:ext cx="4169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24" name="Line 27">
                <a:extLst>
                  <a:ext uri="{FF2B5EF4-FFF2-40B4-BE49-F238E27FC236}">
                    <a16:creationId xmlns:a16="http://schemas.microsoft.com/office/drawing/2014/main" id="{F0AA17DD-CAED-59CF-9A4B-244A0359CD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32790" y="3860627"/>
                <a:ext cx="4169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91CFE6F-7AD3-0763-D55D-F5B6A0E60DFA}"/>
                    </a:ext>
                  </a:extLst>
                </p:cNvPr>
                <p:cNvSpPr txBox="1"/>
                <p:nvPr/>
              </p:nvSpPr>
              <p:spPr>
                <a:xfrm>
                  <a:off x="6873210" y="2163375"/>
                  <a:ext cx="656732" cy="43088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91CFE6F-7AD3-0763-D55D-F5B6A0E60D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3210" y="2163375"/>
                  <a:ext cx="656732" cy="430886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E365E85-B43E-B561-F1AC-F2560D6639DE}"/>
                    </a:ext>
                  </a:extLst>
                </p:cNvPr>
                <p:cNvSpPr txBox="1"/>
                <p:nvPr/>
              </p:nvSpPr>
              <p:spPr>
                <a:xfrm>
                  <a:off x="6873210" y="2958052"/>
                  <a:ext cx="656732" cy="43088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E365E85-B43E-B561-F1AC-F2560D6639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3210" y="2958052"/>
                  <a:ext cx="656732" cy="430886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BF788287-0010-058C-58F5-446E1049BA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53737" y="1709223"/>
              <a:ext cx="18688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1987DCA8-2446-AEEE-2AB7-7413A14FA07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908852" y="1931091"/>
              <a:ext cx="44092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F4276A6-82BB-70F1-EC6F-6FEED65A534B}"/>
                </a:ext>
              </a:extLst>
            </p:cNvPr>
            <p:cNvSpPr txBox="1"/>
            <p:nvPr/>
          </p:nvSpPr>
          <p:spPr>
            <a:xfrm>
              <a:off x="7764660" y="2192660"/>
              <a:ext cx="364648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2DCB177-651A-D47D-C1B2-72AA7AB06A01}"/>
                </a:ext>
              </a:extLst>
            </p:cNvPr>
            <p:cNvSpPr txBox="1"/>
            <p:nvPr/>
          </p:nvSpPr>
          <p:spPr>
            <a:xfrm>
              <a:off x="7764660" y="3009303"/>
              <a:ext cx="364650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梯形 32">
              <a:extLst>
                <a:ext uri="{FF2B5EF4-FFF2-40B4-BE49-F238E27FC236}">
                  <a16:creationId xmlns:a16="http://schemas.microsoft.com/office/drawing/2014/main" id="{29296606-1480-6895-0BF6-879BB3B6DA23}"/>
                </a:ext>
              </a:extLst>
            </p:cNvPr>
            <p:cNvSpPr/>
            <p:nvPr/>
          </p:nvSpPr>
          <p:spPr>
            <a:xfrm rot="5400000">
              <a:off x="7243697" y="4624790"/>
              <a:ext cx="1743773" cy="625317"/>
            </a:xfrm>
            <a:prstGeom prst="trapezoid">
              <a:avLst>
                <a:gd name="adj" fmla="val 6185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783128CB-A1D4-99EA-02AE-D66849C87E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8243" y="4960292"/>
              <a:ext cx="11467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2689AD8B-83AF-1244-4446-8E5141997671}"/>
                </a:ext>
              </a:extLst>
            </p:cNvPr>
            <p:cNvGrpSpPr/>
            <p:nvPr/>
          </p:nvGrpSpPr>
          <p:grpSpPr>
            <a:xfrm>
              <a:off x="7490096" y="4539197"/>
              <a:ext cx="310655" cy="796501"/>
              <a:chOff x="9732790" y="2931853"/>
              <a:chExt cx="416968" cy="928774"/>
            </a:xfrm>
          </p:grpSpPr>
          <p:sp>
            <p:nvSpPr>
              <p:cNvPr id="36" name="Line 27">
                <a:extLst>
                  <a:ext uri="{FF2B5EF4-FFF2-40B4-BE49-F238E27FC236}">
                    <a16:creationId xmlns:a16="http://schemas.microsoft.com/office/drawing/2014/main" id="{C1A84975-1C10-C22F-3275-1120662394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32790" y="2931853"/>
                <a:ext cx="4169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37" name="Line 27">
                <a:extLst>
                  <a:ext uri="{FF2B5EF4-FFF2-40B4-BE49-F238E27FC236}">
                    <a16:creationId xmlns:a16="http://schemas.microsoft.com/office/drawing/2014/main" id="{7AED3788-D67C-3E4B-912A-AB4F22922A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32790" y="3860627"/>
                <a:ext cx="4169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437F24A1-A9B3-DE42-E96C-279178FECC52}"/>
                    </a:ext>
                  </a:extLst>
                </p:cNvPr>
                <p:cNvSpPr txBox="1"/>
                <p:nvPr/>
              </p:nvSpPr>
              <p:spPr>
                <a:xfrm>
                  <a:off x="6909301" y="4292484"/>
                  <a:ext cx="656732" cy="43088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437F24A1-A9B3-DE42-E96C-279178FECC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9301" y="4292484"/>
                  <a:ext cx="656732" cy="430886"/>
                </a:xfrm>
                <a:prstGeom prst="rect">
                  <a:avLst/>
                </a:prstGeom>
                <a:blipFill>
                  <a:blip r:embed="rId8"/>
                  <a:stretch>
                    <a:fillRect b="-1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2726B38E-1795-F8C5-507A-0CD1BF281E25}"/>
                    </a:ext>
                  </a:extLst>
                </p:cNvPr>
                <p:cNvSpPr txBox="1"/>
                <p:nvPr/>
              </p:nvSpPr>
              <p:spPr>
                <a:xfrm>
                  <a:off x="6909301" y="5087161"/>
                  <a:ext cx="656732" cy="43088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2726B38E-1795-F8C5-507A-0CD1BF281E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9301" y="5087161"/>
                  <a:ext cx="656732" cy="430886"/>
                </a:xfrm>
                <a:prstGeom prst="rect">
                  <a:avLst/>
                </a:prstGeom>
                <a:blipFill>
                  <a:blip r:embed="rId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01C74613-D843-1A24-63F4-D634541E8B5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993289" y="4108548"/>
              <a:ext cx="3442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AD1F4B8-222E-7120-0A76-9F69D9C3D1A6}"/>
                </a:ext>
              </a:extLst>
            </p:cNvPr>
            <p:cNvSpPr txBox="1"/>
            <p:nvPr/>
          </p:nvSpPr>
          <p:spPr>
            <a:xfrm>
              <a:off x="7800751" y="4321770"/>
              <a:ext cx="364648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8492AD67-8CF8-5FDE-BD8A-8B92A971BEC5}"/>
                </a:ext>
              </a:extLst>
            </p:cNvPr>
            <p:cNvSpPr txBox="1"/>
            <p:nvPr/>
          </p:nvSpPr>
          <p:spPr>
            <a:xfrm>
              <a:off x="7800751" y="5138413"/>
              <a:ext cx="364650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13B1DF5E-8B7E-6F71-CA02-66EFE924A31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163753" y="3219456"/>
              <a:ext cx="7995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4" name="Line 27">
              <a:extLst>
                <a:ext uri="{FF2B5EF4-FFF2-40B4-BE49-F238E27FC236}">
                  <a16:creationId xmlns:a16="http://schemas.microsoft.com/office/drawing/2014/main" id="{2BF027C6-B6C7-A26F-57B2-B41505760DA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274195" y="4682713"/>
              <a:ext cx="5786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5" name="Line 27">
              <a:extLst>
                <a:ext uri="{FF2B5EF4-FFF2-40B4-BE49-F238E27FC236}">
                  <a16:creationId xmlns:a16="http://schemas.microsoft.com/office/drawing/2014/main" id="{E418712D-F397-F2A2-FCB2-B14415773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2823" y="3928101"/>
              <a:ext cx="11594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6" name="Line 27">
              <a:extLst>
                <a:ext uri="{FF2B5EF4-FFF2-40B4-BE49-F238E27FC236}">
                  <a16:creationId xmlns:a16="http://schemas.microsoft.com/office/drawing/2014/main" id="{181ED12C-8844-D4FB-6F6C-003BEB72650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194982" y="2812442"/>
              <a:ext cx="2244884" cy="10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362B6AEC-1E4E-2653-7E64-F4FECCA47D76}"/>
                </a:ext>
              </a:extLst>
            </p:cNvPr>
            <p:cNvSpPr/>
            <p:nvPr/>
          </p:nvSpPr>
          <p:spPr>
            <a:xfrm rot="5400000" flipV="1">
              <a:off x="8080615" y="1653898"/>
              <a:ext cx="95205" cy="994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CB106170-A764-0EC5-8FB2-F953F4FE8927}"/>
                    </a:ext>
                  </a:extLst>
                </p:cNvPr>
                <p:cNvSpPr txBox="1"/>
                <p:nvPr/>
              </p:nvSpPr>
              <p:spPr>
                <a:xfrm>
                  <a:off x="8458616" y="2320450"/>
                  <a:ext cx="656732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CB106170-A764-0EC5-8FB2-F953F4FE89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8616" y="2320450"/>
                  <a:ext cx="656732" cy="430887"/>
                </a:xfrm>
                <a:prstGeom prst="rect">
                  <a:avLst/>
                </a:prstGeom>
                <a:blipFill>
                  <a:blip r:embed="rId10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3FBB4F01-568A-FB02-D68F-0471B29A3F78}"/>
                    </a:ext>
                  </a:extLst>
                </p:cNvPr>
                <p:cNvSpPr txBox="1"/>
                <p:nvPr/>
              </p:nvSpPr>
              <p:spPr>
                <a:xfrm>
                  <a:off x="8456532" y="4438499"/>
                  <a:ext cx="656732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3FBB4F01-568A-FB02-D68F-0471B29A3F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6532" y="4438499"/>
                  <a:ext cx="656732" cy="430887"/>
                </a:xfrm>
                <a:prstGeom prst="rect">
                  <a:avLst/>
                </a:prstGeom>
                <a:blipFill>
                  <a:blip r:embed="rId11"/>
                  <a:stretch>
                    <a:fillRect b="-1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138BCFCB-5D5E-963A-01CB-6BCA97A630C6}"/>
                    </a:ext>
                  </a:extLst>
                </p:cNvPr>
                <p:cNvSpPr txBox="1"/>
                <p:nvPr/>
              </p:nvSpPr>
              <p:spPr>
                <a:xfrm>
                  <a:off x="6873210" y="1462883"/>
                  <a:ext cx="656732" cy="43088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138BCFCB-5D5E-963A-01CB-6BCA97A630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3210" y="1462883"/>
                  <a:ext cx="656732" cy="430886"/>
                </a:xfrm>
                <a:prstGeom prst="rect">
                  <a:avLst/>
                </a:prstGeom>
                <a:blipFill>
                  <a:blip r:embed="rId12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C1892B83-9077-AE16-5FAF-4CF006D988B8}"/>
                    </a:ext>
                  </a:extLst>
                </p:cNvPr>
                <p:cNvSpPr txBox="1"/>
                <p:nvPr/>
              </p:nvSpPr>
              <p:spPr>
                <a:xfrm>
                  <a:off x="6873210" y="930960"/>
                  <a:ext cx="656732" cy="43088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C1892B83-9077-AE16-5FAF-4CF006D988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3210" y="930960"/>
                  <a:ext cx="656732" cy="430886"/>
                </a:xfrm>
                <a:prstGeom prst="rect">
                  <a:avLst/>
                </a:prstGeom>
                <a:blipFill>
                  <a:blip r:embed="rId1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EF3F0C95-D0BB-8279-52B6-E65A0B79B3EA}"/>
                  </a:ext>
                </a:extLst>
              </p:cNvPr>
              <p:cNvSpPr txBox="1"/>
              <p:nvPr/>
            </p:nvSpPr>
            <p:spPr>
              <a:xfrm>
                <a:off x="11163998" y="3692099"/>
                <a:ext cx="668002" cy="5763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EF3F0C95-D0BB-8279-52B6-E65A0B79B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3998" y="3692099"/>
                <a:ext cx="668002" cy="5763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组合 77">
            <a:extLst>
              <a:ext uri="{FF2B5EF4-FFF2-40B4-BE49-F238E27FC236}">
                <a16:creationId xmlns:a16="http://schemas.microsoft.com/office/drawing/2014/main" id="{2B4B26A7-B8A6-857E-05C6-4C370C2AB5B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500C9A6E-7650-B021-66A8-7A8FB988B041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1" name="箭头: 五边形 80">
                <a:extLst>
                  <a:ext uri="{FF2B5EF4-FFF2-40B4-BE49-F238E27FC236}">
                    <a16:creationId xmlns:a16="http://schemas.microsoft.com/office/drawing/2014/main" id="{E5DB34B9-4712-2F2A-0B72-A071CEA5774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2" name="箭头: V 形 81">
                <a:extLst>
                  <a:ext uri="{FF2B5EF4-FFF2-40B4-BE49-F238E27FC236}">
                    <a16:creationId xmlns:a16="http://schemas.microsoft.com/office/drawing/2014/main" id="{918BA84E-0A68-736B-19A9-472F4727A11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0" name="灯片编号占位符 3">
              <a:extLst>
                <a:ext uri="{FF2B5EF4-FFF2-40B4-BE49-F238E27FC236}">
                  <a16:creationId xmlns:a16="http://schemas.microsoft.com/office/drawing/2014/main" id="{6C993E53-F0F2-6959-7CCD-99E7DC06790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1" name="文本框 100">
            <a:extLst>
              <a:ext uri="{FF2B5EF4-FFF2-40B4-BE49-F238E27FC236}">
                <a16:creationId xmlns:a16="http://schemas.microsoft.com/office/drawing/2014/main" id="{2A28A435-0F23-D8B0-0627-2B6B54E0A0AA}"/>
              </a:ext>
            </a:extLst>
          </p:cNvPr>
          <p:cNvSpPr txBox="1"/>
          <p:nvPr/>
        </p:nvSpPr>
        <p:spPr>
          <a:xfrm>
            <a:off x="9421104" y="5267668"/>
            <a:ext cx="20057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逻辑符号</a:t>
            </a:r>
            <a:endParaRPr lang="zh-CN" altLang="en-US" sz="2800" dirty="0"/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6CED61E8-D4DF-1092-3F2C-FE6503D0175A}"/>
              </a:ext>
            </a:extLst>
          </p:cNvPr>
          <p:cNvGrpSpPr/>
          <p:nvPr/>
        </p:nvGrpSpPr>
        <p:grpSpPr>
          <a:xfrm>
            <a:off x="9720000" y="1872000"/>
            <a:ext cx="1639174" cy="3138679"/>
            <a:chOff x="9523880" y="1904509"/>
            <a:chExt cx="1639174" cy="3138679"/>
          </a:xfrm>
        </p:grpSpPr>
        <p:sp>
          <p:nvSpPr>
            <p:cNvPr id="65" name="梯形 64">
              <a:extLst>
                <a:ext uri="{FF2B5EF4-FFF2-40B4-BE49-F238E27FC236}">
                  <a16:creationId xmlns:a16="http://schemas.microsoft.com/office/drawing/2014/main" id="{C437BECF-4ADB-D8FE-6E08-7034A82D044E}"/>
                </a:ext>
              </a:extLst>
            </p:cNvPr>
            <p:cNvSpPr/>
            <p:nvPr/>
          </p:nvSpPr>
          <p:spPr>
            <a:xfrm rot="5400000">
              <a:off x="9390255" y="3564294"/>
              <a:ext cx="2332471" cy="625317"/>
            </a:xfrm>
            <a:prstGeom prst="trapezoid">
              <a:avLst>
                <a:gd name="adj" fmla="val 6185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Line 27">
              <a:extLst>
                <a:ext uri="{FF2B5EF4-FFF2-40B4-BE49-F238E27FC236}">
                  <a16:creationId xmlns:a16="http://schemas.microsoft.com/office/drawing/2014/main" id="{7B2A0D9C-AD24-3106-C526-B4EF0681FF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69151" y="3907508"/>
              <a:ext cx="2939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6" name="Line 27">
              <a:extLst>
                <a:ext uri="{FF2B5EF4-FFF2-40B4-BE49-F238E27FC236}">
                  <a16:creationId xmlns:a16="http://schemas.microsoft.com/office/drawing/2014/main" id="{84F1FE06-14F2-6ED3-B3DE-0ABF61131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31003" y="3084996"/>
              <a:ext cx="3106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505AC822-0DD0-B52C-31FB-0C046DF6F14C}"/>
                    </a:ext>
                  </a:extLst>
                </p:cNvPr>
                <p:cNvSpPr txBox="1"/>
                <p:nvPr/>
              </p:nvSpPr>
              <p:spPr>
                <a:xfrm>
                  <a:off x="9523881" y="2864130"/>
                  <a:ext cx="406035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505AC822-0DD0-B52C-31FB-0C046DF6F1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3881" y="2864130"/>
                  <a:ext cx="406035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Line 27">
              <a:extLst>
                <a:ext uri="{FF2B5EF4-FFF2-40B4-BE49-F238E27FC236}">
                  <a16:creationId xmlns:a16="http://schemas.microsoft.com/office/drawing/2014/main" id="{A5FC5576-4C53-4EA7-2C6A-851496355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0303" y="2535693"/>
              <a:ext cx="4983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2" name="Line 27">
              <a:extLst>
                <a:ext uri="{FF2B5EF4-FFF2-40B4-BE49-F238E27FC236}">
                  <a16:creationId xmlns:a16="http://schemas.microsoft.com/office/drawing/2014/main" id="{9CEA5DFD-2CBB-905A-DB61-83C4D57F93F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99483" y="2683287"/>
              <a:ext cx="2951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631E3B89-FD85-A8D0-30B9-8B5C9AC9160E}"/>
                </a:ext>
              </a:extLst>
            </p:cNvPr>
            <p:cNvSpPr txBox="1"/>
            <p:nvPr/>
          </p:nvSpPr>
          <p:spPr>
            <a:xfrm>
              <a:off x="10225399" y="2919766"/>
              <a:ext cx="443353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Line 27">
              <a:extLst>
                <a:ext uri="{FF2B5EF4-FFF2-40B4-BE49-F238E27FC236}">
                  <a16:creationId xmlns:a16="http://schemas.microsoft.com/office/drawing/2014/main" id="{FCF8FD6F-1DFB-1DBC-7B42-DFCC7E23370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75125" y="2552547"/>
              <a:ext cx="8869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3" name="Line 27">
              <a:extLst>
                <a:ext uri="{FF2B5EF4-FFF2-40B4-BE49-F238E27FC236}">
                  <a16:creationId xmlns:a16="http://schemas.microsoft.com/office/drawing/2014/main" id="{D213DDE6-B672-A1D8-82CF-E737F7A2C4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0303" y="2120965"/>
              <a:ext cx="7475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4" name="Line 27">
              <a:extLst>
                <a:ext uri="{FF2B5EF4-FFF2-40B4-BE49-F238E27FC236}">
                  <a16:creationId xmlns:a16="http://schemas.microsoft.com/office/drawing/2014/main" id="{E8C4F6F9-28C5-66B3-0F15-DEB9B52A6E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31003" y="3578307"/>
              <a:ext cx="3106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8" name="Line 27">
              <a:extLst>
                <a:ext uri="{FF2B5EF4-FFF2-40B4-BE49-F238E27FC236}">
                  <a16:creationId xmlns:a16="http://schemas.microsoft.com/office/drawing/2014/main" id="{D0FE5B10-060D-6407-1057-D3A50CEF03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31003" y="4072321"/>
              <a:ext cx="3106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0" name="Line 27">
              <a:extLst>
                <a:ext uri="{FF2B5EF4-FFF2-40B4-BE49-F238E27FC236}">
                  <a16:creationId xmlns:a16="http://schemas.microsoft.com/office/drawing/2014/main" id="{00CE993A-D31C-8480-F80B-93C79D904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31003" y="4566892"/>
              <a:ext cx="3106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4282259E-812B-78D3-3386-7D8364A41EF0}"/>
                </a:ext>
              </a:extLst>
            </p:cNvPr>
            <p:cNvSpPr txBox="1"/>
            <p:nvPr/>
          </p:nvSpPr>
          <p:spPr>
            <a:xfrm>
              <a:off x="10223089" y="3406807"/>
              <a:ext cx="443353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B96562AE-65C8-B3CE-B4AB-9AE19AA9B000}"/>
                </a:ext>
              </a:extLst>
            </p:cNvPr>
            <p:cNvSpPr txBox="1"/>
            <p:nvPr/>
          </p:nvSpPr>
          <p:spPr>
            <a:xfrm>
              <a:off x="10223088" y="3893848"/>
              <a:ext cx="443353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677FF9C9-3AD4-CC19-D418-435F4C1527FC}"/>
                </a:ext>
              </a:extLst>
            </p:cNvPr>
            <p:cNvSpPr txBox="1"/>
            <p:nvPr/>
          </p:nvSpPr>
          <p:spPr>
            <a:xfrm>
              <a:off x="10223087" y="4387861"/>
              <a:ext cx="443353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10ED07EB-2CCC-0FA4-6DE7-FBF48B5FCF6E}"/>
                    </a:ext>
                  </a:extLst>
                </p:cNvPr>
                <p:cNvSpPr txBox="1"/>
                <p:nvPr/>
              </p:nvSpPr>
              <p:spPr>
                <a:xfrm>
                  <a:off x="9524966" y="3362178"/>
                  <a:ext cx="406035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10ED07EB-2CCC-0FA4-6DE7-FBF48B5FCF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4966" y="3362178"/>
                  <a:ext cx="406035" cy="43088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181197DD-2D3D-5897-6399-F87D426CD46F}"/>
                    </a:ext>
                  </a:extLst>
                </p:cNvPr>
                <p:cNvSpPr txBox="1"/>
                <p:nvPr/>
              </p:nvSpPr>
              <p:spPr>
                <a:xfrm>
                  <a:off x="9530250" y="3863118"/>
                  <a:ext cx="406035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181197DD-2D3D-5897-6399-F87D426CD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0250" y="3863118"/>
                  <a:ext cx="406035" cy="43088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BE0CF65C-765E-21FF-12EA-B76FB53DF64C}"/>
                    </a:ext>
                  </a:extLst>
                </p:cNvPr>
                <p:cNvSpPr txBox="1"/>
                <p:nvPr/>
              </p:nvSpPr>
              <p:spPr>
                <a:xfrm>
                  <a:off x="9530250" y="4361854"/>
                  <a:ext cx="406035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BE0CF65C-765E-21FF-12EA-B76FB53DF6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0250" y="4361854"/>
                  <a:ext cx="406035" cy="43088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1F888FFA-0E28-ECEA-EA08-14A8311BFC99}"/>
                    </a:ext>
                  </a:extLst>
                </p:cNvPr>
                <p:cNvSpPr txBox="1"/>
                <p:nvPr/>
              </p:nvSpPr>
              <p:spPr>
                <a:xfrm>
                  <a:off x="9523880" y="2321150"/>
                  <a:ext cx="406035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1F888FFA-0E28-ECEA-EA08-14A8311BF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3880" y="2321150"/>
                  <a:ext cx="406035" cy="43088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E4D57836-E63D-54A4-5478-BCEE01690D7C}"/>
                    </a:ext>
                  </a:extLst>
                </p:cNvPr>
                <p:cNvSpPr txBox="1"/>
                <p:nvPr/>
              </p:nvSpPr>
              <p:spPr>
                <a:xfrm>
                  <a:off x="9523880" y="1904509"/>
                  <a:ext cx="406035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E4D57836-E63D-54A4-5478-BCEE01690D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3880" y="1904509"/>
                  <a:ext cx="406035" cy="43088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0" name="文本框 119">
            <a:extLst>
              <a:ext uri="{FF2B5EF4-FFF2-40B4-BE49-F238E27FC236}">
                <a16:creationId xmlns:a16="http://schemas.microsoft.com/office/drawing/2014/main" id="{F8E99A7A-CF6D-2691-349F-F13D99E0197C}"/>
              </a:ext>
            </a:extLst>
          </p:cNvPr>
          <p:cNvSpPr txBox="1"/>
          <p:nvPr/>
        </p:nvSpPr>
        <p:spPr>
          <a:xfrm>
            <a:off x="360000" y="4608000"/>
            <a:ext cx="27870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逻辑函数式：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1DA9E295-FA8B-4328-920A-EDC92E1DAA2D}"/>
              </a:ext>
            </a:extLst>
          </p:cNvPr>
          <p:cNvSpPr txBox="1"/>
          <p:nvPr/>
        </p:nvSpPr>
        <p:spPr>
          <a:xfrm>
            <a:off x="360000" y="720000"/>
            <a:ext cx="1032744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数据选择器（可用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选择器构成）：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Text Box 58">
            <a:extLst>
              <a:ext uri="{FF2B5EF4-FFF2-40B4-BE49-F238E27FC236}">
                <a16:creationId xmlns:a16="http://schemas.microsoft.com/office/drawing/2014/main" id="{379A9F2A-6BD5-3ED0-C496-A1CCA1363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6000" y="5976000"/>
            <a:ext cx="6964119" cy="624088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endParaRPr lang="zh-CN" altLang="en-US" sz="2400" b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C0BB061F-324B-A838-7404-5479C9FF2340}"/>
              </a:ext>
            </a:extLst>
          </p:cNvPr>
          <p:cNvCxnSpPr>
            <a:cxnSpLocks/>
          </p:cNvCxnSpPr>
          <p:nvPr/>
        </p:nvCxnSpPr>
        <p:spPr>
          <a:xfrm flipV="1">
            <a:off x="7993626" y="5567516"/>
            <a:ext cx="206477" cy="380764"/>
          </a:xfrm>
          <a:prstGeom prst="straightConnector1">
            <a:avLst/>
          </a:prstGeom>
          <a:ln w="38100">
            <a:solidFill>
              <a:srgbClr val="C0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C7B2C912-9F7C-92EF-B61C-DE2FA357778B}"/>
                  </a:ext>
                </a:extLst>
              </p:cNvPr>
              <p:cNvSpPr txBox="1"/>
              <p:nvPr/>
            </p:nvSpPr>
            <p:spPr>
              <a:xfrm>
                <a:off x="7686022" y="4468274"/>
                <a:ext cx="1673407" cy="1130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C7B2C912-9F7C-92EF-B61C-DE2FA3577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022" y="4468274"/>
                <a:ext cx="1673407" cy="113063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文本框 131">
            <a:extLst>
              <a:ext uri="{FF2B5EF4-FFF2-40B4-BE49-F238E27FC236}">
                <a16:creationId xmlns:a16="http://schemas.microsoft.com/office/drawing/2014/main" id="{1301475F-B217-A08F-447D-69BE96AB54C0}"/>
              </a:ext>
            </a:extLst>
          </p:cNvPr>
          <p:cNvSpPr txBox="1"/>
          <p:nvPr/>
        </p:nvSpPr>
        <p:spPr>
          <a:xfrm>
            <a:off x="4973409" y="5267668"/>
            <a:ext cx="23525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逻辑图</a:t>
            </a:r>
            <a:endParaRPr lang="zh-CN" altLang="en-US" sz="2800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654D889A-9A02-E24F-5225-3ECAC450DA2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数据选择器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4 </a:t>
            </a:r>
            <a:r>
              <a:rPr lang="zh-CN" altLang="en-US" sz="3000" dirty="0">
                <a:solidFill>
                  <a:srgbClr val="FFFF00"/>
                </a:solidFill>
              </a:rPr>
              <a:t>选 </a:t>
            </a:r>
            <a:r>
              <a:rPr lang="en-US" altLang="zh-CN" sz="3000" dirty="0">
                <a:solidFill>
                  <a:srgbClr val="FFFF00"/>
                </a:solidFill>
              </a:rPr>
              <a:t>1</a:t>
            </a:r>
            <a:endParaRPr lang="zh-CN" altLang="en-US" sz="3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50CE44-BD58-7765-3725-D9D9B01E7449}"/>
              </a:ext>
            </a:extLst>
          </p:cNvPr>
          <p:cNvSpPr txBox="1"/>
          <p:nvPr/>
        </p:nvSpPr>
        <p:spPr>
          <a:xfrm>
            <a:off x="360000" y="1332000"/>
            <a:ext cx="3241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真值表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2517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animBg="1"/>
      <p:bldP spid="1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94EB8-7D98-665F-B58F-6E565641E52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数据选择器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4 </a:t>
            </a:r>
            <a:r>
              <a:rPr lang="zh-CN" altLang="en-US" sz="3000" dirty="0">
                <a:solidFill>
                  <a:srgbClr val="FFFF00"/>
                </a:solidFill>
              </a:rPr>
              <a:t>选 </a:t>
            </a:r>
            <a:r>
              <a:rPr lang="en-US" altLang="zh-CN" sz="3000" dirty="0">
                <a:solidFill>
                  <a:srgbClr val="FFFF00"/>
                </a:solidFill>
              </a:rPr>
              <a:t>1</a:t>
            </a:r>
            <a:endParaRPr lang="zh-CN" altLang="en-US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E1B6E3C-9D4F-8C2B-518D-15CC44047E8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2676B54-B23C-DE36-CDC1-42B1DFDACF6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D9726320-6514-9488-D6FE-DD5BE7032D7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2B34FBF7-C274-FA7C-1D43-95B6D1E513F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84ADEB4F-ABB5-D789-FF0F-CC47DF41EC9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A56F4D3-71E2-CE77-483E-42A46D273A3A}"/>
              </a:ext>
            </a:extLst>
          </p:cNvPr>
          <p:cNvSpPr txBox="1"/>
          <p:nvPr/>
        </p:nvSpPr>
        <p:spPr>
          <a:xfrm>
            <a:off x="360001" y="720001"/>
            <a:ext cx="6633082" cy="1099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可使用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4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线译码器加外部电路实现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63D5BB9F-567A-FFA8-F831-989C4D1F823C}"/>
              </a:ext>
            </a:extLst>
          </p:cNvPr>
          <p:cNvGrpSpPr/>
          <p:nvPr/>
        </p:nvGrpSpPr>
        <p:grpSpPr>
          <a:xfrm>
            <a:off x="5040000" y="1548000"/>
            <a:ext cx="7171020" cy="5015374"/>
            <a:chOff x="360000" y="1296000"/>
            <a:chExt cx="7171020" cy="5015374"/>
          </a:xfrm>
        </p:grpSpPr>
        <p:sp>
          <p:nvSpPr>
            <p:cNvPr id="10" name="Text Box 58">
              <a:extLst>
                <a:ext uri="{FF2B5EF4-FFF2-40B4-BE49-F238E27FC236}">
                  <a16:creationId xmlns:a16="http://schemas.microsoft.com/office/drawing/2014/main" id="{98D576BE-B812-F391-9FBD-251F5F2B4C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8034" y="3995476"/>
              <a:ext cx="2201185" cy="231589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 </a:t>
              </a:r>
              <a:r>
                <a:rPr lang="zh-CN" altLang="en-US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 </a:t>
              </a:r>
              <a:r>
                <a:rPr lang="en-US" altLang="zh-CN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4 </a:t>
              </a:r>
              <a:r>
                <a:rPr lang="zh-CN" altLang="en-US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译码器</a:t>
              </a:r>
              <a:endParaRPr lang="en-US" altLang="zh-CN" sz="22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74x139</a:t>
              </a:r>
              <a:endParaRPr lang="zh-CN" altLang="en-US" sz="22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60">
              <a:extLst>
                <a:ext uri="{FF2B5EF4-FFF2-40B4-BE49-F238E27FC236}">
                  <a16:creationId xmlns:a16="http://schemas.microsoft.com/office/drawing/2014/main" id="{53AD8CC2-466F-3560-72BA-8BA196B08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5963" y="5902334"/>
              <a:ext cx="7536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70">
                  <a:extLst>
                    <a:ext uri="{FF2B5EF4-FFF2-40B4-BE49-F238E27FC236}">
                      <a16:creationId xmlns:a16="http://schemas.microsoft.com/office/drawing/2014/main" id="{E60AB754-678F-05DB-3F77-BA1203EAF2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0537" y="4144231"/>
                  <a:ext cx="576263" cy="4619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 Box 70">
                  <a:extLst>
                    <a:ext uri="{FF2B5EF4-FFF2-40B4-BE49-F238E27FC236}">
                      <a16:creationId xmlns:a16="http://schemas.microsoft.com/office/drawing/2014/main" id="{E60AB754-678F-05DB-3F77-BA1203EAF2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90537" y="4144231"/>
                  <a:ext cx="576263" cy="461963"/>
                </a:xfrm>
                <a:prstGeom prst="rect">
                  <a:avLst/>
                </a:prstGeom>
                <a:blipFill>
                  <a:blip r:embed="rId2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79E1550-32D9-9922-C5DB-F698CEAFB8A7}"/>
                </a:ext>
              </a:extLst>
            </p:cNvPr>
            <p:cNvSpPr/>
            <p:nvPr/>
          </p:nvSpPr>
          <p:spPr>
            <a:xfrm>
              <a:off x="3459219" y="4313064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BDDBE137-FC1C-0FFF-DED1-237AAB4917B6}"/>
                </a:ext>
              </a:extLst>
            </p:cNvPr>
            <p:cNvSpPr/>
            <p:nvPr/>
          </p:nvSpPr>
          <p:spPr>
            <a:xfrm>
              <a:off x="3459219" y="5808962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DCAA866-C126-FA31-31FE-132995E0CD7D}"/>
                </a:ext>
              </a:extLst>
            </p:cNvPr>
            <p:cNvSpPr/>
            <p:nvPr/>
          </p:nvSpPr>
          <p:spPr>
            <a:xfrm>
              <a:off x="3459219" y="5310329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36970D3-2656-B499-FC41-03E0905C76EB}"/>
                </a:ext>
              </a:extLst>
            </p:cNvPr>
            <p:cNvSpPr/>
            <p:nvPr/>
          </p:nvSpPr>
          <p:spPr>
            <a:xfrm>
              <a:off x="3459219" y="4811696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Line 60">
              <a:extLst>
                <a:ext uri="{FF2B5EF4-FFF2-40B4-BE49-F238E27FC236}">
                  <a16:creationId xmlns:a16="http://schemas.microsoft.com/office/drawing/2014/main" id="{DC0185CA-0F59-7F7F-4B88-405AA9851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5963" y="5399058"/>
              <a:ext cx="59946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8" name="Line 60">
              <a:extLst>
                <a:ext uri="{FF2B5EF4-FFF2-40B4-BE49-F238E27FC236}">
                  <a16:creationId xmlns:a16="http://schemas.microsoft.com/office/drawing/2014/main" id="{5C790BA6-7F7D-171C-EBFF-7C3BB05B51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5963" y="4905068"/>
              <a:ext cx="441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9" name="Line 60">
              <a:extLst>
                <a:ext uri="{FF2B5EF4-FFF2-40B4-BE49-F238E27FC236}">
                  <a16:creationId xmlns:a16="http://schemas.microsoft.com/office/drawing/2014/main" id="{731016A3-AB3A-DD6A-3687-D382C72042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5962" y="4406436"/>
              <a:ext cx="29466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70">
                  <a:extLst>
                    <a:ext uri="{FF2B5EF4-FFF2-40B4-BE49-F238E27FC236}">
                      <a16:creationId xmlns:a16="http://schemas.microsoft.com/office/drawing/2014/main" id="{6773186E-6343-96BC-40D0-3AF52A160E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15944" y="4647655"/>
                  <a:ext cx="55085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 Box 70">
                  <a:extLst>
                    <a:ext uri="{FF2B5EF4-FFF2-40B4-BE49-F238E27FC236}">
                      <a16:creationId xmlns:a16="http://schemas.microsoft.com/office/drawing/2014/main" id="{6773186E-6343-96BC-40D0-3AF52A160E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15944" y="4647655"/>
                  <a:ext cx="550856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70">
                  <a:extLst>
                    <a:ext uri="{FF2B5EF4-FFF2-40B4-BE49-F238E27FC236}">
                      <a16:creationId xmlns:a16="http://schemas.microsoft.com/office/drawing/2014/main" id="{2EF696EF-DE04-1A8E-C619-CF21E1B668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19049" y="5141645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 Box 70">
                  <a:extLst>
                    <a:ext uri="{FF2B5EF4-FFF2-40B4-BE49-F238E27FC236}">
                      <a16:creationId xmlns:a16="http://schemas.microsoft.com/office/drawing/2014/main" id="{2EF696EF-DE04-1A8E-C619-CF21E1B66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19049" y="5141645"/>
                  <a:ext cx="557973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70">
                  <a:extLst>
                    <a:ext uri="{FF2B5EF4-FFF2-40B4-BE49-F238E27FC236}">
                      <a16:creationId xmlns:a16="http://schemas.microsoft.com/office/drawing/2014/main" id="{1282E610-4E2B-060F-CACC-F42FED117E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19049" y="5638590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 Box 70">
                  <a:extLst>
                    <a:ext uri="{FF2B5EF4-FFF2-40B4-BE49-F238E27FC236}">
                      <a16:creationId xmlns:a16="http://schemas.microsoft.com/office/drawing/2014/main" id="{1282E610-4E2B-060F-CACC-F42FED117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19049" y="5638590"/>
                  <a:ext cx="55797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49A1F768-7572-55A5-C06A-3607FDD8BB94}"/>
                </a:ext>
              </a:extLst>
            </p:cNvPr>
            <p:cNvSpPr/>
            <p:nvPr/>
          </p:nvSpPr>
          <p:spPr>
            <a:xfrm>
              <a:off x="1071290" y="4308420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Line 60">
              <a:extLst>
                <a:ext uri="{FF2B5EF4-FFF2-40B4-BE49-F238E27FC236}">
                  <a16:creationId xmlns:a16="http://schemas.microsoft.com/office/drawing/2014/main" id="{4382F607-41B9-6953-3062-9476DB5C38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783" y="5896002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5" name="Line 60">
              <a:extLst>
                <a:ext uri="{FF2B5EF4-FFF2-40B4-BE49-F238E27FC236}">
                  <a16:creationId xmlns:a16="http://schemas.microsoft.com/office/drawing/2014/main" id="{776C0E97-1DDC-1B2B-DB1C-3AD33C85AB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783" y="5399057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6" name="Line 60">
              <a:extLst>
                <a:ext uri="{FF2B5EF4-FFF2-40B4-BE49-F238E27FC236}">
                  <a16:creationId xmlns:a16="http://schemas.microsoft.com/office/drawing/2014/main" id="{D0699DDF-7F46-02BE-977A-A9C549C29D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920" y="4401792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7" name="Text Box 70">
              <a:extLst>
                <a:ext uri="{FF2B5EF4-FFF2-40B4-BE49-F238E27FC236}">
                  <a16:creationId xmlns:a16="http://schemas.microsoft.com/office/drawing/2014/main" id="{FA736A88-FF51-0373-BF22-E96B1DEDB0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7355" y="4150064"/>
              <a:ext cx="372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70">
                  <a:extLst>
                    <a:ext uri="{FF2B5EF4-FFF2-40B4-BE49-F238E27FC236}">
                      <a16:creationId xmlns:a16="http://schemas.microsoft.com/office/drawing/2014/main" id="{FF078757-6CA4-BC94-C0E4-4F40EB622B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4662" y="5138635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Text Box 70">
                  <a:extLst>
                    <a:ext uri="{FF2B5EF4-FFF2-40B4-BE49-F238E27FC236}">
                      <a16:creationId xmlns:a16="http://schemas.microsoft.com/office/drawing/2014/main" id="{FF078757-6CA4-BC94-C0E4-4F40EB622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64662" y="5138635"/>
                  <a:ext cx="602601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70">
                  <a:extLst>
                    <a:ext uri="{FF2B5EF4-FFF2-40B4-BE49-F238E27FC236}">
                      <a16:creationId xmlns:a16="http://schemas.microsoft.com/office/drawing/2014/main" id="{2FB2065F-E0C5-1BFA-CF7D-1EA969629D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9470" y="5638589"/>
                  <a:ext cx="59548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 Box 70">
                  <a:extLst>
                    <a:ext uri="{FF2B5EF4-FFF2-40B4-BE49-F238E27FC236}">
                      <a16:creationId xmlns:a16="http://schemas.microsoft.com/office/drawing/2014/main" id="{2FB2065F-E0C5-1BFA-CF7D-1EA969629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69470" y="5638589"/>
                  <a:ext cx="595484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 Box 70">
                  <a:extLst>
                    <a:ext uri="{FF2B5EF4-FFF2-40B4-BE49-F238E27FC236}">
                      <a16:creationId xmlns:a16="http://schemas.microsoft.com/office/drawing/2014/main" id="{8994786F-A39E-74FD-11EE-9B4F6131EC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0737" y="4178338"/>
                  <a:ext cx="43794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 Box 70">
                  <a:extLst>
                    <a:ext uri="{FF2B5EF4-FFF2-40B4-BE49-F238E27FC236}">
                      <a16:creationId xmlns:a16="http://schemas.microsoft.com/office/drawing/2014/main" id="{8994786F-A39E-74FD-11EE-9B4F6131EC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737" y="4178338"/>
                  <a:ext cx="437940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 Box 70">
                  <a:extLst>
                    <a:ext uri="{FF2B5EF4-FFF2-40B4-BE49-F238E27FC236}">
                      <a16:creationId xmlns:a16="http://schemas.microsoft.com/office/drawing/2014/main" id="{C46D93BE-C8FC-298A-F324-AFC09D9231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0000" y="5138635"/>
                  <a:ext cx="5564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" name="Text Box 70">
                  <a:extLst>
                    <a:ext uri="{FF2B5EF4-FFF2-40B4-BE49-F238E27FC236}">
                      <a16:creationId xmlns:a16="http://schemas.microsoft.com/office/drawing/2014/main" id="{C46D93BE-C8FC-298A-F324-AFC09D9231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0000" y="5138635"/>
                  <a:ext cx="556499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 Box 70">
                  <a:extLst>
                    <a:ext uri="{FF2B5EF4-FFF2-40B4-BE49-F238E27FC236}">
                      <a16:creationId xmlns:a16="http://schemas.microsoft.com/office/drawing/2014/main" id="{6F43EDBE-49C7-1560-B029-C4A939D1BC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4808" y="5638589"/>
                  <a:ext cx="54938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" name="Text Box 70">
                  <a:extLst>
                    <a:ext uri="{FF2B5EF4-FFF2-40B4-BE49-F238E27FC236}">
                      <a16:creationId xmlns:a16="http://schemas.microsoft.com/office/drawing/2014/main" id="{6F43EDBE-49C7-1560-B029-C4A939D1BC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4808" y="5638589"/>
                  <a:ext cx="549381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Line 60">
              <a:extLst>
                <a:ext uri="{FF2B5EF4-FFF2-40B4-BE49-F238E27FC236}">
                  <a16:creationId xmlns:a16="http://schemas.microsoft.com/office/drawing/2014/main" id="{B8611DDD-C8E2-30F8-61A0-56E2FC922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528" y="4681338"/>
              <a:ext cx="31432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8" name="Line 60">
              <a:extLst>
                <a:ext uri="{FF2B5EF4-FFF2-40B4-BE49-F238E27FC236}">
                  <a16:creationId xmlns:a16="http://schemas.microsoft.com/office/drawing/2014/main" id="{5C48C699-1B4D-8174-3D2A-6DC7986809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09930" y="4550706"/>
              <a:ext cx="2875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 Box 70">
                  <a:extLst>
                    <a:ext uri="{FF2B5EF4-FFF2-40B4-BE49-F238E27FC236}">
                      <a16:creationId xmlns:a16="http://schemas.microsoft.com/office/drawing/2014/main" id="{FFBF9950-15C6-3393-3ED9-A9061B88E1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08000" y="1296000"/>
                  <a:ext cx="48963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 Box 70">
                  <a:extLst>
                    <a:ext uri="{FF2B5EF4-FFF2-40B4-BE49-F238E27FC236}">
                      <a16:creationId xmlns:a16="http://schemas.microsoft.com/office/drawing/2014/main" id="{FFBF9950-15C6-3393-3ED9-A9061B88E1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08000" y="1296000"/>
                  <a:ext cx="489635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2469"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Arc 158">
              <a:extLst>
                <a:ext uri="{FF2B5EF4-FFF2-40B4-BE49-F238E27FC236}">
                  <a16:creationId xmlns:a16="http://schemas.microsoft.com/office/drawing/2014/main" id="{2BAF1A11-EF1C-66AB-56E6-00D2B255E8C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065038" y="1277611"/>
              <a:ext cx="562566" cy="917704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2" name="Line 160">
              <a:extLst>
                <a:ext uri="{FF2B5EF4-FFF2-40B4-BE49-F238E27FC236}">
                  <a16:creationId xmlns:a16="http://schemas.microsoft.com/office/drawing/2014/main" id="{2123A931-55E0-0106-5C59-74D9851E0E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7662" y="1452160"/>
              <a:ext cx="2827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3" name="Line 160">
              <a:extLst>
                <a:ext uri="{FF2B5EF4-FFF2-40B4-BE49-F238E27FC236}">
                  <a16:creationId xmlns:a16="http://schemas.microsoft.com/office/drawing/2014/main" id="{92922A3F-6E97-7CF4-3D28-616C7F4E6C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7662" y="2017748"/>
              <a:ext cx="2827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4" name="Arc 156">
              <a:extLst>
                <a:ext uri="{FF2B5EF4-FFF2-40B4-BE49-F238E27FC236}">
                  <a16:creationId xmlns:a16="http://schemas.microsoft.com/office/drawing/2014/main" id="{9A40000E-32B0-971B-C525-3D4A47A3977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915565" y="1474287"/>
              <a:ext cx="426839" cy="54346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7AE5B08E-B36E-5E84-7316-3B085ECB09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0271" y="1578783"/>
              <a:ext cx="15189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9E13E619-6B81-85E3-870A-9E2A8D2C7F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1579" y="1890669"/>
              <a:ext cx="8576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7" name="Line 27">
              <a:extLst>
                <a:ext uri="{FF2B5EF4-FFF2-40B4-BE49-F238E27FC236}">
                  <a16:creationId xmlns:a16="http://schemas.microsoft.com/office/drawing/2014/main" id="{F03B8A07-6AD7-6BE7-9FC2-F47146D41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2039" y="1734978"/>
              <a:ext cx="3804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8" name="Arc 156">
              <a:extLst>
                <a:ext uri="{FF2B5EF4-FFF2-40B4-BE49-F238E27FC236}">
                  <a16:creationId xmlns:a16="http://schemas.microsoft.com/office/drawing/2014/main" id="{E07E6ED0-FE47-A474-3EF3-E9D2BB2B4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3754" y="1452144"/>
              <a:ext cx="426839" cy="54346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1" name="Arc 158">
              <a:extLst>
                <a:ext uri="{FF2B5EF4-FFF2-40B4-BE49-F238E27FC236}">
                  <a16:creationId xmlns:a16="http://schemas.microsoft.com/office/drawing/2014/main" id="{26B6AF28-0F36-539B-F203-D7479527D3E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065038" y="1998201"/>
              <a:ext cx="562566" cy="917704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2" name="Line 160">
              <a:extLst>
                <a:ext uri="{FF2B5EF4-FFF2-40B4-BE49-F238E27FC236}">
                  <a16:creationId xmlns:a16="http://schemas.microsoft.com/office/drawing/2014/main" id="{0F52DD22-362C-04B4-FB46-13BF98D5C3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7662" y="2172750"/>
              <a:ext cx="2827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3" name="Line 160">
              <a:extLst>
                <a:ext uri="{FF2B5EF4-FFF2-40B4-BE49-F238E27FC236}">
                  <a16:creationId xmlns:a16="http://schemas.microsoft.com/office/drawing/2014/main" id="{7CDBE752-FE67-9B11-C3EE-CAFFEF0AAD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7662" y="2738338"/>
              <a:ext cx="2827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4" name="Arc 156">
              <a:extLst>
                <a:ext uri="{FF2B5EF4-FFF2-40B4-BE49-F238E27FC236}">
                  <a16:creationId xmlns:a16="http://schemas.microsoft.com/office/drawing/2014/main" id="{17B5316D-1FB1-AFF7-DCCE-ACE04A5254C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915565" y="2194877"/>
              <a:ext cx="426839" cy="54346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5" name="Line 27">
              <a:extLst>
                <a:ext uri="{FF2B5EF4-FFF2-40B4-BE49-F238E27FC236}">
                  <a16:creationId xmlns:a16="http://schemas.microsoft.com/office/drawing/2014/main" id="{F3C8738E-1132-2013-8F73-6D3CB6A8D6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0271" y="2299373"/>
              <a:ext cx="15189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6" name="Line 27">
              <a:extLst>
                <a:ext uri="{FF2B5EF4-FFF2-40B4-BE49-F238E27FC236}">
                  <a16:creationId xmlns:a16="http://schemas.microsoft.com/office/drawing/2014/main" id="{E082701C-CA30-21C8-D3CF-D1D6C17415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7587" y="2611259"/>
              <a:ext cx="6916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0B37A6CE-172A-E7C5-FE0F-EBB90F210A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2039" y="2455568"/>
              <a:ext cx="234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8" name="Arc 156">
              <a:extLst>
                <a:ext uri="{FF2B5EF4-FFF2-40B4-BE49-F238E27FC236}">
                  <a16:creationId xmlns:a16="http://schemas.microsoft.com/office/drawing/2014/main" id="{EA2332D5-389F-F720-FD07-523825D14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3754" y="2172734"/>
              <a:ext cx="426839" cy="54346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0" name="Arc 158">
              <a:extLst>
                <a:ext uri="{FF2B5EF4-FFF2-40B4-BE49-F238E27FC236}">
                  <a16:creationId xmlns:a16="http://schemas.microsoft.com/office/drawing/2014/main" id="{C49CD8F5-80B3-1CDE-58C9-F2F4EC27BC2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066040" y="2718201"/>
              <a:ext cx="562566" cy="917704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1" name="Line 160">
              <a:extLst>
                <a:ext uri="{FF2B5EF4-FFF2-40B4-BE49-F238E27FC236}">
                  <a16:creationId xmlns:a16="http://schemas.microsoft.com/office/drawing/2014/main" id="{A7415F0F-EEF5-70B5-66AB-04AC8821E9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8664" y="2892750"/>
              <a:ext cx="2827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2" name="Line 160">
              <a:extLst>
                <a:ext uri="{FF2B5EF4-FFF2-40B4-BE49-F238E27FC236}">
                  <a16:creationId xmlns:a16="http://schemas.microsoft.com/office/drawing/2014/main" id="{325DB7C8-2785-9E79-C27E-04649502C1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8664" y="3458338"/>
              <a:ext cx="2827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3" name="Arc 156">
              <a:extLst>
                <a:ext uri="{FF2B5EF4-FFF2-40B4-BE49-F238E27FC236}">
                  <a16:creationId xmlns:a16="http://schemas.microsoft.com/office/drawing/2014/main" id="{DF2FD270-0449-D20F-3011-367187679FD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916567" y="2914877"/>
              <a:ext cx="426839" cy="54346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4" name="Line 27">
              <a:extLst>
                <a:ext uri="{FF2B5EF4-FFF2-40B4-BE49-F238E27FC236}">
                  <a16:creationId xmlns:a16="http://schemas.microsoft.com/office/drawing/2014/main" id="{A933C9DC-0DDC-9957-44E7-66AA0B055A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0271" y="3019373"/>
              <a:ext cx="15199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5" name="Line 27">
              <a:extLst>
                <a:ext uri="{FF2B5EF4-FFF2-40B4-BE49-F238E27FC236}">
                  <a16:creationId xmlns:a16="http://schemas.microsoft.com/office/drawing/2014/main" id="{8C2D6846-8859-5F21-EE4A-7FAFF70839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429" y="3331259"/>
              <a:ext cx="5347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6" name="Line 27">
              <a:extLst>
                <a:ext uri="{FF2B5EF4-FFF2-40B4-BE49-F238E27FC236}">
                  <a16:creationId xmlns:a16="http://schemas.microsoft.com/office/drawing/2014/main" id="{1C20EF54-55CC-79ED-16C8-84A7399413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3041" y="3175568"/>
              <a:ext cx="234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7" name="Arc 156">
              <a:extLst>
                <a:ext uri="{FF2B5EF4-FFF2-40B4-BE49-F238E27FC236}">
                  <a16:creationId xmlns:a16="http://schemas.microsoft.com/office/drawing/2014/main" id="{28176D33-63D2-7EBB-E177-BB6F79075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4756" y="2892734"/>
              <a:ext cx="426839" cy="54346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9" name="Arc 158">
              <a:extLst>
                <a:ext uri="{FF2B5EF4-FFF2-40B4-BE49-F238E27FC236}">
                  <a16:creationId xmlns:a16="http://schemas.microsoft.com/office/drawing/2014/main" id="{5352D0AA-1880-0DC5-6BF5-5C9AF984CFE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065038" y="3438201"/>
              <a:ext cx="562566" cy="917704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0" name="Line 160">
              <a:extLst>
                <a:ext uri="{FF2B5EF4-FFF2-40B4-BE49-F238E27FC236}">
                  <a16:creationId xmlns:a16="http://schemas.microsoft.com/office/drawing/2014/main" id="{4B8B0DFE-18B9-FAF2-6E73-AF75A748A2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7662" y="3612750"/>
              <a:ext cx="2827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1" name="Line 160">
              <a:extLst>
                <a:ext uri="{FF2B5EF4-FFF2-40B4-BE49-F238E27FC236}">
                  <a16:creationId xmlns:a16="http://schemas.microsoft.com/office/drawing/2014/main" id="{37FB67E2-6F7E-BB17-43BE-74223392FC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7662" y="4178338"/>
              <a:ext cx="2827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2" name="Arc 156">
              <a:extLst>
                <a:ext uri="{FF2B5EF4-FFF2-40B4-BE49-F238E27FC236}">
                  <a16:creationId xmlns:a16="http://schemas.microsoft.com/office/drawing/2014/main" id="{84F8E9A0-AD3B-E63F-031D-2316AF4CE3A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915565" y="3634877"/>
              <a:ext cx="426839" cy="54346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3" name="Line 27">
              <a:extLst>
                <a:ext uri="{FF2B5EF4-FFF2-40B4-BE49-F238E27FC236}">
                  <a16:creationId xmlns:a16="http://schemas.microsoft.com/office/drawing/2014/main" id="{C9FB5BAA-7CEF-5C07-D3D8-1C33BECCD8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1221" y="3739373"/>
              <a:ext cx="153798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4" name="Line 27">
              <a:extLst>
                <a:ext uri="{FF2B5EF4-FFF2-40B4-BE49-F238E27FC236}">
                  <a16:creationId xmlns:a16="http://schemas.microsoft.com/office/drawing/2014/main" id="{81519A33-885C-2350-E3FB-11C28B7EA2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9649" y="4051259"/>
              <a:ext cx="37955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5" name="Line 27">
              <a:extLst>
                <a:ext uri="{FF2B5EF4-FFF2-40B4-BE49-F238E27FC236}">
                  <a16:creationId xmlns:a16="http://schemas.microsoft.com/office/drawing/2014/main" id="{7FFA06FE-1971-97C8-9F12-06FAEF1A73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2039" y="3895568"/>
              <a:ext cx="3804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6" name="Arc 156">
              <a:extLst>
                <a:ext uri="{FF2B5EF4-FFF2-40B4-BE49-F238E27FC236}">
                  <a16:creationId xmlns:a16="http://schemas.microsoft.com/office/drawing/2014/main" id="{B6E03846-6E84-7704-015B-27D4E7C20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3754" y="3612734"/>
              <a:ext cx="426839" cy="54346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7" name="Line 27">
              <a:extLst>
                <a:ext uri="{FF2B5EF4-FFF2-40B4-BE49-F238E27FC236}">
                  <a16:creationId xmlns:a16="http://schemas.microsoft.com/office/drawing/2014/main" id="{31FFC774-EC13-67BD-6EE5-295CF3CFF5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76217" y="4972570"/>
              <a:ext cx="1846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8" name="Line 27">
              <a:extLst>
                <a:ext uri="{FF2B5EF4-FFF2-40B4-BE49-F238E27FC236}">
                  <a16:creationId xmlns:a16="http://schemas.microsoft.com/office/drawing/2014/main" id="{650A888E-7561-C27B-93FB-320A337464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216072" y="4365158"/>
              <a:ext cx="20677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9" name="Line 27">
              <a:extLst>
                <a:ext uri="{FF2B5EF4-FFF2-40B4-BE49-F238E27FC236}">
                  <a16:creationId xmlns:a16="http://schemas.microsoft.com/office/drawing/2014/main" id="{B9DD57E4-3171-B7A7-046F-BF9ECA02F3A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941337" y="3764331"/>
              <a:ext cx="23015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0" name="Line 27">
              <a:extLst>
                <a:ext uri="{FF2B5EF4-FFF2-40B4-BE49-F238E27FC236}">
                  <a16:creationId xmlns:a16="http://schemas.microsoft.com/office/drawing/2014/main" id="{647B3627-94F3-96C5-A9A8-4855579A44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673280" y="3146232"/>
              <a:ext cx="25111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 Box 70">
                  <a:extLst>
                    <a:ext uri="{FF2B5EF4-FFF2-40B4-BE49-F238E27FC236}">
                      <a16:creationId xmlns:a16="http://schemas.microsoft.com/office/drawing/2014/main" id="{95ED4EC6-9BB7-FC71-CE28-03BFDBEF13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08000" y="2016000"/>
                  <a:ext cx="48963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1" name="Text Box 70">
                  <a:extLst>
                    <a:ext uri="{FF2B5EF4-FFF2-40B4-BE49-F238E27FC236}">
                      <a16:creationId xmlns:a16="http://schemas.microsoft.com/office/drawing/2014/main" id="{95ED4EC6-9BB7-FC71-CE28-03BFDBEF13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08000" y="2016000"/>
                  <a:ext cx="489635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469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 Box 70">
                  <a:extLst>
                    <a:ext uri="{FF2B5EF4-FFF2-40B4-BE49-F238E27FC236}">
                      <a16:creationId xmlns:a16="http://schemas.microsoft.com/office/drawing/2014/main" id="{B46772AB-6EAE-55B6-2FCF-1BE8B31A53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08000" y="3455543"/>
                  <a:ext cx="48963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2" name="Text Box 70">
                  <a:extLst>
                    <a:ext uri="{FF2B5EF4-FFF2-40B4-BE49-F238E27FC236}">
                      <a16:creationId xmlns:a16="http://schemas.microsoft.com/office/drawing/2014/main" id="{B46772AB-6EAE-55B6-2FCF-1BE8B31A53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08000" y="3455543"/>
                  <a:ext cx="489635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2469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 Box 70">
                  <a:extLst>
                    <a:ext uri="{FF2B5EF4-FFF2-40B4-BE49-F238E27FC236}">
                      <a16:creationId xmlns:a16="http://schemas.microsoft.com/office/drawing/2014/main" id="{CB8F710C-16FB-4BA7-B847-8FF3E375C3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08000" y="2736000"/>
                  <a:ext cx="48963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3" name="Text Box 70">
                  <a:extLst>
                    <a:ext uri="{FF2B5EF4-FFF2-40B4-BE49-F238E27FC236}">
                      <a16:creationId xmlns:a16="http://schemas.microsoft.com/office/drawing/2014/main" id="{CB8F710C-16FB-4BA7-B847-8FF3E375C3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08000" y="2736000"/>
                  <a:ext cx="489635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2469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4" name="流程图: 延期 123">
              <a:extLst>
                <a:ext uri="{FF2B5EF4-FFF2-40B4-BE49-F238E27FC236}">
                  <a16:creationId xmlns:a16="http://schemas.microsoft.com/office/drawing/2014/main" id="{6D0B42D0-DB43-B030-1622-F93F594E6DAD}"/>
                </a:ext>
              </a:extLst>
            </p:cNvPr>
            <p:cNvSpPr/>
            <p:nvPr/>
          </p:nvSpPr>
          <p:spPr>
            <a:xfrm>
              <a:off x="6096000" y="2503383"/>
              <a:ext cx="656730" cy="624371"/>
            </a:xfrm>
            <a:prstGeom prst="flowChartDelay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25" name="Line 27">
              <a:extLst>
                <a:ext uri="{FF2B5EF4-FFF2-40B4-BE49-F238E27FC236}">
                  <a16:creationId xmlns:a16="http://schemas.microsoft.com/office/drawing/2014/main" id="{8214C8C5-8DC8-CB4D-8105-629FEE6E48E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409440" y="2591401"/>
              <a:ext cx="2938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8" name="Line 27">
              <a:extLst>
                <a:ext uri="{FF2B5EF4-FFF2-40B4-BE49-F238E27FC236}">
                  <a16:creationId xmlns:a16="http://schemas.microsoft.com/office/drawing/2014/main" id="{EC8D1326-DA8E-B76C-8CD8-C1E275DDA0B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276598" y="3469493"/>
              <a:ext cx="8517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9" name="Line 27">
              <a:extLst>
                <a:ext uri="{FF2B5EF4-FFF2-40B4-BE49-F238E27FC236}">
                  <a16:creationId xmlns:a16="http://schemas.microsoft.com/office/drawing/2014/main" id="{0EC26A4A-87E9-9ECD-DB6F-C2522A216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02483" y="3043371"/>
              <a:ext cx="3935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30" name="Line 27">
              <a:extLst>
                <a:ext uri="{FF2B5EF4-FFF2-40B4-BE49-F238E27FC236}">
                  <a16:creationId xmlns:a16="http://schemas.microsoft.com/office/drawing/2014/main" id="{BF95E822-AE4A-4BCB-E22F-E228C137ED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02483" y="2592014"/>
              <a:ext cx="3935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31" name="Line 27">
              <a:extLst>
                <a:ext uri="{FF2B5EF4-FFF2-40B4-BE49-F238E27FC236}">
                  <a16:creationId xmlns:a16="http://schemas.microsoft.com/office/drawing/2014/main" id="{C6B0AA0B-66F7-F889-3BEC-C329F922E2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276598" y="2160863"/>
              <a:ext cx="8517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32" name="Line 27">
              <a:extLst>
                <a:ext uri="{FF2B5EF4-FFF2-40B4-BE49-F238E27FC236}">
                  <a16:creationId xmlns:a16="http://schemas.microsoft.com/office/drawing/2014/main" id="{741E04C0-B5A1-766C-AD7B-8FA25A6E94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6375" y="2733867"/>
              <a:ext cx="5396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33" name="Line 27">
              <a:extLst>
                <a:ext uri="{FF2B5EF4-FFF2-40B4-BE49-F238E27FC236}">
                  <a16:creationId xmlns:a16="http://schemas.microsoft.com/office/drawing/2014/main" id="{E602F1AA-1AA4-C65D-529F-CE7551ACA9E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409440" y="3039669"/>
              <a:ext cx="2938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34" name="Line 27">
              <a:extLst>
                <a:ext uri="{FF2B5EF4-FFF2-40B4-BE49-F238E27FC236}">
                  <a16:creationId xmlns:a16="http://schemas.microsoft.com/office/drawing/2014/main" id="{62FFB8CB-F3F5-4EC2-29B8-D143C3B1C6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6375" y="2892734"/>
              <a:ext cx="5396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35" name="Line 27">
              <a:extLst>
                <a:ext uri="{FF2B5EF4-FFF2-40B4-BE49-F238E27FC236}">
                  <a16:creationId xmlns:a16="http://schemas.microsoft.com/office/drawing/2014/main" id="{633CA729-E3F3-2959-06CD-3364C7BAC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6400" y="2808067"/>
              <a:ext cx="2822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08376296-048C-DA66-B914-23A68D873724}"/>
                    </a:ext>
                  </a:extLst>
                </p:cNvPr>
                <p:cNvSpPr txBox="1"/>
                <p:nvPr/>
              </p:nvSpPr>
              <p:spPr>
                <a:xfrm>
                  <a:off x="6863018" y="2585191"/>
                  <a:ext cx="668002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08376296-048C-DA66-B914-23A68D8737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018" y="2585191"/>
                  <a:ext cx="668002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AB7638E6-301B-D4A6-5C29-DFB77FF6614C}"/>
                  </a:ext>
                </a:extLst>
              </p:cNvPr>
              <p:cNvSpPr txBox="1"/>
              <p:nvPr/>
            </p:nvSpPr>
            <p:spPr>
              <a:xfrm>
                <a:off x="360000" y="2880000"/>
                <a:ext cx="4422065" cy="1282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zh-C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zh-C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zh-C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zh-C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zh-C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zh-C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zh-C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zh-C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AB7638E6-301B-D4A6-5C29-DFB77FF66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880000"/>
                <a:ext cx="4422065" cy="12825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1736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3062E-E028-281A-5F1C-9B0CDF6B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B10CE48-E7BE-5232-B31F-62A46FAA616D}"/>
              </a:ext>
            </a:extLst>
          </p:cNvPr>
          <p:cNvSpPr txBox="1"/>
          <p:nvPr/>
        </p:nvSpPr>
        <p:spPr>
          <a:xfrm>
            <a:off x="360000" y="720000"/>
            <a:ext cx="693048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74x153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AFBCC7AA-CEEF-3C39-6D84-AB57F5E9001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68D33A40-A27C-EA0A-CC9F-61EFFA6B730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5" name="箭头: 五边形 84">
                <a:extLst>
                  <a:ext uri="{FF2B5EF4-FFF2-40B4-BE49-F238E27FC236}">
                    <a16:creationId xmlns:a16="http://schemas.microsoft.com/office/drawing/2014/main" id="{4BC38D4C-A695-29FF-831E-291F556E9EE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6" name="箭头: V 形 85">
                <a:extLst>
                  <a:ext uri="{FF2B5EF4-FFF2-40B4-BE49-F238E27FC236}">
                    <a16:creationId xmlns:a16="http://schemas.microsoft.com/office/drawing/2014/main" id="{F32E2899-1BCD-E437-26DE-345426258B4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4" name="灯片编号占位符 3">
              <a:extLst>
                <a:ext uri="{FF2B5EF4-FFF2-40B4-BE49-F238E27FC236}">
                  <a16:creationId xmlns:a16="http://schemas.microsoft.com/office/drawing/2014/main" id="{0AA8573D-E549-4C07-446D-E8AC3EE240B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7" name="表格 86">
                <a:extLst>
                  <a:ext uri="{FF2B5EF4-FFF2-40B4-BE49-F238E27FC236}">
                    <a16:creationId xmlns:a16="http://schemas.microsoft.com/office/drawing/2014/main" id="{2F789876-D0A7-CEC5-0FE9-31FA24EF10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9476675"/>
                  </p:ext>
                </p:extLst>
              </p:nvPr>
            </p:nvGraphicFramePr>
            <p:xfrm>
              <a:off x="720000" y="2520000"/>
              <a:ext cx="4792239" cy="3261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87859">
                      <a:extLst>
                        <a:ext uri="{9D8B030D-6E8A-4147-A177-3AD203B41FA5}">
                          <a16:colId xmlns:a16="http://schemas.microsoft.com/office/drawing/2014/main" val="4013521044"/>
                        </a:ext>
                      </a:extLst>
                    </a:gridCol>
                    <a:gridCol w="2110154">
                      <a:extLst>
                        <a:ext uri="{9D8B030D-6E8A-4147-A177-3AD203B41FA5}">
                          <a16:colId xmlns:a16="http://schemas.microsoft.com/office/drawing/2014/main" val="1228595603"/>
                        </a:ext>
                      </a:extLst>
                    </a:gridCol>
                    <a:gridCol w="1294226">
                      <a:extLst>
                        <a:ext uri="{9D8B030D-6E8A-4147-A177-3AD203B41FA5}">
                          <a16:colId xmlns:a16="http://schemas.microsoft.com/office/drawing/2014/main" val="2720320290"/>
                        </a:ext>
                      </a:extLst>
                    </a:gridCol>
                  </a:tblGrid>
                  <a:tr h="3699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使能端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选择输入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输出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9101600"/>
                      </a:ext>
                    </a:extLst>
                  </a:tr>
                  <a:tr h="41930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smtClean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zh-CN" sz="28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b="0" dirty="0"/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zh-CN" sz="28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zh-CN" sz="28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48271"/>
                      </a:ext>
                    </a:extLst>
                  </a:tr>
                  <a:tr h="419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baseline="-25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7718531"/>
                      </a:ext>
                    </a:extLst>
                  </a:tr>
                  <a:tr h="419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0        1</a:t>
                          </a:r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	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baseline="-25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2987197"/>
                      </a:ext>
                    </a:extLst>
                  </a:tr>
                  <a:tr h="419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1        0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baseline="-25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6894557"/>
                      </a:ext>
                    </a:extLst>
                  </a:tr>
                  <a:tr h="419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1        1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baseline="-25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2063572"/>
                      </a:ext>
                    </a:extLst>
                  </a:tr>
                  <a:tr h="419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       </a:t>
                          </a:r>
                          <a:r>
                            <a:rPr lang="en-US" altLang="zh-CN" sz="24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baseline="-25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65030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7" name="表格 86">
                <a:extLst>
                  <a:ext uri="{FF2B5EF4-FFF2-40B4-BE49-F238E27FC236}">
                    <a16:creationId xmlns:a16="http://schemas.microsoft.com/office/drawing/2014/main" id="{2F789876-D0A7-CEC5-0FE9-31FA24EF10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9476675"/>
                  </p:ext>
                </p:extLst>
              </p:nvPr>
            </p:nvGraphicFramePr>
            <p:xfrm>
              <a:off x="720000" y="2520000"/>
              <a:ext cx="4792239" cy="3261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87859">
                      <a:extLst>
                        <a:ext uri="{9D8B030D-6E8A-4147-A177-3AD203B41FA5}">
                          <a16:colId xmlns:a16="http://schemas.microsoft.com/office/drawing/2014/main" val="4013521044"/>
                        </a:ext>
                      </a:extLst>
                    </a:gridCol>
                    <a:gridCol w="2110154">
                      <a:extLst>
                        <a:ext uri="{9D8B030D-6E8A-4147-A177-3AD203B41FA5}">
                          <a16:colId xmlns:a16="http://schemas.microsoft.com/office/drawing/2014/main" val="1228595603"/>
                        </a:ext>
                      </a:extLst>
                    </a:gridCol>
                    <a:gridCol w="1294226">
                      <a:extLst>
                        <a:ext uri="{9D8B030D-6E8A-4147-A177-3AD203B41FA5}">
                          <a16:colId xmlns:a16="http://schemas.microsoft.com/office/drawing/2014/main" val="272032029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使能端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选择输入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输出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91016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439" t="-97647" r="-246053" b="-46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66185" t="-97647" r="-62139" b="-46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69953" t="-97647" r="-939" b="-468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482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69953" t="-224000" r="-939" b="-4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77185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0        1</a:t>
                          </a:r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	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69953" t="-319737" r="-939" b="-3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298719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1        0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69953" t="-425333" r="-939" b="-2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689455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1        1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69953" t="-525333" r="-939" b="-1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206357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       </a:t>
                          </a:r>
                          <a:r>
                            <a:rPr lang="en-US" altLang="zh-CN" sz="24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baseline="-25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650303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1E5BE43A-7C08-ADE5-2C43-19DAF4010467}"/>
                  </a:ext>
                </a:extLst>
              </p:cNvPr>
              <p:cNvSpPr txBox="1"/>
              <p:nvPr/>
            </p:nvSpPr>
            <p:spPr>
              <a:xfrm>
                <a:off x="720000" y="1980000"/>
                <a:ext cx="47922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真值表（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1E5BE43A-7C08-ADE5-2C43-19DAF4010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980000"/>
                <a:ext cx="4792239" cy="523220"/>
              </a:xfrm>
              <a:prstGeom prst="rect">
                <a:avLst/>
              </a:prstGeom>
              <a:blipFill>
                <a:blip r:embed="rId4"/>
                <a:stretch>
                  <a:fillRect t="-13953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BFD970BE-A84F-0899-BB2B-1277D3C7320D}"/>
              </a:ext>
            </a:extLst>
          </p:cNvPr>
          <p:cNvCxnSpPr>
            <a:cxnSpLocks/>
          </p:cNvCxnSpPr>
          <p:nvPr/>
        </p:nvCxnSpPr>
        <p:spPr>
          <a:xfrm>
            <a:off x="1224793" y="3075068"/>
            <a:ext cx="33904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DFF127C6-D895-24CA-76D9-6E89C4B22926}"/>
              </a:ext>
            </a:extLst>
          </p:cNvPr>
          <p:cNvGrpSpPr/>
          <p:nvPr/>
        </p:nvGrpSpPr>
        <p:grpSpPr>
          <a:xfrm>
            <a:off x="7560000" y="1294195"/>
            <a:ext cx="3873828" cy="4853810"/>
            <a:chOff x="7525792" y="1002095"/>
            <a:chExt cx="3873828" cy="4853810"/>
          </a:xfrm>
        </p:grpSpPr>
        <p:sp>
          <p:nvSpPr>
            <p:cNvPr id="5" name="Text Box 58">
              <a:extLst>
                <a:ext uri="{FF2B5EF4-FFF2-40B4-BE49-F238E27FC236}">
                  <a16:creationId xmlns:a16="http://schemas.microsoft.com/office/drawing/2014/main" id="{323FF83B-252B-B9B7-E7B7-BB0DD73EC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5646" y="1002095"/>
              <a:ext cx="2535723" cy="453842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 </a:t>
              </a: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 </a:t>
              </a: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</a:t>
              </a: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数据选择器</a:t>
              </a: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ct val="0"/>
                </a:spcAft>
                <a:buNone/>
              </a:pP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74x153</a:t>
              </a:r>
              <a:endPara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60">
              <a:extLst>
                <a:ext uri="{FF2B5EF4-FFF2-40B4-BE49-F238E27FC236}">
                  <a16:creationId xmlns:a16="http://schemas.microsoft.com/office/drawing/2014/main" id="{9E2AE891-D5D1-D99D-AC9B-3822B42726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71369" y="1911687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70">
                  <a:extLst>
                    <a:ext uri="{FF2B5EF4-FFF2-40B4-BE49-F238E27FC236}">
                      <a16:creationId xmlns:a16="http://schemas.microsoft.com/office/drawing/2014/main" id="{23DFA2BD-51F4-E63B-F764-1AC163F7ED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528094" y="1654274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70">
                  <a:extLst>
                    <a:ext uri="{FF2B5EF4-FFF2-40B4-BE49-F238E27FC236}">
                      <a16:creationId xmlns:a16="http://schemas.microsoft.com/office/drawing/2014/main" id="{23DFA2BD-51F4-E63B-F764-1AC163F7ED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28094" y="1654274"/>
                  <a:ext cx="55797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140FE5C-5376-2323-3A33-6AF839D0E71A}"/>
                </a:ext>
              </a:extLst>
            </p:cNvPr>
            <p:cNvSpPr/>
            <p:nvPr/>
          </p:nvSpPr>
          <p:spPr>
            <a:xfrm>
              <a:off x="8248902" y="1189110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Line 60">
              <a:extLst>
                <a:ext uri="{FF2B5EF4-FFF2-40B4-BE49-F238E27FC236}">
                  <a16:creationId xmlns:a16="http://schemas.microsoft.com/office/drawing/2014/main" id="{BFC85745-47CB-B6F6-6478-0F13A9E81A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028" y="1682881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70">
                  <a:extLst>
                    <a:ext uri="{FF2B5EF4-FFF2-40B4-BE49-F238E27FC236}">
                      <a16:creationId xmlns:a16="http://schemas.microsoft.com/office/drawing/2014/main" id="{BB23C619-036F-F8AA-9E09-752B1E37C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4322" y="1030754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 Box 70">
                  <a:extLst>
                    <a:ext uri="{FF2B5EF4-FFF2-40B4-BE49-F238E27FC236}">
                      <a16:creationId xmlns:a16="http://schemas.microsoft.com/office/drawing/2014/main" id="{BB23C619-036F-F8AA-9E09-752B1E37CB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84322" y="1030754"/>
                  <a:ext cx="737638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1653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Line 60">
              <a:extLst>
                <a:ext uri="{FF2B5EF4-FFF2-40B4-BE49-F238E27FC236}">
                  <a16:creationId xmlns:a16="http://schemas.microsoft.com/office/drawing/2014/main" id="{919E6A2C-7C2A-A893-C9DA-CAD3F7869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71369" y="4858607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 Box 70">
                  <a:extLst>
                    <a:ext uri="{FF2B5EF4-FFF2-40B4-BE49-F238E27FC236}">
                      <a16:creationId xmlns:a16="http://schemas.microsoft.com/office/drawing/2014/main" id="{78F9CEB7-564E-9B29-6F0F-7612B00393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531199" y="4594863"/>
                  <a:ext cx="55085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Text Box 70">
                  <a:extLst>
                    <a:ext uri="{FF2B5EF4-FFF2-40B4-BE49-F238E27FC236}">
                      <a16:creationId xmlns:a16="http://schemas.microsoft.com/office/drawing/2014/main" id="{78F9CEB7-564E-9B29-6F0F-7612B00393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31199" y="4594863"/>
                  <a:ext cx="550856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Line 60">
              <a:extLst>
                <a:ext uri="{FF2B5EF4-FFF2-40B4-BE49-F238E27FC236}">
                  <a16:creationId xmlns:a16="http://schemas.microsoft.com/office/drawing/2014/main" id="{528CB76C-1AA9-52AB-482A-5129F21EA4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029" y="1286202"/>
              <a:ext cx="2065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 Box 70">
                  <a:extLst>
                    <a:ext uri="{FF2B5EF4-FFF2-40B4-BE49-F238E27FC236}">
                      <a16:creationId xmlns:a16="http://schemas.microsoft.com/office/drawing/2014/main" id="{7F155EA6-56F0-9C54-366C-BB45C2BB468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4322" y="1452048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Text Box 70">
                  <a:extLst>
                    <a:ext uri="{FF2B5EF4-FFF2-40B4-BE49-F238E27FC236}">
                      <a16:creationId xmlns:a16="http://schemas.microsoft.com/office/drawing/2014/main" id="{7F155EA6-56F0-9C54-366C-BB45C2BB46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84322" y="1452048"/>
                  <a:ext cx="737638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653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Line 60">
              <a:extLst>
                <a:ext uri="{FF2B5EF4-FFF2-40B4-BE49-F238E27FC236}">
                  <a16:creationId xmlns:a16="http://schemas.microsoft.com/office/drawing/2014/main" id="{A53098B5-3739-2F59-BD2A-E84804F5AF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028" y="2077619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 Box 70">
                  <a:extLst>
                    <a:ext uri="{FF2B5EF4-FFF2-40B4-BE49-F238E27FC236}">
                      <a16:creationId xmlns:a16="http://schemas.microsoft.com/office/drawing/2014/main" id="{67D468E8-2EA7-367B-18FA-05A2B9C559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4322" y="1846786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0" name="Text Box 70">
                  <a:extLst>
                    <a:ext uri="{FF2B5EF4-FFF2-40B4-BE49-F238E27FC236}">
                      <a16:creationId xmlns:a16="http://schemas.microsoft.com/office/drawing/2014/main" id="{67D468E8-2EA7-367B-18FA-05A2B9C559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84322" y="1846786"/>
                  <a:ext cx="737638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653"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Line 60">
              <a:extLst>
                <a:ext uri="{FF2B5EF4-FFF2-40B4-BE49-F238E27FC236}">
                  <a16:creationId xmlns:a16="http://schemas.microsoft.com/office/drawing/2014/main" id="{F807E4C5-D6C0-5AFD-34F4-9F01BE106E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2545" y="2466604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 Box 70">
                  <a:extLst>
                    <a:ext uri="{FF2B5EF4-FFF2-40B4-BE49-F238E27FC236}">
                      <a16:creationId xmlns:a16="http://schemas.microsoft.com/office/drawing/2014/main" id="{758CF3CC-9E35-CEE4-57A4-AC0B670395C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78839" y="2235771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2" name="Text Box 70">
                  <a:extLst>
                    <a:ext uri="{FF2B5EF4-FFF2-40B4-BE49-F238E27FC236}">
                      <a16:creationId xmlns:a16="http://schemas.microsoft.com/office/drawing/2014/main" id="{758CF3CC-9E35-CEE4-57A4-AC0B670395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78839" y="2235771"/>
                  <a:ext cx="737638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1653"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Line 60">
              <a:extLst>
                <a:ext uri="{FF2B5EF4-FFF2-40B4-BE49-F238E27FC236}">
                  <a16:creationId xmlns:a16="http://schemas.microsoft.com/office/drawing/2014/main" id="{9DE650DA-1C96-B9F7-291E-ACF985C378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028" y="2855591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 Box 70">
                  <a:extLst>
                    <a:ext uri="{FF2B5EF4-FFF2-40B4-BE49-F238E27FC236}">
                      <a16:creationId xmlns:a16="http://schemas.microsoft.com/office/drawing/2014/main" id="{1A977A15-0625-729C-D854-0D5AC21BA0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4322" y="2624758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4" name="Text Box 70">
                  <a:extLst>
                    <a:ext uri="{FF2B5EF4-FFF2-40B4-BE49-F238E27FC236}">
                      <a16:creationId xmlns:a16="http://schemas.microsoft.com/office/drawing/2014/main" id="{1A977A15-0625-729C-D854-0D5AC21BA0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84322" y="2624758"/>
                  <a:ext cx="737638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1653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E334C449-22C8-78EF-82B8-47248E10A4FF}"/>
                </a:ext>
              </a:extLst>
            </p:cNvPr>
            <p:cNvSpPr/>
            <p:nvPr/>
          </p:nvSpPr>
          <p:spPr>
            <a:xfrm>
              <a:off x="8248902" y="3585234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Line 60">
              <a:extLst>
                <a:ext uri="{FF2B5EF4-FFF2-40B4-BE49-F238E27FC236}">
                  <a16:creationId xmlns:a16="http://schemas.microsoft.com/office/drawing/2014/main" id="{BA4108D6-4DC6-C264-3594-727FC0DD26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028" y="4079005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 Box 70">
                  <a:extLst>
                    <a:ext uri="{FF2B5EF4-FFF2-40B4-BE49-F238E27FC236}">
                      <a16:creationId xmlns:a16="http://schemas.microsoft.com/office/drawing/2014/main" id="{028C67B5-E6DC-3D16-C24D-7C2EDFF30A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4322" y="3426878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7" name="Text Box 70">
                  <a:extLst>
                    <a:ext uri="{FF2B5EF4-FFF2-40B4-BE49-F238E27FC236}">
                      <a16:creationId xmlns:a16="http://schemas.microsoft.com/office/drawing/2014/main" id="{028C67B5-E6DC-3D16-C24D-7C2EDFF30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84322" y="3426878"/>
                  <a:ext cx="737638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1653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Line 60">
              <a:extLst>
                <a:ext uri="{FF2B5EF4-FFF2-40B4-BE49-F238E27FC236}">
                  <a16:creationId xmlns:a16="http://schemas.microsoft.com/office/drawing/2014/main" id="{D665E967-7309-EA44-09E6-44CD89501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029" y="3682326"/>
              <a:ext cx="2065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 Box 70">
                  <a:extLst>
                    <a:ext uri="{FF2B5EF4-FFF2-40B4-BE49-F238E27FC236}">
                      <a16:creationId xmlns:a16="http://schemas.microsoft.com/office/drawing/2014/main" id="{79909B94-7033-FA1D-8BF0-D6DF1FED7F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4322" y="3848172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Text Box 70">
                  <a:extLst>
                    <a:ext uri="{FF2B5EF4-FFF2-40B4-BE49-F238E27FC236}">
                      <a16:creationId xmlns:a16="http://schemas.microsoft.com/office/drawing/2014/main" id="{79909B94-7033-FA1D-8BF0-D6DF1FED7F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84322" y="3848172"/>
                  <a:ext cx="737638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1653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Line 60">
              <a:extLst>
                <a:ext uri="{FF2B5EF4-FFF2-40B4-BE49-F238E27FC236}">
                  <a16:creationId xmlns:a16="http://schemas.microsoft.com/office/drawing/2014/main" id="{5F332E0C-8C6F-6C69-D956-1C9F46758D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028" y="4473743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 Box 70">
                  <a:extLst>
                    <a:ext uri="{FF2B5EF4-FFF2-40B4-BE49-F238E27FC236}">
                      <a16:creationId xmlns:a16="http://schemas.microsoft.com/office/drawing/2014/main" id="{60984D53-24C7-B7D9-3FC8-59557C9780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4322" y="4242910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 Box 70">
                  <a:extLst>
                    <a:ext uri="{FF2B5EF4-FFF2-40B4-BE49-F238E27FC236}">
                      <a16:creationId xmlns:a16="http://schemas.microsoft.com/office/drawing/2014/main" id="{60984D53-24C7-B7D9-3FC8-59557C978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84322" y="4242910"/>
                  <a:ext cx="737638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1653"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Line 60">
              <a:extLst>
                <a:ext uri="{FF2B5EF4-FFF2-40B4-BE49-F238E27FC236}">
                  <a16:creationId xmlns:a16="http://schemas.microsoft.com/office/drawing/2014/main" id="{51A5F2B4-8174-8E27-C9E9-335FE05166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2545" y="4862728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 Box 70">
                  <a:extLst>
                    <a:ext uri="{FF2B5EF4-FFF2-40B4-BE49-F238E27FC236}">
                      <a16:creationId xmlns:a16="http://schemas.microsoft.com/office/drawing/2014/main" id="{BB1C435D-A305-C2C0-CB86-BB1E931F99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78839" y="4631895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Text Box 70">
                  <a:extLst>
                    <a:ext uri="{FF2B5EF4-FFF2-40B4-BE49-F238E27FC236}">
                      <a16:creationId xmlns:a16="http://schemas.microsoft.com/office/drawing/2014/main" id="{BB1C435D-A305-C2C0-CB86-BB1E931F99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78839" y="4631895"/>
                  <a:ext cx="737638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1653"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Line 60">
              <a:extLst>
                <a:ext uri="{FF2B5EF4-FFF2-40B4-BE49-F238E27FC236}">
                  <a16:creationId xmlns:a16="http://schemas.microsoft.com/office/drawing/2014/main" id="{1E4E649F-3F2D-7E14-4110-EEE3816EBC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028" y="5251715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 Box 70">
                  <a:extLst>
                    <a:ext uri="{FF2B5EF4-FFF2-40B4-BE49-F238E27FC236}">
                      <a16:creationId xmlns:a16="http://schemas.microsoft.com/office/drawing/2014/main" id="{379F9293-6327-2D72-6B05-68A8AEC43B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4322" y="5020882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5" name="Text Box 70">
                  <a:extLst>
                    <a:ext uri="{FF2B5EF4-FFF2-40B4-BE49-F238E27FC236}">
                      <a16:creationId xmlns:a16="http://schemas.microsoft.com/office/drawing/2014/main" id="{379F9293-6327-2D72-6B05-68A8AEC43B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84322" y="5020882"/>
                  <a:ext cx="737638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1653"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6" name="Line 60">
              <a:extLst>
                <a:ext uri="{FF2B5EF4-FFF2-40B4-BE49-F238E27FC236}">
                  <a16:creationId xmlns:a16="http://schemas.microsoft.com/office/drawing/2014/main" id="{02122B9D-47E1-C7A1-B0E5-2D8B46794B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171347" y="5706293"/>
              <a:ext cx="2992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7" name="Line 60">
              <a:extLst>
                <a:ext uri="{FF2B5EF4-FFF2-40B4-BE49-F238E27FC236}">
                  <a16:creationId xmlns:a16="http://schemas.microsoft.com/office/drawing/2014/main" id="{B26C990E-5390-775C-D922-DE9BC0132D4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936442" y="5706294"/>
              <a:ext cx="2992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 Box 70">
                  <a:extLst>
                    <a:ext uri="{FF2B5EF4-FFF2-40B4-BE49-F238E27FC236}">
                      <a16:creationId xmlns:a16="http://schemas.microsoft.com/office/drawing/2014/main" id="{8AFCD7A0-39A8-E328-569E-018234971E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046267" y="5058942"/>
                  <a:ext cx="54938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9" name="Text Box 70">
                  <a:extLst>
                    <a:ext uri="{FF2B5EF4-FFF2-40B4-BE49-F238E27FC236}">
                      <a16:creationId xmlns:a16="http://schemas.microsoft.com/office/drawing/2014/main" id="{8AFCD7A0-39A8-E328-569E-018234971E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46267" y="5058942"/>
                  <a:ext cx="549381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 Box 70">
                  <a:extLst>
                    <a:ext uri="{FF2B5EF4-FFF2-40B4-BE49-F238E27FC236}">
                      <a16:creationId xmlns:a16="http://schemas.microsoft.com/office/drawing/2014/main" id="{5BB02F17-0082-2698-00C1-7817D04150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07803" y="5056528"/>
                  <a:ext cx="5564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0" name="Text Box 70">
                  <a:extLst>
                    <a:ext uri="{FF2B5EF4-FFF2-40B4-BE49-F238E27FC236}">
                      <a16:creationId xmlns:a16="http://schemas.microsoft.com/office/drawing/2014/main" id="{5BB02F17-0082-2698-00C1-7817D04150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807803" y="5056528"/>
                  <a:ext cx="556499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 Box 70">
                  <a:extLst>
                    <a:ext uri="{FF2B5EF4-FFF2-40B4-BE49-F238E27FC236}">
                      <a16:creationId xmlns:a16="http://schemas.microsoft.com/office/drawing/2014/main" id="{D462AF07-7FA2-E439-22C5-A4CBFA85452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525792" y="1026723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3" name="Text Box 70">
                  <a:extLst>
                    <a:ext uri="{FF2B5EF4-FFF2-40B4-BE49-F238E27FC236}">
                      <a16:creationId xmlns:a16="http://schemas.microsoft.com/office/drawing/2014/main" id="{D462AF07-7FA2-E439-22C5-A4CBFA854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25792" y="1026723"/>
                  <a:ext cx="737638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 Box 70">
                  <a:extLst>
                    <a:ext uri="{FF2B5EF4-FFF2-40B4-BE49-F238E27FC236}">
                      <a16:creationId xmlns:a16="http://schemas.microsoft.com/office/drawing/2014/main" id="{1CA298FC-0307-C708-8A5B-D9FCD59935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526782" y="3436139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4" name="Text Box 70">
                  <a:extLst>
                    <a:ext uri="{FF2B5EF4-FFF2-40B4-BE49-F238E27FC236}">
                      <a16:creationId xmlns:a16="http://schemas.microsoft.com/office/drawing/2014/main" id="{1CA298FC-0307-C708-8A5B-D9FCD59935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26782" y="3436139"/>
                  <a:ext cx="737638" cy="461665"/>
                </a:xfrm>
                <a:prstGeom prst="rect">
                  <a:avLst/>
                </a:prstGeom>
                <a:blipFill>
                  <a:blip r:embed="rId20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13C2F05A-79D5-B8FF-480D-04F075D2236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数据选择器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4 </a:t>
            </a:r>
            <a:r>
              <a:rPr lang="zh-CN" altLang="en-US" sz="3000" dirty="0">
                <a:solidFill>
                  <a:srgbClr val="FFFF00"/>
                </a:solidFill>
              </a:rPr>
              <a:t>选 </a:t>
            </a:r>
            <a:r>
              <a:rPr lang="en-US" altLang="zh-CN" sz="3000" dirty="0">
                <a:solidFill>
                  <a:srgbClr val="FFFF00"/>
                </a:solidFill>
              </a:rPr>
              <a:t>1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46361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495290D-2762-8A26-5D8B-E8BECB5A7A6C}"/>
              </a:ext>
            </a:extLst>
          </p:cNvPr>
          <p:cNvSpPr txBox="1"/>
          <p:nvPr/>
        </p:nvSpPr>
        <p:spPr>
          <a:xfrm>
            <a:off x="360000" y="720000"/>
            <a:ext cx="5231931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74x151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F9E2A440-CBE9-1689-BF33-6B71AB894C4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C2F34FFB-F3F0-7D2B-3408-4EEA0B9C2B6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3" name="箭头: 五边形 52">
                <a:extLst>
                  <a:ext uri="{FF2B5EF4-FFF2-40B4-BE49-F238E27FC236}">
                    <a16:creationId xmlns:a16="http://schemas.microsoft.com/office/drawing/2014/main" id="{269A9535-5619-492B-8948-1609D0693FE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4" name="箭头: V 形 53">
                <a:extLst>
                  <a:ext uri="{FF2B5EF4-FFF2-40B4-BE49-F238E27FC236}">
                    <a16:creationId xmlns:a16="http://schemas.microsoft.com/office/drawing/2014/main" id="{0D8FE985-0724-AA05-3F57-3607D48A9AC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2" name="灯片编号占位符 3">
              <a:extLst>
                <a:ext uri="{FF2B5EF4-FFF2-40B4-BE49-F238E27FC236}">
                  <a16:creationId xmlns:a16="http://schemas.microsoft.com/office/drawing/2014/main" id="{261C618C-59A5-22E0-D2CF-353DA27EAC2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214B2FB3-589B-5312-77B2-EC091D563105}"/>
                  </a:ext>
                </a:extLst>
              </p:cNvPr>
              <p:cNvSpPr txBox="1"/>
              <p:nvPr/>
            </p:nvSpPr>
            <p:spPr>
              <a:xfrm>
                <a:off x="360000" y="1440000"/>
                <a:ext cx="6930487" cy="573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通道（路）数据输入</a:t>
                </a:r>
                <a:endPara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214B2FB3-589B-5312-77B2-EC091D563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440000"/>
                <a:ext cx="6930487" cy="573427"/>
              </a:xfrm>
              <a:prstGeom prst="rect">
                <a:avLst/>
              </a:prstGeom>
              <a:blipFill>
                <a:blip r:embed="rId2"/>
                <a:stretch>
                  <a:fillRect t="-3191" b="-27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D388F3F1-9146-8A4A-33E1-13541824374B}"/>
                  </a:ext>
                </a:extLst>
              </p:cNvPr>
              <p:cNvSpPr txBox="1"/>
              <p:nvPr/>
            </p:nvSpPr>
            <p:spPr>
              <a:xfrm>
                <a:off x="360000" y="2160000"/>
                <a:ext cx="6930487" cy="5827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zh-CN" altLang="en-US" sz="3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zh-CN" altLang="en-US" sz="3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：互反输出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D388F3F1-9146-8A4A-33E1-135418243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160000"/>
                <a:ext cx="6930487" cy="582724"/>
              </a:xfrm>
              <a:prstGeom prst="rect">
                <a:avLst/>
              </a:prstGeom>
              <a:blipFill>
                <a:blip r:embed="rId3"/>
                <a:stretch>
                  <a:fillRect t="-2083" b="-26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组合 63">
            <a:extLst>
              <a:ext uri="{FF2B5EF4-FFF2-40B4-BE49-F238E27FC236}">
                <a16:creationId xmlns:a16="http://schemas.microsoft.com/office/drawing/2014/main" id="{4DB820F1-EB9E-1BB1-58FC-AE1A8EF0FB82}"/>
              </a:ext>
            </a:extLst>
          </p:cNvPr>
          <p:cNvGrpSpPr/>
          <p:nvPr/>
        </p:nvGrpSpPr>
        <p:grpSpPr>
          <a:xfrm>
            <a:off x="7729812" y="1618786"/>
            <a:ext cx="4092858" cy="4033172"/>
            <a:chOff x="7698008" y="1618786"/>
            <a:chExt cx="4092858" cy="4033172"/>
          </a:xfrm>
        </p:grpSpPr>
        <p:sp>
          <p:nvSpPr>
            <p:cNvPr id="5" name="Text Box 58">
              <a:extLst>
                <a:ext uri="{FF2B5EF4-FFF2-40B4-BE49-F238E27FC236}">
                  <a16:creationId xmlns:a16="http://schemas.microsoft.com/office/drawing/2014/main" id="{9F330EDE-5195-229A-96B7-8DB58FE9F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5646" y="1618786"/>
              <a:ext cx="2535723" cy="373996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 </a:t>
              </a: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</a:t>
              </a: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数据选择器</a:t>
              </a: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ct val="0"/>
                </a:spcAft>
                <a:buNone/>
              </a:pP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74x151</a:t>
              </a:r>
              <a:endPara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CED47EA-E398-7796-F7C9-6A8AACD17B5D}"/>
                </a:ext>
              </a:extLst>
            </p:cNvPr>
            <p:cNvSpPr/>
            <p:nvPr/>
          </p:nvSpPr>
          <p:spPr>
            <a:xfrm>
              <a:off x="8248902" y="1805800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Line 60">
              <a:extLst>
                <a:ext uri="{FF2B5EF4-FFF2-40B4-BE49-F238E27FC236}">
                  <a16:creationId xmlns:a16="http://schemas.microsoft.com/office/drawing/2014/main" id="{BFA2B2BF-965F-EBE3-8879-A402572FA4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028" y="2299571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70">
                  <a:extLst>
                    <a:ext uri="{FF2B5EF4-FFF2-40B4-BE49-F238E27FC236}">
                      <a16:creationId xmlns:a16="http://schemas.microsoft.com/office/drawing/2014/main" id="{11069FE9-C388-98C1-89E0-E16D31B788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4322" y="1647444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 Box 70">
                  <a:extLst>
                    <a:ext uri="{FF2B5EF4-FFF2-40B4-BE49-F238E27FC236}">
                      <a16:creationId xmlns:a16="http://schemas.microsoft.com/office/drawing/2014/main" id="{11069FE9-C388-98C1-89E0-E16D31B788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84322" y="1647444"/>
                  <a:ext cx="737638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65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Line 60">
              <a:extLst>
                <a:ext uri="{FF2B5EF4-FFF2-40B4-BE49-F238E27FC236}">
                  <a16:creationId xmlns:a16="http://schemas.microsoft.com/office/drawing/2014/main" id="{3515A2D4-7842-39AA-C42E-E6674D8A9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71369" y="2811769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70">
                  <a:extLst>
                    <a:ext uri="{FF2B5EF4-FFF2-40B4-BE49-F238E27FC236}">
                      <a16:creationId xmlns:a16="http://schemas.microsoft.com/office/drawing/2014/main" id="{FC6CEA8B-F42C-AD47-D759-BEAEBC445B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528094" y="2585456"/>
                  <a:ext cx="43794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 Box 70">
                  <a:extLst>
                    <a:ext uri="{FF2B5EF4-FFF2-40B4-BE49-F238E27FC236}">
                      <a16:creationId xmlns:a16="http://schemas.microsoft.com/office/drawing/2014/main" id="{FC6CEA8B-F42C-AD47-D759-BEAEBC445B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28094" y="2585456"/>
                  <a:ext cx="437940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Line 60">
              <a:extLst>
                <a:ext uri="{FF2B5EF4-FFF2-40B4-BE49-F238E27FC236}">
                  <a16:creationId xmlns:a16="http://schemas.microsoft.com/office/drawing/2014/main" id="{5083D3B6-6924-44DF-29C1-2C70A8D882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71369" y="4192282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70">
                  <a:extLst>
                    <a:ext uri="{FF2B5EF4-FFF2-40B4-BE49-F238E27FC236}">
                      <a16:creationId xmlns:a16="http://schemas.microsoft.com/office/drawing/2014/main" id="{6F8E676C-F333-CD2F-9CE8-FC52D12078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531199" y="3959638"/>
                  <a:ext cx="43794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 Box 70">
                  <a:extLst>
                    <a:ext uri="{FF2B5EF4-FFF2-40B4-BE49-F238E27FC236}">
                      <a16:creationId xmlns:a16="http://schemas.microsoft.com/office/drawing/2014/main" id="{6F8E676C-F333-CD2F-9CE8-FC52D12078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31199" y="3959638"/>
                  <a:ext cx="437940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Line 60">
              <a:extLst>
                <a:ext uri="{FF2B5EF4-FFF2-40B4-BE49-F238E27FC236}">
                  <a16:creationId xmlns:a16="http://schemas.microsoft.com/office/drawing/2014/main" id="{3B70B29B-FDB0-D6A4-EF19-F287A1994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029" y="1902892"/>
              <a:ext cx="2065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70">
                  <a:extLst>
                    <a:ext uri="{FF2B5EF4-FFF2-40B4-BE49-F238E27FC236}">
                      <a16:creationId xmlns:a16="http://schemas.microsoft.com/office/drawing/2014/main" id="{43F9A232-2EEA-9E15-AF32-2120DE6A978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4322" y="2068738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 Box 70">
                  <a:extLst>
                    <a:ext uri="{FF2B5EF4-FFF2-40B4-BE49-F238E27FC236}">
                      <a16:creationId xmlns:a16="http://schemas.microsoft.com/office/drawing/2014/main" id="{43F9A232-2EEA-9E15-AF32-2120DE6A9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84322" y="2068738"/>
                  <a:ext cx="607795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2000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Line 60">
              <a:extLst>
                <a:ext uri="{FF2B5EF4-FFF2-40B4-BE49-F238E27FC236}">
                  <a16:creationId xmlns:a16="http://schemas.microsoft.com/office/drawing/2014/main" id="{AB1937A3-8E49-6F35-A36B-BFB009771E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028" y="2694309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70">
                  <a:extLst>
                    <a:ext uri="{FF2B5EF4-FFF2-40B4-BE49-F238E27FC236}">
                      <a16:creationId xmlns:a16="http://schemas.microsoft.com/office/drawing/2014/main" id="{7BBF886F-B588-E519-B3EB-B723DBDD30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4322" y="2463476"/>
                  <a:ext cx="600677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 Box 70">
                  <a:extLst>
                    <a:ext uri="{FF2B5EF4-FFF2-40B4-BE49-F238E27FC236}">
                      <a16:creationId xmlns:a16="http://schemas.microsoft.com/office/drawing/2014/main" id="{7BBF886F-B588-E519-B3EB-B723DBDD30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84322" y="2463476"/>
                  <a:ext cx="600677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2020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Line 60">
              <a:extLst>
                <a:ext uri="{FF2B5EF4-FFF2-40B4-BE49-F238E27FC236}">
                  <a16:creationId xmlns:a16="http://schemas.microsoft.com/office/drawing/2014/main" id="{6516AA22-B9B5-DEE4-45AD-29A85AD67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2545" y="3083294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70">
                  <a:extLst>
                    <a:ext uri="{FF2B5EF4-FFF2-40B4-BE49-F238E27FC236}">
                      <a16:creationId xmlns:a16="http://schemas.microsoft.com/office/drawing/2014/main" id="{10349D09-3317-BD83-545B-FA02DC03C3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78839" y="2852461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 Box 70">
                  <a:extLst>
                    <a:ext uri="{FF2B5EF4-FFF2-40B4-BE49-F238E27FC236}">
                      <a16:creationId xmlns:a16="http://schemas.microsoft.com/office/drawing/2014/main" id="{10349D09-3317-BD83-545B-FA02DC03C3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78839" y="2852461"/>
                  <a:ext cx="607795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2000"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Line 60">
              <a:extLst>
                <a:ext uri="{FF2B5EF4-FFF2-40B4-BE49-F238E27FC236}">
                  <a16:creationId xmlns:a16="http://schemas.microsoft.com/office/drawing/2014/main" id="{DEF27A4D-EC9C-DA1D-8AF6-E01149E8C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028" y="3472281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70">
                  <a:extLst>
                    <a:ext uri="{FF2B5EF4-FFF2-40B4-BE49-F238E27FC236}">
                      <a16:creationId xmlns:a16="http://schemas.microsoft.com/office/drawing/2014/main" id="{68A74CE6-1C48-CEAF-5B4B-9BDF43323A9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4322" y="3241448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 Box 70">
                  <a:extLst>
                    <a:ext uri="{FF2B5EF4-FFF2-40B4-BE49-F238E27FC236}">
                      <a16:creationId xmlns:a16="http://schemas.microsoft.com/office/drawing/2014/main" id="{68A74CE6-1C48-CEAF-5B4B-9BDF43323A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84322" y="3241448"/>
                  <a:ext cx="607795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2000"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Line 60">
              <a:extLst>
                <a:ext uri="{FF2B5EF4-FFF2-40B4-BE49-F238E27FC236}">
                  <a16:creationId xmlns:a16="http://schemas.microsoft.com/office/drawing/2014/main" id="{5929D3CB-34D8-662A-2E39-7E839F586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028" y="3866377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70">
                  <a:extLst>
                    <a:ext uri="{FF2B5EF4-FFF2-40B4-BE49-F238E27FC236}">
                      <a16:creationId xmlns:a16="http://schemas.microsoft.com/office/drawing/2014/main" id="{3C939438-3304-86BF-FFB0-B9BABC6988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4322" y="3635544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Text Box 70">
                  <a:extLst>
                    <a:ext uri="{FF2B5EF4-FFF2-40B4-BE49-F238E27FC236}">
                      <a16:creationId xmlns:a16="http://schemas.microsoft.com/office/drawing/2014/main" id="{3C939438-3304-86BF-FFB0-B9BABC6988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84322" y="3635544"/>
                  <a:ext cx="607795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2000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Line 60">
              <a:extLst>
                <a:ext uri="{FF2B5EF4-FFF2-40B4-BE49-F238E27FC236}">
                  <a16:creationId xmlns:a16="http://schemas.microsoft.com/office/drawing/2014/main" id="{AD1CBEBE-01FA-EE46-A595-610DFD2C96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2545" y="4255362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70">
                  <a:extLst>
                    <a:ext uri="{FF2B5EF4-FFF2-40B4-BE49-F238E27FC236}">
                      <a16:creationId xmlns:a16="http://schemas.microsoft.com/office/drawing/2014/main" id="{BCD8D640-C7F4-C437-F00C-D4D0D4D858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78839" y="4024529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 Box 70">
                  <a:extLst>
                    <a:ext uri="{FF2B5EF4-FFF2-40B4-BE49-F238E27FC236}">
                      <a16:creationId xmlns:a16="http://schemas.microsoft.com/office/drawing/2014/main" id="{BCD8D640-C7F4-C437-F00C-D4D0D4D858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78839" y="4024529"/>
                  <a:ext cx="607795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000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Line 60">
              <a:extLst>
                <a:ext uri="{FF2B5EF4-FFF2-40B4-BE49-F238E27FC236}">
                  <a16:creationId xmlns:a16="http://schemas.microsoft.com/office/drawing/2014/main" id="{7A484C91-BC71-B7FB-CCBF-4CAE9D9DDE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028" y="4644349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 Box 70">
                  <a:extLst>
                    <a:ext uri="{FF2B5EF4-FFF2-40B4-BE49-F238E27FC236}">
                      <a16:creationId xmlns:a16="http://schemas.microsoft.com/office/drawing/2014/main" id="{D6157101-D6D5-9F9C-CCF7-BE4CFC93211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4322" y="4413516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" name="Text Box 70">
                  <a:extLst>
                    <a:ext uri="{FF2B5EF4-FFF2-40B4-BE49-F238E27FC236}">
                      <a16:creationId xmlns:a16="http://schemas.microsoft.com/office/drawing/2014/main" id="{D6157101-D6D5-9F9C-CCF7-BE4CFC9321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84322" y="4413516"/>
                  <a:ext cx="607795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2000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 Box 70">
                  <a:extLst>
                    <a:ext uri="{FF2B5EF4-FFF2-40B4-BE49-F238E27FC236}">
                      <a16:creationId xmlns:a16="http://schemas.microsoft.com/office/drawing/2014/main" id="{AF1DBA18-261A-25B8-1879-83A20EEA6D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434784" y="4891069"/>
                  <a:ext cx="54938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Text Box 70">
                  <a:extLst>
                    <a:ext uri="{FF2B5EF4-FFF2-40B4-BE49-F238E27FC236}">
                      <a16:creationId xmlns:a16="http://schemas.microsoft.com/office/drawing/2014/main" id="{AF1DBA18-261A-25B8-1879-83A20EEA6D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434784" y="4891069"/>
                  <a:ext cx="549381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 Box 70">
                  <a:extLst>
                    <a:ext uri="{FF2B5EF4-FFF2-40B4-BE49-F238E27FC236}">
                      <a16:creationId xmlns:a16="http://schemas.microsoft.com/office/drawing/2014/main" id="{EE99D4CA-4DA0-D20D-BF81-74718E45BB2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77831" y="4891068"/>
                  <a:ext cx="5564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Text Box 70">
                  <a:extLst>
                    <a:ext uri="{FF2B5EF4-FFF2-40B4-BE49-F238E27FC236}">
                      <a16:creationId xmlns:a16="http://schemas.microsoft.com/office/drawing/2014/main" id="{EE99D4CA-4DA0-D20D-BF81-74718E45BB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877831" y="4891068"/>
                  <a:ext cx="556499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 Box 70">
                  <a:extLst>
                    <a:ext uri="{FF2B5EF4-FFF2-40B4-BE49-F238E27FC236}">
                      <a16:creationId xmlns:a16="http://schemas.microsoft.com/office/drawing/2014/main" id="{9B173B9B-F096-8539-26CC-7EAD69C30A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98008" y="1643413"/>
                  <a:ext cx="565422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" name="Text Box 70">
                  <a:extLst>
                    <a:ext uri="{FF2B5EF4-FFF2-40B4-BE49-F238E27FC236}">
                      <a16:creationId xmlns:a16="http://schemas.microsoft.com/office/drawing/2014/main" id="{9B173B9B-F096-8539-26CC-7EAD69C30A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98008" y="1643413"/>
                  <a:ext cx="565422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322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Line 60">
              <a:extLst>
                <a:ext uri="{FF2B5EF4-FFF2-40B4-BE49-F238E27FC236}">
                  <a16:creationId xmlns:a16="http://schemas.microsoft.com/office/drawing/2014/main" id="{94956936-8509-8D37-C0FA-E153B43748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32873" y="5034074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 Box 70">
                  <a:extLst>
                    <a:ext uri="{FF2B5EF4-FFF2-40B4-BE49-F238E27FC236}">
                      <a16:creationId xmlns:a16="http://schemas.microsoft.com/office/drawing/2014/main" id="{44AD47B0-3063-DAA6-EF5E-20F4C9D83F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9167" y="4803241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 Box 70">
                  <a:extLst>
                    <a:ext uri="{FF2B5EF4-FFF2-40B4-BE49-F238E27FC236}">
                      <a16:creationId xmlns:a16="http://schemas.microsoft.com/office/drawing/2014/main" id="{44AD47B0-3063-DAA6-EF5E-20F4C9D83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89167" y="4803241"/>
                  <a:ext cx="607795" cy="461665"/>
                </a:xfrm>
                <a:prstGeom prst="rect">
                  <a:avLst/>
                </a:prstGeom>
                <a:blipFill>
                  <a:blip r:embed="rId17"/>
                  <a:stretch>
                    <a:fillRect l="-2000"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Line 60">
              <a:extLst>
                <a:ext uri="{FF2B5EF4-FFF2-40B4-BE49-F238E27FC236}">
                  <a16:creationId xmlns:a16="http://schemas.microsoft.com/office/drawing/2014/main" id="{4C298611-06A7-7E60-3C0E-D4538DC73D2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104233" y="5502346"/>
              <a:ext cx="2992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2" name="Line 60">
              <a:extLst>
                <a:ext uri="{FF2B5EF4-FFF2-40B4-BE49-F238E27FC236}">
                  <a16:creationId xmlns:a16="http://schemas.microsoft.com/office/drawing/2014/main" id="{74026C48-B87F-E396-DDBC-8DDBC1A0796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54399" y="5502346"/>
              <a:ext cx="2992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4" name="Line 60">
              <a:extLst>
                <a:ext uri="{FF2B5EF4-FFF2-40B4-BE49-F238E27FC236}">
                  <a16:creationId xmlns:a16="http://schemas.microsoft.com/office/drawing/2014/main" id="{2CEAA76D-54B0-DA59-9522-063BF63E904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003556" y="5502347"/>
              <a:ext cx="2992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 Box 70">
                  <a:extLst>
                    <a:ext uri="{FF2B5EF4-FFF2-40B4-BE49-F238E27FC236}">
                      <a16:creationId xmlns:a16="http://schemas.microsoft.com/office/drawing/2014/main" id="{0F9E11CB-24CD-7269-B2D3-45AB8CC93F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73691" y="4891067"/>
                  <a:ext cx="5564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Text Box 70">
                  <a:extLst>
                    <a:ext uri="{FF2B5EF4-FFF2-40B4-BE49-F238E27FC236}">
                      <a16:creationId xmlns:a16="http://schemas.microsoft.com/office/drawing/2014/main" id="{0F9E11CB-24CD-7269-B2D3-45AB8CC93F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73691" y="4891067"/>
                  <a:ext cx="556499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64953694-283C-3730-558A-8BA81C122D7B}"/>
                </a:ext>
              </a:extLst>
            </p:cNvPr>
            <p:cNvSpPr/>
            <p:nvPr/>
          </p:nvSpPr>
          <p:spPr>
            <a:xfrm>
              <a:off x="10973599" y="4098910"/>
              <a:ext cx="186744" cy="18674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 Box 70">
                  <a:extLst>
                    <a:ext uri="{FF2B5EF4-FFF2-40B4-BE49-F238E27FC236}">
                      <a16:creationId xmlns:a16="http://schemas.microsoft.com/office/drawing/2014/main" id="{38A41B97-C588-FF66-A5CB-0F1BD91D15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349821" y="2585456"/>
                  <a:ext cx="43794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0" name="Text Box 70">
                  <a:extLst>
                    <a:ext uri="{FF2B5EF4-FFF2-40B4-BE49-F238E27FC236}">
                      <a16:creationId xmlns:a16="http://schemas.microsoft.com/office/drawing/2014/main" id="{38A41B97-C588-FF66-A5CB-0F1BD91D1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349821" y="2585456"/>
                  <a:ext cx="437940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 Box 70">
                  <a:extLst>
                    <a:ext uri="{FF2B5EF4-FFF2-40B4-BE49-F238E27FC236}">
                      <a16:creationId xmlns:a16="http://schemas.microsoft.com/office/drawing/2014/main" id="{B1B4AEBA-5A06-6643-CB22-78782EE6FBD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352926" y="3959638"/>
                  <a:ext cx="43794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1" name="Text Box 70">
                  <a:extLst>
                    <a:ext uri="{FF2B5EF4-FFF2-40B4-BE49-F238E27FC236}">
                      <a16:creationId xmlns:a16="http://schemas.microsoft.com/office/drawing/2014/main" id="{B1B4AEBA-5A06-6643-CB22-78782EE6FB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352926" y="3959638"/>
                  <a:ext cx="437940" cy="46166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9C7818E0-3952-5AE8-AB79-572BAE477F50}"/>
                  </a:ext>
                </a:extLst>
              </p:cNvPr>
              <p:cNvSpPr txBox="1"/>
              <p:nvPr/>
            </p:nvSpPr>
            <p:spPr>
              <a:xfrm>
                <a:off x="360000" y="2880000"/>
                <a:ext cx="7250529" cy="10812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：通道选择信号，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为最高位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</m:oMath>
                </a14:m>
                <a:endPara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9C7818E0-3952-5AE8-AB79-572BAE477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880000"/>
                <a:ext cx="7250529" cy="1081258"/>
              </a:xfrm>
              <a:prstGeom prst="rect">
                <a:avLst/>
              </a:prstGeom>
              <a:blipFill>
                <a:blip r:embed="rId21"/>
                <a:stretch>
                  <a:fillRect t="-1685" b="-106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DEED5B19-016F-BF68-D24D-20C8C93DF607}"/>
                  </a:ext>
                </a:extLst>
              </p:cNvPr>
              <p:cNvSpPr txBox="1"/>
              <p:nvPr/>
            </p:nvSpPr>
            <p:spPr>
              <a:xfrm>
                <a:off x="360000" y="4176000"/>
                <a:ext cx="7250529" cy="1598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acc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：使能输入，低电平有效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acc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endPara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acc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 </a:t>
                </a:r>
                <a:r>
                  <a:rPr lang="en-US" altLang="zh-CN" sz="1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DEED5B19-016F-BF68-D24D-20C8C93DF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176000"/>
                <a:ext cx="7250529" cy="1598386"/>
              </a:xfrm>
              <a:prstGeom prst="rect">
                <a:avLst/>
              </a:prstGeom>
              <a:blipFill>
                <a:blip r:embed="rId22"/>
                <a:stretch>
                  <a:fillRect t="-382" b="-6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7F760C16-E7EF-6A6A-A265-365DBCABBB0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数据选择器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8 </a:t>
            </a:r>
            <a:r>
              <a:rPr lang="zh-CN" altLang="en-US" sz="3000" dirty="0">
                <a:solidFill>
                  <a:srgbClr val="FFFF00"/>
                </a:solidFill>
              </a:rPr>
              <a:t>选 </a:t>
            </a:r>
            <a:r>
              <a:rPr lang="en-US" altLang="zh-CN" sz="3000" dirty="0">
                <a:solidFill>
                  <a:srgbClr val="FFFF00"/>
                </a:solidFill>
              </a:rPr>
              <a:t>1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405636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22494-F27F-AA31-BA0C-2741E8CFF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93F4F8D-550D-29BF-0B29-94FEE42B074B}"/>
              </a:ext>
            </a:extLst>
          </p:cNvPr>
          <p:cNvSpPr txBox="1"/>
          <p:nvPr/>
        </p:nvSpPr>
        <p:spPr>
          <a:xfrm>
            <a:off x="360000" y="720000"/>
            <a:ext cx="1046870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数据选择器（可用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个双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选择器实现）：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2B3B145-6006-81C6-C132-B10C84B166DC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ECC4EFA1-D618-10A6-2272-54E4532AF39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3" name="箭头: 五边形 52">
                <a:extLst>
                  <a:ext uri="{FF2B5EF4-FFF2-40B4-BE49-F238E27FC236}">
                    <a16:creationId xmlns:a16="http://schemas.microsoft.com/office/drawing/2014/main" id="{DB2FC547-004D-84E0-CD5A-D23C4AC0BE7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4" name="箭头: V 形 53">
                <a:extLst>
                  <a:ext uri="{FF2B5EF4-FFF2-40B4-BE49-F238E27FC236}">
                    <a16:creationId xmlns:a16="http://schemas.microsoft.com/office/drawing/2014/main" id="{5521A937-EE7A-B307-F327-A63D880EB83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2" name="灯片编号占位符 3">
              <a:extLst>
                <a:ext uri="{FF2B5EF4-FFF2-40B4-BE49-F238E27FC236}">
                  <a16:creationId xmlns:a16="http://schemas.microsoft.com/office/drawing/2014/main" id="{9B927D07-4F1B-8296-99B1-DFE113F3136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213" name="组合 212">
            <a:extLst>
              <a:ext uri="{FF2B5EF4-FFF2-40B4-BE49-F238E27FC236}">
                <a16:creationId xmlns:a16="http://schemas.microsoft.com/office/drawing/2014/main" id="{BA09699D-C70D-3F4C-9CC3-3F203F8D5AE0}"/>
              </a:ext>
            </a:extLst>
          </p:cNvPr>
          <p:cNvGrpSpPr/>
          <p:nvPr/>
        </p:nvGrpSpPr>
        <p:grpSpPr>
          <a:xfrm>
            <a:off x="5939012" y="1548000"/>
            <a:ext cx="6401476" cy="5139510"/>
            <a:chOff x="5118123" y="1294195"/>
            <a:chExt cx="6401476" cy="5139510"/>
          </a:xfrm>
        </p:grpSpPr>
        <p:sp>
          <p:nvSpPr>
            <p:cNvPr id="117" name="Text Box 58">
              <a:extLst>
                <a:ext uri="{FF2B5EF4-FFF2-40B4-BE49-F238E27FC236}">
                  <a16:creationId xmlns:a16="http://schemas.microsoft.com/office/drawing/2014/main" id="{BBF75ADF-4970-4CBC-8FCA-F9ACB3AD4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8146" y="1294195"/>
              <a:ext cx="2535723" cy="453842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 </a:t>
              </a: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 </a:t>
              </a: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</a:t>
              </a: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数据选择器</a:t>
              </a: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ct val="0"/>
                </a:spcAft>
                <a:buNone/>
              </a:pP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74x153</a:t>
              </a:r>
              <a:endPara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60">
              <a:extLst>
                <a:ext uri="{FF2B5EF4-FFF2-40B4-BE49-F238E27FC236}">
                  <a16:creationId xmlns:a16="http://schemas.microsoft.com/office/drawing/2014/main" id="{7929A474-7C92-A694-7E21-ACADCBDD96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83869" y="2203787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 Box 70">
                  <a:extLst>
                    <a:ext uri="{FF2B5EF4-FFF2-40B4-BE49-F238E27FC236}">
                      <a16:creationId xmlns:a16="http://schemas.microsoft.com/office/drawing/2014/main" id="{74F77343-8CD6-4F76-D5ED-382AE33CB9E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40594" y="1946374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9" name="Text Box 70">
                  <a:extLst>
                    <a:ext uri="{FF2B5EF4-FFF2-40B4-BE49-F238E27FC236}">
                      <a16:creationId xmlns:a16="http://schemas.microsoft.com/office/drawing/2014/main" id="{74F77343-8CD6-4F76-D5ED-382AE33CB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40594" y="1946374"/>
                  <a:ext cx="557973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50D7DA74-B0FC-7881-180D-FFD781790CC3}"/>
                </a:ext>
              </a:extLst>
            </p:cNvPr>
            <p:cNvSpPr/>
            <p:nvPr/>
          </p:nvSpPr>
          <p:spPr>
            <a:xfrm>
              <a:off x="6661402" y="1481210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Line 60">
              <a:extLst>
                <a:ext uri="{FF2B5EF4-FFF2-40B4-BE49-F238E27FC236}">
                  <a16:creationId xmlns:a16="http://schemas.microsoft.com/office/drawing/2014/main" id="{00AA563D-AE3E-B78E-DC53-ACE5D333C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0528" y="1974981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 Box 70">
                  <a:extLst>
                    <a:ext uri="{FF2B5EF4-FFF2-40B4-BE49-F238E27FC236}">
                      <a16:creationId xmlns:a16="http://schemas.microsoft.com/office/drawing/2014/main" id="{04EA2381-9DFE-3959-0FA7-7B68C402736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96822" y="1322854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2" name="Text Box 70">
                  <a:extLst>
                    <a:ext uri="{FF2B5EF4-FFF2-40B4-BE49-F238E27FC236}">
                      <a16:creationId xmlns:a16="http://schemas.microsoft.com/office/drawing/2014/main" id="{04EA2381-9DFE-3959-0FA7-7B68C40273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96822" y="1322854"/>
                  <a:ext cx="737638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2479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" name="Line 60">
              <a:extLst>
                <a:ext uri="{FF2B5EF4-FFF2-40B4-BE49-F238E27FC236}">
                  <a16:creationId xmlns:a16="http://schemas.microsoft.com/office/drawing/2014/main" id="{22A9C37A-8E89-5B28-FD42-1CC20BC7DC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82678" y="5150707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 Box 70">
                  <a:extLst>
                    <a:ext uri="{FF2B5EF4-FFF2-40B4-BE49-F238E27FC236}">
                      <a16:creationId xmlns:a16="http://schemas.microsoft.com/office/drawing/2014/main" id="{5809798A-3C04-F20A-2EBC-5268DF7C187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43699" y="4886963"/>
                  <a:ext cx="55085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4" name="Text Box 70">
                  <a:extLst>
                    <a:ext uri="{FF2B5EF4-FFF2-40B4-BE49-F238E27FC236}">
                      <a16:creationId xmlns:a16="http://schemas.microsoft.com/office/drawing/2014/main" id="{5809798A-3C04-F20A-2EBC-5268DF7C18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43699" y="4886963"/>
                  <a:ext cx="550856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5" name="Line 60">
              <a:extLst>
                <a:ext uri="{FF2B5EF4-FFF2-40B4-BE49-F238E27FC236}">
                  <a16:creationId xmlns:a16="http://schemas.microsoft.com/office/drawing/2014/main" id="{798DCED1-EA38-2DB9-A229-F1A375FACD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9953" y="1574582"/>
              <a:ext cx="13070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 Box 70">
                  <a:extLst>
                    <a:ext uri="{FF2B5EF4-FFF2-40B4-BE49-F238E27FC236}">
                      <a16:creationId xmlns:a16="http://schemas.microsoft.com/office/drawing/2014/main" id="{CDA284A5-F438-228B-999E-2BBA680A610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96822" y="1744148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6" name="Text Box 70">
                  <a:extLst>
                    <a:ext uri="{FF2B5EF4-FFF2-40B4-BE49-F238E27FC236}">
                      <a16:creationId xmlns:a16="http://schemas.microsoft.com/office/drawing/2014/main" id="{CDA284A5-F438-228B-999E-2BBA680A61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96822" y="1744148"/>
                  <a:ext cx="737638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2479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7" name="Line 60">
              <a:extLst>
                <a:ext uri="{FF2B5EF4-FFF2-40B4-BE49-F238E27FC236}">
                  <a16:creationId xmlns:a16="http://schemas.microsoft.com/office/drawing/2014/main" id="{44906B67-0E51-CA57-3514-CF68CD6BF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0528" y="2369719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 Box 70">
                  <a:extLst>
                    <a:ext uri="{FF2B5EF4-FFF2-40B4-BE49-F238E27FC236}">
                      <a16:creationId xmlns:a16="http://schemas.microsoft.com/office/drawing/2014/main" id="{A7AC9BDC-3014-A7F9-00A3-95998FC916C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96822" y="2138886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8" name="Text Box 70">
                  <a:extLst>
                    <a:ext uri="{FF2B5EF4-FFF2-40B4-BE49-F238E27FC236}">
                      <a16:creationId xmlns:a16="http://schemas.microsoft.com/office/drawing/2014/main" id="{A7AC9BDC-3014-A7F9-00A3-95998FC916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96822" y="2138886"/>
                  <a:ext cx="737638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2479"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" name="Line 60">
              <a:extLst>
                <a:ext uri="{FF2B5EF4-FFF2-40B4-BE49-F238E27FC236}">
                  <a16:creationId xmlns:a16="http://schemas.microsoft.com/office/drawing/2014/main" id="{C614D741-5D5D-8D63-53A0-72863AC5F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5045" y="2758704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 Box 70">
                  <a:extLst>
                    <a:ext uri="{FF2B5EF4-FFF2-40B4-BE49-F238E27FC236}">
                      <a16:creationId xmlns:a16="http://schemas.microsoft.com/office/drawing/2014/main" id="{F797FE34-F951-113E-6780-56E56154B1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91339" y="2527871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0" name="Text Box 70">
                  <a:extLst>
                    <a:ext uri="{FF2B5EF4-FFF2-40B4-BE49-F238E27FC236}">
                      <a16:creationId xmlns:a16="http://schemas.microsoft.com/office/drawing/2014/main" id="{F797FE34-F951-113E-6780-56E56154B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91339" y="2527871"/>
                  <a:ext cx="737638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2479"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Line 60">
              <a:extLst>
                <a:ext uri="{FF2B5EF4-FFF2-40B4-BE49-F238E27FC236}">
                  <a16:creationId xmlns:a16="http://schemas.microsoft.com/office/drawing/2014/main" id="{66E2FC96-DDE1-C66F-D24B-6DDE9BCCA7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0528" y="3147691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 Box 70">
                  <a:extLst>
                    <a:ext uri="{FF2B5EF4-FFF2-40B4-BE49-F238E27FC236}">
                      <a16:creationId xmlns:a16="http://schemas.microsoft.com/office/drawing/2014/main" id="{9528E2CE-5C51-3B97-BF2C-B2E6C09216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96822" y="2916858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2" name="Text Box 70">
                  <a:extLst>
                    <a:ext uri="{FF2B5EF4-FFF2-40B4-BE49-F238E27FC236}">
                      <a16:creationId xmlns:a16="http://schemas.microsoft.com/office/drawing/2014/main" id="{9528E2CE-5C51-3B97-BF2C-B2E6C09216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96822" y="2916858"/>
                  <a:ext cx="737638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2479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B3900F3D-76A8-C11F-A89D-EF4D10F4E5D7}"/>
                </a:ext>
              </a:extLst>
            </p:cNvPr>
            <p:cNvSpPr/>
            <p:nvPr/>
          </p:nvSpPr>
          <p:spPr>
            <a:xfrm>
              <a:off x="6661402" y="3877334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Line 60">
              <a:extLst>
                <a:ext uri="{FF2B5EF4-FFF2-40B4-BE49-F238E27FC236}">
                  <a16:creationId xmlns:a16="http://schemas.microsoft.com/office/drawing/2014/main" id="{AE0A3B0C-F371-79E0-1DC9-1D621B0508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0528" y="4371105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 Box 70">
                  <a:extLst>
                    <a:ext uri="{FF2B5EF4-FFF2-40B4-BE49-F238E27FC236}">
                      <a16:creationId xmlns:a16="http://schemas.microsoft.com/office/drawing/2014/main" id="{A9F67D68-4403-04FA-2078-2342893E51A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96822" y="3718978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5" name="Text Box 70">
                  <a:extLst>
                    <a:ext uri="{FF2B5EF4-FFF2-40B4-BE49-F238E27FC236}">
                      <a16:creationId xmlns:a16="http://schemas.microsoft.com/office/drawing/2014/main" id="{A9F67D68-4403-04FA-2078-2342893E51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96822" y="3718978"/>
                  <a:ext cx="737638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2479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6" name="Line 60">
              <a:extLst>
                <a:ext uri="{FF2B5EF4-FFF2-40B4-BE49-F238E27FC236}">
                  <a16:creationId xmlns:a16="http://schemas.microsoft.com/office/drawing/2014/main" id="{863FDBA6-7A77-C0FB-31F7-059112E071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8533" y="3974426"/>
              <a:ext cx="128850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 Box 70">
                  <a:extLst>
                    <a:ext uri="{FF2B5EF4-FFF2-40B4-BE49-F238E27FC236}">
                      <a16:creationId xmlns:a16="http://schemas.microsoft.com/office/drawing/2014/main" id="{E2568A77-40D1-A8D6-1854-602B5803557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96822" y="4140272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7" name="Text Box 70">
                  <a:extLst>
                    <a:ext uri="{FF2B5EF4-FFF2-40B4-BE49-F238E27FC236}">
                      <a16:creationId xmlns:a16="http://schemas.microsoft.com/office/drawing/2014/main" id="{E2568A77-40D1-A8D6-1854-602B58035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96822" y="4140272"/>
                  <a:ext cx="737638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2479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Line 60">
              <a:extLst>
                <a:ext uri="{FF2B5EF4-FFF2-40B4-BE49-F238E27FC236}">
                  <a16:creationId xmlns:a16="http://schemas.microsoft.com/office/drawing/2014/main" id="{622E939C-24E4-2306-C7F4-B8293FFFAF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0528" y="4765843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 Box 70">
                  <a:extLst>
                    <a:ext uri="{FF2B5EF4-FFF2-40B4-BE49-F238E27FC236}">
                      <a16:creationId xmlns:a16="http://schemas.microsoft.com/office/drawing/2014/main" id="{51AECF36-6B25-18C2-8755-3240B41296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96822" y="4535010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9" name="Text Box 70">
                  <a:extLst>
                    <a:ext uri="{FF2B5EF4-FFF2-40B4-BE49-F238E27FC236}">
                      <a16:creationId xmlns:a16="http://schemas.microsoft.com/office/drawing/2014/main" id="{51AECF36-6B25-18C2-8755-3240B41296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96822" y="4535010"/>
                  <a:ext cx="737638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479"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Line 60">
              <a:extLst>
                <a:ext uri="{FF2B5EF4-FFF2-40B4-BE49-F238E27FC236}">
                  <a16:creationId xmlns:a16="http://schemas.microsoft.com/office/drawing/2014/main" id="{96BB6D3D-E5B2-9F9F-7172-423F66BE5B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5045" y="5154828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 Box 70">
                  <a:extLst>
                    <a:ext uri="{FF2B5EF4-FFF2-40B4-BE49-F238E27FC236}">
                      <a16:creationId xmlns:a16="http://schemas.microsoft.com/office/drawing/2014/main" id="{FDF0C617-D7FB-B7A6-CE6D-22860B6DC1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91339" y="4923995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1" name="Text Box 70">
                  <a:extLst>
                    <a:ext uri="{FF2B5EF4-FFF2-40B4-BE49-F238E27FC236}">
                      <a16:creationId xmlns:a16="http://schemas.microsoft.com/office/drawing/2014/main" id="{FDF0C617-D7FB-B7A6-CE6D-22860B6DC1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91339" y="4923995"/>
                  <a:ext cx="737638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2479"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2" name="Line 60">
              <a:extLst>
                <a:ext uri="{FF2B5EF4-FFF2-40B4-BE49-F238E27FC236}">
                  <a16:creationId xmlns:a16="http://schemas.microsoft.com/office/drawing/2014/main" id="{E7F3E52B-61F4-9F04-49F5-F75F7E92D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0528" y="5543815"/>
              <a:ext cx="406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 Box 70">
                  <a:extLst>
                    <a:ext uri="{FF2B5EF4-FFF2-40B4-BE49-F238E27FC236}">
                      <a16:creationId xmlns:a16="http://schemas.microsoft.com/office/drawing/2014/main" id="{8C917261-8CC6-5A00-8B19-935C7D68937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96822" y="5312982"/>
                  <a:ext cx="73763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3" name="Text Box 70">
                  <a:extLst>
                    <a:ext uri="{FF2B5EF4-FFF2-40B4-BE49-F238E27FC236}">
                      <a16:creationId xmlns:a16="http://schemas.microsoft.com/office/drawing/2014/main" id="{8C917261-8CC6-5A00-8B19-935C7D6893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96822" y="5312982"/>
                  <a:ext cx="737638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2479"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4" name="Line 60">
              <a:extLst>
                <a:ext uri="{FF2B5EF4-FFF2-40B4-BE49-F238E27FC236}">
                  <a16:creationId xmlns:a16="http://schemas.microsoft.com/office/drawing/2014/main" id="{1614855C-AA47-E6CC-879E-3319AD710B6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29574" y="5952668"/>
              <a:ext cx="2077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45" name="Line 60">
              <a:extLst>
                <a:ext uri="{FF2B5EF4-FFF2-40B4-BE49-F238E27FC236}">
                  <a16:creationId xmlns:a16="http://schemas.microsoft.com/office/drawing/2014/main" id="{89139421-B25A-7AD4-2486-D1B0FEB4AB9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394668" y="5952669"/>
              <a:ext cx="2077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 Box 70">
                  <a:extLst>
                    <a:ext uri="{FF2B5EF4-FFF2-40B4-BE49-F238E27FC236}">
                      <a16:creationId xmlns:a16="http://schemas.microsoft.com/office/drawing/2014/main" id="{54D86773-7994-91B5-A600-360D91E842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58767" y="5351042"/>
                  <a:ext cx="54938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6" name="Text Box 70">
                  <a:extLst>
                    <a:ext uri="{FF2B5EF4-FFF2-40B4-BE49-F238E27FC236}">
                      <a16:creationId xmlns:a16="http://schemas.microsoft.com/office/drawing/2014/main" id="{54D86773-7994-91B5-A600-360D91E842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58767" y="5351042"/>
                  <a:ext cx="549381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 Box 70">
                  <a:extLst>
                    <a:ext uri="{FF2B5EF4-FFF2-40B4-BE49-F238E27FC236}">
                      <a16:creationId xmlns:a16="http://schemas.microsoft.com/office/drawing/2014/main" id="{6B4A267C-45F7-DC40-67F0-3362B6D28AF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220303" y="5348628"/>
                  <a:ext cx="5564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7" name="Text Box 70">
                  <a:extLst>
                    <a:ext uri="{FF2B5EF4-FFF2-40B4-BE49-F238E27FC236}">
                      <a16:creationId xmlns:a16="http://schemas.microsoft.com/office/drawing/2014/main" id="{6B4A267C-45F7-DC40-67F0-3362B6D28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20303" y="5348628"/>
                  <a:ext cx="556499" cy="461665"/>
                </a:xfrm>
                <a:prstGeom prst="rect">
                  <a:avLst/>
                </a:prstGeom>
                <a:blipFill>
                  <a:blip r:embed="rId16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Line 27">
              <a:extLst>
                <a:ext uri="{FF2B5EF4-FFF2-40B4-BE49-F238E27FC236}">
                  <a16:creationId xmlns:a16="http://schemas.microsoft.com/office/drawing/2014/main" id="{39C9D592-4C28-F58B-E188-7FFA406CE76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108958" y="3806976"/>
              <a:ext cx="4499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0" name="等腰三角形 169">
              <a:extLst>
                <a:ext uri="{FF2B5EF4-FFF2-40B4-BE49-F238E27FC236}">
                  <a16:creationId xmlns:a16="http://schemas.microsoft.com/office/drawing/2014/main" id="{477432E8-90F3-7277-2057-D494B8B3CF08}"/>
                </a:ext>
              </a:extLst>
            </p:cNvPr>
            <p:cNvSpPr/>
            <p:nvPr/>
          </p:nvSpPr>
          <p:spPr>
            <a:xfrm rot="5400000" flipH="1">
              <a:off x="5787632" y="3814378"/>
              <a:ext cx="378929" cy="312656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FCE5C630-0644-52C1-7512-BD5FEBFAD2A7}"/>
                </a:ext>
              </a:extLst>
            </p:cNvPr>
            <p:cNvSpPr/>
            <p:nvPr/>
          </p:nvSpPr>
          <p:spPr>
            <a:xfrm>
              <a:off x="6144386" y="3920969"/>
              <a:ext cx="95205" cy="99471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79" name="Line 60">
              <a:extLst>
                <a:ext uri="{FF2B5EF4-FFF2-40B4-BE49-F238E27FC236}">
                  <a16:creationId xmlns:a16="http://schemas.microsoft.com/office/drawing/2014/main" id="{CAEA0E7A-707D-BAD7-A247-CEFA8E71AC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153090" y="2844133"/>
              <a:ext cx="128069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80" name="Arc 158">
              <a:extLst>
                <a:ext uri="{FF2B5EF4-FFF2-40B4-BE49-F238E27FC236}">
                  <a16:creationId xmlns:a16="http://schemas.microsoft.com/office/drawing/2014/main" id="{F4056CF9-8C6F-4A6A-0020-2C98B2A1D3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356425" y="3187593"/>
              <a:ext cx="680236" cy="1008158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81" name="Line 160">
              <a:extLst>
                <a:ext uri="{FF2B5EF4-FFF2-40B4-BE49-F238E27FC236}">
                  <a16:creationId xmlns:a16="http://schemas.microsoft.com/office/drawing/2014/main" id="{0B243CA3-4387-21D9-4195-7023B0136B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38571" y="3347902"/>
              <a:ext cx="3106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82" name="Line 160">
              <a:extLst>
                <a:ext uri="{FF2B5EF4-FFF2-40B4-BE49-F238E27FC236}">
                  <a16:creationId xmlns:a16="http://schemas.microsoft.com/office/drawing/2014/main" id="{676C1D27-BA41-4EC9-536A-48ECB01F30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38571" y="4031792"/>
              <a:ext cx="3106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83" name="Arc 156">
              <a:extLst>
                <a:ext uri="{FF2B5EF4-FFF2-40B4-BE49-F238E27FC236}">
                  <a16:creationId xmlns:a16="http://schemas.microsoft.com/office/drawing/2014/main" id="{E196E57A-B17D-9DD2-8837-46C198B4B63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321895" y="3374658"/>
              <a:ext cx="468911" cy="657133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84" name="Line 27">
              <a:extLst>
                <a:ext uri="{FF2B5EF4-FFF2-40B4-BE49-F238E27FC236}">
                  <a16:creationId xmlns:a16="http://schemas.microsoft.com/office/drawing/2014/main" id="{A6F92B13-1FCF-210D-351A-FC345DDA3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3840" y="3501010"/>
              <a:ext cx="3970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5" name="Line 27">
              <a:extLst>
                <a:ext uri="{FF2B5EF4-FFF2-40B4-BE49-F238E27FC236}">
                  <a16:creationId xmlns:a16="http://schemas.microsoft.com/office/drawing/2014/main" id="{68074AC7-9917-2F18-08BB-4BB9107A18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2421" y="3877334"/>
              <a:ext cx="399674" cy="7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6" name="Line 27">
              <a:extLst>
                <a:ext uri="{FF2B5EF4-FFF2-40B4-BE49-F238E27FC236}">
                  <a16:creationId xmlns:a16="http://schemas.microsoft.com/office/drawing/2014/main" id="{7B0F542B-A8F8-ACAF-5331-B498A227F8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68433" y="3689876"/>
              <a:ext cx="25743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7" name="Arc 156">
              <a:extLst>
                <a:ext uri="{FF2B5EF4-FFF2-40B4-BE49-F238E27FC236}">
                  <a16:creationId xmlns:a16="http://schemas.microsoft.com/office/drawing/2014/main" id="{FC1FC1B1-5BDF-1A2A-6ADD-331217B43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9905" y="3347883"/>
              <a:ext cx="468911" cy="657133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9D1D4832-8E6A-CF6D-4D70-3E605FE8E949}"/>
                    </a:ext>
                  </a:extLst>
                </p:cNvPr>
                <p:cNvSpPr txBox="1"/>
                <p:nvPr/>
              </p:nvSpPr>
              <p:spPr>
                <a:xfrm>
                  <a:off x="10851597" y="3478431"/>
                  <a:ext cx="668002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9D1D4832-8E6A-CF6D-4D70-3E605FE8E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51597" y="3478431"/>
                  <a:ext cx="668002" cy="43088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0" name="Line 60">
              <a:extLst>
                <a:ext uri="{FF2B5EF4-FFF2-40B4-BE49-F238E27FC236}">
                  <a16:creationId xmlns:a16="http://schemas.microsoft.com/office/drawing/2014/main" id="{91C42093-A151-A767-23DE-EA205F09A01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151099" y="4505623"/>
              <a:ext cx="128069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93" name="椭圆 192">
              <a:extLst>
                <a:ext uri="{FF2B5EF4-FFF2-40B4-BE49-F238E27FC236}">
                  <a16:creationId xmlns:a16="http://schemas.microsoft.com/office/drawing/2014/main" id="{8D736A69-9496-1B5E-7B37-3FEC3797DD8E}"/>
                </a:ext>
              </a:extLst>
            </p:cNvPr>
            <p:cNvSpPr/>
            <p:nvPr/>
          </p:nvSpPr>
          <p:spPr>
            <a:xfrm rot="5400000" flipV="1">
              <a:off x="5309881" y="3920224"/>
              <a:ext cx="101431" cy="10545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Text Box 70">
                  <a:extLst>
                    <a:ext uri="{FF2B5EF4-FFF2-40B4-BE49-F238E27FC236}">
                      <a16:creationId xmlns:a16="http://schemas.microsoft.com/office/drawing/2014/main" id="{DA0FC89E-5544-7B19-1A48-CA5C381A93A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18123" y="5972040"/>
                  <a:ext cx="48081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4" name="Text Box 70">
                  <a:extLst>
                    <a:ext uri="{FF2B5EF4-FFF2-40B4-BE49-F238E27FC236}">
                      <a16:creationId xmlns:a16="http://schemas.microsoft.com/office/drawing/2014/main" id="{DA0FC89E-5544-7B19-1A48-CA5C381A93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18123" y="5972040"/>
                  <a:ext cx="480816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2532" r="-1266"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 Box 70">
                  <a:extLst>
                    <a:ext uri="{FF2B5EF4-FFF2-40B4-BE49-F238E27FC236}">
                      <a16:creationId xmlns:a16="http://schemas.microsoft.com/office/drawing/2014/main" id="{436798E8-4057-CBCC-9117-A38B57E878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93049" y="5967849"/>
                  <a:ext cx="48081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5" name="Text Box 70">
                  <a:extLst>
                    <a:ext uri="{FF2B5EF4-FFF2-40B4-BE49-F238E27FC236}">
                      <a16:creationId xmlns:a16="http://schemas.microsoft.com/office/drawing/2014/main" id="{436798E8-4057-CBCC-9117-A38B57E878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93049" y="5967849"/>
                  <a:ext cx="480816" cy="461665"/>
                </a:xfrm>
                <a:prstGeom prst="rect">
                  <a:avLst/>
                </a:prstGeom>
                <a:blipFill>
                  <a:blip r:embed="rId19"/>
                  <a:stretch>
                    <a:fillRect l="-3797"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Text Box 70">
                  <a:extLst>
                    <a:ext uri="{FF2B5EF4-FFF2-40B4-BE49-F238E27FC236}">
                      <a16:creationId xmlns:a16="http://schemas.microsoft.com/office/drawing/2014/main" id="{4F828D6E-122C-635D-79D9-1E1A526F77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258144" y="5967848"/>
                  <a:ext cx="48081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6" name="Text Box 70">
                  <a:extLst>
                    <a:ext uri="{FF2B5EF4-FFF2-40B4-BE49-F238E27FC236}">
                      <a16:creationId xmlns:a16="http://schemas.microsoft.com/office/drawing/2014/main" id="{4F828D6E-122C-635D-79D9-1E1A526F77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58144" y="5967848"/>
                  <a:ext cx="480816" cy="461665"/>
                </a:xfrm>
                <a:prstGeom prst="rect">
                  <a:avLst/>
                </a:prstGeom>
                <a:blipFill>
                  <a:blip r:embed="rId20"/>
                  <a:stretch>
                    <a:fillRect l="-2532" r="-1266"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Text Box 70">
                  <a:extLst>
                    <a:ext uri="{FF2B5EF4-FFF2-40B4-BE49-F238E27FC236}">
                      <a16:creationId xmlns:a16="http://schemas.microsoft.com/office/drawing/2014/main" id="{CBB51137-7314-1E8D-8E7B-81F405C2A3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964875" y="1744776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3" name="Text Box 70">
                  <a:extLst>
                    <a:ext uri="{FF2B5EF4-FFF2-40B4-BE49-F238E27FC236}">
                      <a16:creationId xmlns:a16="http://schemas.microsoft.com/office/drawing/2014/main" id="{CBB51137-7314-1E8D-8E7B-81F405C2A3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64875" y="1744776"/>
                  <a:ext cx="607795" cy="461665"/>
                </a:xfrm>
                <a:prstGeom prst="rect">
                  <a:avLst/>
                </a:prstGeom>
                <a:blipFill>
                  <a:blip r:embed="rId21"/>
                  <a:stretch>
                    <a:fillRect l="-2000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Text Box 70">
                  <a:extLst>
                    <a:ext uri="{FF2B5EF4-FFF2-40B4-BE49-F238E27FC236}">
                      <a16:creationId xmlns:a16="http://schemas.microsoft.com/office/drawing/2014/main" id="{4E19ED86-76D7-7410-FFF3-21D9C032080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964875" y="2139514"/>
                  <a:ext cx="600677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4" name="Text Box 70">
                  <a:extLst>
                    <a:ext uri="{FF2B5EF4-FFF2-40B4-BE49-F238E27FC236}">
                      <a16:creationId xmlns:a16="http://schemas.microsoft.com/office/drawing/2014/main" id="{4E19ED86-76D7-7410-FFF3-21D9C03208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64875" y="2139514"/>
                  <a:ext cx="600677" cy="461665"/>
                </a:xfrm>
                <a:prstGeom prst="rect">
                  <a:avLst/>
                </a:prstGeom>
                <a:blipFill>
                  <a:blip r:embed="rId22"/>
                  <a:stretch>
                    <a:fillRect l="-2020"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 Box 70">
                  <a:extLst>
                    <a:ext uri="{FF2B5EF4-FFF2-40B4-BE49-F238E27FC236}">
                      <a16:creationId xmlns:a16="http://schemas.microsoft.com/office/drawing/2014/main" id="{1CA02AF3-D8BA-BD05-DE74-F808DE39D9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959392" y="2528499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5" name="Text Box 70">
                  <a:extLst>
                    <a:ext uri="{FF2B5EF4-FFF2-40B4-BE49-F238E27FC236}">
                      <a16:creationId xmlns:a16="http://schemas.microsoft.com/office/drawing/2014/main" id="{1CA02AF3-D8BA-BD05-DE74-F808DE39D9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59392" y="2528499"/>
                  <a:ext cx="607795" cy="461665"/>
                </a:xfrm>
                <a:prstGeom prst="rect">
                  <a:avLst/>
                </a:prstGeom>
                <a:blipFill>
                  <a:blip r:embed="rId23"/>
                  <a:stretch>
                    <a:fillRect l="-2000"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 Box 70">
                  <a:extLst>
                    <a:ext uri="{FF2B5EF4-FFF2-40B4-BE49-F238E27FC236}">
                      <a16:creationId xmlns:a16="http://schemas.microsoft.com/office/drawing/2014/main" id="{6F0E8AC8-10A9-1D16-1AC5-101544ABBD8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964875" y="2917486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6" name="Text Box 70">
                  <a:extLst>
                    <a:ext uri="{FF2B5EF4-FFF2-40B4-BE49-F238E27FC236}">
                      <a16:creationId xmlns:a16="http://schemas.microsoft.com/office/drawing/2014/main" id="{6F0E8AC8-10A9-1D16-1AC5-101544ABBD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64875" y="2917486"/>
                  <a:ext cx="607795" cy="461665"/>
                </a:xfrm>
                <a:prstGeom prst="rect">
                  <a:avLst/>
                </a:prstGeom>
                <a:blipFill>
                  <a:blip r:embed="rId24"/>
                  <a:stretch>
                    <a:fillRect l="-2000"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Text Box 70">
                  <a:extLst>
                    <a:ext uri="{FF2B5EF4-FFF2-40B4-BE49-F238E27FC236}">
                      <a16:creationId xmlns:a16="http://schemas.microsoft.com/office/drawing/2014/main" id="{E9E4185C-4467-BF6D-E387-665ABEB2EC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964108" y="4140272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9" name="Text Box 70">
                  <a:extLst>
                    <a:ext uri="{FF2B5EF4-FFF2-40B4-BE49-F238E27FC236}">
                      <a16:creationId xmlns:a16="http://schemas.microsoft.com/office/drawing/2014/main" id="{E9E4185C-4467-BF6D-E387-665ABEB2EC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64108" y="4140272"/>
                  <a:ext cx="607795" cy="461665"/>
                </a:xfrm>
                <a:prstGeom prst="rect">
                  <a:avLst/>
                </a:prstGeom>
                <a:blipFill>
                  <a:blip r:embed="rId25"/>
                  <a:stretch>
                    <a:fillRect l="-2000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 Box 70">
                  <a:extLst>
                    <a:ext uri="{FF2B5EF4-FFF2-40B4-BE49-F238E27FC236}">
                      <a16:creationId xmlns:a16="http://schemas.microsoft.com/office/drawing/2014/main" id="{8325EB8A-EE38-17BC-DB8E-F2893213A0F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964108" y="4535010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0" name="Text Box 70">
                  <a:extLst>
                    <a:ext uri="{FF2B5EF4-FFF2-40B4-BE49-F238E27FC236}">
                      <a16:creationId xmlns:a16="http://schemas.microsoft.com/office/drawing/2014/main" id="{8325EB8A-EE38-17BC-DB8E-F2893213A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64108" y="4535010"/>
                  <a:ext cx="607795" cy="461665"/>
                </a:xfrm>
                <a:prstGeom prst="rect">
                  <a:avLst/>
                </a:prstGeom>
                <a:blipFill>
                  <a:blip r:embed="rId26"/>
                  <a:stretch>
                    <a:fillRect l="-2000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Text Box 70">
                  <a:extLst>
                    <a:ext uri="{FF2B5EF4-FFF2-40B4-BE49-F238E27FC236}">
                      <a16:creationId xmlns:a16="http://schemas.microsoft.com/office/drawing/2014/main" id="{4E5E60F4-84CE-B074-F225-145F3CF158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958625" y="4923995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1" name="Text Box 70">
                  <a:extLst>
                    <a:ext uri="{FF2B5EF4-FFF2-40B4-BE49-F238E27FC236}">
                      <a16:creationId xmlns:a16="http://schemas.microsoft.com/office/drawing/2014/main" id="{4E5E60F4-84CE-B074-F225-145F3CF158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58625" y="4923995"/>
                  <a:ext cx="607795" cy="461665"/>
                </a:xfrm>
                <a:prstGeom prst="rect">
                  <a:avLst/>
                </a:prstGeom>
                <a:blipFill>
                  <a:blip r:embed="rId27"/>
                  <a:stretch>
                    <a:fillRect l="-2000"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 Box 70">
                  <a:extLst>
                    <a:ext uri="{FF2B5EF4-FFF2-40B4-BE49-F238E27FC236}">
                      <a16:creationId xmlns:a16="http://schemas.microsoft.com/office/drawing/2014/main" id="{1F16DBC9-E308-B753-E545-1F0ED2ADA6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964108" y="5312982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2" name="Text Box 70">
                  <a:extLst>
                    <a:ext uri="{FF2B5EF4-FFF2-40B4-BE49-F238E27FC236}">
                      <a16:creationId xmlns:a16="http://schemas.microsoft.com/office/drawing/2014/main" id="{1F16DBC9-E308-B753-E545-1F0ED2ADA6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64108" y="5312982"/>
                  <a:ext cx="607795" cy="461665"/>
                </a:xfrm>
                <a:prstGeom prst="rect">
                  <a:avLst/>
                </a:prstGeom>
                <a:blipFill>
                  <a:blip r:embed="rId28"/>
                  <a:stretch>
                    <a:fillRect l="-2000"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55D28EEF-445D-4028-965C-6BF2932D5590}"/>
                  </a:ext>
                </a:extLst>
              </p:cNvPr>
              <p:cNvSpPr txBox="1"/>
              <p:nvPr/>
            </p:nvSpPr>
            <p:spPr>
              <a:xfrm>
                <a:off x="360000" y="1440000"/>
                <a:ext cx="500509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zh-CN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55D28EEF-445D-4028-965C-6BF2932D5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440000"/>
                <a:ext cx="5005094" cy="584775"/>
              </a:xfrm>
              <a:prstGeom prst="rect">
                <a:avLst/>
              </a:prstGeom>
              <a:blipFill>
                <a:blip r:embed="rId29"/>
                <a:stretch>
                  <a:fillRect l="-2192" t="-2083" b="-26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04621135-2BEF-8CFE-3C63-5F4EBD873516}"/>
                  </a:ext>
                </a:extLst>
              </p:cNvPr>
              <p:cNvSpPr txBox="1"/>
              <p:nvPr/>
            </p:nvSpPr>
            <p:spPr>
              <a:xfrm>
                <a:off x="360000" y="2160000"/>
                <a:ext cx="500509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kumimoji="1" lang="en-US" altLang="zh-CN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04621135-2BEF-8CFE-3C63-5F4EBD873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160000"/>
                <a:ext cx="5005094" cy="584775"/>
              </a:xfrm>
              <a:prstGeom prst="rect">
                <a:avLst/>
              </a:prstGeom>
              <a:blipFill>
                <a:blip r:embed="rId30"/>
                <a:stretch>
                  <a:fillRect l="-2192" t="-2083" b="-26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文本框 215">
                <a:extLst>
                  <a:ext uri="{FF2B5EF4-FFF2-40B4-BE49-F238E27FC236}">
                    <a16:creationId xmlns:a16="http://schemas.microsoft.com/office/drawing/2014/main" id="{655C5E70-7092-88B6-D8C3-86C269F468F0}"/>
                  </a:ext>
                </a:extLst>
              </p:cNvPr>
              <p:cNvSpPr txBox="1"/>
              <p:nvPr/>
            </p:nvSpPr>
            <p:spPr>
              <a:xfrm>
                <a:off x="360001" y="2880000"/>
                <a:ext cx="5002669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3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3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3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3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能使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3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en-US" altLang="zh-CN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6" name="文本框 215">
                <a:extLst>
                  <a:ext uri="{FF2B5EF4-FFF2-40B4-BE49-F238E27FC236}">
                    <a16:creationId xmlns:a16="http://schemas.microsoft.com/office/drawing/2014/main" id="{655C5E70-7092-88B6-D8C3-86C269F46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2880000"/>
                <a:ext cx="5002669" cy="1077218"/>
              </a:xfrm>
              <a:prstGeom prst="rect">
                <a:avLst/>
              </a:prstGeom>
              <a:blipFill>
                <a:blip r:embed="rId31"/>
                <a:stretch>
                  <a:fillRect l="-2801" t="-7345" b="-175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2D70FE50-2247-D063-1AB1-4483B3B6587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数据选择器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8 </a:t>
            </a:r>
            <a:r>
              <a:rPr lang="zh-CN" altLang="en-US" sz="3000" dirty="0">
                <a:solidFill>
                  <a:srgbClr val="FFFF00"/>
                </a:solidFill>
              </a:rPr>
              <a:t>选 </a:t>
            </a:r>
            <a:r>
              <a:rPr lang="en-US" altLang="zh-CN" sz="3000" dirty="0">
                <a:solidFill>
                  <a:srgbClr val="FFFF00"/>
                </a:solidFill>
              </a:rPr>
              <a:t>1</a:t>
            </a:r>
            <a:endParaRPr lang="zh-CN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00BAA98-23D1-7642-17A8-8CBC7EF1DF52}"/>
                  </a:ext>
                </a:extLst>
              </p:cNvPr>
              <p:cNvSpPr txBox="1"/>
              <p:nvPr/>
            </p:nvSpPr>
            <p:spPr>
              <a:xfrm>
                <a:off x="360000" y="4320000"/>
                <a:ext cx="3500221" cy="15513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sz="32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en-US" altLang="zh-CN" sz="3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00BAA98-23D1-7642-17A8-8CBC7EF1D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320000"/>
                <a:ext cx="3500221" cy="1551387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5079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D5418-4644-FC00-651B-1E4FF4844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 Box 70">
                <a:extLst>
                  <a:ext uri="{FF2B5EF4-FFF2-40B4-BE49-F238E27FC236}">
                    <a16:creationId xmlns:a16="http://schemas.microsoft.com/office/drawing/2014/main" id="{944A6E49-0992-7A62-0818-8803ED04F3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19804" y="6033977"/>
                <a:ext cx="48081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9" name="Text Box 70">
                <a:extLst>
                  <a:ext uri="{FF2B5EF4-FFF2-40B4-BE49-F238E27FC236}">
                    <a16:creationId xmlns:a16="http://schemas.microsoft.com/office/drawing/2014/main" id="{944A6E49-0992-7A62-0818-8803ED04F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19804" y="6033977"/>
                <a:ext cx="48081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58">
            <a:extLst>
              <a:ext uri="{FF2B5EF4-FFF2-40B4-BE49-F238E27FC236}">
                <a16:creationId xmlns:a16="http://schemas.microsoft.com/office/drawing/2014/main" id="{06E7FD57-3CCF-4F4E-574F-291F19684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5036" y="1178081"/>
            <a:ext cx="2535723" cy="453842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 </a:t>
            </a:r>
            <a:r>
              <a: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 </a:t>
            </a:r>
            <a:r>
              <a: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endParaRPr lang="en-US" altLang="zh-CN" sz="2400" b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Aft>
                <a:spcPct val="0"/>
              </a:spcAft>
              <a:buNone/>
            </a:pPr>
            <a:r>
              <a: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74x153</a:t>
            </a:r>
            <a:endParaRPr lang="zh-CN" altLang="en-US" sz="2400" b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Line 60">
            <a:extLst>
              <a:ext uri="{FF2B5EF4-FFF2-40B4-BE49-F238E27FC236}">
                <a16:creationId xmlns:a16="http://schemas.microsoft.com/office/drawing/2014/main" id="{AEEA0F56-C188-1366-84F9-B70BB86CED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0759" y="2087673"/>
            <a:ext cx="27988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70">
                <a:extLst>
                  <a:ext uri="{FF2B5EF4-FFF2-40B4-BE49-F238E27FC236}">
                    <a16:creationId xmlns:a16="http://schemas.microsoft.com/office/drawing/2014/main" id="{B95CE7D7-E1A9-65D3-66D6-182E9E11B7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97484" y="1830260"/>
                <a:ext cx="55797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 Box 70">
                <a:extLst>
                  <a:ext uri="{FF2B5EF4-FFF2-40B4-BE49-F238E27FC236}">
                    <a16:creationId xmlns:a16="http://schemas.microsoft.com/office/drawing/2014/main" id="{B95CE7D7-E1A9-65D3-66D6-182E9E11B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97484" y="1830260"/>
                <a:ext cx="557973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70">
                <a:extLst>
                  <a:ext uri="{FF2B5EF4-FFF2-40B4-BE49-F238E27FC236}">
                    <a16:creationId xmlns:a16="http://schemas.microsoft.com/office/drawing/2014/main" id="{31776482-9479-C481-7492-ACFA29D7B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53712" y="1206740"/>
                <a:ext cx="73763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 Box 70">
                <a:extLst>
                  <a:ext uri="{FF2B5EF4-FFF2-40B4-BE49-F238E27FC236}">
                    <a16:creationId xmlns:a16="http://schemas.microsoft.com/office/drawing/2014/main" id="{31776482-9479-C481-7492-ACFA29D7B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53712" y="1206740"/>
                <a:ext cx="737638" cy="461665"/>
              </a:xfrm>
              <a:prstGeom prst="rect">
                <a:avLst/>
              </a:prstGeom>
              <a:blipFill>
                <a:blip r:embed="rId5"/>
                <a:stretch>
                  <a:fillRect l="-2479" b="-131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ine 60">
            <a:extLst>
              <a:ext uri="{FF2B5EF4-FFF2-40B4-BE49-F238E27FC236}">
                <a16:creationId xmlns:a16="http://schemas.microsoft.com/office/drawing/2014/main" id="{165D6534-D001-E2B0-7CC5-818DCFF830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39569" y="5034593"/>
            <a:ext cx="281074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70">
                <a:extLst>
                  <a:ext uri="{FF2B5EF4-FFF2-40B4-BE49-F238E27FC236}">
                    <a16:creationId xmlns:a16="http://schemas.microsoft.com/office/drawing/2014/main" id="{18AC9C03-C66E-A780-D92C-A5B1BB4B9B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00589" y="4770849"/>
                <a:ext cx="55085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 Box 70">
                <a:extLst>
                  <a:ext uri="{FF2B5EF4-FFF2-40B4-BE49-F238E27FC236}">
                    <a16:creationId xmlns:a16="http://schemas.microsoft.com/office/drawing/2014/main" id="{18AC9C03-C66E-A780-D92C-A5B1BB4B9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00589" y="4770849"/>
                <a:ext cx="550856" cy="461665"/>
              </a:xfrm>
              <a:prstGeom prst="rect">
                <a:avLst/>
              </a:prstGeom>
              <a:blipFill>
                <a:blip r:embed="rId6"/>
                <a:stretch>
                  <a:fillRect b="-2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70">
                <a:extLst>
                  <a:ext uri="{FF2B5EF4-FFF2-40B4-BE49-F238E27FC236}">
                    <a16:creationId xmlns:a16="http://schemas.microsoft.com/office/drawing/2014/main" id="{CEF3C0E9-B636-8AAF-8756-D389CA2096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53712" y="1628034"/>
                <a:ext cx="73763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 Box 70">
                <a:extLst>
                  <a:ext uri="{FF2B5EF4-FFF2-40B4-BE49-F238E27FC236}">
                    <a16:creationId xmlns:a16="http://schemas.microsoft.com/office/drawing/2014/main" id="{CEF3C0E9-B636-8AAF-8756-D389CA209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53712" y="1628034"/>
                <a:ext cx="737638" cy="461665"/>
              </a:xfrm>
              <a:prstGeom prst="rect">
                <a:avLst/>
              </a:prstGeom>
              <a:blipFill>
                <a:blip r:embed="rId7"/>
                <a:stretch>
                  <a:fillRect l="-2479" b="-26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70">
                <a:extLst>
                  <a:ext uri="{FF2B5EF4-FFF2-40B4-BE49-F238E27FC236}">
                    <a16:creationId xmlns:a16="http://schemas.microsoft.com/office/drawing/2014/main" id="{977ACFA3-080D-F598-E158-3C0E0CC75A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53712" y="2022772"/>
                <a:ext cx="73763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 Box 70">
                <a:extLst>
                  <a:ext uri="{FF2B5EF4-FFF2-40B4-BE49-F238E27FC236}">
                    <a16:creationId xmlns:a16="http://schemas.microsoft.com/office/drawing/2014/main" id="{977ACFA3-080D-F598-E158-3C0E0CC75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53712" y="2022772"/>
                <a:ext cx="737638" cy="461665"/>
              </a:xfrm>
              <a:prstGeom prst="rect">
                <a:avLst/>
              </a:prstGeom>
              <a:blipFill>
                <a:blip r:embed="rId8"/>
                <a:stretch>
                  <a:fillRect l="-2479" b="-131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70">
                <a:extLst>
                  <a:ext uri="{FF2B5EF4-FFF2-40B4-BE49-F238E27FC236}">
                    <a16:creationId xmlns:a16="http://schemas.microsoft.com/office/drawing/2014/main" id="{5379AE9E-4713-6480-855A-AD0B2B5A6B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48229" y="2411757"/>
                <a:ext cx="73763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 Box 70">
                <a:extLst>
                  <a:ext uri="{FF2B5EF4-FFF2-40B4-BE49-F238E27FC236}">
                    <a16:creationId xmlns:a16="http://schemas.microsoft.com/office/drawing/2014/main" id="{5379AE9E-4713-6480-855A-AD0B2B5A6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48229" y="2411757"/>
                <a:ext cx="737638" cy="461665"/>
              </a:xfrm>
              <a:prstGeom prst="rect">
                <a:avLst/>
              </a:prstGeom>
              <a:blipFill>
                <a:blip r:embed="rId9"/>
                <a:stretch>
                  <a:fillRect l="-1653" b="-2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70">
                <a:extLst>
                  <a:ext uri="{FF2B5EF4-FFF2-40B4-BE49-F238E27FC236}">
                    <a16:creationId xmlns:a16="http://schemas.microsoft.com/office/drawing/2014/main" id="{D677426A-FF6F-A16F-0B37-10921E15A8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53712" y="2800744"/>
                <a:ext cx="73763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03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 Box 70">
                <a:extLst>
                  <a:ext uri="{FF2B5EF4-FFF2-40B4-BE49-F238E27FC236}">
                    <a16:creationId xmlns:a16="http://schemas.microsoft.com/office/drawing/2014/main" id="{D677426A-FF6F-A16F-0B37-10921E15A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53712" y="2800744"/>
                <a:ext cx="737638" cy="461665"/>
              </a:xfrm>
              <a:prstGeom prst="rect">
                <a:avLst/>
              </a:prstGeom>
              <a:blipFill>
                <a:blip r:embed="rId10"/>
                <a:stretch>
                  <a:fillRect l="-2479" b="-26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70">
                <a:extLst>
                  <a:ext uri="{FF2B5EF4-FFF2-40B4-BE49-F238E27FC236}">
                    <a16:creationId xmlns:a16="http://schemas.microsoft.com/office/drawing/2014/main" id="{4BD63C22-B395-AA26-65C6-05BB656E37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53712" y="3602864"/>
                <a:ext cx="73763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 Box 70">
                <a:extLst>
                  <a:ext uri="{FF2B5EF4-FFF2-40B4-BE49-F238E27FC236}">
                    <a16:creationId xmlns:a16="http://schemas.microsoft.com/office/drawing/2014/main" id="{4BD63C22-B395-AA26-65C6-05BB656E3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53712" y="3602864"/>
                <a:ext cx="737638" cy="461665"/>
              </a:xfrm>
              <a:prstGeom prst="rect">
                <a:avLst/>
              </a:prstGeom>
              <a:blipFill>
                <a:blip r:embed="rId11"/>
                <a:stretch>
                  <a:fillRect l="-2479" b="-26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70">
                <a:extLst>
                  <a:ext uri="{FF2B5EF4-FFF2-40B4-BE49-F238E27FC236}">
                    <a16:creationId xmlns:a16="http://schemas.microsoft.com/office/drawing/2014/main" id="{943D5D64-1623-4F13-16F3-526AE46B26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53712" y="4024158"/>
                <a:ext cx="73763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 Box 70">
                <a:extLst>
                  <a:ext uri="{FF2B5EF4-FFF2-40B4-BE49-F238E27FC236}">
                    <a16:creationId xmlns:a16="http://schemas.microsoft.com/office/drawing/2014/main" id="{943D5D64-1623-4F13-16F3-526AE46B2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53712" y="4024158"/>
                <a:ext cx="737638" cy="461665"/>
              </a:xfrm>
              <a:prstGeom prst="rect">
                <a:avLst/>
              </a:prstGeom>
              <a:blipFill>
                <a:blip r:embed="rId12"/>
                <a:stretch>
                  <a:fillRect l="-2479" b="-26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70">
                <a:extLst>
                  <a:ext uri="{FF2B5EF4-FFF2-40B4-BE49-F238E27FC236}">
                    <a16:creationId xmlns:a16="http://schemas.microsoft.com/office/drawing/2014/main" id="{069AE167-A3E8-E91C-A8C1-6CD8505C9A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53712" y="4418896"/>
                <a:ext cx="73763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 Box 70">
                <a:extLst>
                  <a:ext uri="{FF2B5EF4-FFF2-40B4-BE49-F238E27FC236}">
                    <a16:creationId xmlns:a16="http://schemas.microsoft.com/office/drawing/2014/main" id="{069AE167-A3E8-E91C-A8C1-6CD8505C9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53712" y="4418896"/>
                <a:ext cx="737638" cy="461665"/>
              </a:xfrm>
              <a:prstGeom prst="rect">
                <a:avLst/>
              </a:prstGeom>
              <a:blipFill>
                <a:blip r:embed="rId13"/>
                <a:stretch>
                  <a:fillRect l="-2479" b="-131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70">
                <a:extLst>
                  <a:ext uri="{FF2B5EF4-FFF2-40B4-BE49-F238E27FC236}">
                    <a16:creationId xmlns:a16="http://schemas.microsoft.com/office/drawing/2014/main" id="{1C88DFB0-E2ED-9256-855C-F77DB21140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48229" y="4807881"/>
                <a:ext cx="73763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 Box 70">
                <a:extLst>
                  <a:ext uri="{FF2B5EF4-FFF2-40B4-BE49-F238E27FC236}">
                    <a16:creationId xmlns:a16="http://schemas.microsoft.com/office/drawing/2014/main" id="{1C88DFB0-E2ED-9256-855C-F77DB2114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48229" y="4807881"/>
                <a:ext cx="737638" cy="461665"/>
              </a:xfrm>
              <a:prstGeom prst="rect">
                <a:avLst/>
              </a:prstGeom>
              <a:blipFill>
                <a:blip r:embed="rId14"/>
                <a:stretch>
                  <a:fillRect l="-1653" b="-2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70">
                <a:extLst>
                  <a:ext uri="{FF2B5EF4-FFF2-40B4-BE49-F238E27FC236}">
                    <a16:creationId xmlns:a16="http://schemas.microsoft.com/office/drawing/2014/main" id="{2A8FE26A-4BED-1DDE-ADDC-7B29AE897F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53712" y="5196868"/>
                <a:ext cx="73763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 Box 70">
                <a:extLst>
                  <a:ext uri="{FF2B5EF4-FFF2-40B4-BE49-F238E27FC236}">
                    <a16:creationId xmlns:a16="http://schemas.microsoft.com/office/drawing/2014/main" id="{2A8FE26A-4BED-1DDE-ADDC-7B29AE897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53712" y="5196868"/>
                <a:ext cx="737638" cy="461665"/>
              </a:xfrm>
              <a:prstGeom prst="rect">
                <a:avLst/>
              </a:prstGeom>
              <a:blipFill>
                <a:blip r:embed="rId15"/>
                <a:stretch>
                  <a:fillRect l="-2479" b="-2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Line 60">
            <a:extLst>
              <a:ext uri="{FF2B5EF4-FFF2-40B4-BE49-F238E27FC236}">
                <a16:creationId xmlns:a16="http://schemas.microsoft.com/office/drawing/2014/main" id="{BD475A61-714F-8DDF-CF8F-EDD86AA1F3E5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0001429" y="5921590"/>
            <a:ext cx="37783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2" name="Line 60">
            <a:extLst>
              <a:ext uri="{FF2B5EF4-FFF2-40B4-BE49-F238E27FC236}">
                <a16:creationId xmlns:a16="http://schemas.microsoft.com/office/drawing/2014/main" id="{E08D5443-AA5B-F281-EF10-7BADBF4F07F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0760256" y="5927858"/>
            <a:ext cx="3903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70">
                <a:extLst>
                  <a:ext uri="{FF2B5EF4-FFF2-40B4-BE49-F238E27FC236}">
                    <a16:creationId xmlns:a16="http://schemas.microsoft.com/office/drawing/2014/main" id="{D595387D-3124-46D7-B649-4C9F034B54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15657" y="5234928"/>
                <a:ext cx="54938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 Box 70">
                <a:extLst>
                  <a:ext uri="{FF2B5EF4-FFF2-40B4-BE49-F238E27FC236}">
                    <a16:creationId xmlns:a16="http://schemas.microsoft.com/office/drawing/2014/main" id="{D595387D-3124-46D7-B649-4C9F034B5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15657" y="5234928"/>
                <a:ext cx="549381" cy="461665"/>
              </a:xfrm>
              <a:prstGeom prst="rect">
                <a:avLst/>
              </a:prstGeom>
              <a:blipFill>
                <a:blip r:embed="rId16"/>
                <a:stretch>
                  <a:fillRect b="-2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70">
                <a:extLst>
                  <a:ext uri="{FF2B5EF4-FFF2-40B4-BE49-F238E27FC236}">
                    <a16:creationId xmlns:a16="http://schemas.microsoft.com/office/drawing/2014/main" id="{198DB400-25A9-606D-F4AB-DEBAE6F47B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77193" y="5232514"/>
                <a:ext cx="55649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 Box 70">
                <a:extLst>
                  <a:ext uri="{FF2B5EF4-FFF2-40B4-BE49-F238E27FC236}">
                    <a16:creationId xmlns:a16="http://schemas.microsoft.com/office/drawing/2014/main" id="{198DB400-25A9-606D-F4AB-DEBAE6F47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77193" y="5232514"/>
                <a:ext cx="556499" cy="461665"/>
              </a:xfrm>
              <a:prstGeom prst="rect">
                <a:avLst/>
              </a:prstGeom>
              <a:blipFill>
                <a:blip r:embed="rId17"/>
                <a:stretch>
                  <a:fillRect b="-26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70">
                <a:extLst>
                  <a:ext uri="{FF2B5EF4-FFF2-40B4-BE49-F238E27FC236}">
                    <a16:creationId xmlns:a16="http://schemas.microsoft.com/office/drawing/2014/main" id="{C878E41F-6FD8-8148-CD45-938096A8C6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49939" y="6025641"/>
                <a:ext cx="48081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 Box 70">
                <a:extLst>
                  <a:ext uri="{FF2B5EF4-FFF2-40B4-BE49-F238E27FC236}">
                    <a16:creationId xmlns:a16="http://schemas.microsoft.com/office/drawing/2014/main" id="{C878E41F-6FD8-8148-CD45-938096A8C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49939" y="6025641"/>
                <a:ext cx="480816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70">
                <a:extLst>
                  <a:ext uri="{FF2B5EF4-FFF2-40B4-BE49-F238E27FC236}">
                    <a16:creationId xmlns:a16="http://schemas.microsoft.com/office/drawing/2014/main" id="{3523A948-A0AD-0CA3-22E5-EAE9184669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15034" y="6025640"/>
                <a:ext cx="48081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Text Box 70">
                <a:extLst>
                  <a:ext uri="{FF2B5EF4-FFF2-40B4-BE49-F238E27FC236}">
                    <a16:creationId xmlns:a16="http://schemas.microsoft.com/office/drawing/2014/main" id="{3523A948-A0AD-0CA3-22E5-EAE918466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15034" y="6025640"/>
                <a:ext cx="480816" cy="46166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组合 60">
            <a:extLst>
              <a:ext uri="{FF2B5EF4-FFF2-40B4-BE49-F238E27FC236}">
                <a16:creationId xmlns:a16="http://schemas.microsoft.com/office/drawing/2014/main" id="{DFC1C1FD-E42F-4AD7-DE85-1A75BF66C0C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0BB6136F-A499-BC10-FB37-F753D2B1FA7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4" name="箭头: 五边形 63">
                <a:extLst>
                  <a:ext uri="{FF2B5EF4-FFF2-40B4-BE49-F238E27FC236}">
                    <a16:creationId xmlns:a16="http://schemas.microsoft.com/office/drawing/2014/main" id="{00AD1DEF-6985-5B4A-BADE-1B801228DFC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箭头: V 形 64">
                <a:extLst>
                  <a:ext uri="{FF2B5EF4-FFF2-40B4-BE49-F238E27FC236}">
                    <a16:creationId xmlns:a16="http://schemas.microsoft.com/office/drawing/2014/main" id="{F9B2A2D2-BA28-AB36-ED53-D60BC522829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灯片编号占位符 3">
              <a:extLst>
                <a:ext uri="{FF2B5EF4-FFF2-40B4-BE49-F238E27FC236}">
                  <a16:creationId xmlns:a16="http://schemas.microsoft.com/office/drawing/2014/main" id="{9EDCE901-2166-B99F-A76E-9EB0C2A5827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10FFA4C6-8735-A142-D9A5-C14AA45C9055}"/>
              </a:ext>
            </a:extLst>
          </p:cNvPr>
          <p:cNvSpPr txBox="1"/>
          <p:nvPr/>
        </p:nvSpPr>
        <p:spPr>
          <a:xfrm>
            <a:off x="360000" y="720000"/>
            <a:ext cx="6755048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用数据选择器（双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）实现逻辑函数：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F297EDE6-8B43-8035-3512-25BAECA5D90B}"/>
                  </a:ext>
                </a:extLst>
              </p:cNvPr>
              <p:cNvSpPr txBox="1"/>
              <p:nvPr/>
            </p:nvSpPr>
            <p:spPr>
              <a:xfrm>
                <a:off x="1259125" y="2160000"/>
                <a:ext cx="56191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F297EDE6-8B43-8035-3512-25BAECA5D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125" y="2160000"/>
                <a:ext cx="5619195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A4034D86-CA89-B4AE-00D2-1F7BBEBA0C81}"/>
                  </a:ext>
                </a:extLst>
              </p:cNvPr>
              <p:cNvSpPr txBox="1"/>
              <p:nvPr/>
            </p:nvSpPr>
            <p:spPr>
              <a:xfrm>
                <a:off x="360000" y="1296000"/>
                <a:ext cx="7322572" cy="524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在不增加逻辑门的情况下实现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A4034D86-CA89-B4AE-00D2-1F7BBEBA0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296000"/>
                <a:ext cx="7322572" cy="524118"/>
              </a:xfrm>
              <a:prstGeom prst="rect">
                <a:avLst/>
              </a:prstGeom>
              <a:blipFill>
                <a:blip r:embed="rId21"/>
                <a:stretch>
                  <a:fillRect l="-1082" b="-23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5D33FD26-F983-2075-CA1A-9E6D75D3D94A}"/>
                  </a:ext>
                </a:extLst>
              </p:cNvPr>
              <p:cNvSpPr txBox="1"/>
              <p:nvPr/>
            </p:nvSpPr>
            <p:spPr>
              <a:xfrm>
                <a:off x="360000" y="2880000"/>
                <a:ext cx="6969384" cy="524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在可增加逻辑门的情况下实现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5D33FD26-F983-2075-CA1A-9E6D75D3D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880000"/>
                <a:ext cx="6969384" cy="524118"/>
              </a:xfrm>
              <a:prstGeom prst="rect">
                <a:avLst/>
              </a:prstGeom>
              <a:blipFill>
                <a:blip r:embed="rId22"/>
                <a:stretch>
                  <a:fillRect l="-1137" b="-23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椭圆 90">
            <a:extLst>
              <a:ext uri="{FF2B5EF4-FFF2-40B4-BE49-F238E27FC236}">
                <a16:creationId xmlns:a16="http://schemas.microsoft.com/office/drawing/2014/main" id="{3ECFC6E4-8AC5-5B29-58AD-06BB7CFF23FF}"/>
              </a:ext>
            </a:extLst>
          </p:cNvPr>
          <p:cNvSpPr/>
          <p:nvPr/>
        </p:nvSpPr>
        <p:spPr>
          <a:xfrm>
            <a:off x="9118292" y="1365096"/>
            <a:ext cx="186744" cy="18674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Line 60">
            <a:extLst>
              <a:ext uri="{FF2B5EF4-FFF2-40B4-BE49-F238E27FC236}">
                <a16:creationId xmlns:a16="http://schemas.microsoft.com/office/drawing/2014/main" id="{D0E3C92D-B55D-0584-8E0F-29BEC1DEF3E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7418" y="1858867"/>
            <a:ext cx="40697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93" name="Line 60">
            <a:extLst>
              <a:ext uri="{FF2B5EF4-FFF2-40B4-BE49-F238E27FC236}">
                <a16:creationId xmlns:a16="http://schemas.microsoft.com/office/drawing/2014/main" id="{3EE4DF8C-BFE8-5B73-C606-392BF22AC540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1935" y="1459659"/>
            <a:ext cx="21199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94" name="Line 60">
            <a:extLst>
              <a:ext uri="{FF2B5EF4-FFF2-40B4-BE49-F238E27FC236}">
                <a16:creationId xmlns:a16="http://schemas.microsoft.com/office/drawing/2014/main" id="{6453E1A1-8C92-BB7B-FC97-D1F61F8D2763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1935" y="2253605"/>
            <a:ext cx="41245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95" name="Line 60">
            <a:extLst>
              <a:ext uri="{FF2B5EF4-FFF2-40B4-BE49-F238E27FC236}">
                <a16:creationId xmlns:a16="http://schemas.microsoft.com/office/drawing/2014/main" id="{A9D50160-16D9-13C0-8C8A-8456D02B5BB9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1935" y="2642590"/>
            <a:ext cx="406974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96" name="Line 60">
            <a:extLst>
              <a:ext uri="{FF2B5EF4-FFF2-40B4-BE49-F238E27FC236}">
                <a16:creationId xmlns:a16="http://schemas.microsoft.com/office/drawing/2014/main" id="{B57789E1-A58B-B17F-6ED1-2DB7D4D98170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1936" y="3031577"/>
            <a:ext cx="41245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8A6B7E3A-B33C-6BB6-2427-C74AE525863D}"/>
              </a:ext>
            </a:extLst>
          </p:cNvPr>
          <p:cNvSpPr/>
          <p:nvPr/>
        </p:nvSpPr>
        <p:spPr>
          <a:xfrm>
            <a:off x="9118292" y="3761220"/>
            <a:ext cx="186744" cy="18674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Line 60">
            <a:extLst>
              <a:ext uri="{FF2B5EF4-FFF2-40B4-BE49-F238E27FC236}">
                <a16:creationId xmlns:a16="http://schemas.microsoft.com/office/drawing/2014/main" id="{EFE73263-7161-F88E-74A3-1A8E52B3FEA4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1935" y="4254991"/>
            <a:ext cx="41245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99" name="Line 60">
            <a:extLst>
              <a:ext uri="{FF2B5EF4-FFF2-40B4-BE49-F238E27FC236}">
                <a16:creationId xmlns:a16="http://schemas.microsoft.com/office/drawing/2014/main" id="{3C94C186-E7FD-5A8D-5E87-24EF712087C8}"/>
              </a:ext>
            </a:extLst>
          </p:cNvPr>
          <p:cNvSpPr>
            <a:spLocks noChangeShapeType="1"/>
          </p:cNvSpPr>
          <p:nvPr/>
        </p:nvSpPr>
        <p:spPr bwMode="auto">
          <a:xfrm>
            <a:off x="8874563" y="3859503"/>
            <a:ext cx="23335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100" name="Line 60">
            <a:extLst>
              <a:ext uri="{FF2B5EF4-FFF2-40B4-BE49-F238E27FC236}">
                <a16:creationId xmlns:a16="http://schemas.microsoft.com/office/drawing/2014/main" id="{0D0B889C-66FF-DF30-5D1A-3D57F8F5B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1934" y="4649729"/>
            <a:ext cx="41245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101" name="Line 60">
            <a:extLst>
              <a:ext uri="{FF2B5EF4-FFF2-40B4-BE49-F238E27FC236}">
                <a16:creationId xmlns:a16="http://schemas.microsoft.com/office/drawing/2014/main" id="{CB7181AA-47AE-EA0D-BB35-3F8454C510C0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1934" y="5034593"/>
            <a:ext cx="4069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102" name="Line 60">
            <a:extLst>
              <a:ext uri="{FF2B5EF4-FFF2-40B4-BE49-F238E27FC236}">
                <a16:creationId xmlns:a16="http://schemas.microsoft.com/office/drawing/2014/main" id="{EBD3E958-F903-5FD0-E4B2-84C9DE6A333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1934" y="5427701"/>
            <a:ext cx="41245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225" name="组合 224">
            <a:extLst>
              <a:ext uri="{FF2B5EF4-FFF2-40B4-BE49-F238E27FC236}">
                <a16:creationId xmlns:a16="http://schemas.microsoft.com/office/drawing/2014/main" id="{FD4EB5C1-82A7-101F-AB6F-7F734980359B}"/>
              </a:ext>
            </a:extLst>
          </p:cNvPr>
          <p:cNvGrpSpPr/>
          <p:nvPr/>
        </p:nvGrpSpPr>
        <p:grpSpPr>
          <a:xfrm>
            <a:off x="7850491" y="1458468"/>
            <a:ext cx="1455772" cy="5036941"/>
            <a:chOff x="12726631" y="1193885"/>
            <a:chExt cx="1455772" cy="5036941"/>
          </a:xfrm>
        </p:grpSpPr>
        <p:sp>
          <p:nvSpPr>
            <p:cNvPr id="128" name="Line 60">
              <a:extLst>
                <a:ext uri="{FF2B5EF4-FFF2-40B4-BE49-F238E27FC236}">
                  <a16:creationId xmlns:a16="http://schemas.microsoft.com/office/drawing/2014/main" id="{309CEC33-C992-8827-9DA0-B5AF5E8E4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01200" y="2381919"/>
              <a:ext cx="8757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1" name="Line 60">
              <a:extLst>
                <a:ext uri="{FF2B5EF4-FFF2-40B4-BE49-F238E27FC236}">
                  <a16:creationId xmlns:a16="http://schemas.microsoft.com/office/drawing/2014/main" id="{CDED9DAB-9048-2413-45FA-6994CB343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01200" y="3994320"/>
              <a:ext cx="88120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3" name="Line 60">
              <a:extLst>
                <a:ext uri="{FF2B5EF4-FFF2-40B4-BE49-F238E27FC236}">
                  <a16:creationId xmlns:a16="http://schemas.microsoft.com/office/drawing/2014/main" id="{01DD0D3C-B767-EE23-3532-1BA3045249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61671" y="4389058"/>
              <a:ext cx="14207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4" name="Line 60">
              <a:extLst>
                <a:ext uri="{FF2B5EF4-FFF2-40B4-BE49-F238E27FC236}">
                  <a16:creationId xmlns:a16="http://schemas.microsoft.com/office/drawing/2014/main" id="{CCF950B1-B03F-41FF-17F7-63914C4E4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1203" y="4778043"/>
              <a:ext cx="10657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6" name="Line 27">
              <a:extLst>
                <a:ext uri="{FF2B5EF4-FFF2-40B4-BE49-F238E27FC236}">
                  <a16:creationId xmlns:a16="http://schemas.microsoft.com/office/drawing/2014/main" id="{6566E33B-903E-93AC-D64D-0ECC3AF62D8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1903425" y="2603467"/>
              <a:ext cx="28191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A58898FF-4E3A-74F1-714B-49D60CE7EBEE}"/>
                </a:ext>
              </a:extLst>
            </p:cNvPr>
            <p:cNvGrpSpPr/>
            <p:nvPr/>
          </p:nvGrpSpPr>
          <p:grpSpPr>
            <a:xfrm rot="16200000">
              <a:off x="12920555" y="5016386"/>
              <a:ext cx="418822" cy="378929"/>
              <a:chOff x="7796687" y="3781241"/>
              <a:chExt cx="418822" cy="378929"/>
            </a:xfrm>
          </p:grpSpPr>
          <p:sp>
            <p:nvSpPr>
              <p:cNvPr id="154" name="等腰三角形 153">
                <a:extLst>
                  <a:ext uri="{FF2B5EF4-FFF2-40B4-BE49-F238E27FC236}">
                    <a16:creationId xmlns:a16="http://schemas.microsoft.com/office/drawing/2014/main" id="{13432CB4-CFC4-4995-BAE0-D75923E57440}"/>
                  </a:ext>
                </a:extLst>
              </p:cNvPr>
              <p:cNvSpPr/>
              <p:nvPr/>
            </p:nvSpPr>
            <p:spPr>
              <a:xfrm rot="5400000" flipH="1">
                <a:off x="7763550" y="3814378"/>
                <a:ext cx="378929" cy="312656"/>
              </a:xfrm>
              <a:prstGeom prst="triangl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155" name="椭圆 154">
                <a:extLst>
                  <a:ext uri="{FF2B5EF4-FFF2-40B4-BE49-F238E27FC236}">
                    <a16:creationId xmlns:a16="http://schemas.microsoft.com/office/drawing/2014/main" id="{57D61886-1215-5E15-42DC-A79F06A2C513}"/>
                  </a:ext>
                </a:extLst>
              </p:cNvPr>
              <p:cNvSpPr/>
              <p:nvPr/>
            </p:nvSpPr>
            <p:spPr>
              <a:xfrm>
                <a:off x="8120304" y="3920969"/>
                <a:ext cx="95205" cy="9947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Text Box 70">
                  <a:extLst>
                    <a:ext uri="{FF2B5EF4-FFF2-40B4-BE49-F238E27FC236}">
                      <a16:creationId xmlns:a16="http://schemas.microsoft.com/office/drawing/2014/main" id="{844DE04D-E29A-9173-B44D-870A3EC0511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896232" y="5769161"/>
                  <a:ext cx="48081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8" name="Text Box 70">
                  <a:extLst>
                    <a:ext uri="{FF2B5EF4-FFF2-40B4-BE49-F238E27FC236}">
                      <a16:creationId xmlns:a16="http://schemas.microsoft.com/office/drawing/2014/main" id="{844DE04D-E29A-9173-B44D-870A3EC051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896232" y="5769161"/>
                  <a:ext cx="480816" cy="461665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" name="Line 60">
              <a:extLst>
                <a:ext uri="{FF2B5EF4-FFF2-40B4-BE49-F238E27FC236}">
                  <a16:creationId xmlns:a16="http://schemas.microsoft.com/office/drawing/2014/main" id="{2AE7F871-CDD1-843A-6E37-67FFB372F6C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2799488" y="4563962"/>
              <a:ext cx="194008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44" name="Line 60">
              <a:extLst>
                <a:ext uri="{FF2B5EF4-FFF2-40B4-BE49-F238E27FC236}">
                  <a16:creationId xmlns:a16="http://schemas.microsoft.com/office/drawing/2014/main" id="{B94D8390-4895-8BEE-2B49-BA81A3C67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12366" y="5552990"/>
              <a:ext cx="31432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28AEAEEC-688A-B4BA-211E-6BCDC3B241DF}"/>
                </a:ext>
              </a:extLst>
            </p:cNvPr>
            <p:cNvSpPr/>
            <p:nvPr/>
          </p:nvSpPr>
          <p:spPr>
            <a:xfrm rot="5400000" flipV="1">
              <a:off x="13718861" y="5107789"/>
              <a:ext cx="101431" cy="10545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BD105274-BB39-7E05-8494-87F47F1EFEFC}"/>
                </a:ext>
              </a:extLst>
            </p:cNvPr>
            <p:cNvSpPr/>
            <p:nvPr/>
          </p:nvSpPr>
          <p:spPr>
            <a:xfrm rot="5400000" flipV="1">
              <a:off x="13262397" y="2328336"/>
              <a:ext cx="101431" cy="10545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49" name="Line 60">
              <a:extLst>
                <a:ext uri="{FF2B5EF4-FFF2-40B4-BE49-F238E27FC236}">
                  <a16:creationId xmlns:a16="http://schemas.microsoft.com/office/drawing/2014/main" id="{20DE465C-30CE-302F-B94A-973895DBFC9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3014154" y="4875385"/>
              <a:ext cx="2316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50" name="Line 60">
              <a:extLst>
                <a:ext uri="{FF2B5EF4-FFF2-40B4-BE49-F238E27FC236}">
                  <a16:creationId xmlns:a16="http://schemas.microsoft.com/office/drawing/2014/main" id="{E6FDBB97-1765-FD4A-C029-E89E4B866D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2917022" y="5637849"/>
              <a:ext cx="4239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E70185A9-6791-2398-E336-08AAC8C3E140}"/>
                </a:ext>
              </a:extLst>
            </p:cNvPr>
            <p:cNvSpPr/>
            <p:nvPr/>
          </p:nvSpPr>
          <p:spPr>
            <a:xfrm rot="5400000" flipV="1">
              <a:off x="13076257" y="5544784"/>
              <a:ext cx="101431" cy="10545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52" name="Line 60">
              <a:extLst>
                <a:ext uri="{FF2B5EF4-FFF2-40B4-BE49-F238E27FC236}">
                  <a16:creationId xmlns:a16="http://schemas.microsoft.com/office/drawing/2014/main" id="{B4598FFE-4403-F740-A1AE-A1B51AC30F3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2124367" y="4991076"/>
              <a:ext cx="12419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53" name="Line 60">
              <a:extLst>
                <a:ext uri="{FF2B5EF4-FFF2-40B4-BE49-F238E27FC236}">
                  <a16:creationId xmlns:a16="http://schemas.microsoft.com/office/drawing/2014/main" id="{804B9C68-6156-9CD5-8260-A26128FB06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26631" y="5597512"/>
              <a:ext cx="40153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190" name="椭圆 189">
            <a:extLst>
              <a:ext uri="{FF2B5EF4-FFF2-40B4-BE49-F238E27FC236}">
                <a16:creationId xmlns:a16="http://schemas.microsoft.com/office/drawing/2014/main" id="{3FD07175-023D-6FB3-294F-163CDAEE3B2E}"/>
              </a:ext>
            </a:extLst>
          </p:cNvPr>
          <p:cNvSpPr/>
          <p:nvPr/>
        </p:nvSpPr>
        <p:spPr>
          <a:xfrm>
            <a:off x="9119169" y="1365701"/>
            <a:ext cx="186744" cy="18674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Line 60">
            <a:extLst>
              <a:ext uri="{FF2B5EF4-FFF2-40B4-BE49-F238E27FC236}">
                <a16:creationId xmlns:a16="http://schemas.microsoft.com/office/drawing/2014/main" id="{30BA4A05-EFAD-243C-BB1C-0CC475E381EE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8295" y="3032182"/>
            <a:ext cx="40697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196" name="椭圆 195">
            <a:extLst>
              <a:ext uri="{FF2B5EF4-FFF2-40B4-BE49-F238E27FC236}">
                <a16:creationId xmlns:a16="http://schemas.microsoft.com/office/drawing/2014/main" id="{F5530A23-2280-A3B7-4A1A-CDD48A80AA0A}"/>
              </a:ext>
            </a:extLst>
          </p:cNvPr>
          <p:cNvSpPr/>
          <p:nvPr/>
        </p:nvSpPr>
        <p:spPr>
          <a:xfrm>
            <a:off x="9119169" y="3761825"/>
            <a:ext cx="186744" cy="18674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Line 60">
            <a:extLst>
              <a:ext uri="{FF2B5EF4-FFF2-40B4-BE49-F238E27FC236}">
                <a16:creationId xmlns:a16="http://schemas.microsoft.com/office/drawing/2014/main" id="{B913B081-838E-96B8-72F5-F17FA2DF4D47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8295" y="5428306"/>
            <a:ext cx="40697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216" name="Line 60">
            <a:extLst>
              <a:ext uri="{FF2B5EF4-FFF2-40B4-BE49-F238E27FC236}">
                <a16:creationId xmlns:a16="http://schemas.microsoft.com/office/drawing/2014/main" id="{45132AF9-720E-20D3-F386-4B1926A6653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039888" y="5899125"/>
            <a:ext cx="423974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DEA43ACA-6B94-872C-272F-64BB18FA4E30}"/>
              </a:ext>
            </a:extLst>
          </p:cNvPr>
          <p:cNvGrpSpPr/>
          <p:nvPr/>
        </p:nvGrpSpPr>
        <p:grpSpPr>
          <a:xfrm>
            <a:off x="8095225" y="947853"/>
            <a:ext cx="1210044" cy="2376384"/>
            <a:chOff x="7447181" y="1063967"/>
            <a:chExt cx="1210044" cy="2376384"/>
          </a:xfrm>
        </p:grpSpPr>
        <p:sp>
          <p:nvSpPr>
            <p:cNvPr id="193" name="Line 60">
              <a:extLst>
                <a:ext uri="{FF2B5EF4-FFF2-40B4-BE49-F238E27FC236}">
                  <a16:creationId xmlns:a16="http://schemas.microsoft.com/office/drawing/2014/main" id="{8C4B3FF9-2AEA-D810-C83D-C14D04FA8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7828" y="2370324"/>
              <a:ext cx="86939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94" name="Line 60">
              <a:extLst>
                <a:ext uri="{FF2B5EF4-FFF2-40B4-BE49-F238E27FC236}">
                  <a16:creationId xmlns:a16="http://schemas.microsoft.com/office/drawing/2014/main" id="{01163DC6-12EB-A8A2-D7F4-F18AEC2B2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6022" y="2759309"/>
              <a:ext cx="8757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2" name="Line 27">
              <a:extLst>
                <a:ext uri="{FF2B5EF4-FFF2-40B4-BE49-F238E27FC236}">
                  <a16:creationId xmlns:a16="http://schemas.microsoft.com/office/drawing/2014/main" id="{75A6CD3E-2760-CA0E-2AA6-A2A1B794CF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186388" y="2177479"/>
              <a:ext cx="120288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05" name="Line 60">
              <a:extLst>
                <a:ext uri="{FF2B5EF4-FFF2-40B4-BE49-F238E27FC236}">
                  <a16:creationId xmlns:a16="http://schemas.microsoft.com/office/drawing/2014/main" id="{5A2CC0F0-5FC9-4A78-19E9-0147B3C08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87606" y="3428414"/>
              <a:ext cx="31432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6" name="Line 60">
              <a:extLst>
                <a:ext uri="{FF2B5EF4-FFF2-40B4-BE49-F238E27FC236}">
                  <a16:creationId xmlns:a16="http://schemas.microsoft.com/office/drawing/2014/main" id="{58074879-9AD2-504B-8637-005B1EE686D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302404" y="2497987"/>
              <a:ext cx="18847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46101D73-54E9-10F2-682E-F130606981E6}"/>
                </a:ext>
              </a:extLst>
            </p:cNvPr>
            <p:cNvSpPr/>
            <p:nvPr/>
          </p:nvSpPr>
          <p:spPr>
            <a:xfrm rot="5400000" flipV="1">
              <a:off x="8196031" y="1922676"/>
              <a:ext cx="101431" cy="10545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08" name="椭圆 207">
              <a:extLst>
                <a:ext uri="{FF2B5EF4-FFF2-40B4-BE49-F238E27FC236}">
                  <a16:creationId xmlns:a16="http://schemas.microsoft.com/office/drawing/2014/main" id="{E26683CF-8ABC-535F-24E9-043F1DD0A1BE}"/>
                </a:ext>
              </a:extLst>
            </p:cNvPr>
            <p:cNvSpPr/>
            <p:nvPr/>
          </p:nvSpPr>
          <p:spPr>
            <a:xfrm rot="5400000" flipV="1">
              <a:off x="8196031" y="3092948"/>
              <a:ext cx="101431" cy="10545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Text Box 70">
                  <a:extLst>
                    <a:ext uri="{FF2B5EF4-FFF2-40B4-BE49-F238E27FC236}">
                      <a16:creationId xmlns:a16="http://schemas.microsoft.com/office/drawing/2014/main" id="{2DB8615C-5F6A-9D4D-3D8A-9DA3E35372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47181" y="1063967"/>
                  <a:ext cx="71538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CC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4" name="Text Box 70">
                  <a:extLst>
                    <a:ext uri="{FF2B5EF4-FFF2-40B4-BE49-F238E27FC236}">
                      <a16:creationId xmlns:a16="http://schemas.microsoft.com/office/drawing/2014/main" id="{2DB8615C-5F6A-9D4D-3D8A-9DA3E35372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47181" y="1063967"/>
                  <a:ext cx="715389" cy="461665"/>
                </a:xfrm>
                <a:prstGeom prst="rect">
                  <a:avLst/>
                </a:prstGeom>
                <a:blipFill>
                  <a:blip r:embed="rId24"/>
                  <a:stretch>
                    <a:fillRect l="-2564" b="-394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3" name="椭圆 222">
              <a:extLst>
                <a:ext uri="{FF2B5EF4-FFF2-40B4-BE49-F238E27FC236}">
                  <a16:creationId xmlns:a16="http://schemas.microsoft.com/office/drawing/2014/main" id="{3A81E52E-1363-1B0E-CDE7-881C671937C7}"/>
                </a:ext>
              </a:extLst>
            </p:cNvPr>
            <p:cNvSpPr/>
            <p:nvPr/>
          </p:nvSpPr>
          <p:spPr>
            <a:xfrm rot="5400000" flipV="1">
              <a:off x="7736453" y="2316989"/>
              <a:ext cx="101431" cy="10545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42ED6FAF-BEC3-C2B5-B25D-0CBD24274457}"/>
                  </a:ext>
                </a:extLst>
              </p:cNvPr>
              <p:cNvSpPr txBox="1"/>
              <p:nvPr/>
            </p:nvSpPr>
            <p:spPr>
              <a:xfrm>
                <a:off x="1251121" y="3744000"/>
                <a:ext cx="5585166" cy="524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8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42ED6FAF-BEC3-C2B5-B25D-0CBD24274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121" y="3744000"/>
                <a:ext cx="5585166" cy="524118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4" name="组合 273">
            <a:extLst>
              <a:ext uri="{FF2B5EF4-FFF2-40B4-BE49-F238E27FC236}">
                <a16:creationId xmlns:a16="http://schemas.microsoft.com/office/drawing/2014/main" id="{0FDFF996-9676-14B1-2CA9-D9F7E3248CA2}"/>
              </a:ext>
            </a:extLst>
          </p:cNvPr>
          <p:cNvGrpSpPr/>
          <p:nvPr/>
        </p:nvGrpSpPr>
        <p:grpSpPr>
          <a:xfrm>
            <a:off x="817861" y="4306526"/>
            <a:ext cx="4184306" cy="1830945"/>
            <a:chOff x="421959" y="4689929"/>
            <a:chExt cx="4184306" cy="18309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1" name="文本框 250">
                  <a:extLst>
                    <a:ext uri="{FF2B5EF4-FFF2-40B4-BE49-F238E27FC236}">
                      <a16:creationId xmlns:a16="http://schemas.microsoft.com/office/drawing/2014/main" id="{51B5BCFF-7F74-E516-DC9A-A73A3D1D5791}"/>
                    </a:ext>
                  </a:extLst>
                </p:cNvPr>
                <p:cNvSpPr txBox="1"/>
                <p:nvPr/>
              </p:nvSpPr>
              <p:spPr>
                <a:xfrm>
                  <a:off x="1312433" y="5595639"/>
                  <a:ext cx="818698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1" name="文本框 250">
                  <a:extLst>
                    <a:ext uri="{FF2B5EF4-FFF2-40B4-BE49-F238E27FC236}">
                      <a16:creationId xmlns:a16="http://schemas.microsoft.com/office/drawing/2014/main" id="{51B5BCFF-7F74-E516-DC9A-A73A3D1D57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2433" y="5595639"/>
                  <a:ext cx="818698" cy="462434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2" name="文本框 251">
                  <a:extLst>
                    <a:ext uri="{FF2B5EF4-FFF2-40B4-BE49-F238E27FC236}">
                      <a16:creationId xmlns:a16="http://schemas.microsoft.com/office/drawing/2014/main" id="{4FC00403-B3DF-8E8D-AFE1-55400EA21A3F}"/>
                    </a:ext>
                  </a:extLst>
                </p:cNvPr>
                <p:cNvSpPr txBox="1"/>
                <p:nvPr/>
              </p:nvSpPr>
              <p:spPr>
                <a:xfrm>
                  <a:off x="2134068" y="5595639"/>
                  <a:ext cx="818698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2" name="文本框 251">
                  <a:extLst>
                    <a:ext uri="{FF2B5EF4-FFF2-40B4-BE49-F238E27FC236}">
                      <a16:creationId xmlns:a16="http://schemas.microsoft.com/office/drawing/2014/main" id="{4FC00403-B3DF-8E8D-AFE1-55400EA21A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068" y="5595639"/>
                  <a:ext cx="818698" cy="46243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975958C3-6B2C-C168-16C8-EB11A64370DC}"/>
                </a:ext>
              </a:extLst>
            </p:cNvPr>
            <p:cNvSpPr/>
            <p:nvPr/>
          </p:nvSpPr>
          <p:spPr>
            <a:xfrm>
              <a:off x="1312433" y="5595639"/>
              <a:ext cx="3293832" cy="924466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F6FDDA30-0A79-DDD2-4928-D051F5024834}"/>
                </a:ext>
              </a:extLst>
            </p:cNvPr>
            <p:cNvCxnSpPr>
              <a:cxnSpLocks/>
            </p:cNvCxnSpPr>
            <p:nvPr/>
          </p:nvCxnSpPr>
          <p:spPr>
            <a:xfrm>
              <a:off x="919810" y="5201392"/>
              <a:ext cx="392623" cy="39424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9A40AF7E-2B92-DCCE-B81E-5C4AC2DACC89}"/>
                    </a:ext>
                  </a:extLst>
                </p:cNvPr>
                <p:cNvSpPr txBox="1"/>
                <p:nvPr/>
              </p:nvSpPr>
              <p:spPr>
                <a:xfrm>
                  <a:off x="1482407" y="5179870"/>
                  <a:ext cx="47338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9A40AF7E-2B92-DCCE-B81E-5C4AC2DAC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2407" y="5179870"/>
                  <a:ext cx="473382" cy="461665"/>
                </a:xfrm>
                <a:prstGeom prst="rect">
                  <a:avLst/>
                </a:prstGeom>
                <a:blipFill>
                  <a:blip r:embed="rId28"/>
                  <a:stretch>
                    <a:fillRect l="-2564" r="-141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8E8CB2B5-C6B2-E648-CBC4-68E9171606ED}"/>
                    </a:ext>
                  </a:extLst>
                </p:cNvPr>
                <p:cNvSpPr txBox="1"/>
                <p:nvPr/>
              </p:nvSpPr>
              <p:spPr>
                <a:xfrm>
                  <a:off x="2303789" y="5179870"/>
                  <a:ext cx="47338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8E8CB2B5-C6B2-E648-CBC4-68E9171606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789" y="5179870"/>
                  <a:ext cx="473382" cy="461665"/>
                </a:xfrm>
                <a:prstGeom prst="rect">
                  <a:avLst/>
                </a:prstGeom>
                <a:blipFill>
                  <a:blip r:embed="rId29"/>
                  <a:stretch>
                    <a:fillRect l="-3896"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816953AF-7CD9-B0E6-2B2A-F6ACF85667B1}"/>
                    </a:ext>
                  </a:extLst>
                </p:cNvPr>
                <p:cNvSpPr txBox="1"/>
                <p:nvPr/>
              </p:nvSpPr>
              <p:spPr>
                <a:xfrm>
                  <a:off x="873165" y="4831214"/>
                  <a:ext cx="60860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AB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816953AF-7CD9-B0E6-2B2A-F6ACF85667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165" y="4831214"/>
                  <a:ext cx="608605" cy="52322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文本框 257">
                  <a:extLst>
                    <a:ext uri="{FF2B5EF4-FFF2-40B4-BE49-F238E27FC236}">
                      <a16:creationId xmlns:a16="http://schemas.microsoft.com/office/drawing/2014/main" id="{4C234709-71C8-2829-91B8-88D30C025B8F}"/>
                    </a:ext>
                  </a:extLst>
                </p:cNvPr>
                <p:cNvSpPr txBox="1"/>
                <p:nvPr/>
              </p:nvSpPr>
              <p:spPr>
                <a:xfrm>
                  <a:off x="2959350" y="5595639"/>
                  <a:ext cx="81869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58" name="文本框 257">
                  <a:extLst>
                    <a:ext uri="{FF2B5EF4-FFF2-40B4-BE49-F238E27FC236}">
                      <a16:creationId xmlns:a16="http://schemas.microsoft.com/office/drawing/2014/main" id="{4C234709-71C8-2829-91B8-88D30C025B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9350" y="5595639"/>
                  <a:ext cx="818698" cy="461665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文本框 258">
                  <a:extLst>
                    <a:ext uri="{FF2B5EF4-FFF2-40B4-BE49-F238E27FC236}">
                      <a16:creationId xmlns:a16="http://schemas.microsoft.com/office/drawing/2014/main" id="{6D2F19A8-CCC1-7AD0-01B1-5CD2770DEDB0}"/>
                    </a:ext>
                  </a:extLst>
                </p:cNvPr>
                <p:cNvSpPr txBox="1"/>
                <p:nvPr/>
              </p:nvSpPr>
              <p:spPr>
                <a:xfrm>
                  <a:off x="3780985" y="5595639"/>
                  <a:ext cx="818698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59" name="文本框 258">
                  <a:extLst>
                    <a:ext uri="{FF2B5EF4-FFF2-40B4-BE49-F238E27FC236}">
                      <a16:creationId xmlns:a16="http://schemas.microsoft.com/office/drawing/2014/main" id="{6D2F19A8-CCC1-7AD0-01B1-5CD2770DED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985" y="5595639"/>
                  <a:ext cx="818698" cy="462434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2F8E9EE5-2B99-D021-ADB3-3C84A2E08D68}"/>
                </a:ext>
              </a:extLst>
            </p:cNvPr>
            <p:cNvCxnSpPr>
              <a:cxnSpLocks/>
            </p:cNvCxnSpPr>
            <p:nvPr/>
          </p:nvCxnSpPr>
          <p:spPr>
            <a:xfrm>
              <a:off x="3782201" y="5595639"/>
              <a:ext cx="0" cy="9244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CA7B7D5F-2B92-9381-64AD-E020AB9AB5BD}"/>
                </a:ext>
              </a:extLst>
            </p:cNvPr>
            <p:cNvCxnSpPr>
              <a:cxnSpLocks/>
            </p:cNvCxnSpPr>
            <p:nvPr/>
          </p:nvCxnSpPr>
          <p:spPr>
            <a:xfrm>
              <a:off x="2135284" y="5595639"/>
              <a:ext cx="0" cy="9244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2" name="文本框 261">
                  <a:extLst>
                    <a:ext uri="{FF2B5EF4-FFF2-40B4-BE49-F238E27FC236}">
                      <a16:creationId xmlns:a16="http://schemas.microsoft.com/office/drawing/2014/main" id="{5FB9E17E-E298-69B1-DB84-4E5C9B8B296D}"/>
                    </a:ext>
                  </a:extLst>
                </p:cNvPr>
                <p:cNvSpPr txBox="1"/>
                <p:nvPr/>
              </p:nvSpPr>
              <p:spPr>
                <a:xfrm>
                  <a:off x="3140792" y="5179870"/>
                  <a:ext cx="47338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2" name="文本框 261">
                  <a:extLst>
                    <a:ext uri="{FF2B5EF4-FFF2-40B4-BE49-F238E27FC236}">
                      <a16:creationId xmlns:a16="http://schemas.microsoft.com/office/drawing/2014/main" id="{5FB9E17E-E298-69B1-DB84-4E5C9B8B29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0792" y="5179870"/>
                  <a:ext cx="473382" cy="461665"/>
                </a:xfrm>
                <a:prstGeom prst="rect">
                  <a:avLst/>
                </a:prstGeom>
                <a:blipFill>
                  <a:blip r:embed="rId33"/>
                  <a:stretch>
                    <a:fillRect l="-2564" r="-141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3" name="文本框 262">
                  <a:extLst>
                    <a:ext uri="{FF2B5EF4-FFF2-40B4-BE49-F238E27FC236}">
                      <a16:creationId xmlns:a16="http://schemas.microsoft.com/office/drawing/2014/main" id="{3463308E-2F75-8901-7E88-AB2D6B1795A4}"/>
                    </a:ext>
                  </a:extLst>
                </p:cNvPr>
                <p:cNvSpPr txBox="1"/>
                <p:nvPr/>
              </p:nvSpPr>
              <p:spPr>
                <a:xfrm>
                  <a:off x="3962174" y="5179870"/>
                  <a:ext cx="47338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3" name="文本框 262">
                  <a:extLst>
                    <a:ext uri="{FF2B5EF4-FFF2-40B4-BE49-F238E27FC236}">
                      <a16:creationId xmlns:a16="http://schemas.microsoft.com/office/drawing/2014/main" id="{3463308E-2F75-8901-7E88-AB2D6B1795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2174" y="5179870"/>
                  <a:ext cx="473382" cy="461665"/>
                </a:xfrm>
                <a:prstGeom prst="rect">
                  <a:avLst/>
                </a:prstGeom>
                <a:blipFill>
                  <a:blip r:embed="rId34"/>
                  <a:stretch>
                    <a:fillRect l="-3846" r="-128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F4641502-5410-3905-DD63-F49443D71705}"/>
                    </a:ext>
                  </a:extLst>
                </p:cNvPr>
                <p:cNvSpPr txBox="1"/>
                <p:nvPr/>
              </p:nvSpPr>
              <p:spPr>
                <a:xfrm>
                  <a:off x="646052" y="5120658"/>
                  <a:ext cx="45070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F4641502-5410-3905-DD63-F49443D717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052" y="5120658"/>
                  <a:ext cx="450705" cy="523220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8911E0C9-22F9-F273-B7A5-764B6C5E38C1}"/>
                    </a:ext>
                  </a:extLst>
                </p:cNvPr>
                <p:cNvSpPr txBox="1"/>
                <p:nvPr/>
              </p:nvSpPr>
              <p:spPr>
                <a:xfrm>
                  <a:off x="979742" y="5594870"/>
                  <a:ext cx="33390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8911E0C9-22F9-F273-B7A5-764B6C5E38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742" y="5594870"/>
                  <a:ext cx="333907" cy="461665"/>
                </a:xfrm>
                <a:prstGeom prst="rect">
                  <a:avLst/>
                </a:prstGeom>
                <a:blipFill>
                  <a:blip r:embed="rId36"/>
                  <a:stretch>
                    <a:fillRect l="-5556" r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文本框 265">
                  <a:extLst>
                    <a:ext uri="{FF2B5EF4-FFF2-40B4-BE49-F238E27FC236}">
                      <a16:creationId xmlns:a16="http://schemas.microsoft.com/office/drawing/2014/main" id="{4E07210B-BE52-60AF-CBF1-DD7A35EF029F}"/>
                    </a:ext>
                  </a:extLst>
                </p:cNvPr>
                <p:cNvSpPr txBox="1"/>
                <p:nvPr/>
              </p:nvSpPr>
              <p:spPr>
                <a:xfrm>
                  <a:off x="1312433" y="6058440"/>
                  <a:ext cx="818698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6" name="文本框 265">
                  <a:extLst>
                    <a:ext uri="{FF2B5EF4-FFF2-40B4-BE49-F238E27FC236}">
                      <a16:creationId xmlns:a16="http://schemas.microsoft.com/office/drawing/2014/main" id="{4E07210B-BE52-60AF-CBF1-DD7A35EF02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2433" y="6058440"/>
                  <a:ext cx="818698" cy="462434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951CCB70-2BD7-65F9-3EB5-590BE9E88814}"/>
                    </a:ext>
                  </a:extLst>
                </p:cNvPr>
                <p:cNvSpPr txBox="1"/>
                <p:nvPr/>
              </p:nvSpPr>
              <p:spPr>
                <a:xfrm>
                  <a:off x="2134068" y="6058440"/>
                  <a:ext cx="81869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951CCB70-2BD7-65F9-3EB5-590BE9E888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068" y="6058440"/>
                  <a:ext cx="818698" cy="461665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FADE34A0-3006-5A25-889B-063EE743D855}"/>
                    </a:ext>
                  </a:extLst>
                </p:cNvPr>
                <p:cNvSpPr txBox="1"/>
                <p:nvPr/>
              </p:nvSpPr>
              <p:spPr>
                <a:xfrm>
                  <a:off x="2959350" y="6058440"/>
                  <a:ext cx="81869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FADE34A0-3006-5A25-889B-063EE743D8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9350" y="6058440"/>
                  <a:ext cx="818698" cy="461665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2986BB43-82AB-1B7E-F6BB-5173DA7A8400}"/>
                    </a:ext>
                  </a:extLst>
                </p:cNvPr>
                <p:cNvSpPr txBox="1"/>
                <p:nvPr/>
              </p:nvSpPr>
              <p:spPr>
                <a:xfrm>
                  <a:off x="3780985" y="6058440"/>
                  <a:ext cx="818698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2986BB43-82AB-1B7E-F6BB-5173DA7A84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985" y="6058440"/>
                  <a:ext cx="818698" cy="462434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DCFCBAAF-F52B-28F6-81B0-90A5443E5C3D}"/>
                </a:ext>
              </a:extLst>
            </p:cNvPr>
            <p:cNvCxnSpPr>
              <a:cxnSpLocks/>
              <a:stCxn id="253" idx="0"/>
              <a:endCxn id="253" idx="2"/>
            </p:cNvCxnSpPr>
            <p:nvPr/>
          </p:nvCxnSpPr>
          <p:spPr>
            <a:xfrm>
              <a:off x="2959349" y="5595639"/>
              <a:ext cx="0" cy="9244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200FAF18-14CC-DF08-ACEA-76A3147F4903}"/>
                </a:ext>
              </a:extLst>
            </p:cNvPr>
            <p:cNvCxnSpPr>
              <a:cxnSpLocks/>
              <a:stCxn id="253" idx="1"/>
              <a:endCxn id="253" idx="3"/>
            </p:cNvCxnSpPr>
            <p:nvPr/>
          </p:nvCxnSpPr>
          <p:spPr>
            <a:xfrm>
              <a:off x="1312433" y="6057872"/>
              <a:ext cx="329383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文本框 271">
                  <a:extLst>
                    <a:ext uri="{FF2B5EF4-FFF2-40B4-BE49-F238E27FC236}">
                      <a16:creationId xmlns:a16="http://schemas.microsoft.com/office/drawing/2014/main" id="{FDDDAFC8-2F56-45F9-36FF-0646948F011E}"/>
                    </a:ext>
                  </a:extLst>
                </p:cNvPr>
                <p:cNvSpPr txBox="1"/>
                <p:nvPr/>
              </p:nvSpPr>
              <p:spPr>
                <a:xfrm>
                  <a:off x="979134" y="6058439"/>
                  <a:ext cx="33390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72" name="文本框 271">
                  <a:extLst>
                    <a:ext uri="{FF2B5EF4-FFF2-40B4-BE49-F238E27FC236}">
                      <a16:creationId xmlns:a16="http://schemas.microsoft.com/office/drawing/2014/main" id="{FDDDAFC8-2F56-45F9-36FF-0646948F01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134" y="6058439"/>
                  <a:ext cx="333907" cy="461665"/>
                </a:xfrm>
                <a:prstGeom prst="rect">
                  <a:avLst/>
                </a:prstGeom>
                <a:blipFill>
                  <a:blip r:embed="rId41"/>
                  <a:stretch>
                    <a:fillRect l="-5556" r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文本框 272">
                  <a:extLst>
                    <a:ext uri="{FF2B5EF4-FFF2-40B4-BE49-F238E27FC236}">
                      <a16:creationId xmlns:a16="http://schemas.microsoft.com/office/drawing/2014/main" id="{714AAAE0-F9A1-9A5D-D92D-487DB547833A}"/>
                    </a:ext>
                  </a:extLst>
                </p:cNvPr>
                <p:cNvSpPr txBox="1"/>
                <p:nvPr/>
              </p:nvSpPr>
              <p:spPr>
                <a:xfrm>
                  <a:off x="421959" y="4689929"/>
                  <a:ext cx="45070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3" name="文本框 272">
                  <a:extLst>
                    <a:ext uri="{FF2B5EF4-FFF2-40B4-BE49-F238E27FC236}">
                      <a16:creationId xmlns:a16="http://schemas.microsoft.com/office/drawing/2014/main" id="{714AAAE0-F9A1-9A5D-D92D-487DB54783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959" y="4689929"/>
                  <a:ext cx="450705" cy="523220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文本框 275">
                <a:extLst>
                  <a:ext uri="{FF2B5EF4-FFF2-40B4-BE49-F238E27FC236}">
                    <a16:creationId xmlns:a16="http://schemas.microsoft.com/office/drawing/2014/main" id="{8E8BC4B9-852F-0AA1-008D-40E38ED10BAE}"/>
                  </a:ext>
                </a:extLst>
              </p:cNvPr>
              <p:cNvSpPr txBox="1"/>
              <p:nvPr/>
            </p:nvSpPr>
            <p:spPr>
              <a:xfrm>
                <a:off x="1570284" y="6144464"/>
                <a:ext cx="8072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6" name="文本框 275">
                <a:extLst>
                  <a:ext uri="{FF2B5EF4-FFF2-40B4-BE49-F238E27FC236}">
                    <a16:creationId xmlns:a16="http://schemas.microsoft.com/office/drawing/2014/main" id="{8E8BC4B9-852F-0AA1-008D-40E38ED10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284" y="6144464"/>
                <a:ext cx="807200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文本框 276">
                <a:extLst>
                  <a:ext uri="{FF2B5EF4-FFF2-40B4-BE49-F238E27FC236}">
                    <a16:creationId xmlns:a16="http://schemas.microsoft.com/office/drawing/2014/main" id="{49E9B18B-BE20-B7E5-E76A-4352FE0C8C00}"/>
                  </a:ext>
                </a:extLst>
              </p:cNvPr>
              <p:cNvSpPr txBox="1"/>
              <p:nvPr/>
            </p:nvSpPr>
            <p:spPr>
              <a:xfrm>
                <a:off x="2377484" y="6145149"/>
                <a:ext cx="84010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7" name="文本框 276">
                <a:extLst>
                  <a:ext uri="{FF2B5EF4-FFF2-40B4-BE49-F238E27FC236}">
                    <a16:creationId xmlns:a16="http://schemas.microsoft.com/office/drawing/2014/main" id="{49E9B18B-BE20-B7E5-E76A-4352FE0C8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84" y="6145149"/>
                <a:ext cx="840101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文本框 277">
                <a:extLst>
                  <a:ext uri="{FF2B5EF4-FFF2-40B4-BE49-F238E27FC236}">
                    <a16:creationId xmlns:a16="http://schemas.microsoft.com/office/drawing/2014/main" id="{9387F7F0-3EF8-AFF8-715D-66608ACDFC56}"/>
                  </a:ext>
                </a:extLst>
              </p:cNvPr>
              <p:cNvSpPr txBox="1"/>
              <p:nvPr/>
            </p:nvSpPr>
            <p:spPr>
              <a:xfrm>
                <a:off x="3218490" y="6145149"/>
                <a:ext cx="8072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8" name="文本框 277">
                <a:extLst>
                  <a:ext uri="{FF2B5EF4-FFF2-40B4-BE49-F238E27FC236}">
                    <a16:creationId xmlns:a16="http://schemas.microsoft.com/office/drawing/2014/main" id="{9387F7F0-3EF8-AFF8-715D-66608ACDF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490" y="6145149"/>
                <a:ext cx="807200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文本框 278">
                <a:extLst>
                  <a:ext uri="{FF2B5EF4-FFF2-40B4-BE49-F238E27FC236}">
                    <a16:creationId xmlns:a16="http://schemas.microsoft.com/office/drawing/2014/main" id="{17E74910-CC5A-71B8-CC60-67DD66698FE4}"/>
                  </a:ext>
                </a:extLst>
              </p:cNvPr>
              <p:cNvSpPr txBox="1"/>
              <p:nvPr/>
            </p:nvSpPr>
            <p:spPr>
              <a:xfrm>
                <a:off x="4023879" y="6142152"/>
                <a:ext cx="84281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9" name="文本框 278">
                <a:extLst>
                  <a:ext uri="{FF2B5EF4-FFF2-40B4-BE49-F238E27FC236}">
                    <a16:creationId xmlns:a16="http://schemas.microsoft.com/office/drawing/2014/main" id="{17E74910-CC5A-71B8-CC60-67DD66698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879" y="6142152"/>
                <a:ext cx="842812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文本框 279">
                <a:extLst>
                  <a:ext uri="{FF2B5EF4-FFF2-40B4-BE49-F238E27FC236}">
                    <a16:creationId xmlns:a16="http://schemas.microsoft.com/office/drawing/2014/main" id="{F4ED2F23-0273-C209-207A-29A1C76F6D39}"/>
                  </a:ext>
                </a:extLst>
              </p:cNvPr>
              <p:cNvSpPr txBox="1"/>
              <p:nvPr/>
            </p:nvSpPr>
            <p:spPr>
              <a:xfrm>
                <a:off x="360001" y="1800000"/>
                <a:ext cx="4615694" cy="524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80" name="文本框 279">
                <a:extLst>
                  <a:ext uri="{FF2B5EF4-FFF2-40B4-BE49-F238E27FC236}">
                    <a16:creationId xmlns:a16="http://schemas.microsoft.com/office/drawing/2014/main" id="{F4ED2F23-0273-C209-207A-29A1C76F6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1800000"/>
                <a:ext cx="4615694" cy="524118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文本框 280">
                <a:extLst>
                  <a:ext uri="{FF2B5EF4-FFF2-40B4-BE49-F238E27FC236}">
                    <a16:creationId xmlns:a16="http://schemas.microsoft.com/office/drawing/2014/main" id="{3389AA46-358E-57BD-442D-8E6FCAEC19A1}"/>
                  </a:ext>
                </a:extLst>
              </p:cNvPr>
              <p:cNvSpPr txBox="1"/>
              <p:nvPr/>
            </p:nvSpPr>
            <p:spPr>
              <a:xfrm>
                <a:off x="360001" y="3384000"/>
                <a:ext cx="2886120" cy="524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81" name="文本框 280">
                <a:extLst>
                  <a:ext uri="{FF2B5EF4-FFF2-40B4-BE49-F238E27FC236}">
                    <a16:creationId xmlns:a16="http://schemas.microsoft.com/office/drawing/2014/main" id="{3389AA46-358E-57BD-442D-8E6FCAEC1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3384000"/>
                <a:ext cx="2886120" cy="524118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文本框 282">
                <a:extLst>
                  <a:ext uri="{FF2B5EF4-FFF2-40B4-BE49-F238E27FC236}">
                    <a16:creationId xmlns:a16="http://schemas.microsoft.com/office/drawing/2014/main" id="{0DE0053B-0FD7-2E17-594A-B1CD1A3B7EE8}"/>
                  </a:ext>
                </a:extLst>
              </p:cNvPr>
              <p:cNvSpPr txBox="1"/>
              <p:nvPr/>
            </p:nvSpPr>
            <p:spPr>
              <a:xfrm>
                <a:off x="1884776" y="6147266"/>
                <a:ext cx="8072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3" name="文本框 282">
                <a:extLst>
                  <a:ext uri="{FF2B5EF4-FFF2-40B4-BE49-F238E27FC236}">
                    <a16:creationId xmlns:a16="http://schemas.microsoft.com/office/drawing/2014/main" id="{0DE0053B-0FD7-2E17-594A-B1CD1A3B7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776" y="6147266"/>
                <a:ext cx="807200" cy="400110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文本框 283">
                <a:extLst>
                  <a:ext uri="{FF2B5EF4-FFF2-40B4-BE49-F238E27FC236}">
                    <a16:creationId xmlns:a16="http://schemas.microsoft.com/office/drawing/2014/main" id="{471EB5B1-C454-212B-BA3C-97FBEBF3DD8F}"/>
                  </a:ext>
                </a:extLst>
              </p:cNvPr>
              <p:cNvSpPr txBox="1"/>
              <p:nvPr/>
            </p:nvSpPr>
            <p:spPr>
              <a:xfrm>
                <a:off x="2667364" y="6147297"/>
                <a:ext cx="8410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zh-CN" alt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4" name="文本框 283">
                <a:extLst>
                  <a:ext uri="{FF2B5EF4-FFF2-40B4-BE49-F238E27FC236}">
                    <a16:creationId xmlns:a16="http://schemas.microsoft.com/office/drawing/2014/main" id="{471EB5B1-C454-212B-BA3C-97FBEBF3D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64" y="6147297"/>
                <a:ext cx="841006" cy="4001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文本框 284">
                <a:extLst>
                  <a:ext uri="{FF2B5EF4-FFF2-40B4-BE49-F238E27FC236}">
                    <a16:creationId xmlns:a16="http://schemas.microsoft.com/office/drawing/2014/main" id="{6BD2A606-6166-3FD0-E567-FA8F83C5B737}"/>
                  </a:ext>
                </a:extLst>
              </p:cNvPr>
              <p:cNvSpPr txBox="1"/>
              <p:nvPr/>
            </p:nvSpPr>
            <p:spPr>
              <a:xfrm>
                <a:off x="4357689" y="6147266"/>
                <a:ext cx="807201" cy="4008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85" name="文本框 284">
                <a:extLst>
                  <a:ext uri="{FF2B5EF4-FFF2-40B4-BE49-F238E27FC236}">
                    <a16:creationId xmlns:a16="http://schemas.microsoft.com/office/drawing/2014/main" id="{6BD2A606-6166-3FD0-E567-FA8F83C5B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7689" y="6147266"/>
                <a:ext cx="807201" cy="400815"/>
              </a:xfrm>
              <a:prstGeom prst="rect">
                <a:avLst/>
              </a:prstGeom>
              <a:blipFill>
                <a:blip r:embed="rId51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" name="矩形 285">
            <a:extLst>
              <a:ext uri="{FF2B5EF4-FFF2-40B4-BE49-F238E27FC236}">
                <a16:creationId xmlns:a16="http://schemas.microsoft.com/office/drawing/2014/main" id="{230F262A-53B7-D580-9B21-CB7FA0464DA5}"/>
              </a:ext>
            </a:extLst>
          </p:cNvPr>
          <p:cNvSpPr/>
          <p:nvPr/>
        </p:nvSpPr>
        <p:spPr>
          <a:xfrm>
            <a:off x="1872055" y="5277044"/>
            <a:ext cx="491434" cy="7928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D56BE9A4-6BDE-0982-2E5F-7A2A4FA4395B}"/>
              </a:ext>
            </a:extLst>
          </p:cNvPr>
          <p:cNvSpPr/>
          <p:nvPr/>
        </p:nvSpPr>
        <p:spPr>
          <a:xfrm>
            <a:off x="2695264" y="5738710"/>
            <a:ext cx="491434" cy="331574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AD056EF1-7053-B9B1-AB60-EF07BFE14166}"/>
              </a:ext>
            </a:extLst>
          </p:cNvPr>
          <p:cNvSpPr/>
          <p:nvPr/>
        </p:nvSpPr>
        <p:spPr>
          <a:xfrm>
            <a:off x="4343015" y="5277044"/>
            <a:ext cx="491434" cy="331574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95DC6661-2C6C-B47E-4866-284B1719EB3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数据选择器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组合逻辑函数实现</a:t>
            </a:r>
            <a:endParaRPr lang="zh-CN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8EB918F-4A72-1E90-7E60-525C2EB5F36A}"/>
                  </a:ext>
                </a:extLst>
              </p:cNvPr>
              <p:cNvSpPr txBox="1"/>
              <p:nvPr/>
            </p:nvSpPr>
            <p:spPr>
              <a:xfrm>
                <a:off x="3678954" y="6145962"/>
                <a:ext cx="59896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000" b="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8EB918F-4A72-1E90-7E60-525C2EB5F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954" y="6145962"/>
                <a:ext cx="598960" cy="400110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494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226" grpId="0"/>
      <p:bldP spid="276" grpId="0"/>
      <p:bldP spid="277" grpId="0"/>
      <p:bldP spid="278" grpId="0"/>
      <p:bldP spid="279" grpId="0"/>
      <p:bldP spid="280" grpId="0"/>
      <p:bldP spid="281" grpId="0"/>
      <p:bldP spid="283" grpId="0"/>
      <p:bldP spid="284" grpId="0"/>
      <p:bldP spid="285" grpId="0"/>
      <p:bldP spid="286" grpId="0" animBg="1"/>
      <p:bldP spid="287" grpId="0" animBg="1"/>
      <p:bldP spid="288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6C91626D-937C-BC68-8A64-38A6120BB70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作业</a:t>
            </a:r>
            <a:endParaRPr lang="zh-CN" altLang="en-US" sz="3000" dirty="0">
              <a:solidFill>
                <a:srgbClr val="FFFF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1E001A4-80E4-B7E4-4EBC-ED5CE8E55012}"/>
              </a:ext>
            </a:extLst>
          </p:cNvPr>
          <p:cNvSpPr txBox="1"/>
          <p:nvPr/>
        </p:nvSpPr>
        <p:spPr>
          <a:xfrm>
            <a:off x="360001" y="828000"/>
            <a:ext cx="4977544" cy="4152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电子技术基础（数字部分）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日的作业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P213 - 214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4.4.15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4.4.18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4.4.20 (2)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4.4.24 (2)</a:t>
            </a:r>
          </a:p>
        </p:txBody>
      </p:sp>
    </p:spTree>
    <p:extLst>
      <p:ext uri="{BB962C8B-B14F-4D97-AF65-F5344CB8AC3E}">
        <p14:creationId xmlns:p14="http://schemas.microsoft.com/office/powerpoint/2010/main" val="184151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13268</TotalTime>
  <Words>1172</Words>
  <Application>Microsoft Office PowerPoint</Application>
  <PresentationFormat>宽屏</PresentationFormat>
  <Paragraphs>366</Paragraphs>
  <Slides>13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等线</vt:lpstr>
      <vt:lpstr>微软雅黑</vt:lpstr>
      <vt:lpstr>微软雅黑</vt:lpstr>
      <vt:lpstr>Arial</vt:lpstr>
      <vt:lpstr>Cambria Math</vt:lpstr>
      <vt:lpstr>Candara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QF</cp:lastModifiedBy>
  <cp:revision>749</cp:revision>
  <dcterms:created xsi:type="dcterms:W3CDTF">2024-12-23T04:28:42Z</dcterms:created>
  <dcterms:modified xsi:type="dcterms:W3CDTF">2025-10-11T13:10:49Z</dcterms:modified>
</cp:coreProperties>
</file>