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354" r:id="rId2"/>
    <p:sldId id="6935" r:id="rId3"/>
    <p:sldId id="7039" r:id="rId4"/>
    <p:sldId id="7041" r:id="rId5"/>
    <p:sldId id="7044" r:id="rId6"/>
    <p:sldId id="7046" r:id="rId7"/>
    <p:sldId id="7048" r:id="rId8"/>
    <p:sldId id="7047" r:id="rId9"/>
    <p:sldId id="7049" r:id="rId10"/>
    <p:sldId id="7050" r:id="rId11"/>
    <p:sldId id="7051" r:id="rId12"/>
    <p:sldId id="7052" r:id="rId13"/>
    <p:sldId id="7053" r:id="rId14"/>
    <p:sldId id="7057" r:id="rId15"/>
    <p:sldId id="7055" r:id="rId16"/>
    <p:sldId id="7054" r:id="rId17"/>
    <p:sldId id="7058" r:id="rId18"/>
    <p:sldId id="700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6" autoAdjust="0"/>
    <p:restoredTop sz="73909" autoAdjust="0"/>
  </p:normalViewPr>
  <p:slideViewPr>
    <p:cSldViewPr snapToGrid="0">
      <p:cViewPr varScale="1">
        <p:scale>
          <a:sx n="71" d="100"/>
          <a:sy n="71" d="100"/>
        </p:scale>
        <p:origin x="9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、掌握锁存器、触发器的电路结构和工作原理</a:t>
            </a:r>
          </a:p>
          <a:p>
            <a:pPr eaLnBrk="1" hangingPunct="1"/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、熟练掌握 </a:t>
            </a:r>
            <a:r>
              <a:rPr lang="en-US" altLang="zh-CN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SR </a:t>
            </a:r>
            <a:r>
              <a:rPr lang="zh-CN" altLang="en-US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触发器、</a:t>
            </a:r>
            <a:r>
              <a:rPr lang="en-US" altLang="zh-CN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JK </a:t>
            </a:r>
            <a:r>
              <a:rPr lang="zh-CN" altLang="en-US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触发器、</a:t>
            </a:r>
            <a:r>
              <a:rPr lang="en-US" altLang="zh-CN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D </a:t>
            </a:r>
            <a:r>
              <a:rPr lang="zh-CN" altLang="en-US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触发器及 </a:t>
            </a:r>
            <a:r>
              <a:rPr lang="en-US" altLang="zh-CN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 sz="1200" i="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的逻辑功能</a:t>
            </a:r>
            <a:endParaRPr lang="en-US" altLang="zh-CN" sz="1200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、正确理解锁存器、触发器</a:t>
            </a:r>
            <a:r>
              <a:rPr lang="zh-CN" altLang="en-US" sz="1200">
                <a:solidFill>
                  <a:srgbClr val="000066"/>
                </a:solidFill>
                <a:latin typeface="Times New Roman" panose="02020603050405020304" pitchFamily="18" charset="0"/>
              </a:rPr>
              <a:t>的动态特性</a:t>
            </a:r>
            <a:endParaRPr lang="en-US" altLang="zh-CN" sz="1200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其特点为：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① 逻辑电路通常包括组合电路和记忆电路两部分，记忆电路是必不可少的；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② 电路的输出不仅决定于当时的输入，而且与过去的输入有关，有记忆能力。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8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66"/>
                </a:solidFill>
              </a:rPr>
              <a:t>锁存器和触发器都是具有存储功能的逻辑电路，是构成时序电路的基本逻辑单元（之后会介绍时序电路）</a:t>
            </a:r>
            <a:endParaRPr lang="en-US" altLang="zh-CN" dirty="0">
              <a:solidFill>
                <a:srgbClr val="000066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其特点为：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① 时序逻辑电路通常包括组合电路和记忆电路两部分，记忆电路是必不可少的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② 电路的输出不仅决定于当时的输入，而且与过去的输入有关，有记忆能力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marL="228600" indent="-228600" eaLnBrk="1" hangingPunct="1"/>
            <a:endParaRPr lang="en-US" altLang="zh-CN" dirty="0">
              <a:solidFill>
                <a:srgbClr val="000066"/>
              </a:solidFill>
            </a:endParaRP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每个锁存器或触发器都能存储 </a:t>
            </a:r>
            <a:r>
              <a:rPr lang="en-US" altLang="zh-CN" dirty="0">
                <a:solidFill>
                  <a:srgbClr val="000066"/>
                </a:solidFill>
              </a:rPr>
              <a:t>1 </a:t>
            </a:r>
            <a:r>
              <a:rPr lang="zh-CN" altLang="en-US" dirty="0">
                <a:solidFill>
                  <a:srgbClr val="000066"/>
                </a:solidFill>
              </a:rPr>
              <a:t>位二值信息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锁存器是对脉冲电平敏感的电路，它们在一定电平作用下改变状态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触发器是对时钟脉冲边沿敏感的电路，它们在时钟脉冲的上升沿或下降沿作用下改变状态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触发器按逻辑功能分类有 </a:t>
            </a:r>
            <a:r>
              <a:rPr lang="en-US" altLang="zh-CN" dirty="0">
                <a:solidFill>
                  <a:srgbClr val="000066"/>
                </a:solidFill>
              </a:rPr>
              <a:t>D </a:t>
            </a:r>
            <a:r>
              <a:rPr lang="zh-CN" altLang="en-US" dirty="0">
                <a:solidFill>
                  <a:srgbClr val="000066"/>
                </a:solidFill>
              </a:rPr>
              <a:t>触发器、</a:t>
            </a:r>
            <a:r>
              <a:rPr lang="en-US" altLang="zh-CN" dirty="0">
                <a:solidFill>
                  <a:srgbClr val="000066"/>
                </a:solidFill>
              </a:rPr>
              <a:t>JK </a:t>
            </a:r>
            <a:r>
              <a:rPr lang="zh-CN" altLang="en-US" dirty="0">
                <a:solidFill>
                  <a:srgbClr val="000066"/>
                </a:solidFill>
              </a:rPr>
              <a:t>触发器、</a:t>
            </a:r>
            <a:r>
              <a:rPr lang="en-US" altLang="zh-CN" dirty="0">
                <a:solidFill>
                  <a:srgbClr val="000066"/>
                </a:solidFill>
              </a:rPr>
              <a:t>T</a:t>
            </a:r>
            <a:r>
              <a:rPr lang="zh-CN" altLang="en-US" dirty="0">
                <a:solidFill>
                  <a:srgbClr val="000066"/>
                </a:solidFill>
              </a:rPr>
              <a:t>（</a:t>
            </a:r>
            <a:r>
              <a:rPr lang="en-US" altLang="zh-CN" dirty="0">
                <a:solidFill>
                  <a:srgbClr val="000066"/>
                </a:solidFill>
              </a:rPr>
              <a:t>T‘</a:t>
            </a:r>
            <a:r>
              <a:rPr lang="zh-CN" altLang="en-US" dirty="0">
                <a:solidFill>
                  <a:srgbClr val="000066"/>
                </a:solidFill>
              </a:rPr>
              <a:t>）触发器和 </a:t>
            </a:r>
            <a:r>
              <a:rPr lang="en-US" altLang="zh-CN" dirty="0">
                <a:solidFill>
                  <a:srgbClr val="000066"/>
                </a:solidFill>
              </a:rPr>
              <a:t>SR </a:t>
            </a:r>
            <a:r>
              <a:rPr lang="zh-CN" altLang="en-US" dirty="0">
                <a:solidFill>
                  <a:srgbClr val="000066"/>
                </a:solidFill>
              </a:rPr>
              <a:t>触发器。它们的功能可用特性表、特性方程和状态图来描述</a:t>
            </a:r>
            <a:endParaRPr lang="en-US" altLang="zh-CN" dirty="0">
              <a:solidFill>
                <a:srgbClr val="000066"/>
              </a:solidFill>
            </a:endParaRP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触发器的电路结构与逻辑功能没有必然联系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96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SR</a:t>
            </a:r>
            <a:r>
              <a:rPr lang="zh-CN" altLang="en-US" dirty="0"/>
              <a:t> 锁存器可以实现最基本的数据保持、置 </a:t>
            </a:r>
            <a:r>
              <a:rPr lang="en-US" altLang="zh-CN" dirty="0"/>
              <a:t>0 </a:t>
            </a:r>
            <a:r>
              <a:rPr lang="zh-CN" altLang="en-US" dirty="0"/>
              <a:t>和置 </a:t>
            </a:r>
            <a:r>
              <a:rPr lang="en-US" altLang="zh-CN" dirty="0"/>
              <a:t>1 </a:t>
            </a:r>
            <a:r>
              <a:rPr lang="zh-CN" altLang="en-US" dirty="0"/>
              <a:t>的功能，因此实际中它们是用于存储单元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用或非门构成的 </a:t>
            </a:r>
            <a:r>
              <a:rPr lang="en-US" altLang="zh-CN" dirty="0"/>
              <a:t>SR </a:t>
            </a:r>
            <a:r>
              <a:rPr lang="zh-CN" altLang="en-US" dirty="0"/>
              <a:t>锁存器，约束条件是 </a:t>
            </a:r>
            <a:r>
              <a:rPr lang="en-US" altLang="zh-CN" dirty="0"/>
              <a:t>SR = 0</a:t>
            </a:r>
          </a:p>
          <a:p>
            <a:endParaRPr lang="en-US" altLang="zh-CN" dirty="0"/>
          </a:p>
          <a:p>
            <a:r>
              <a:rPr lang="en-US" altLang="zh-CN" dirty="0"/>
              <a:t>S </a:t>
            </a:r>
            <a:r>
              <a:rPr lang="zh-CN" altLang="en-US" dirty="0"/>
              <a:t>和 </a:t>
            </a:r>
            <a:r>
              <a:rPr lang="en-US" altLang="zh-CN" dirty="0"/>
              <a:t>R </a:t>
            </a:r>
            <a:r>
              <a:rPr lang="zh-CN" altLang="en-US" dirty="0"/>
              <a:t>不是同时从</a:t>
            </a:r>
            <a:r>
              <a:rPr lang="en-US" altLang="zh-CN" dirty="0"/>
              <a:t> 1 </a:t>
            </a:r>
            <a:r>
              <a:rPr lang="zh-CN" altLang="en-US" dirty="0"/>
              <a:t>跳变到 </a:t>
            </a:r>
            <a:r>
              <a:rPr lang="en-US" altLang="zh-CN" dirty="0"/>
              <a:t>0 </a:t>
            </a:r>
            <a:r>
              <a:rPr lang="zh-CN" altLang="en-US" dirty="0"/>
              <a:t>时，锁存器的状态能估计得出来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761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846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用与非门构成的 </a:t>
            </a:r>
            <a:r>
              <a:rPr lang="en-US" altLang="zh-CN" dirty="0"/>
              <a:t>SR </a:t>
            </a:r>
            <a:r>
              <a:rPr lang="zh-CN" altLang="en-US" dirty="0"/>
              <a:t>锁存器，约束条件是 </a:t>
            </a:r>
            <a:r>
              <a:rPr lang="en-US" altLang="zh-CN" dirty="0"/>
              <a:t>/S + /R = 1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360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可用等效电路推理得到与非门构成得逻辑图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795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虽然可直接避免非定义状态，但同时也损失掉了在 </a:t>
            </a:r>
            <a:r>
              <a:rPr lang="en-US" altLang="zh-CN" dirty="0"/>
              <a:t>E=1 </a:t>
            </a:r>
            <a:r>
              <a:rPr lang="zh-CN" altLang="en-US" dirty="0"/>
              <a:t>时让 </a:t>
            </a:r>
            <a:r>
              <a:rPr lang="en-US" altLang="zh-CN" dirty="0"/>
              <a:t>Q </a:t>
            </a:r>
            <a:r>
              <a:rPr lang="zh-CN" altLang="en-US" dirty="0"/>
              <a:t>和 </a:t>
            </a:r>
            <a:r>
              <a:rPr lang="en-US" altLang="zh-CN" dirty="0"/>
              <a:t>/Q </a:t>
            </a:r>
            <a:r>
              <a:rPr lang="zh-CN" altLang="en-US" dirty="0"/>
              <a:t>保持的功能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 </a:t>
            </a:r>
            <a:r>
              <a:rPr lang="zh-CN" altLang="en-US" dirty="0"/>
              <a:t>锁存器的实现形式可有多种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167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172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现代集成电路的发展就是要在控制功耗的前提下追求“反应速度”，以保证系统能适应更快的外部信号变化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972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50.png"/><Relationship Id="rId2" Type="http://schemas.openxmlformats.org/officeDocument/2006/relationships/image" Target="../media/image9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40.png"/><Relationship Id="rId5" Type="http://schemas.openxmlformats.org/officeDocument/2006/relationships/image" Target="../media/image12.png"/><Relationship Id="rId15" Type="http://schemas.openxmlformats.org/officeDocument/2006/relationships/image" Target="../media/image18.png"/><Relationship Id="rId4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30.png"/><Relationship Id="rId18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5" Type="http://schemas.openxmlformats.org/officeDocument/2006/relationships/image" Target="../media/image250.png"/><Relationship Id="rId19" Type="http://schemas.openxmlformats.org/officeDocument/2006/relationships/image" Target="../media/image27.png"/><Relationship Id="rId4" Type="http://schemas.openxmlformats.org/officeDocument/2006/relationships/image" Target="../media/image200.png"/><Relationship Id="rId9" Type="http://schemas.openxmlformats.org/officeDocument/2006/relationships/image" Target="../media/image25.png"/><Relationship Id="rId14" Type="http://schemas.openxmlformats.org/officeDocument/2006/relationships/image" Target="../media/image2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8" Type="http://schemas.openxmlformats.org/officeDocument/2006/relationships/image" Target="../media/image250.png"/><Relationship Id="rId3" Type="http://schemas.openxmlformats.org/officeDocument/2006/relationships/image" Target="../media/image200.png"/><Relationship Id="rId21" Type="http://schemas.openxmlformats.org/officeDocument/2006/relationships/image" Target="../media/image24.png"/><Relationship Id="rId7" Type="http://schemas.openxmlformats.org/officeDocument/2006/relationships/image" Target="../media/image270.png"/><Relationship Id="rId17" Type="http://schemas.openxmlformats.org/officeDocument/2006/relationships/image" Target="../media/image240.png"/><Relationship Id="rId12" Type="http://schemas.openxmlformats.org/officeDocument/2006/relationships/image" Target="../media/image30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0.png"/><Relationship Id="rId20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3.png"/><Relationship Id="rId5" Type="http://schemas.openxmlformats.org/officeDocument/2006/relationships/image" Target="../media/image22.png"/><Relationship Id="rId10" Type="http://schemas.openxmlformats.org/officeDocument/2006/relationships/image" Target="../media/image32.png"/><Relationship Id="rId19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.png"/><Relationship Id="rId18" Type="http://schemas.openxmlformats.org/officeDocument/2006/relationships/image" Target="../media/image27.png"/><Relationship Id="rId3" Type="http://schemas.openxmlformats.org/officeDocument/2006/relationships/image" Target="../media/image35.png"/><Relationship Id="rId7" Type="http://schemas.openxmlformats.org/officeDocument/2006/relationships/image" Target="../media/image34.png"/><Relationship Id="rId12" Type="http://schemas.openxmlformats.org/officeDocument/2006/relationships/image" Target="../media/image230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5" Type="http://schemas.openxmlformats.org/officeDocument/2006/relationships/image" Target="../media/image26.png"/><Relationship Id="rId19" Type="http://schemas.openxmlformats.org/officeDocument/2006/relationships/image" Target="../media/image392.png"/><Relationship Id="rId4" Type="http://schemas.openxmlformats.org/officeDocument/2006/relationships/image" Target="../media/image36.png"/><Relationship Id="rId14" Type="http://schemas.openxmlformats.org/officeDocument/2006/relationships/image" Target="../media/image2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image" Target="../media/image51.png"/><Relationship Id="rId3" Type="http://schemas.openxmlformats.org/officeDocument/2006/relationships/image" Target="../media/image391.png"/><Relationship Id="rId7" Type="http://schemas.openxmlformats.org/officeDocument/2006/relationships/image" Target="../media/image450.png"/><Relationship Id="rId12" Type="http://schemas.openxmlformats.org/officeDocument/2006/relationships/image" Target="../media/image500.png"/><Relationship Id="rId2" Type="http://schemas.openxmlformats.org/officeDocument/2006/relationships/image" Target="../media/image50.png"/><Relationship Id="rId16" Type="http://schemas.openxmlformats.org/officeDocument/2006/relationships/image" Target="../media/image4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1.png"/><Relationship Id="rId11" Type="http://schemas.openxmlformats.org/officeDocument/2006/relationships/image" Target="../media/image420.png"/><Relationship Id="rId5" Type="http://schemas.openxmlformats.org/officeDocument/2006/relationships/image" Target="../media/image411.png"/><Relationship Id="rId15" Type="http://schemas.openxmlformats.org/officeDocument/2006/relationships/image" Target="../media/image53.png"/><Relationship Id="rId10" Type="http://schemas.openxmlformats.org/officeDocument/2006/relationships/image" Target="../media/image410.png"/><Relationship Id="rId4" Type="http://schemas.openxmlformats.org/officeDocument/2006/relationships/image" Target="../media/image401.png"/><Relationship Id="rId9" Type="http://schemas.openxmlformats.org/officeDocument/2006/relationships/image" Target="../media/image400.png"/><Relationship Id="rId1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56.png"/><Relationship Id="rId3" Type="http://schemas.openxmlformats.org/officeDocument/2006/relationships/image" Target="../media/image470.png"/><Relationship Id="rId7" Type="http://schemas.openxmlformats.org/officeDocument/2006/relationships/image" Target="../media/image440.png"/><Relationship Id="rId12" Type="http://schemas.openxmlformats.org/officeDocument/2006/relationships/image" Target="../media/image54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4.png"/><Relationship Id="rId5" Type="http://schemas.openxmlformats.org/officeDocument/2006/relationships/image" Target="../media/image490.png"/><Relationship Id="rId10" Type="http://schemas.openxmlformats.org/officeDocument/2006/relationships/image" Target="../media/image63.png"/><Relationship Id="rId4" Type="http://schemas.openxmlformats.org/officeDocument/2006/relationships/image" Target="../media/image480.png"/><Relationship Id="rId9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490.png"/><Relationship Id="rId3" Type="http://schemas.openxmlformats.org/officeDocument/2006/relationships/image" Target="../media/image57.png"/><Relationship Id="rId7" Type="http://schemas.openxmlformats.org/officeDocument/2006/relationships/image" Target="../media/image65.png"/><Relationship Id="rId12" Type="http://schemas.openxmlformats.org/officeDocument/2006/relationships/image" Target="../media/image4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470.png"/><Relationship Id="rId5" Type="http://schemas.openxmlformats.org/officeDocument/2006/relationships/image" Target="../media/image59.png"/><Relationship Id="rId10" Type="http://schemas.openxmlformats.org/officeDocument/2006/relationships/image" Target="../media/image460.png"/><Relationship Id="rId4" Type="http://schemas.openxmlformats.org/officeDocument/2006/relationships/image" Target="../media/image58.png"/><Relationship Id="rId9" Type="http://schemas.openxmlformats.org/officeDocument/2006/relationships/image" Target="../media/image67.png"/><Relationship Id="rId1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73.png"/><Relationship Id="rId21" Type="http://schemas.openxmlformats.org/officeDocument/2006/relationships/image" Target="../media/image661.png"/><Relationship Id="rId7" Type="http://schemas.openxmlformats.org/officeDocument/2006/relationships/image" Target="../media/image651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2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77.png"/><Relationship Id="rId24" Type="http://schemas.openxmlformats.org/officeDocument/2006/relationships/image" Target="../media/image71.png"/><Relationship Id="rId5" Type="http://schemas.openxmlformats.org/officeDocument/2006/relationships/image" Target="../media/image75.png"/><Relationship Id="rId15" Type="http://schemas.openxmlformats.org/officeDocument/2006/relationships/image" Target="../media/image81.png"/><Relationship Id="rId23" Type="http://schemas.openxmlformats.org/officeDocument/2006/relationships/image" Target="../media/image70.png"/><Relationship Id="rId19" Type="http://schemas.openxmlformats.org/officeDocument/2006/relationships/image" Target="../media/image90.png"/><Relationship Id="rId4" Type="http://schemas.openxmlformats.org/officeDocument/2006/relationships/image" Target="../media/image68.png"/><Relationship Id="rId14" Type="http://schemas.openxmlformats.org/officeDocument/2006/relationships/image" Target="../media/image80.png"/><Relationship Id="rId22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3" Type="http://schemas.openxmlformats.org/officeDocument/2006/relationships/image" Target="../media/image85.png"/><Relationship Id="rId12" Type="http://schemas.openxmlformats.org/officeDocument/2006/relationships/image" Target="../media/image93.png"/><Relationship Id="rId17" Type="http://schemas.openxmlformats.org/officeDocument/2006/relationships/image" Target="../media/image660.png"/><Relationship Id="rId2" Type="http://schemas.openxmlformats.org/officeDocument/2006/relationships/image" Target="../media/image650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5" Type="http://schemas.openxmlformats.org/officeDocument/2006/relationships/image" Target="../media/image99.png"/><Relationship Id="rId4" Type="http://schemas.openxmlformats.org/officeDocument/2006/relationships/image" Target="../media/image86.png"/><Relationship Id="rId14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8" Type="http://schemas.openxmlformats.org/officeDocument/2006/relationships/image" Target="../media/image104.png"/><Relationship Id="rId26" Type="http://schemas.openxmlformats.org/officeDocument/2006/relationships/image" Target="../media/image661.png"/><Relationship Id="rId3" Type="http://schemas.openxmlformats.org/officeDocument/2006/relationships/image" Target="../media/image860.png"/><Relationship Id="rId21" Type="http://schemas.openxmlformats.org/officeDocument/2006/relationships/image" Target="../media/image107.png"/><Relationship Id="rId7" Type="http://schemas.openxmlformats.org/officeDocument/2006/relationships/image" Target="../media/image101.png"/><Relationship Id="rId25" Type="http://schemas.openxmlformats.org/officeDocument/2006/relationships/image" Target="../media/image651.png"/><Relationship Id="rId2" Type="http://schemas.openxmlformats.org/officeDocument/2006/relationships/image" Target="../media/image871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24" Type="http://schemas.openxmlformats.org/officeDocument/2006/relationships/image" Target="../media/image110.png"/><Relationship Id="rId5" Type="http://schemas.openxmlformats.org/officeDocument/2006/relationships/image" Target="../media/image88.png"/><Relationship Id="rId23" Type="http://schemas.openxmlformats.org/officeDocument/2006/relationships/image" Target="../media/image109.png"/><Relationship Id="rId19" Type="http://schemas.openxmlformats.org/officeDocument/2006/relationships/image" Target="../media/image105.png"/><Relationship Id="rId4" Type="http://schemas.openxmlformats.org/officeDocument/2006/relationships/image" Target="../media/image870.png"/><Relationship Id="rId9" Type="http://schemas.openxmlformats.org/officeDocument/2006/relationships/image" Target="../media/image103.png"/><Relationship Id="rId22" Type="http://schemas.openxmlformats.org/officeDocument/2006/relationships/image" Target="../media/image10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13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11" Type="http://schemas.openxmlformats.org/officeDocument/2006/relationships/image" Target="../media/image74.png"/><Relationship Id="rId5" Type="http://schemas.openxmlformats.org/officeDocument/2006/relationships/image" Target="../media/image115.png"/><Relationship Id="rId10" Type="http://schemas.openxmlformats.org/officeDocument/2006/relationships/image" Target="../media/image117.png"/><Relationship Id="rId4" Type="http://schemas.openxmlformats.org/officeDocument/2006/relationships/image" Target="../media/image114.png"/><Relationship Id="rId9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5.jp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锁存器和触发器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P220 – 231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E43770DC-B8B9-23EA-AA58-A711DFBAA32B}"/>
              </a:ext>
            </a:extLst>
          </p:cNvPr>
          <p:cNvSpPr txBox="1"/>
          <p:nvPr/>
        </p:nvSpPr>
        <p:spPr>
          <a:xfrm>
            <a:off x="1296000" y="1296000"/>
            <a:ext cx="6122276" cy="3975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基本双稳态电路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锁存器和触发器的对比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 </a:t>
            </a: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 </a:t>
            </a: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D1A83BD-976C-4B2E-428C-CE2BFB6A93C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298539F-6348-CF87-DB8B-D3377F1244A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1761DCA5-7189-58AD-28BF-F8033C06A32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3DC24FB0-6596-DA2A-3513-B36186B7320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5FFADDF-255A-64E6-ABFD-1BC3796307D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0A82B79-A882-C770-BCA4-8B8FF3114A07}"/>
              </a:ext>
            </a:extLst>
          </p:cNvPr>
          <p:cNvSpPr txBox="1"/>
          <p:nvPr/>
        </p:nvSpPr>
        <p:spPr>
          <a:xfrm>
            <a:off x="360000" y="828000"/>
            <a:ext cx="11229800" cy="1753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双稳态电路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：一旦进入一种状态，就能长期保持不变的单元电路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具有记忆存储功能，也称为双稳态存储电路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锁存器和触发器都属于双稳态电路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15A34952-36C6-4A69-0243-B3AC9D80B1A7}"/>
              </a:ext>
            </a:extLst>
          </p:cNvPr>
          <p:cNvGrpSpPr/>
          <p:nvPr/>
        </p:nvGrpSpPr>
        <p:grpSpPr>
          <a:xfrm>
            <a:off x="1618575" y="3573936"/>
            <a:ext cx="4015144" cy="1159319"/>
            <a:chOff x="5318513" y="1425797"/>
            <a:chExt cx="4015144" cy="1159319"/>
          </a:xfrm>
        </p:grpSpPr>
        <p:sp>
          <p:nvSpPr>
            <p:cNvPr id="65" name="等腰三角形 64">
              <a:extLst>
                <a:ext uri="{FF2B5EF4-FFF2-40B4-BE49-F238E27FC236}">
                  <a16:creationId xmlns:a16="http://schemas.microsoft.com/office/drawing/2014/main" id="{65A2E62C-5238-FDF9-2EA3-EAB0BB6EF8B5}"/>
                </a:ext>
              </a:extLst>
            </p:cNvPr>
            <p:cNvSpPr/>
            <p:nvPr/>
          </p:nvSpPr>
          <p:spPr>
            <a:xfrm rot="5400000">
              <a:off x="5775708" y="1861858"/>
              <a:ext cx="776833" cy="669684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2A85F87-7A38-C858-2271-6A8383A9586F}"/>
                </a:ext>
              </a:extLst>
            </p:cNvPr>
            <p:cNvSpPr/>
            <p:nvPr/>
          </p:nvSpPr>
          <p:spPr>
            <a:xfrm flipV="1">
              <a:off x="6516938" y="2133698"/>
              <a:ext cx="120599" cy="12600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94013663-FFAF-CF7D-2389-65CBB08C1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7537" y="2196699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B9DDD938-F752-0143-E497-DC6A06381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9846" y="2196699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F528BA1D-5831-FC00-2BFE-B41E41B6E773}"/>
                </a:ext>
              </a:extLst>
            </p:cNvPr>
            <p:cNvSpPr/>
            <p:nvPr/>
          </p:nvSpPr>
          <p:spPr>
            <a:xfrm rot="5400000">
              <a:off x="7084885" y="1859416"/>
              <a:ext cx="776833" cy="669684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C31A5780-C0C5-229E-C735-69FA287DE981}"/>
                </a:ext>
              </a:extLst>
            </p:cNvPr>
            <p:cNvSpPr/>
            <p:nvPr/>
          </p:nvSpPr>
          <p:spPr>
            <a:xfrm flipV="1">
              <a:off x="7826115" y="2131256"/>
              <a:ext cx="120599" cy="12600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007B6065-2A5E-AEC5-F15A-A91977D2D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6714" y="2194257"/>
              <a:ext cx="8696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CE4B5001-9520-54D4-37ED-DAE42C9479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49877" y="1827834"/>
              <a:ext cx="7612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7" name="Line 27">
              <a:extLst>
                <a:ext uri="{FF2B5EF4-FFF2-40B4-BE49-F238E27FC236}">
                  <a16:creationId xmlns:a16="http://schemas.microsoft.com/office/drawing/2014/main" id="{D21F4484-E59F-A4E9-93AF-42977643B5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318513" y="1438451"/>
              <a:ext cx="28757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35A879B5-8B2E-3E35-163C-4B7BC7F181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10668" y="1810027"/>
              <a:ext cx="7684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C1DFC81A-BCFF-F173-1FF5-13353D5481E7}"/>
                </a:ext>
              </a:extLst>
            </p:cNvPr>
            <p:cNvSpPr/>
            <p:nvPr/>
          </p:nvSpPr>
          <p:spPr>
            <a:xfrm flipV="1">
              <a:off x="8148660" y="2146706"/>
              <a:ext cx="91120" cy="9520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A471A42C-616A-B8DE-1B33-F2D41266636E}"/>
                    </a:ext>
                  </a:extLst>
                </p:cNvPr>
                <p:cNvSpPr txBox="1"/>
                <p:nvPr/>
              </p:nvSpPr>
              <p:spPr>
                <a:xfrm>
                  <a:off x="8875582" y="196342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A471A42C-616A-B8DE-1B33-F2D412666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5582" y="1963424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DE28DD4E-2839-BE56-8151-116EB088D4CC}"/>
                    </a:ext>
                  </a:extLst>
                </p:cNvPr>
                <p:cNvSpPr txBox="1"/>
                <p:nvPr/>
              </p:nvSpPr>
              <p:spPr>
                <a:xfrm>
                  <a:off x="6635503" y="17425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DE28DD4E-2839-BE56-8151-116EB088D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5503" y="1742530"/>
                  <a:ext cx="458075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9A4D576-4607-BB38-5CFB-935E2586B3A1}"/>
              </a:ext>
            </a:extLst>
          </p:cNvPr>
          <p:cNvGrpSpPr/>
          <p:nvPr/>
        </p:nvGrpSpPr>
        <p:grpSpPr>
          <a:xfrm>
            <a:off x="7730683" y="2881345"/>
            <a:ext cx="2331973" cy="2145270"/>
            <a:chOff x="4635306" y="3751664"/>
            <a:chExt cx="2331973" cy="2145270"/>
          </a:xfrm>
        </p:grpSpPr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9A926D3D-C0FF-CF8E-6BD8-9C43BAA2AEB4}"/>
                </a:ext>
              </a:extLst>
            </p:cNvPr>
            <p:cNvSpPr/>
            <p:nvPr/>
          </p:nvSpPr>
          <p:spPr>
            <a:xfrm rot="5400000">
              <a:off x="5091169" y="3805239"/>
              <a:ext cx="776833" cy="669684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85BEF7D4-0594-765B-361B-3D7BBC007D7C}"/>
                </a:ext>
              </a:extLst>
            </p:cNvPr>
            <p:cNvSpPr/>
            <p:nvPr/>
          </p:nvSpPr>
          <p:spPr>
            <a:xfrm flipV="1">
              <a:off x="5832399" y="4077079"/>
              <a:ext cx="120599" cy="12600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8EA9DBED-8675-9416-C124-6B61091CA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2998" y="4141093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C516748E-0400-131A-5849-6257D8447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307" y="4141093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7" name="等腰三角形 86">
              <a:extLst>
                <a:ext uri="{FF2B5EF4-FFF2-40B4-BE49-F238E27FC236}">
                  <a16:creationId xmlns:a16="http://schemas.microsoft.com/office/drawing/2014/main" id="{EE331A2F-8491-559C-7C95-3FE0C5F98806}"/>
                </a:ext>
              </a:extLst>
            </p:cNvPr>
            <p:cNvSpPr/>
            <p:nvPr/>
          </p:nvSpPr>
          <p:spPr>
            <a:xfrm rot="5400000">
              <a:off x="5091168" y="5173676"/>
              <a:ext cx="776833" cy="669684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919359AF-23F6-181D-8E44-52F5026C1F23}"/>
                </a:ext>
              </a:extLst>
            </p:cNvPr>
            <p:cNvSpPr/>
            <p:nvPr/>
          </p:nvSpPr>
          <p:spPr>
            <a:xfrm flipV="1">
              <a:off x="5832398" y="5445516"/>
              <a:ext cx="120599" cy="12600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CD378FE6-B4F8-0886-174E-019B49BBA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2997" y="5509530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F9763B5C-5C7A-E45B-A388-3CA457DE2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306" y="5509530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A2BEAA7D-0368-5AB6-43B6-3D7123B323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35609" y="4339817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765AB848-9CDF-9BC6-D4FE-A9ABB953C8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35609" y="5308002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73C41A3D-5000-691A-855C-1DC2E7D010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36150" y="4362755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6A7CC2C5-D8E6-B295-9489-3503798EBA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36150" y="5287874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ECD52318-2EB3-337F-2D65-B868AEF0D4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21457" y="4075323"/>
              <a:ext cx="547917" cy="15202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C2D68280-8288-AEC1-36F5-AFC421CA60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124371" y="4056408"/>
              <a:ext cx="547917" cy="15202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737E9FDE-DB3A-4D3B-3A70-10839D1F1C16}"/>
                </a:ext>
              </a:extLst>
            </p:cNvPr>
            <p:cNvSpPr/>
            <p:nvPr/>
          </p:nvSpPr>
          <p:spPr>
            <a:xfrm flipV="1">
              <a:off x="6100327" y="4092681"/>
              <a:ext cx="91120" cy="9520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5D74D796-8925-AEA2-6945-18DA473C1956}"/>
                </a:ext>
              </a:extLst>
            </p:cNvPr>
            <p:cNvSpPr/>
            <p:nvPr/>
          </p:nvSpPr>
          <p:spPr>
            <a:xfrm flipV="1">
              <a:off x="6100327" y="5461139"/>
              <a:ext cx="91120" cy="9520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10D5611C-506A-6741-DC08-DEF7D17A4AB6}"/>
                    </a:ext>
                  </a:extLst>
                </p:cNvPr>
                <p:cNvSpPr txBox="1"/>
                <p:nvPr/>
              </p:nvSpPr>
              <p:spPr>
                <a:xfrm>
                  <a:off x="6509204" y="391995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10D5611C-506A-6741-DC08-DEF7D17A4A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9204" y="3919954"/>
                  <a:ext cx="4580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452B1772-17F9-941D-DA11-A5D782541111}"/>
                    </a:ext>
                  </a:extLst>
                </p:cNvPr>
                <p:cNvSpPr txBox="1"/>
                <p:nvPr/>
              </p:nvSpPr>
              <p:spPr>
                <a:xfrm>
                  <a:off x="6509203" y="526760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452B1772-17F9-941D-DA11-A5D782541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9203" y="5267604"/>
                  <a:ext cx="458075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9F615A1-6CAF-82C6-4142-D470F74D36FF}"/>
              </a:ext>
            </a:extLst>
          </p:cNvPr>
          <p:cNvSpPr txBox="1"/>
          <p:nvPr/>
        </p:nvSpPr>
        <p:spPr>
          <a:xfrm>
            <a:off x="1381757" y="5168921"/>
            <a:ext cx="37938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最基本的双稳态电路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箭头: 右 103">
            <a:extLst>
              <a:ext uri="{FF2B5EF4-FFF2-40B4-BE49-F238E27FC236}">
                <a16:creationId xmlns:a16="http://schemas.microsoft.com/office/drawing/2014/main" id="{D329B5FC-2CDC-5B0F-83C8-A878AE9B6850}"/>
              </a:ext>
            </a:extLst>
          </p:cNvPr>
          <p:cNvSpPr/>
          <p:nvPr/>
        </p:nvSpPr>
        <p:spPr>
          <a:xfrm>
            <a:off x="6194198" y="3890669"/>
            <a:ext cx="506959" cy="29580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5A1714B-6B24-FD06-A1C4-C5EFC400D817}"/>
              </a:ext>
            </a:extLst>
          </p:cNvPr>
          <p:cNvSpPr txBox="1"/>
          <p:nvPr/>
        </p:nvSpPr>
        <p:spPr>
          <a:xfrm>
            <a:off x="7091130" y="5168921"/>
            <a:ext cx="37938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没有输入端，无法控制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1B7B32C-3A44-BE2E-FCAA-85343789FE7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基本双稳态电路</a:t>
            </a:r>
          </a:p>
        </p:txBody>
      </p:sp>
    </p:spTree>
    <p:extLst>
      <p:ext uri="{BB962C8B-B14F-4D97-AF65-F5344CB8AC3E}">
        <p14:creationId xmlns:p14="http://schemas.microsoft.com/office/powerpoint/2010/main" val="25887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8E150C7-5496-3DB9-CE5E-C950A02E9B5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07CC2F7-C629-7D5B-7DA9-F2823637C6D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05AFE8C-A20D-F61E-9DB4-4EA6ACBE7C8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B59B177-E963-08F8-680B-83E7E247972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5FD549C-1511-DC56-2D5A-72105738AE8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9280847A-2BD0-E8BD-CE3E-DE43E70D6FDE}"/>
              </a:ext>
            </a:extLst>
          </p:cNvPr>
          <p:cNvSpPr txBox="1"/>
          <p:nvPr/>
        </p:nvSpPr>
        <p:spPr>
          <a:xfrm>
            <a:off x="360000" y="828000"/>
            <a:ext cx="11388971" cy="4357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Latch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）和触发器（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Flip-Flop, FF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）是具有记忆功能的逻辑单元电路，又称为记忆单元、存储单元或状态单元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共同点：记忆功能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具有两个能自行保持的稳定状态，可用来存储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位二值信息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在输入信号作用下可更新状态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不同点：更新时机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锁存器对时钟的电平敏感，在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有效电平期间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更新状态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触发器对时钟的边沿敏感，在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有效边沿瞬间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更新状态</a:t>
            </a:r>
          </a:p>
        </p:txBody>
      </p:sp>
      <p:sp>
        <p:nvSpPr>
          <p:cNvPr id="7" name="Line 27">
            <a:extLst>
              <a:ext uri="{FF2B5EF4-FFF2-40B4-BE49-F238E27FC236}">
                <a16:creationId xmlns:a16="http://schemas.microsoft.com/office/drawing/2014/main" id="{9D049C4B-0679-728F-FF02-9666A1AECA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9035" y="5758429"/>
            <a:ext cx="124835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8" name="Line 27">
            <a:extLst>
              <a:ext uri="{FF2B5EF4-FFF2-40B4-BE49-F238E27FC236}">
                <a16:creationId xmlns:a16="http://schemas.microsoft.com/office/drawing/2014/main" id="{A01BE81D-76BD-363E-08F4-62F2F1614B15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5463940" y="5949183"/>
            <a:ext cx="4059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1" name="Line 27">
            <a:extLst>
              <a:ext uri="{FF2B5EF4-FFF2-40B4-BE49-F238E27FC236}">
                <a16:creationId xmlns:a16="http://schemas.microsoft.com/office/drawing/2014/main" id="{EF0FD22C-A305-6BA9-569C-0C25AC322A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4421" y="6148976"/>
            <a:ext cx="108584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2" name="Line 27">
            <a:extLst>
              <a:ext uri="{FF2B5EF4-FFF2-40B4-BE49-F238E27FC236}">
                <a16:creationId xmlns:a16="http://schemas.microsoft.com/office/drawing/2014/main" id="{EC91D45C-7EEB-082F-5AEA-E4881FF2855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691896" y="5960044"/>
            <a:ext cx="40381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3" name="Line 27">
            <a:extLst>
              <a:ext uri="{FF2B5EF4-FFF2-40B4-BE49-F238E27FC236}">
                <a16:creationId xmlns:a16="http://schemas.microsoft.com/office/drawing/2014/main" id="{0654C535-BAED-4068-87BE-0898E8B48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0454" y="6148683"/>
            <a:ext cx="5790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708A25-0A53-3793-07C8-8934DCF06716}"/>
              </a:ext>
            </a:extLst>
          </p:cNvPr>
          <p:cNvSpPr txBox="1"/>
          <p:nvPr/>
        </p:nvSpPr>
        <p:spPr>
          <a:xfrm>
            <a:off x="4466734" y="5792619"/>
            <a:ext cx="98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kumimoji="1"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7ED1C5-4E74-6A95-F59F-7F125362AC79}"/>
              </a:ext>
            </a:extLst>
          </p:cNvPr>
          <p:cNvSpPr txBox="1"/>
          <p:nvPr/>
        </p:nvSpPr>
        <p:spPr>
          <a:xfrm>
            <a:off x="5788199" y="5388805"/>
            <a:ext cx="98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kumimoji="1"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911F3F-0276-D689-58B3-569F37022699}"/>
              </a:ext>
            </a:extLst>
          </p:cNvPr>
          <p:cNvSpPr txBox="1"/>
          <p:nvPr/>
        </p:nvSpPr>
        <p:spPr>
          <a:xfrm>
            <a:off x="5729461" y="6045886"/>
            <a:ext cx="98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CDB260-1C08-38FB-D7D2-6F49D0425032}"/>
              </a:ext>
            </a:extLst>
          </p:cNvPr>
          <p:cNvSpPr txBox="1"/>
          <p:nvPr/>
        </p:nvSpPr>
        <p:spPr>
          <a:xfrm>
            <a:off x="7028670" y="5601320"/>
            <a:ext cx="98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</a:t>
            </a:r>
            <a:endParaRPr lang="zh-CN" altLang="en-US" dirty="0">
              <a:solidFill>
                <a:srgbClr val="00206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8A9DDB7-B1B7-24B4-FE37-D5D03A763ED4}"/>
              </a:ext>
            </a:extLst>
          </p:cNvPr>
          <p:cNvCxnSpPr>
            <a:cxnSpLocks/>
          </p:cNvCxnSpPr>
          <p:nvPr/>
        </p:nvCxnSpPr>
        <p:spPr>
          <a:xfrm>
            <a:off x="5660398" y="5928152"/>
            <a:ext cx="243561" cy="186342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7D646F2-7BB2-F7FF-2C22-540B7EE89917}"/>
              </a:ext>
            </a:extLst>
          </p:cNvPr>
          <p:cNvCxnSpPr>
            <a:cxnSpLocks/>
          </p:cNvCxnSpPr>
          <p:nvPr/>
        </p:nvCxnSpPr>
        <p:spPr>
          <a:xfrm flipV="1">
            <a:off x="6899808" y="5839878"/>
            <a:ext cx="270189" cy="99668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603EAC0-7FA1-C05B-454B-A78E6D51F284}"/>
              </a:ext>
            </a:extLst>
          </p:cNvPr>
          <p:cNvSpPr txBox="1"/>
          <p:nvPr/>
        </p:nvSpPr>
        <p:spPr>
          <a:xfrm>
            <a:off x="2971321" y="5760000"/>
            <a:ext cx="14347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时钟信号：</a:t>
            </a:r>
            <a:endParaRPr lang="zh-CN" altLang="en-US" sz="2200" dirty="0">
              <a:solidFill>
                <a:srgbClr val="002060"/>
              </a:solidFill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1DCAC489-618B-DD8D-3857-CF53970E18F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锁存器和触发器的对比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55146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7965F-28CC-8343-DAA4-78FA571B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21B2C4A-14EF-8CE2-08C4-BB1900B727D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61348DF-6B51-0EB3-F8EF-4B16CC99883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B323A2A2-CA8D-DBEB-ECAC-477887748B9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B342ACC1-88D2-8C8E-E158-95987A6BD30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4FD63714-D02E-9179-F918-A70875AD78D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1CE4BE20-0243-1E2B-A729-6D2626EA454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CA40178-E104-6679-530A-5E8153F33EA6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256591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 </a:t>
                </a:r>
                <a:r>
                  <a:rPr kumimoji="1" lang="en-US" altLang="zh-CN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 </a:t>
                </a:r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锁存器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来更新状态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的状态定义为锁存器状态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9CA40178-E104-6679-530A-5E8153F33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256591" cy="1612108"/>
              </a:xfrm>
              <a:prstGeom prst="rect">
                <a:avLst/>
              </a:prstGeom>
              <a:blipFill>
                <a:blip r:embed="rId2"/>
                <a:stretch>
                  <a:fillRect l="-1949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组合 51">
            <a:extLst>
              <a:ext uri="{FF2B5EF4-FFF2-40B4-BE49-F238E27FC236}">
                <a16:creationId xmlns:a16="http://schemas.microsoft.com/office/drawing/2014/main" id="{8650B446-DBFF-5FB3-8DD6-66518E37D929}"/>
              </a:ext>
            </a:extLst>
          </p:cNvPr>
          <p:cNvGrpSpPr/>
          <p:nvPr/>
        </p:nvGrpSpPr>
        <p:grpSpPr>
          <a:xfrm>
            <a:off x="873349" y="2934597"/>
            <a:ext cx="2331973" cy="2145270"/>
            <a:chOff x="4635306" y="3751664"/>
            <a:chExt cx="2331973" cy="2145270"/>
          </a:xfrm>
        </p:grpSpPr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B9FAB76A-3CDE-2A65-8745-46648B7FBB37}"/>
                </a:ext>
              </a:extLst>
            </p:cNvPr>
            <p:cNvSpPr/>
            <p:nvPr/>
          </p:nvSpPr>
          <p:spPr>
            <a:xfrm rot="5400000">
              <a:off x="5091169" y="3805239"/>
              <a:ext cx="776833" cy="669684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68354306-9CE6-8567-2999-8B015EA8A8B1}"/>
                </a:ext>
              </a:extLst>
            </p:cNvPr>
            <p:cNvSpPr/>
            <p:nvPr/>
          </p:nvSpPr>
          <p:spPr>
            <a:xfrm flipV="1">
              <a:off x="5832399" y="4077079"/>
              <a:ext cx="120599" cy="12600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6D4A2E35-1323-12E2-8BE9-794033836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2998" y="4141093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9" name="Line 27">
              <a:extLst>
                <a:ext uri="{FF2B5EF4-FFF2-40B4-BE49-F238E27FC236}">
                  <a16:creationId xmlns:a16="http://schemas.microsoft.com/office/drawing/2014/main" id="{163EDCBB-3021-082C-5002-53D478285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307" y="4141093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71A16E8E-A9C5-3E37-E3CB-BD04CBA13B4A}"/>
                </a:ext>
              </a:extLst>
            </p:cNvPr>
            <p:cNvSpPr/>
            <p:nvPr/>
          </p:nvSpPr>
          <p:spPr>
            <a:xfrm rot="5400000">
              <a:off x="5091168" y="5173676"/>
              <a:ext cx="776833" cy="669684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6CE3D4CE-6D05-ED11-88BC-9A3FAF3ADDD6}"/>
                </a:ext>
              </a:extLst>
            </p:cNvPr>
            <p:cNvSpPr/>
            <p:nvPr/>
          </p:nvSpPr>
          <p:spPr>
            <a:xfrm flipV="1">
              <a:off x="5832398" y="5445516"/>
              <a:ext cx="120599" cy="12600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5E70A0AE-6AE0-4464-6C49-C2061CDDA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2997" y="5509530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0326F6C7-F3F9-AD63-82EB-6CFA16D2F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306" y="5509530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CDF949D1-A5A5-40CD-4704-66FBB7B213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35609" y="4339817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55F53FF3-C2AE-5908-88D6-08D74BF597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35609" y="5308002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9" name="Line 27">
              <a:extLst>
                <a:ext uri="{FF2B5EF4-FFF2-40B4-BE49-F238E27FC236}">
                  <a16:creationId xmlns:a16="http://schemas.microsoft.com/office/drawing/2014/main" id="{F9702197-2A08-BF56-99EE-486C832451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36150" y="4362755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80FDFB8C-E26C-136B-36FE-F6571270F5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36150" y="5287874"/>
              <a:ext cx="421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C7453CE7-FEA1-CCD2-3812-3FFEFF39C2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21457" y="4075323"/>
              <a:ext cx="547917" cy="15202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C749DDAC-4EF5-D9C0-3D58-30D2D7C5B3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124371" y="4056408"/>
              <a:ext cx="547917" cy="15202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24173D56-10EB-9828-76A8-0EC70467AC49}"/>
                </a:ext>
              </a:extLst>
            </p:cNvPr>
            <p:cNvSpPr/>
            <p:nvPr/>
          </p:nvSpPr>
          <p:spPr>
            <a:xfrm flipV="1">
              <a:off x="6100327" y="4092681"/>
              <a:ext cx="91120" cy="9520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44BC8DC5-F5D7-453F-1EE9-8E25675EAF75}"/>
                </a:ext>
              </a:extLst>
            </p:cNvPr>
            <p:cNvSpPr/>
            <p:nvPr/>
          </p:nvSpPr>
          <p:spPr>
            <a:xfrm flipV="1">
              <a:off x="6100327" y="5461139"/>
              <a:ext cx="91120" cy="9520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52A2D691-1190-B555-0213-7AB8D575EE4D}"/>
                    </a:ext>
                  </a:extLst>
                </p:cNvPr>
                <p:cNvSpPr txBox="1"/>
                <p:nvPr/>
              </p:nvSpPr>
              <p:spPr>
                <a:xfrm>
                  <a:off x="6509204" y="391995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52A2D691-1190-B555-0213-7AB8D575E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9204" y="3919954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829A0C85-A35B-0213-D455-3AD8D6790291}"/>
                    </a:ext>
                  </a:extLst>
                </p:cNvPr>
                <p:cNvSpPr txBox="1"/>
                <p:nvPr/>
              </p:nvSpPr>
              <p:spPr>
                <a:xfrm>
                  <a:off x="6509203" y="526760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829A0C85-A35B-0213-D455-3AD8D67902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9203" y="5267604"/>
                  <a:ext cx="458075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ACC9713C-2C64-8175-3855-93BF9F1786EE}"/>
              </a:ext>
            </a:extLst>
          </p:cNvPr>
          <p:cNvGrpSpPr/>
          <p:nvPr/>
        </p:nvGrpSpPr>
        <p:grpSpPr>
          <a:xfrm>
            <a:off x="6185965" y="2919264"/>
            <a:ext cx="2873333" cy="2211281"/>
            <a:chOff x="2971991" y="3174609"/>
            <a:chExt cx="2263205" cy="1741734"/>
          </a:xfrm>
        </p:grpSpPr>
        <p:sp>
          <p:nvSpPr>
            <p:cNvPr id="131" name="Arc 158">
              <a:extLst>
                <a:ext uri="{FF2B5EF4-FFF2-40B4-BE49-F238E27FC236}">
                  <a16:creationId xmlns:a16="http://schemas.microsoft.com/office/drawing/2014/main" id="{23B8C56F-55C1-7AEB-0D19-BA216A7FFC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49859" y="3070929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2" name="Line 160">
              <a:extLst>
                <a:ext uri="{FF2B5EF4-FFF2-40B4-BE49-F238E27FC236}">
                  <a16:creationId xmlns:a16="http://schemas.microsoft.com/office/drawing/2014/main" id="{F0A89627-B12F-5594-4020-14A96BB9F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7860" y="321905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3" name="Line 160">
              <a:extLst>
                <a:ext uri="{FF2B5EF4-FFF2-40B4-BE49-F238E27FC236}">
                  <a16:creationId xmlns:a16="http://schemas.microsoft.com/office/drawing/2014/main" id="{B2E760D7-E99F-C99A-4EB0-75CFD4A9A2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7860" y="376218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4" name="Arc 156">
              <a:extLst>
                <a:ext uri="{FF2B5EF4-FFF2-40B4-BE49-F238E27FC236}">
                  <a16:creationId xmlns:a16="http://schemas.microsoft.com/office/drawing/2014/main" id="{C662C476-930F-8EF1-9BDD-4E2B520FFC2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58631" y="3240310"/>
              <a:ext cx="391762" cy="52188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E03A502E-7FB8-7ADF-3310-DBAD26AA2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630" y="3340654"/>
              <a:ext cx="5094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6" name="Line 27">
              <a:extLst>
                <a:ext uri="{FF2B5EF4-FFF2-40B4-BE49-F238E27FC236}">
                  <a16:creationId xmlns:a16="http://schemas.microsoft.com/office/drawing/2014/main" id="{4549357C-9062-565A-998C-A2C301A56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0132" y="364015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27">
              <a:extLst>
                <a:ext uri="{FF2B5EF4-FFF2-40B4-BE49-F238E27FC236}">
                  <a16:creationId xmlns:a16="http://schemas.microsoft.com/office/drawing/2014/main" id="{A63C0345-4CF6-CF93-1EFB-2DCBBC4E3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103" y="3490647"/>
              <a:ext cx="4388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Arc 156">
              <a:extLst>
                <a:ext uri="{FF2B5EF4-FFF2-40B4-BE49-F238E27FC236}">
                  <a16:creationId xmlns:a16="http://schemas.microsoft.com/office/drawing/2014/main" id="{A28205C4-D771-2DA3-E6D6-C3840C861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940" y="3219044"/>
              <a:ext cx="391762" cy="52188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319B917E-4EA6-841C-8633-814F66D23A75}"/>
                    </a:ext>
                  </a:extLst>
                </p:cNvPr>
                <p:cNvSpPr txBox="1"/>
                <p:nvPr/>
              </p:nvSpPr>
              <p:spPr>
                <a:xfrm>
                  <a:off x="2971991" y="3174609"/>
                  <a:ext cx="458075" cy="3636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319B917E-4EA6-841C-8633-814F66D23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991" y="3174609"/>
                  <a:ext cx="458075" cy="36363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E5B39FE0-A043-69A1-667A-2AFD313686DF}"/>
                </a:ext>
              </a:extLst>
            </p:cNvPr>
            <p:cNvSpPr/>
            <p:nvPr/>
          </p:nvSpPr>
          <p:spPr>
            <a:xfrm flipV="1">
              <a:off x="4348437" y="342900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1" name="Arc 158">
              <a:extLst>
                <a:ext uri="{FF2B5EF4-FFF2-40B4-BE49-F238E27FC236}">
                  <a16:creationId xmlns:a16="http://schemas.microsoft.com/office/drawing/2014/main" id="{A9C869B9-DAB0-E9FB-40E6-A947656D60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49859" y="4151386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2" name="Line 160">
              <a:extLst>
                <a:ext uri="{FF2B5EF4-FFF2-40B4-BE49-F238E27FC236}">
                  <a16:creationId xmlns:a16="http://schemas.microsoft.com/office/drawing/2014/main" id="{9F7EA7D8-E506-74A3-535B-8E873DE535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7860" y="4299517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" name="Line 160">
              <a:extLst>
                <a:ext uri="{FF2B5EF4-FFF2-40B4-BE49-F238E27FC236}">
                  <a16:creationId xmlns:a16="http://schemas.microsoft.com/office/drawing/2014/main" id="{0851C156-0F03-DBC2-7DB8-5B512C965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7860" y="4842646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4" name="Arc 156">
              <a:extLst>
                <a:ext uri="{FF2B5EF4-FFF2-40B4-BE49-F238E27FC236}">
                  <a16:creationId xmlns:a16="http://schemas.microsoft.com/office/drawing/2014/main" id="{74724DDE-8F2A-E3EA-13EA-64FB41772AB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58631" y="4320768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66FC099E-682A-C961-D8D6-6DC572B38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0132" y="4421111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6" name="Line 27">
              <a:extLst>
                <a:ext uri="{FF2B5EF4-FFF2-40B4-BE49-F238E27FC236}">
                  <a16:creationId xmlns:a16="http://schemas.microsoft.com/office/drawing/2014/main" id="{8139A1A6-0A59-C8C4-87B7-6F0532779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630" y="4720615"/>
              <a:ext cx="5094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8E54E5D8-5ECC-CF02-13A0-AC72F026D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103" y="4571104"/>
              <a:ext cx="4388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Arc 156">
              <a:extLst>
                <a:ext uri="{FF2B5EF4-FFF2-40B4-BE49-F238E27FC236}">
                  <a16:creationId xmlns:a16="http://schemas.microsoft.com/office/drawing/2014/main" id="{712B222B-16FB-D779-DAC5-03502F72C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940" y="4299502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EA1E4902-470E-A730-E892-8612A9E61D00}"/>
                </a:ext>
              </a:extLst>
            </p:cNvPr>
            <p:cNvSpPr/>
            <p:nvPr/>
          </p:nvSpPr>
          <p:spPr>
            <a:xfrm flipV="1">
              <a:off x="4348437" y="4509459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0" name="Line 27">
              <a:extLst>
                <a:ext uri="{FF2B5EF4-FFF2-40B4-BE49-F238E27FC236}">
                  <a16:creationId xmlns:a16="http://schemas.microsoft.com/office/drawing/2014/main" id="{F33477FC-63CC-08E2-FD6A-D202EC62FE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35309" y="375536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6911EAA1-913A-647A-A6B9-CE2BCC3C58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35309" y="4305456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27">
              <a:extLst>
                <a:ext uri="{FF2B5EF4-FFF2-40B4-BE49-F238E27FC236}">
                  <a16:creationId xmlns:a16="http://schemas.microsoft.com/office/drawing/2014/main" id="{4D24B7EB-E293-DE07-9E31-B1FB95B546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92102" y="362976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430EA37B-D7A2-DDA0-A7CC-EB090346BA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92102" y="443242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27">
              <a:extLst>
                <a:ext uri="{FF2B5EF4-FFF2-40B4-BE49-F238E27FC236}">
                  <a16:creationId xmlns:a16="http://schemas.microsoft.com/office/drawing/2014/main" id="{0D1CCB71-F026-F1C0-897F-C1DB275A6E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869707" y="3559386"/>
              <a:ext cx="445177" cy="10736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9F3CDE6F-906D-D78B-255E-4EA85CB0BB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868517" y="3430101"/>
              <a:ext cx="445177" cy="10736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036DF849-9488-98E5-8E8A-E0823627F5B2}"/>
                </a:ext>
              </a:extLst>
            </p:cNvPr>
            <p:cNvSpPr/>
            <p:nvPr/>
          </p:nvSpPr>
          <p:spPr>
            <a:xfrm flipV="1">
              <a:off x="4572018" y="344273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208C379F-3592-9FE3-68EF-F09FEE6343D4}"/>
                </a:ext>
              </a:extLst>
            </p:cNvPr>
            <p:cNvSpPr/>
            <p:nvPr/>
          </p:nvSpPr>
          <p:spPr>
            <a:xfrm flipV="1">
              <a:off x="4572018" y="4522276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57DB9343-EB45-03FC-5F6B-132A794EFA4E}"/>
                    </a:ext>
                  </a:extLst>
                </p:cNvPr>
                <p:cNvSpPr txBox="1"/>
                <p:nvPr/>
              </p:nvSpPr>
              <p:spPr>
                <a:xfrm>
                  <a:off x="2971991" y="4552709"/>
                  <a:ext cx="458075" cy="3636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57DB9343-EB45-03FC-5F6B-132A794EF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991" y="4552709"/>
                  <a:ext cx="458075" cy="3636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E7D38948-D9DB-5A54-0496-9613225D956B}"/>
                    </a:ext>
                  </a:extLst>
                </p:cNvPr>
                <p:cNvSpPr txBox="1"/>
                <p:nvPr/>
              </p:nvSpPr>
              <p:spPr>
                <a:xfrm>
                  <a:off x="4777121" y="4401820"/>
                  <a:ext cx="458075" cy="3642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E7D38948-D9DB-5A54-0496-9613225D9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7121" y="4401820"/>
                  <a:ext cx="458075" cy="364240"/>
                </a:xfrm>
                <a:prstGeom prst="rect">
                  <a:avLst/>
                </a:prstGeom>
                <a:blipFill>
                  <a:blip r:embed="rId7"/>
                  <a:stretch>
                    <a:fillRect r="-210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1EF0351E-D4D0-1544-578A-D7E64B626866}"/>
                    </a:ext>
                  </a:extLst>
                </p:cNvPr>
                <p:cNvSpPr txBox="1"/>
                <p:nvPr/>
              </p:nvSpPr>
              <p:spPr>
                <a:xfrm>
                  <a:off x="4777119" y="3321361"/>
                  <a:ext cx="458075" cy="3636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1EF0351E-D4D0-1544-578A-D7E64B626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7119" y="3321361"/>
                  <a:ext cx="458075" cy="363634"/>
                </a:xfrm>
                <a:prstGeom prst="rect">
                  <a:avLst/>
                </a:prstGeom>
                <a:blipFill>
                  <a:blip r:embed="rId8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1" name="箭头: 右 160">
            <a:extLst>
              <a:ext uri="{FF2B5EF4-FFF2-40B4-BE49-F238E27FC236}">
                <a16:creationId xmlns:a16="http://schemas.microsoft.com/office/drawing/2014/main" id="{F97AF506-48A3-9067-F337-990EACEEF755}"/>
              </a:ext>
            </a:extLst>
          </p:cNvPr>
          <p:cNvSpPr/>
          <p:nvPr/>
        </p:nvSpPr>
        <p:spPr>
          <a:xfrm>
            <a:off x="4070443" y="3864126"/>
            <a:ext cx="1250401" cy="286213"/>
          </a:xfrm>
          <a:prstGeom prst="rightArrow">
            <a:avLst>
              <a:gd name="adj1" fmla="val 50000"/>
              <a:gd name="adj2" fmla="val 10226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79756D83-F822-6BF1-9506-F066037D7F97}"/>
              </a:ext>
            </a:extLst>
          </p:cNvPr>
          <p:cNvSpPr txBox="1"/>
          <p:nvPr/>
        </p:nvSpPr>
        <p:spPr>
          <a:xfrm>
            <a:off x="3570703" y="3423136"/>
            <a:ext cx="2249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将非门换成或非门</a:t>
            </a:r>
            <a:endParaRPr lang="zh-CN" altLang="en-US" sz="2000" dirty="0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CC7C64CE-39B1-1C43-86AC-9A6A707FF1EA}"/>
              </a:ext>
            </a:extLst>
          </p:cNvPr>
          <p:cNvSpPr txBox="1"/>
          <p:nvPr/>
        </p:nvSpPr>
        <p:spPr>
          <a:xfrm>
            <a:off x="9675368" y="5273378"/>
            <a:ext cx="156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6C7AB2A-8585-B8AF-2513-31DE8F452976}"/>
              </a:ext>
            </a:extLst>
          </p:cNvPr>
          <p:cNvSpPr txBox="1"/>
          <p:nvPr/>
        </p:nvSpPr>
        <p:spPr>
          <a:xfrm>
            <a:off x="6773325" y="5274204"/>
            <a:ext cx="156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逻辑电路</a:t>
            </a:r>
            <a:endParaRPr lang="zh-CN" altLang="en-US" sz="24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AECB63F-2080-21D4-2FF3-F527291AB4BC}"/>
              </a:ext>
            </a:extLst>
          </p:cNvPr>
          <p:cNvGrpSpPr/>
          <p:nvPr/>
        </p:nvGrpSpPr>
        <p:grpSpPr>
          <a:xfrm>
            <a:off x="9387144" y="3308839"/>
            <a:ext cx="2193239" cy="1378151"/>
            <a:chOff x="9804177" y="1524500"/>
            <a:chExt cx="2193239" cy="137815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8E8737D-009F-9D95-AEC3-C75E9ACB300E}"/>
                </a:ext>
              </a:extLst>
            </p:cNvPr>
            <p:cNvSpPr/>
            <p:nvPr/>
          </p:nvSpPr>
          <p:spPr>
            <a:xfrm>
              <a:off x="10425636" y="1524500"/>
              <a:ext cx="900003" cy="137815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A35F10F7-F08B-2A9B-C743-3AE2D42E5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C5C1A4C0-5283-5B4E-C98B-9D36ABDAB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26031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27A0F09-52A9-638A-9F4D-167F7E260E06}"/>
                    </a:ext>
                  </a:extLst>
                </p:cNvPr>
                <p:cNvSpPr txBox="1"/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27A0F09-52A9-638A-9F4D-167F7E260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6A4191B-773D-C9E1-E260-25A9F6725D97}"/>
                    </a:ext>
                  </a:extLst>
                </p:cNvPr>
                <p:cNvSpPr txBox="1"/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6A4191B-773D-C9E1-E260-25A9F6725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EB319CDA-486B-CFB5-5735-EEDA146F5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AB9B1CB6-341B-923B-7DFB-35D829181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2603148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797B1D65-1BDB-7A69-6566-E23693EC1C22}"/>
                </a:ext>
              </a:extLst>
            </p:cNvPr>
            <p:cNvSpPr/>
            <p:nvPr/>
          </p:nvSpPr>
          <p:spPr>
            <a:xfrm flipV="1">
              <a:off x="11331574" y="25425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F5819C2-85FF-83D5-C8F6-48A7E08E2704}"/>
                    </a:ext>
                  </a:extLst>
                </p:cNvPr>
                <p:cNvSpPr txBox="1"/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F5819C2-85FF-83D5-C8F6-48A7E08E27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blipFill>
                  <a:blip r:embed="rId13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443F1EE-27A3-FE1A-ECA5-01201B693EAF}"/>
                    </a:ext>
                  </a:extLst>
                </p:cNvPr>
                <p:cNvSpPr txBox="1"/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443F1EE-27A3-FE1A-ECA5-01201B693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9F8C4B9-7EEE-71E5-F4B4-C03F6C54FCEF}"/>
                    </a:ext>
                  </a:extLst>
                </p:cNvPr>
                <p:cNvSpPr txBox="1"/>
                <p:nvPr/>
              </p:nvSpPr>
              <p:spPr>
                <a:xfrm>
                  <a:off x="9804177" y="15793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9F8C4B9-7EEE-71E5-F4B4-C03F6C54F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7" y="1579326"/>
                  <a:ext cx="458075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130241D-F178-C0ED-6000-27059202B8D4}"/>
                    </a:ext>
                  </a:extLst>
                </p:cNvPr>
                <p:cNvSpPr txBox="1"/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130241D-F178-C0ED-6000-27059202B8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0520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C303-F65C-44E7-0D7A-C22709AF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91C574-6D1C-CCD7-9E5A-02ADC1837DF0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469385" cy="3905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锁存器功能（用或非门构成）：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为直接置</a:t>
                </a:r>
                <a:r>
                  <a:rPr kumimoji="1" lang="zh-CN" altLang="en-US" sz="1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端或置位端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为直接置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端或复位端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；如果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同时跳变为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，由于两个或非门的延迟不完全一致，无法估计出锁存器的最终稳定状态。因此，约束条件为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SR</m:t>
                    </m:r>
                    <m:r>
                      <a:rPr lang="en-US" altLang="zh-CN" sz="24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即避免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91C574-6D1C-CCD7-9E5A-02ADC1837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469385" cy="3905941"/>
              </a:xfrm>
              <a:prstGeom prst="rect">
                <a:avLst/>
              </a:prstGeom>
              <a:blipFill>
                <a:blip r:embed="rId3"/>
                <a:stretch>
                  <a:fillRect l="-1885" t="-624" r="-2733" b="-2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9219B05B-755C-0F10-13D4-3599FC2B1A6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02EB735-E29A-1838-47FA-65DECC5F87B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CD7A3DA5-8B7F-6B01-B8A4-F5A86D17659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1A16D443-2973-9B31-1729-8C8477A87C5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F7DE0E34-7E5F-B499-B5B5-F841F75A7A8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Arc 158">
            <a:extLst>
              <a:ext uri="{FF2B5EF4-FFF2-40B4-BE49-F238E27FC236}">
                <a16:creationId xmlns:a16="http://schemas.microsoft.com/office/drawing/2014/main" id="{9F044F7E-D6BC-0603-6F9E-7AA7017E26E7}"/>
              </a:ext>
            </a:extLst>
          </p:cNvPr>
          <p:cNvSpPr>
            <a:spLocks/>
          </p:cNvSpPr>
          <p:nvPr/>
        </p:nvSpPr>
        <p:spPr bwMode="auto">
          <a:xfrm rot="5400000">
            <a:off x="7549579" y="1254775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Line 160">
            <a:extLst>
              <a:ext uri="{FF2B5EF4-FFF2-40B4-BE49-F238E27FC236}">
                <a16:creationId xmlns:a16="http://schemas.microsoft.com/office/drawing/2014/main" id="{4358BF34-FF47-592A-22BF-A8CA3F79DE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1402905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Line 160">
            <a:extLst>
              <a:ext uri="{FF2B5EF4-FFF2-40B4-BE49-F238E27FC236}">
                <a16:creationId xmlns:a16="http://schemas.microsoft.com/office/drawing/2014/main" id="{E6123120-498D-1996-6AF9-5607D6695C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1946035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Arc 156">
            <a:extLst>
              <a:ext uri="{FF2B5EF4-FFF2-40B4-BE49-F238E27FC236}">
                <a16:creationId xmlns:a16="http://schemas.microsoft.com/office/drawing/2014/main" id="{9BBD021E-EC2D-346C-0DE8-239FC440197E}"/>
              </a:ext>
            </a:extLst>
          </p:cNvPr>
          <p:cNvSpPr>
            <a:spLocks/>
          </p:cNvSpPr>
          <p:nvPr/>
        </p:nvSpPr>
        <p:spPr bwMode="auto">
          <a:xfrm flipV="1">
            <a:off x="8358351" y="1424156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FABB04EF-EDA4-7994-E317-6C4A462D9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4350" y="1524500"/>
            <a:ext cx="50943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5" name="Line 27">
            <a:extLst>
              <a:ext uri="{FF2B5EF4-FFF2-40B4-BE49-F238E27FC236}">
                <a16:creationId xmlns:a16="http://schemas.microsoft.com/office/drawing/2014/main" id="{050710FE-3D88-676F-C0E0-9526D5228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9852" y="1824003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7">
            <a:extLst>
              <a:ext uri="{FF2B5EF4-FFF2-40B4-BE49-F238E27FC236}">
                <a16:creationId xmlns:a16="http://schemas.microsoft.com/office/drawing/2014/main" id="{D22920CE-2000-A1D8-61BF-3B6EF061F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7823" y="1674493"/>
            <a:ext cx="4388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rc 156">
            <a:extLst>
              <a:ext uri="{FF2B5EF4-FFF2-40B4-BE49-F238E27FC236}">
                <a16:creationId xmlns:a16="http://schemas.microsoft.com/office/drawing/2014/main" id="{E2F5747D-5D3E-4F2A-111C-FAE783C14DD7}"/>
              </a:ext>
            </a:extLst>
          </p:cNvPr>
          <p:cNvSpPr>
            <a:spLocks/>
          </p:cNvSpPr>
          <p:nvPr/>
        </p:nvSpPr>
        <p:spPr bwMode="auto">
          <a:xfrm>
            <a:off x="8356660" y="1402890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63596CF-818F-B9E5-8ED2-73A891A016E3}"/>
                  </a:ext>
                </a:extLst>
              </p:cNvPr>
              <p:cNvSpPr txBox="1"/>
              <p:nvPr/>
            </p:nvSpPr>
            <p:spPr>
              <a:xfrm>
                <a:off x="7371711" y="1295520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63596CF-818F-B9E5-8ED2-73A891A01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711" y="1295520"/>
                <a:ext cx="458075" cy="461665"/>
              </a:xfrm>
              <a:prstGeom prst="rect">
                <a:avLst/>
              </a:prstGeom>
              <a:blipFill>
                <a:blip r:embed="rId4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842F7EB6-FB09-853F-75C1-3EE066761F68}"/>
              </a:ext>
            </a:extLst>
          </p:cNvPr>
          <p:cNvSpPr/>
          <p:nvPr/>
        </p:nvSpPr>
        <p:spPr>
          <a:xfrm flipV="1">
            <a:off x="8748157" y="1612848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0" name="Arc 158">
            <a:extLst>
              <a:ext uri="{FF2B5EF4-FFF2-40B4-BE49-F238E27FC236}">
                <a16:creationId xmlns:a16="http://schemas.microsoft.com/office/drawing/2014/main" id="{232610DB-919A-0637-0994-1F914B2B33EE}"/>
              </a:ext>
            </a:extLst>
          </p:cNvPr>
          <p:cNvSpPr>
            <a:spLocks/>
          </p:cNvSpPr>
          <p:nvPr/>
        </p:nvSpPr>
        <p:spPr bwMode="auto">
          <a:xfrm rot="5400000">
            <a:off x="7549579" y="2335233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Line 160">
            <a:extLst>
              <a:ext uri="{FF2B5EF4-FFF2-40B4-BE49-F238E27FC236}">
                <a16:creationId xmlns:a16="http://schemas.microsoft.com/office/drawing/2014/main" id="{B0985457-FF0D-7783-C0C2-8A15B6DA74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2483363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Line 160">
            <a:extLst>
              <a:ext uri="{FF2B5EF4-FFF2-40B4-BE49-F238E27FC236}">
                <a16:creationId xmlns:a16="http://schemas.microsoft.com/office/drawing/2014/main" id="{9F6AB64A-AB73-EC1F-86BD-6F8429B77A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3026493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Arc 156">
            <a:extLst>
              <a:ext uri="{FF2B5EF4-FFF2-40B4-BE49-F238E27FC236}">
                <a16:creationId xmlns:a16="http://schemas.microsoft.com/office/drawing/2014/main" id="{285A2714-0CD7-F40E-DC4E-749BB0E04929}"/>
              </a:ext>
            </a:extLst>
          </p:cNvPr>
          <p:cNvSpPr>
            <a:spLocks/>
          </p:cNvSpPr>
          <p:nvPr/>
        </p:nvSpPr>
        <p:spPr bwMode="auto">
          <a:xfrm flipV="1">
            <a:off x="8358351" y="2504614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4D54B00E-2881-7E2B-6520-61B4ACAB7E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9852" y="2604958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5" name="Line 27">
            <a:extLst>
              <a:ext uri="{FF2B5EF4-FFF2-40B4-BE49-F238E27FC236}">
                <a16:creationId xmlns:a16="http://schemas.microsoft.com/office/drawing/2014/main" id="{0A403B5C-6FE6-A46A-9427-1ECB68BF42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4350" y="2904461"/>
            <a:ext cx="50943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FAA27C5A-80B3-02D9-6BE2-18E1C02BB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7823" y="2754951"/>
            <a:ext cx="4388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rc 156">
            <a:extLst>
              <a:ext uri="{FF2B5EF4-FFF2-40B4-BE49-F238E27FC236}">
                <a16:creationId xmlns:a16="http://schemas.microsoft.com/office/drawing/2014/main" id="{BDEFB98E-E213-5003-CB27-803A50F9D7AC}"/>
              </a:ext>
            </a:extLst>
          </p:cNvPr>
          <p:cNvSpPr>
            <a:spLocks/>
          </p:cNvSpPr>
          <p:nvPr/>
        </p:nvSpPr>
        <p:spPr bwMode="auto">
          <a:xfrm>
            <a:off x="8356660" y="2483348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A604250-9A16-0CEB-4151-9401E9AC1AE0}"/>
              </a:ext>
            </a:extLst>
          </p:cNvPr>
          <p:cNvSpPr/>
          <p:nvPr/>
        </p:nvSpPr>
        <p:spPr>
          <a:xfrm flipV="1">
            <a:off x="8748157" y="2693306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7812A89D-2929-74CA-D378-FB09E29AA5E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835029" y="1939209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E98272A3-7317-271A-C213-225E15545B2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835029" y="2489303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FAB70BFC-C823-5DD4-2705-50B09E69D57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891822" y="1813614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27">
            <a:extLst>
              <a:ext uri="{FF2B5EF4-FFF2-40B4-BE49-F238E27FC236}">
                <a16:creationId xmlns:a16="http://schemas.microsoft.com/office/drawing/2014/main" id="{E796D9E2-04AE-9F89-20FB-8EEA1FA7FBB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891822" y="2616270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27">
            <a:extLst>
              <a:ext uri="{FF2B5EF4-FFF2-40B4-BE49-F238E27FC236}">
                <a16:creationId xmlns:a16="http://schemas.microsoft.com/office/drawing/2014/main" id="{F3525BF4-E970-B637-62CD-B428F25D2EFA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8269428" y="1743232"/>
            <a:ext cx="445177" cy="107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EF2AD768-B1EF-E0C5-93BD-338B2BA1A1C1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8268237" y="1613947"/>
            <a:ext cx="445177" cy="107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E8638F6-E472-316D-4FAB-15AB4FF4D77E}"/>
              </a:ext>
            </a:extLst>
          </p:cNvPr>
          <p:cNvSpPr/>
          <p:nvPr/>
        </p:nvSpPr>
        <p:spPr>
          <a:xfrm flipV="1">
            <a:off x="8971739" y="1626580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4E8659E1-0CD8-0160-ED85-B47ED289741C}"/>
              </a:ext>
            </a:extLst>
          </p:cNvPr>
          <p:cNvSpPr/>
          <p:nvPr/>
        </p:nvSpPr>
        <p:spPr>
          <a:xfrm flipV="1">
            <a:off x="8971739" y="2706122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E41CB62-D21C-9967-BE8C-E3FFA3BB5430}"/>
                  </a:ext>
                </a:extLst>
              </p:cNvPr>
              <p:cNvSpPr txBox="1"/>
              <p:nvPr/>
            </p:nvSpPr>
            <p:spPr>
              <a:xfrm>
                <a:off x="7371710" y="2673628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E41CB62-D21C-9967-BE8C-E3FFA3BB5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710" y="2673628"/>
                <a:ext cx="4580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4C9A686-D80E-94BA-73A5-99A0BAFC0DDD}"/>
                  </a:ext>
                </a:extLst>
              </p:cNvPr>
              <p:cNvSpPr txBox="1"/>
              <p:nvPr/>
            </p:nvSpPr>
            <p:spPr>
              <a:xfrm>
                <a:off x="9176837" y="2522733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4C9A686-D80E-94BA-73A5-99A0BAFC0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837" y="2522733"/>
                <a:ext cx="458075" cy="462434"/>
              </a:xfrm>
              <a:prstGeom prst="rect">
                <a:avLst/>
              </a:prstGeom>
              <a:blipFill>
                <a:blip r:embed="rId6"/>
                <a:stretch>
                  <a:fillRect l="-9211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B4BCFDE-A7AC-DA59-7131-0F0EDF1FF259}"/>
                  </a:ext>
                </a:extLst>
              </p:cNvPr>
              <p:cNvSpPr txBox="1"/>
              <p:nvPr/>
            </p:nvSpPr>
            <p:spPr>
              <a:xfrm>
                <a:off x="9176837" y="1442275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B4BCFDE-A7AC-DA59-7131-0F0EDF1F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837" y="1442275"/>
                <a:ext cx="458075" cy="462434"/>
              </a:xfrm>
              <a:prstGeom prst="rect">
                <a:avLst/>
              </a:prstGeom>
              <a:blipFill>
                <a:blip r:embed="rId7"/>
                <a:stretch>
                  <a:fillRect l="-921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文本框 86">
            <a:extLst>
              <a:ext uri="{FF2B5EF4-FFF2-40B4-BE49-F238E27FC236}">
                <a16:creationId xmlns:a16="http://schemas.microsoft.com/office/drawing/2014/main" id="{2F2726F1-DC67-58DF-75F3-891B96E781AF}"/>
              </a:ext>
            </a:extLst>
          </p:cNvPr>
          <p:cNvSpPr txBox="1"/>
          <p:nvPr/>
        </p:nvSpPr>
        <p:spPr>
          <a:xfrm>
            <a:off x="7608719" y="3329318"/>
            <a:ext cx="40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或非门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构成的 </a:t>
            </a:r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表格 87">
                <a:extLst>
                  <a:ext uri="{FF2B5EF4-FFF2-40B4-BE49-F238E27FC236}">
                    <a16:creationId xmlns:a16="http://schemas.microsoft.com/office/drawing/2014/main" id="{BFC712FD-C325-7EF7-2DD3-6D25F30570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5776233"/>
                  </p:ext>
                </p:extLst>
              </p:nvPr>
            </p:nvGraphicFramePr>
            <p:xfrm>
              <a:off x="7820105" y="3729428"/>
              <a:ext cx="3588453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8133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27760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3923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表格 87">
                <a:extLst>
                  <a:ext uri="{FF2B5EF4-FFF2-40B4-BE49-F238E27FC236}">
                    <a16:creationId xmlns:a16="http://schemas.microsoft.com/office/drawing/2014/main" id="{BFC712FD-C325-7EF7-2DD3-6D25F30570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5776233"/>
                  </p:ext>
                </p:extLst>
              </p:nvPr>
            </p:nvGraphicFramePr>
            <p:xfrm>
              <a:off x="7820105" y="3729428"/>
              <a:ext cx="3588453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8133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27760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592" t="-6667" r="-250296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BA8F540F-F86B-92EC-CD84-26EEED3537AC}"/>
                  </a:ext>
                </a:extLst>
              </p:cNvPr>
              <p:cNvSpPr txBox="1"/>
              <p:nvPr/>
            </p:nvSpPr>
            <p:spPr>
              <a:xfrm>
                <a:off x="798788" y="4932000"/>
                <a:ext cx="6526418" cy="94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时，如果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kumimoji="1"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不是同时跳变为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，锁存器的状态是否能估计出来？ </a:t>
                </a:r>
                <a:endParaRPr kumimoji="1"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BA8F540F-F86B-92EC-CD84-26EEED353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88" y="4932000"/>
                <a:ext cx="6526418" cy="941155"/>
              </a:xfrm>
              <a:prstGeom prst="rect">
                <a:avLst/>
              </a:prstGeom>
              <a:blipFill>
                <a:blip r:embed="rId9"/>
                <a:stretch>
                  <a:fillRect l="-1401" t="-1299" r="-1027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ADE36FD9-C631-131A-D960-E5E882F53014}"/>
              </a:ext>
            </a:extLst>
          </p:cNvPr>
          <p:cNvGrpSpPr/>
          <p:nvPr/>
        </p:nvGrpSpPr>
        <p:grpSpPr>
          <a:xfrm>
            <a:off x="9804177" y="1524500"/>
            <a:ext cx="2193239" cy="1378151"/>
            <a:chOff x="9804177" y="1524500"/>
            <a:chExt cx="2193239" cy="1378151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2AFB058-A04A-103D-4111-EC2B48100758}"/>
                </a:ext>
              </a:extLst>
            </p:cNvPr>
            <p:cNvSpPr/>
            <p:nvPr/>
          </p:nvSpPr>
          <p:spPr>
            <a:xfrm>
              <a:off x="10425636" y="1524500"/>
              <a:ext cx="900003" cy="137815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4CA7FFD4-C13B-CEC5-843C-768B6977C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3C7C20B0-5628-B04E-6A87-4DE586A5F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26031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21B1B2B-5922-FF6F-C732-5AB10FB267E3}"/>
                    </a:ext>
                  </a:extLst>
                </p:cNvPr>
                <p:cNvSpPr txBox="1"/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21B1B2B-5922-FF6F-C732-5AB10FB267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A5E68AD-2C2E-F787-011D-BF9D02C2E250}"/>
                    </a:ext>
                  </a:extLst>
                </p:cNvPr>
                <p:cNvSpPr txBox="1"/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A5E68AD-2C2E-F787-011D-BF9D02C2E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FB192B4E-68DE-3798-27C9-9C1FCCB4B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4F13A902-233C-67F9-C41D-8D64A4C76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2603148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B782BD24-DAD0-874E-1BE6-1D99D5D3BBD9}"/>
                </a:ext>
              </a:extLst>
            </p:cNvPr>
            <p:cNvSpPr/>
            <p:nvPr/>
          </p:nvSpPr>
          <p:spPr>
            <a:xfrm flipV="1">
              <a:off x="11331574" y="25425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D7702EA-CD1A-75D9-09BD-B0303E61D363}"/>
                    </a:ext>
                  </a:extLst>
                </p:cNvPr>
                <p:cNvSpPr txBox="1"/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D7702EA-CD1A-75D9-09BD-B0303E61D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blipFill>
                  <a:blip r:embed="rId15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8A4DDEC-0895-1207-9167-22666A74C824}"/>
                    </a:ext>
                  </a:extLst>
                </p:cNvPr>
                <p:cNvSpPr txBox="1"/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8A4DDEC-0895-1207-9167-22666A74C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blipFill>
                  <a:blip r:embed="rId16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6927799-AF34-1E21-126A-7AD8F00555EA}"/>
                    </a:ext>
                  </a:extLst>
                </p:cNvPr>
                <p:cNvSpPr txBox="1"/>
                <p:nvPr/>
              </p:nvSpPr>
              <p:spPr>
                <a:xfrm>
                  <a:off x="9804177" y="15793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6927799-AF34-1E21-126A-7AD8F0055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7" y="1579326"/>
                  <a:ext cx="458075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45A4FC7-43D4-64DD-8610-ADCCFC6B4C9C}"/>
                    </a:ext>
                  </a:extLst>
                </p:cNvPr>
                <p:cNvSpPr txBox="1"/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45A4FC7-43D4-64DD-8610-ADCCFC6B4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标题 1">
            <a:extLst>
              <a:ext uri="{FF2B5EF4-FFF2-40B4-BE49-F238E27FC236}">
                <a16:creationId xmlns:a16="http://schemas.microsoft.com/office/drawing/2014/main" id="{883D8E45-019C-5638-11BA-8903DABBB51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C59B70E-2EAA-18B3-6358-3601FCDE53C7}"/>
                  </a:ext>
                </a:extLst>
              </p:cNvPr>
              <p:cNvSpPr txBox="1"/>
              <p:nvPr/>
            </p:nvSpPr>
            <p:spPr>
              <a:xfrm>
                <a:off x="8944753" y="3729702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C59B70E-2EAA-18B3-6358-3601FCDE5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753" y="3729702"/>
                <a:ext cx="1228725" cy="462434"/>
              </a:xfrm>
              <a:prstGeom prst="rect">
                <a:avLst/>
              </a:prstGeom>
              <a:blipFill>
                <a:blip r:embed="rId19"/>
                <a:stretch>
                  <a:fillRect r="-32178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0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rc 158">
            <a:extLst>
              <a:ext uri="{FF2B5EF4-FFF2-40B4-BE49-F238E27FC236}">
                <a16:creationId xmlns:a16="http://schemas.microsoft.com/office/drawing/2014/main" id="{1F9934B6-F806-9E53-5094-3314D5C63F5A}"/>
              </a:ext>
            </a:extLst>
          </p:cNvPr>
          <p:cNvSpPr>
            <a:spLocks/>
          </p:cNvSpPr>
          <p:nvPr/>
        </p:nvSpPr>
        <p:spPr bwMode="auto">
          <a:xfrm rot="5400000">
            <a:off x="7549579" y="1254775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Line 160">
            <a:extLst>
              <a:ext uri="{FF2B5EF4-FFF2-40B4-BE49-F238E27FC236}">
                <a16:creationId xmlns:a16="http://schemas.microsoft.com/office/drawing/2014/main" id="{E2E98310-E9F7-5DC1-B118-88720A1214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1402905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Line 160">
            <a:extLst>
              <a:ext uri="{FF2B5EF4-FFF2-40B4-BE49-F238E27FC236}">
                <a16:creationId xmlns:a16="http://schemas.microsoft.com/office/drawing/2014/main" id="{0366A716-EB6A-AB26-E5EB-EB73588B2E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1946035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Arc 156">
            <a:extLst>
              <a:ext uri="{FF2B5EF4-FFF2-40B4-BE49-F238E27FC236}">
                <a16:creationId xmlns:a16="http://schemas.microsoft.com/office/drawing/2014/main" id="{DB443DF6-B62A-8C82-82BF-80CDD9EA55E9}"/>
              </a:ext>
            </a:extLst>
          </p:cNvPr>
          <p:cNvSpPr>
            <a:spLocks/>
          </p:cNvSpPr>
          <p:nvPr/>
        </p:nvSpPr>
        <p:spPr bwMode="auto">
          <a:xfrm flipV="1">
            <a:off x="8358351" y="1424156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Line 27">
            <a:extLst>
              <a:ext uri="{FF2B5EF4-FFF2-40B4-BE49-F238E27FC236}">
                <a16:creationId xmlns:a16="http://schemas.microsoft.com/office/drawing/2014/main" id="{034B4EAD-F1B1-D8BE-C7E4-165D13317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4350" y="1524500"/>
            <a:ext cx="50943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0" name="Line 27">
            <a:extLst>
              <a:ext uri="{FF2B5EF4-FFF2-40B4-BE49-F238E27FC236}">
                <a16:creationId xmlns:a16="http://schemas.microsoft.com/office/drawing/2014/main" id="{17F7BC28-8651-A293-755E-A8BE03C03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9852" y="1824003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27">
            <a:extLst>
              <a:ext uri="{FF2B5EF4-FFF2-40B4-BE49-F238E27FC236}">
                <a16:creationId xmlns:a16="http://schemas.microsoft.com/office/drawing/2014/main" id="{E8DB6F2B-C62E-BC0D-A78D-1F3B388BD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7823" y="1674493"/>
            <a:ext cx="4388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rc 156">
            <a:extLst>
              <a:ext uri="{FF2B5EF4-FFF2-40B4-BE49-F238E27FC236}">
                <a16:creationId xmlns:a16="http://schemas.microsoft.com/office/drawing/2014/main" id="{A5904471-23B9-C176-628C-075C8C080768}"/>
              </a:ext>
            </a:extLst>
          </p:cNvPr>
          <p:cNvSpPr>
            <a:spLocks/>
          </p:cNvSpPr>
          <p:nvPr/>
        </p:nvSpPr>
        <p:spPr bwMode="auto">
          <a:xfrm>
            <a:off x="8356660" y="1402890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7EA9539-D34F-7FC7-6628-ED18AD4C3740}"/>
                  </a:ext>
                </a:extLst>
              </p:cNvPr>
              <p:cNvSpPr txBox="1"/>
              <p:nvPr/>
            </p:nvSpPr>
            <p:spPr>
              <a:xfrm>
                <a:off x="7371711" y="1295520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7EA9539-D34F-7FC7-6628-ED18AD4C3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711" y="1295520"/>
                <a:ext cx="458075" cy="461665"/>
              </a:xfrm>
              <a:prstGeom prst="rect">
                <a:avLst/>
              </a:prstGeom>
              <a:blipFill>
                <a:blip r:embed="rId3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椭圆 73">
            <a:extLst>
              <a:ext uri="{FF2B5EF4-FFF2-40B4-BE49-F238E27FC236}">
                <a16:creationId xmlns:a16="http://schemas.microsoft.com/office/drawing/2014/main" id="{B0E4F57F-D9B2-88AB-E57F-1429DE4DA6B9}"/>
              </a:ext>
            </a:extLst>
          </p:cNvPr>
          <p:cNvSpPr/>
          <p:nvPr/>
        </p:nvSpPr>
        <p:spPr>
          <a:xfrm flipV="1">
            <a:off x="8748157" y="1612848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5" name="Arc 158">
            <a:extLst>
              <a:ext uri="{FF2B5EF4-FFF2-40B4-BE49-F238E27FC236}">
                <a16:creationId xmlns:a16="http://schemas.microsoft.com/office/drawing/2014/main" id="{B86300F7-6DDB-18EC-D646-50D5D274EC86}"/>
              </a:ext>
            </a:extLst>
          </p:cNvPr>
          <p:cNvSpPr>
            <a:spLocks/>
          </p:cNvSpPr>
          <p:nvPr/>
        </p:nvSpPr>
        <p:spPr bwMode="auto">
          <a:xfrm rot="5400000">
            <a:off x="7549579" y="2335233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Line 160">
            <a:extLst>
              <a:ext uri="{FF2B5EF4-FFF2-40B4-BE49-F238E27FC236}">
                <a16:creationId xmlns:a16="http://schemas.microsoft.com/office/drawing/2014/main" id="{593E766C-44FE-38CD-D469-551158258B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2483363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Line 160">
            <a:extLst>
              <a:ext uri="{FF2B5EF4-FFF2-40B4-BE49-F238E27FC236}">
                <a16:creationId xmlns:a16="http://schemas.microsoft.com/office/drawing/2014/main" id="{B597E201-73A2-5E24-7FCF-0A2345C037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7580" y="3026493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Arc 156">
            <a:extLst>
              <a:ext uri="{FF2B5EF4-FFF2-40B4-BE49-F238E27FC236}">
                <a16:creationId xmlns:a16="http://schemas.microsoft.com/office/drawing/2014/main" id="{183AFF5A-A080-251E-0367-B561D9B309AE}"/>
              </a:ext>
            </a:extLst>
          </p:cNvPr>
          <p:cNvSpPr>
            <a:spLocks/>
          </p:cNvSpPr>
          <p:nvPr/>
        </p:nvSpPr>
        <p:spPr bwMode="auto">
          <a:xfrm flipV="1">
            <a:off x="8358351" y="2504614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Line 27">
            <a:extLst>
              <a:ext uri="{FF2B5EF4-FFF2-40B4-BE49-F238E27FC236}">
                <a16:creationId xmlns:a16="http://schemas.microsoft.com/office/drawing/2014/main" id="{45D25E12-6826-63A1-4AFF-800D50B90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9852" y="2604958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80" name="Line 27">
            <a:extLst>
              <a:ext uri="{FF2B5EF4-FFF2-40B4-BE49-F238E27FC236}">
                <a16:creationId xmlns:a16="http://schemas.microsoft.com/office/drawing/2014/main" id="{CFF3AD95-FBC0-CE86-8C7B-BD2F2366D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4350" y="2904461"/>
            <a:ext cx="50943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27">
            <a:extLst>
              <a:ext uri="{FF2B5EF4-FFF2-40B4-BE49-F238E27FC236}">
                <a16:creationId xmlns:a16="http://schemas.microsoft.com/office/drawing/2014/main" id="{3592A32A-DD44-9A09-1A66-4E5F480A9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7823" y="2754951"/>
            <a:ext cx="4388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Arc 156">
            <a:extLst>
              <a:ext uri="{FF2B5EF4-FFF2-40B4-BE49-F238E27FC236}">
                <a16:creationId xmlns:a16="http://schemas.microsoft.com/office/drawing/2014/main" id="{C2510BF4-E725-E01A-6664-AB4CB719831C}"/>
              </a:ext>
            </a:extLst>
          </p:cNvPr>
          <p:cNvSpPr>
            <a:spLocks/>
          </p:cNvSpPr>
          <p:nvPr/>
        </p:nvSpPr>
        <p:spPr bwMode="auto">
          <a:xfrm>
            <a:off x="8356660" y="2483348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3D94B3CD-0CE5-3C0A-8793-E9809AF240A9}"/>
              </a:ext>
            </a:extLst>
          </p:cNvPr>
          <p:cNvSpPr/>
          <p:nvPr/>
        </p:nvSpPr>
        <p:spPr>
          <a:xfrm flipV="1">
            <a:off x="8748157" y="2693306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84" name="Line 27">
            <a:extLst>
              <a:ext uri="{FF2B5EF4-FFF2-40B4-BE49-F238E27FC236}">
                <a16:creationId xmlns:a16="http://schemas.microsoft.com/office/drawing/2014/main" id="{4DCBB302-80EF-C754-A40C-890EE2B468B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835029" y="1939209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Line 27">
            <a:extLst>
              <a:ext uri="{FF2B5EF4-FFF2-40B4-BE49-F238E27FC236}">
                <a16:creationId xmlns:a16="http://schemas.microsoft.com/office/drawing/2014/main" id="{C8F75605-83A5-F159-A7DF-05F9D3C816B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835029" y="2489303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Line 27">
            <a:extLst>
              <a:ext uri="{FF2B5EF4-FFF2-40B4-BE49-F238E27FC236}">
                <a16:creationId xmlns:a16="http://schemas.microsoft.com/office/drawing/2014/main" id="{E6AAB0BB-B816-646E-5F13-114B1AB1123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891822" y="1813614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Line 27">
            <a:extLst>
              <a:ext uri="{FF2B5EF4-FFF2-40B4-BE49-F238E27FC236}">
                <a16:creationId xmlns:a16="http://schemas.microsoft.com/office/drawing/2014/main" id="{5B284A21-8DF8-9479-0EFE-D887B2745F6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891822" y="2616270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27">
            <a:extLst>
              <a:ext uri="{FF2B5EF4-FFF2-40B4-BE49-F238E27FC236}">
                <a16:creationId xmlns:a16="http://schemas.microsoft.com/office/drawing/2014/main" id="{5047E8E3-34A0-7462-B269-F59B33F32050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8269428" y="1743232"/>
            <a:ext cx="445177" cy="107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Line 27">
            <a:extLst>
              <a:ext uri="{FF2B5EF4-FFF2-40B4-BE49-F238E27FC236}">
                <a16:creationId xmlns:a16="http://schemas.microsoft.com/office/drawing/2014/main" id="{DAF8B02F-842D-2335-EAF2-E6CD54D6B2CF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8268237" y="1613947"/>
            <a:ext cx="445177" cy="107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DA86C8C6-535B-C988-4783-0B2E1F37CE05}"/>
              </a:ext>
            </a:extLst>
          </p:cNvPr>
          <p:cNvSpPr/>
          <p:nvPr/>
        </p:nvSpPr>
        <p:spPr>
          <a:xfrm flipV="1">
            <a:off x="8971739" y="1626580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B2DF0F8B-24E1-1A89-027F-BFE57448D6D6}"/>
              </a:ext>
            </a:extLst>
          </p:cNvPr>
          <p:cNvSpPr/>
          <p:nvPr/>
        </p:nvSpPr>
        <p:spPr>
          <a:xfrm flipV="1">
            <a:off x="8971739" y="2706122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9BDA8649-7A61-685E-50CD-DD8647A676F5}"/>
                  </a:ext>
                </a:extLst>
              </p:cNvPr>
              <p:cNvSpPr txBox="1"/>
              <p:nvPr/>
            </p:nvSpPr>
            <p:spPr>
              <a:xfrm>
                <a:off x="7371710" y="2673628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9BDA8649-7A61-685E-50CD-DD8647A67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710" y="2673628"/>
                <a:ext cx="4580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8F7BCB1F-353F-1014-71FD-613915E44357}"/>
                  </a:ext>
                </a:extLst>
              </p:cNvPr>
              <p:cNvSpPr txBox="1"/>
              <p:nvPr/>
            </p:nvSpPr>
            <p:spPr>
              <a:xfrm>
                <a:off x="9176837" y="2522733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8F7BCB1F-353F-1014-71FD-613915E44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837" y="2522733"/>
                <a:ext cx="458075" cy="462434"/>
              </a:xfrm>
              <a:prstGeom prst="rect">
                <a:avLst/>
              </a:prstGeom>
              <a:blipFill>
                <a:blip r:embed="rId5"/>
                <a:stretch>
                  <a:fillRect l="-9211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01384D8-A2FA-684C-2115-DA6AFBEA76AC}"/>
                  </a:ext>
                </a:extLst>
              </p:cNvPr>
              <p:cNvSpPr txBox="1"/>
              <p:nvPr/>
            </p:nvSpPr>
            <p:spPr>
              <a:xfrm>
                <a:off x="9176837" y="1442275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01384D8-A2FA-684C-2115-DA6AFBEA7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837" y="1442275"/>
                <a:ext cx="458075" cy="462434"/>
              </a:xfrm>
              <a:prstGeom prst="rect">
                <a:avLst/>
              </a:prstGeom>
              <a:blipFill>
                <a:blip r:embed="rId6"/>
                <a:stretch>
                  <a:fillRect l="-921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1AB83951-D69C-DC05-E921-9F3B716DEA66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424321" cy="565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已知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的波形，求输出波形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1AB83951-D69C-DC05-E921-9F3B716DE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424321" cy="565604"/>
              </a:xfrm>
              <a:prstGeom prst="rect">
                <a:avLst/>
              </a:prstGeom>
              <a:blipFill>
                <a:blip r:embed="rId7"/>
                <a:stretch>
                  <a:fillRect l="-1898" t="-4301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B3A3E6F0-7709-01A2-11B5-AC87BF4793E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20076B52-A670-FD3D-D234-74061005C95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17" name="箭头: 五边形 116">
                <a:extLst>
                  <a:ext uri="{FF2B5EF4-FFF2-40B4-BE49-F238E27FC236}">
                    <a16:creationId xmlns:a16="http://schemas.microsoft.com/office/drawing/2014/main" id="{E2E4B924-0A6B-888D-C46A-F2DADF1E783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" name="箭头: V 形 117">
                <a:extLst>
                  <a:ext uri="{FF2B5EF4-FFF2-40B4-BE49-F238E27FC236}">
                    <a16:creationId xmlns:a16="http://schemas.microsoft.com/office/drawing/2014/main" id="{FC87D306-8207-53A1-98DC-787DBFDF619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6" name="灯片编号占位符 3">
              <a:extLst>
                <a:ext uri="{FF2B5EF4-FFF2-40B4-BE49-F238E27FC236}">
                  <a16:creationId xmlns:a16="http://schemas.microsoft.com/office/drawing/2014/main" id="{062774C3-196B-E989-067A-CAA3D9B893A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22" name="Line 27">
            <a:extLst>
              <a:ext uri="{FF2B5EF4-FFF2-40B4-BE49-F238E27FC236}">
                <a16:creationId xmlns:a16="http://schemas.microsoft.com/office/drawing/2014/main" id="{18CF6EBF-1352-AA43-140D-41B60853C7B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94263" y="3789604"/>
            <a:ext cx="3539066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" name="Line 27">
            <a:extLst>
              <a:ext uri="{FF2B5EF4-FFF2-40B4-BE49-F238E27FC236}">
                <a16:creationId xmlns:a16="http://schemas.microsoft.com/office/drawing/2014/main" id="{CB5EBF49-4D0F-EEA8-184B-87F6B7D25C3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50485" y="3789604"/>
            <a:ext cx="3539066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Line 27">
            <a:extLst>
              <a:ext uri="{FF2B5EF4-FFF2-40B4-BE49-F238E27FC236}">
                <a16:creationId xmlns:a16="http://schemas.microsoft.com/office/drawing/2014/main" id="{8A390F27-2CE1-F05B-C40D-EA8C0585EC2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2279264" y="3789604"/>
            <a:ext cx="3539066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" name="Line 27">
            <a:extLst>
              <a:ext uri="{FF2B5EF4-FFF2-40B4-BE49-F238E27FC236}">
                <a16:creationId xmlns:a16="http://schemas.microsoft.com/office/drawing/2014/main" id="{441FCB49-C2D5-BA2B-34A1-DDCD5A50C9F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091344" y="3789604"/>
            <a:ext cx="3539066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" name="Line 27">
            <a:extLst>
              <a:ext uri="{FF2B5EF4-FFF2-40B4-BE49-F238E27FC236}">
                <a16:creationId xmlns:a16="http://schemas.microsoft.com/office/drawing/2014/main" id="{5034C879-45DB-7773-791B-522C1D9396F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79070" y="3789604"/>
            <a:ext cx="3539066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Line 27">
            <a:extLst>
              <a:ext uri="{FF2B5EF4-FFF2-40B4-BE49-F238E27FC236}">
                <a16:creationId xmlns:a16="http://schemas.microsoft.com/office/drawing/2014/main" id="{3FC13EB0-5F0E-75A4-41E0-F94DCD0014D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276251" y="3789604"/>
            <a:ext cx="3539066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" name="Line 27">
            <a:extLst>
              <a:ext uri="{FF2B5EF4-FFF2-40B4-BE49-F238E27FC236}">
                <a16:creationId xmlns:a16="http://schemas.microsoft.com/office/drawing/2014/main" id="{7858738D-4210-98DF-241D-37E5DA4892F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5436" y="3789604"/>
            <a:ext cx="3539066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512ED226-C1AA-24B9-C785-DDC89D49C2D4}"/>
                  </a:ext>
                </a:extLst>
              </p:cNvPr>
              <p:cNvSpPr txBox="1"/>
              <p:nvPr/>
            </p:nvSpPr>
            <p:spPr>
              <a:xfrm>
                <a:off x="576000" y="2190491"/>
                <a:ext cx="741283" cy="586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512ED226-C1AA-24B9-C785-DDC89D49C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" y="2190491"/>
                <a:ext cx="741283" cy="5866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Line 27">
            <a:extLst>
              <a:ext uri="{FF2B5EF4-FFF2-40B4-BE49-F238E27FC236}">
                <a16:creationId xmlns:a16="http://schemas.microsoft.com/office/drawing/2014/main" id="{624AF5C1-EEFA-964E-0CFB-F632C0CB4C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20018" y="2310189"/>
            <a:ext cx="122658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Line 27">
            <a:extLst>
              <a:ext uri="{FF2B5EF4-FFF2-40B4-BE49-F238E27FC236}">
                <a16:creationId xmlns:a16="http://schemas.microsoft.com/office/drawing/2014/main" id="{A4CBC0B8-DD3D-08E7-C496-F0D15FE3C4D8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622100" y="2502325"/>
            <a:ext cx="3958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Line 27">
            <a:extLst>
              <a:ext uri="{FF2B5EF4-FFF2-40B4-BE49-F238E27FC236}">
                <a16:creationId xmlns:a16="http://schemas.microsoft.com/office/drawing/2014/main" id="{9C371A56-DCE8-E6E9-7FA0-7A999DA0C9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50980" y="2700736"/>
            <a:ext cx="9690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38" name="Line 27">
            <a:extLst>
              <a:ext uri="{FF2B5EF4-FFF2-40B4-BE49-F238E27FC236}">
                <a16:creationId xmlns:a16="http://schemas.microsoft.com/office/drawing/2014/main" id="{EF2A9735-E6E6-6D71-17D3-D27617167B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48603" y="3034233"/>
            <a:ext cx="59718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" name="Line 27">
            <a:extLst>
              <a:ext uri="{FF2B5EF4-FFF2-40B4-BE49-F238E27FC236}">
                <a16:creationId xmlns:a16="http://schemas.microsoft.com/office/drawing/2014/main" id="{A431670D-2B13-8F1C-7141-6E72078ADDE4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5255157" y="3229507"/>
            <a:ext cx="39054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Line 27">
            <a:extLst>
              <a:ext uri="{FF2B5EF4-FFF2-40B4-BE49-F238E27FC236}">
                <a16:creationId xmlns:a16="http://schemas.microsoft.com/office/drawing/2014/main" id="{D0EF014D-4F28-B8F1-C709-6B07F0362E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2605" y="3034716"/>
            <a:ext cx="158400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" name="Line 27">
            <a:extLst>
              <a:ext uri="{FF2B5EF4-FFF2-40B4-BE49-F238E27FC236}">
                <a16:creationId xmlns:a16="http://schemas.microsoft.com/office/drawing/2014/main" id="{18C8CE85-FE69-44BC-F13A-1A493C8D4739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267333" y="3229506"/>
            <a:ext cx="39054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A58A3C74-D3F7-4332-3DF5-0475A07CBA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9369" y="3425263"/>
            <a:ext cx="11241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Line 27">
            <a:extLst>
              <a:ext uri="{FF2B5EF4-FFF2-40B4-BE49-F238E27FC236}">
                <a16:creationId xmlns:a16="http://schemas.microsoft.com/office/drawing/2014/main" id="{655F4621-47C0-CDF7-574E-AA9F0D0A921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851730" y="2505069"/>
            <a:ext cx="3903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Line 27">
            <a:extLst>
              <a:ext uri="{FF2B5EF4-FFF2-40B4-BE49-F238E27FC236}">
                <a16:creationId xmlns:a16="http://schemas.microsoft.com/office/drawing/2014/main" id="{3025ADA4-B2EB-038D-AF39-590BCD2D6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607" y="2700443"/>
            <a:ext cx="81127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48" name="Line 27">
            <a:extLst>
              <a:ext uri="{FF2B5EF4-FFF2-40B4-BE49-F238E27FC236}">
                <a16:creationId xmlns:a16="http://schemas.microsoft.com/office/drawing/2014/main" id="{D1D81FF4-84D0-D747-78B0-34561464F9C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851334" y="3229506"/>
            <a:ext cx="39054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1116BDB2-E128-ACD8-F3CC-920121323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607" y="3424779"/>
            <a:ext cx="140199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386B406-10B8-357B-4C13-B01B39F35A9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850512" y="3229506"/>
            <a:ext cx="39054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Line 27">
            <a:extLst>
              <a:ext uri="{FF2B5EF4-FFF2-40B4-BE49-F238E27FC236}">
                <a16:creationId xmlns:a16="http://schemas.microsoft.com/office/drawing/2014/main" id="{0DE7C23B-1010-D523-C6BE-38CEE223E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5783" y="3424779"/>
            <a:ext cx="55784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" name="Line 27">
            <a:extLst>
              <a:ext uri="{FF2B5EF4-FFF2-40B4-BE49-F238E27FC236}">
                <a16:creationId xmlns:a16="http://schemas.microsoft.com/office/drawing/2014/main" id="{61A2ABCE-BC05-CE73-4F11-6E4E1A7C5D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7878" y="2309896"/>
            <a:ext cx="590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" name="Line 27">
            <a:extLst>
              <a:ext uri="{FF2B5EF4-FFF2-40B4-BE49-F238E27FC236}">
                <a16:creationId xmlns:a16="http://schemas.microsoft.com/office/drawing/2014/main" id="{0D453755-21C4-F9BE-E7A6-743C26DDD15F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662709" y="2505069"/>
            <a:ext cx="3903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" name="Line 27">
            <a:extLst>
              <a:ext uri="{FF2B5EF4-FFF2-40B4-BE49-F238E27FC236}">
                <a16:creationId xmlns:a16="http://schemas.microsoft.com/office/drawing/2014/main" id="{99ACCD1F-2660-ADC6-31BC-CACBE7CFE8F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255525" y="2504967"/>
            <a:ext cx="39054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" name="Line 27">
            <a:extLst>
              <a:ext uri="{FF2B5EF4-FFF2-40B4-BE49-F238E27FC236}">
                <a16:creationId xmlns:a16="http://schemas.microsoft.com/office/drawing/2014/main" id="{36AE8874-DF0C-4A69-DDF0-C5C6397C2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603" y="2700240"/>
            <a:ext cx="11550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" name="Line 27">
            <a:extLst>
              <a:ext uri="{FF2B5EF4-FFF2-40B4-BE49-F238E27FC236}">
                <a16:creationId xmlns:a16="http://schemas.microsoft.com/office/drawing/2014/main" id="{B7AF7529-BB41-667B-BEEE-AAA472B05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4417" y="2311030"/>
            <a:ext cx="516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" name="Line 27">
            <a:extLst>
              <a:ext uri="{FF2B5EF4-FFF2-40B4-BE49-F238E27FC236}">
                <a16:creationId xmlns:a16="http://schemas.microsoft.com/office/drawing/2014/main" id="{4D211890-BD8E-F4EC-BF99-AD60E5D6EC0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665213" y="2502171"/>
            <a:ext cx="3822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25CC3C83-1C85-B29B-40B5-C45B810118F9}"/>
              </a:ext>
            </a:extLst>
          </p:cNvPr>
          <p:cNvGrpSpPr/>
          <p:nvPr/>
        </p:nvGrpSpPr>
        <p:grpSpPr>
          <a:xfrm>
            <a:off x="1334757" y="4064053"/>
            <a:ext cx="5268874" cy="1190895"/>
            <a:chOff x="1334757" y="4064053"/>
            <a:chExt cx="5268874" cy="1190895"/>
          </a:xfrm>
        </p:grpSpPr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1D8E9470-DD57-8F2A-5C6B-DC968790B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909" y="4078844"/>
              <a:ext cx="14305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2" name="Line 27">
              <a:extLst>
                <a:ext uri="{FF2B5EF4-FFF2-40B4-BE49-F238E27FC236}">
                  <a16:creationId xmlns:a16="http://schemas.microsoft.com/office/drawing/2014/main" id="{1B905944-8FB8-1BA9-11B8-FFDBFCAE1F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3842664" y="4279561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0B8ACDB5-DE54-D72D-26DF-1684A8455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6021" y="4469391"/>
              <a:ext cx="5711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27">
              <a:extLst>
                <a:ext uri="{FF2B5EF4-FFF2-40B4-BE49-F238E27FC236}">
                  <a16:creationId xmlns:a16="http://schemas.microsoft.com/office/drawing/2014/main" id="{33DB22BF-A3A3-62EE-4862-DE724EB1F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4757" y="4078844"/>
              <a:ext cx="11423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27">
              <a:extLst>
                <a:ext uri="{FF2B5EF4-FFF2-40B4-BE49-F238E27FC236}">
                  <a16:creationId xmlns:a16="http://schemas.microsoft.com/office/drawing/2014/main" id="{9A6E4D79-0DFC-DD78-79C2-3223DE125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501" y="4851134"/>
              <a:ext cx="3797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Line 27">
              <a:extLst>
                <a:ext uri="{FF2B5EF4-FFF2-40B4-BE49-F238E27FC236}">
                  <a16:creationId xmlns:a16="http://schemas.microsoft.com/office/drawing/2014/main" id="{2F5809AA-A3C8-597F-EE1E-F28F40132B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20026" y="5050659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" name="Line 27">
              <a:extLst>
                <a:ext uri="{FF2B5EF4-FFF2-40B4-BE49-F238E27FC236}">
                  <a16:creationId xmlns:a16="http://schemas.microsoft.com/office/drawing/2014/main" id="{D102C245-F996-8C1C-B217-8BE4B5721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134" y="5241680"/>
              <a:ext cx="21852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9" name="Line 27">
              <a:extLst>
                <a:ext uri="{FF2B5EF4-FFF2-40B4-BE49-F238E27FC236}">
                  <a16:creationId xmlns:a16="http://schemas.microsoft.com/office/drawing/2014/main" id="{6D3654F1-E98E-7B6B-CF6A-974A3F5A0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9369" y="5241680"/>
              <a:ext cx="11349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Line 27">
              <a:extLst>
                <a:ext uri="{FF2B5EF4-FFF2-40B4-BE49-F238E27FC236}">
                  <a16:creationId xmlns:a16="http://schemas.microsoft.com/office/drawing/2014/main" id="{EC430A74-643C-FA7C-57D3-F7A550DB2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65" y="4078844"/>
              <a:ext cx="5374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Line 27">
              <a:extLst>
                <a:ext uri="{FF2B5EF4-FFF2-40B4-BE49-F238E27FC236}">
                  <a16:creationId xmlns:a16="http://schemas.microsoft.com/office/drawing/2014/main" id="{4F8C0549-3466-DB62-2623-E0257C3FF8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62759" y="4279561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Line 27">
              <a:extLst>
                <a:ext uri="{FF2B5EF4-FFF2-40B4-BE49-F238E27FC236}">
                  <a16:creationId xmlns:a16="http://schemas.microsoft.com/office/drawing/2014/main" id="{545295C3-3729-9BC7-153B-29F26BEDC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150" y="4469391"/>
              <a:ext cx="24200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Line 27">
              <a:extLst>
                <a:ext uri="{FF2B5EF4-FFF2-40B4-BE49-F238E27FC236}">
                  <a16:creationId xmlns:a16="http://schemas.microsoft.com/office/drawing/2014/main" id="{B82D89E7-674E-D6BD-D3FC-6F5C0DF0E2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0768" y="4851134"/>
              <a:ext cx="3825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Line 27">
              <a:extLst>
                <a:ext uri="{FF2B5EF4-FFF2-40B4-BE49-F238E27FC236}">
                  <a16:creationId xmlns:a16="http://schemas.microsoft.com/office/drawing/2014/main" id="{A910BD1A-1B2A-1747-04CF-58AE24910C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265822" y="5045216"/>
              <a:ext cx="3929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" name="Line 27">
              <a:extLst>
                <a:ext uri="{FF2B5EF4-FFF2-40B4-BE49-F238E27FC236}">
                  <a16:creationId xmlns:a16="http://schemas.microsoft.com/office/drawing/2014/main" id="{F1B80786-E089-4300-24C5-569FAE8A8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9674" y="5241680"/>
              <a:ext cx="5303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Line 27">
              <a:extLst>
                <a:ext uri="{FF2B5EF4-FFF2-40B4-BE49-F238E27FC236}">
                  <a16:creationId xmlns:a16="http://schemas.microsoft.com/office/drawing/2014/main" id="{A9C6B5EE-048D-0BAE-0266-64B619DB1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4241" y="4851134"/>
              <a:ext cx="838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" name="Line 27">
              <a:extLst>
                <a:ext uri="{FF2B5EF4-FFF2-40B4-BE49-F238E27FC236}">
                  <a16:creationId xmlns:a16="http://schemas.microsoft.com/office/drawing/2014/main" id="{1650566E-2F2F-E25D-326C-ECD5F6018D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3845046" y="5053041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" name="Line 27">
              <a:extLst>
                <a:ext uri="{FF2B5EF4-FFF2-40B4-BE49-F238E27FC236}">
                  <a16:creationId xmlns:a16="http://schemas.microsoft.com/office/drawing/2014/main" id="{C44FBA5B-3A12-37E1-0821-F0A77BE00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9107" y="5241680"/>
              <a:ext cx="5711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" name="Line 27">
              <a:extLst>
                <a:ext uri="{FF2B5EF4-FFF2-40B4-BE49-F238E27FC236}">
                  <a16:creationId xmlns:a16="http://schemas.microsoft.com/office/drawing/2014/main" id="{4E02FA71-E792-8F8A-4360-E1AC22389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879" y="4078844"/>
              <a:ext cx="5374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Line 27">
              <a:extLst>
                <a:ext uri="{FF2B5EF4-FFF2-40B4-BE49-F238E27FC236}">
                  <a16:creationId xmlns:a16="http://schemas.microsoft.com/office/drawing/2014/main" id="{14AE06FD-4A1A-74B7-DFBF-5CAD19715F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48200" y="4280752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" name="Line 27">
              <a:extLst>
                <a:ext uri="{FF2B5EF4-FFF2-40B4-BE49-F238E27FC236}">
                  <a16:creationId xmlns:a16="http://schemas.microsoft.com/office/drawing/2014/main" id="{40E3BF25-650A-3326-1196-8928CC931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7548" y="4469391"/>
              <a:ext cx="11660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Line 27">
              <a:extLst>
                <a:ext uri="{FF2B5EF4-FFF2-40B4-BE49-F238E27FC236}">
                  <a16:creationId xmlns:a16="http://schemas.microsoft.com/office/drawing/2014/main" id="{FA517C78-8A82-ADAE-51EC-6F395C538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6033" y="4851134"/>
              <a:ext cx="11660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E4F64BC9-8E38-9E86-92EB-3056CCF299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247329" y="5053041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" name="Line 27">
              <a:extLst>
                <a:ext uri="{FF2B5EF4-FFF2-40B4-BE49-F238E27FC236}">
                  <a16:creationId xmlns:a16="http://schemas.microsoft.com/office/drawing/2014/main" id="{DC972E95-4189-EE84-8A53-E6BBD9DE0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4361" y="5241680"/>
              <a:ext cx="5130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Line 27">
              <a:extLst>
                <a:ext uri="{FF2B5EF4-FFF2-40B4-BE49-F238E27FC236}">
                  <a16:creationId xmlns:a16="http://schemas.microsoft.com/office/drawing/2014/main" id="{EAD9D15A-A5BA-187E-600D-60004977B0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58931" y="4265960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1106EDF0-F325-3062-BA03-842A7BDDFE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57452" y="5050084"/>
              <a:ext cx="4038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FFD7CC42-20D2-DF36-7109-89EB65A400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0430" y="4075020"/>
              <a:ext cx="237750" cy="2453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" name="Line 27">
              <a:extLst>
                <a:ext uri="{FF2B5EF4-FFF2-40B4-BE49-F238E27FC236}">
                  <a16:creationId xmlns:a16="http://schemas.microsoft.com/office/drawing/2014/main" id="{46E4CBC9-AEA9-77E6-3F71-79311758DA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45727" y="4072587"/>
              <a:ext cx="389025" cy="4015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7D51CBA7-6266-75DB-C3F2-F2279EF6BD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94735" y="4072587"/>
              <a:ext cx="389025" cy="4015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" name="Line 27">
              <a:extLst>
                <a:ext uri="{FF2B5EF4-FFF2-40B4-BE49-F238E27FC236}">
                  <a16:creationId xmlns:a16="http://schemas.microsoft.com/office/drawing/2014/main" id="{565093F8-2392-A46F-51FA-770AEBBC9E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52725" y="4262714"/>
              <a:ext cx="201908" cy="2084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0" name="Line 27">
              <a:extLst>
                <a:ext uri="{FF2B5EF4-FFF2-40B4-BE49-F238E27FC236}">
                  <a16:creationId xmlns:a16="http://schemas.microsoft.com/office/drawing/2014/main" id="{EBD79DE6-ACC1-0F3B-4408-10943F3194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0197" y="4848832"/>
              <a:ext cx="237750" cy="2453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" name="Line 27">
              <a:extLst>
                <a:ext uri="{FF2B5EF4-FFF2-40B4-BE49-F238E27FC236}">
                  <a16:creationId xmlns:a16="http://schemas.microsoft.com/office/drawing/2014/main" id="{AEF177ED-4C36-F0D7-8B09-C4E0C54F07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45495" y="4846399"/>
              <a:ext cx="389025" cy="4015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2" name="Line 27">
              <a:extLst>
                <a:ext uri="{FF2B5EF4-FFF2-40B4-BE49-F238E27FC236}">
                  <a16:creationId xmlns:a16="http://schemas.microsoft.com/office/drawing/2014/main" id="{910607E3-E26C-7611-DBBE-10C210311B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94502" y="4846399"/>
              <a:ext cx="389025" cy="4015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" name="Line 27">
              <a:extLst>
                <a:ext uri="{FF2B5EF4-FFF2-40B4-BE49-F238E27FC236}">
                  <a16:creationId xmlns:a16="http://schemas.microsoft.com/office/drawing/2014/main" id="{F0F87033-A103-41A8-CD8A-FEC6FD0950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52493" y="5036526"/>
              <a:ext cx="201908" cy="2084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DEFABBD4-9BA3-070E-5D47-52F2B06D3396}"/>
                  </a:ext>
                </a:extLst>
              </p:cNvPr>
              <p:cNvSpPr txBox="1"/>
              <p:nvPr/>
            </p:nvSpPr>
            <p:spPr>
              <a:xfrm>
                <a:off x="576000" y="2942815"/>
                <a:ext cx="741283" cy="586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DEFABBD4-9BA3-070E-5D47-52F2B06D3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" y="2942815"/>
                <a:ext cx="741283" cy="5866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C44F5006-2F36-EFC6-B079-F0A1E324E8CD}"/>
                  </a:ext>
                </a:extLst>
              </p:cNvPr>
              <p:cNvSpPr txBox="1"/>
              <p:nvPr/>
            </p:nvSpPr>
            <p:spPr>
              <a:xfrm>
                <a:off x="576000" y="3987427"/>
                <a:ext cx="741283" cy="586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C44F5006-2F36-EFC6-B079-F0A1E324E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" y="3987427"/>
                <a:ext cx="741283" cy="5866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E05FDE1C-376F-A48A-7EE6-EB6A8002805D}"/>
                  </a:ext>
                </a:extLst>
              </p:cNvPr>
              <p:cNvSpPr txBox="1"/>
              <p:nvPr/>
            </p:nvSpPr>
            <p:spPr>
              <a:xfrm>
                <a:off x="576000" y="4760076"/>
                <a:ext cx="741283" cy="585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32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acc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E05FDE1C-376F-A48A-7EE6-EB6A80028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" y="4760076"/>
                <a:ext cx="741283" cy="5859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980A8F4-A784-701B-F915-5A67D6B3CCAE}"/>
              </a:ext>
            </a:extLst>
          </p:cNvPr>
          <p:cNvGrpSpPr/>
          <p:nvPr/>
        </p:nvGrpSpPr>
        <p:grpSpPr>
          <a:xfrm>
            <a:off x="1333976" y="1549583"/>
            <a:ext cx="5379369" cy="681925"/>
            <a:chOff x="1333976" y="1549583"/>
            <a:chExt cx="5379369" cy="681925"/>
          </a:xfrm>
        </p:grpSpPr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14A1C9EE-4EFF-28DC-3DFD-164970689FF1}"/>
                </a:ext>
              </a:extLst>
            </p:cNvPr>
            <p:cNvSpPr txBox="1"/>
            <p:nvPr/>
          </p:nvSpPr>
          <p:spPr>
            <a:xfrm>
              <a:off x="2348666" y="1553025"/>
              <a:ext cx="605271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</a:t>
              </a: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034223C6-DD3D-7172-5B4A-27E3D37F8D28}"/>
                </a:ext>
              </a:extLst>
            </p:cNvPr>
            <p:cNvSpPr txBox="1"/>
            <p:nvPr/>
          </p:nvSpPr>
          <p:spPr>
            <a:xfrm>
              <a:off x="1796698" y="1797378"/>
              <a:ext cx="708245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保持</a:t>
              </a:r>
              <a:endPara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A6EF1827-1858-1E59-2093-829CE4BEDA8D}"/>
                </a:ext>
              </a:extLst>
            </p:cNvPr>
            <p:cNvSpPr txBox="1"/>
            <p:nvPr/>
          </p:nvSpPr>
          <p:spPr>
            <a:xfrm>
              <a:off x="1333976" y="1553025"/>
              <a:ext cx="605271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</a:t>
              </a: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07BC6B30-7EFE-478E-92AE-6FD633514757}"/>
                </a:ext>
              </a:extLst>
            </p:cNvPr>
            <p:cNvSpPr txBox="1"/>
            <p:nvPr/>
          </p:nvSpPr>
          <p:spPr>
            <a:xfrm>
              <a:off x="4094574" y="1796648"/>
              <a:ext cx="708245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不定</a:t>
              </a:r>
              <a:endPara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文本框 245">
              <a:extLst>
                <a:ext uri="{FF2B5EF4-FFF2-40B4-BE49-F238E27FC236}">
                  <a16:creationId xmlns:a16="http://schemas.microsoft.com/office/drawing/2014/main" id="{3AC1F6EB-B571-DCC7-B7EC-2F8C83CF097A}"/>
                </a:ext>
              </a:extLst>
            </p:cNvPr>
            <p:cNvSpPr txBox="1"/>
            <p:nvPr/>
          </p:nvSpPr>
          <p:spPr>
            <a:xfrm>
              <a:off x="4892215" y="1552675"/>
              <a:ext cx="605271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</a:t>
              </a: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6D4982E5-26E4-346A-3547-D2BD14F1B8EA}"/>
                </a:ext>
              </a:extLst>
            </p:cNvPr>
            <p:cNvSpPr txBox="1"/>
            <p:nvPr/>
          </p:nvSpPr>
          <p:spPr>
            <a:xfrm>
              <a:off x="5488538" y="1549583"/>
              <a:ext cx="605271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</a:t>
              </a: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0E78B555-C7E2-9C61-4D58-0918B32BD82D}"/>
                </a:ext>
              </a:extLst>
            </p:cNvPr>
            <p:cNvSpPr txBox="1"/>
            <p:nvPr/>
          </p:nvSpPr>
          <p:spPr>
            <a:xfrm>
              <a:off x="6005100" y="1801134"/>
              <a:ext cx="708245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保持</a:t>
              </a:r>
              <a:endPara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FE2FBF1A-3944-A447-1739-644F1B8D85F7}"/>
                </a:ext>
              </a:extLst>
            </p:cNvPr>
            <p:cNvSpPr txBox="1"/>
            <p:nvPr/>
          </p:nvSpPr>
          <p:spPr>
            <a:xfrm>
              <a:off x="2900595" y="1798990"/>
              <a:ext cx="1034600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可确定</a:t>
              </a:r>
              <a:endPara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F52F5F3-50C1-69FF-F8A1-606C0DBC318F}"/>
              </a:ext>
            </a:extLst>
          </p:cNvPr>
          <p:cNvGrpSpPr/>
          <p:nvPr/>
        </p:nvGrpSpPr>
        <p:grpSpPr>
          <a:xfrm>
            <a:off x="9804177" y="1524500"/>
            <a:ext cx="2193239" cy="1378151"/>
            <a:chOff x="9804177" y="1524500"/>
            <a:chExt cx="2193239" cy="1378151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50497FDF-C848-D171-CC5B-F66BFF370BB8}"/>
                </a:ext>
              </a:extLst>
            </p:cNvPr>
            <p:cNvSpPr/>
            <p:nvPr/>
          </p:nvSpPr>
          <p:spPr>
            <a:xfrm>
              <a:off x="10425636" y="1524500"/>
              <a:ext cx="900003" cy="137815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8654180E-7C2B-6112-09E0-380BA061C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2484FC2A-8276-E142-826A-6C5BD3745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26031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9A8C936A-8A94-74BF-299F-A14E2547E35D}"/>
                    </a:ext>
                  </a:extLst>
                </p:cNvPr>
                <p:cNvSpPr txBox="1"/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9A8C936A-8A94-74BF-299F-A14E2547E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7EBFF56-5253-38AC-7AC3-6E6DF5712518}"/>
                    </a:ext>
                  </a:extLst>
                </p:cNvPr>
                <p:cNvSpPr txBox="1"/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7EBFF56-5253-38AC-7AC3-6E6DF5712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CE431026-763C-5C9E-123A-D4CF1C60B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098BC25D-3CA8-5B32-CFF2-B6651B797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2603148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150EFE14-F444-C1B7-B7E7-EC34B973EAB9}"/>
                </a:ext>
              </a:extLst>
            </p:cNvPr>
            <p:cNvSpPr/>
            <p:nvPr/>
          </p:nvSpPr>
          <p:spPr>
            <a:xfrm flipV="1">
              <a:off x="11331574" y="25425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143AEAB3-9FAF-7368-BBA2-D7E55CD9BAE7}"/>
                    </a:ext>
                  </a:extLst>
                </p:cNvPr>
                <p:cNvSpPr txBox="1"/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143AEAB3-9FAF-7368-BBA2-D7E55CD9B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blipFill>
                  <a:blip r:embed="rId18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920CD379-06AC-1D38-44ED-DC5EA7C0186F}"/>
                    </a:ext>
                  </a:extLst>
                </p:cNvPr>
                <p:cNvSpPr txBox="1"/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920CD379-06AC-1D38-44ED-DC5EA7C01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blipFill>
                  <a:blip r:embed="rId19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C252C7F-EE25-AD2C-8DA9-A16539911F6E}"/>
                    </a:ext>
                  </a:extLst>
                </p:cNvPr>
                <p:cNvSpPr txBox="1"/>
                <p:nvPr/>
              </p:nvSpPr>
              <p:spPr>
                <a:xfrm>
                  <a:off x="9804177" y="15793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C252C7F-EE25-AD2C-8DA9-A16539911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7" y="1579326"/>
                  <a:ext cx="458075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FC4C398-AA62-4F03-D41F-7BA461D3CF6F}"/>
                    </a:ext>
                  </a:extLst>
                </p:cNvPr>
                <p:cNvSpPr txBox="1"/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FC4C398-AA62-4F03-D41F-7BA461D3C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90D4FB13-D41C-E669-CCAC-320ED91A2E8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1CDFBC-9428-3B1C-E776-1ABD0361533B}"/>
              </a:ext>
            </a:extLst>
          </p:cNvPr>
          <p:cNvSpPr txBox="1"/>
          <p:nvPr/>
        </p:nvSpPr>
        <p:spPr>
          <a:xfrm>
            <a:off x="7608719" y="3329318"/>
            <a:ext cx="40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或非门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构成的 </a:t>
            </a:r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36956AC8-DB08-3C6C-E149-85FA1F5A3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1593870"/>
                  </p:ext>
                </p:extLst>
              </p:nvPr>
            </p:nvGraphicFramePr>
            <p:xfrm>
              <a:off x="7820105" y="3729428"/>
              <a:ext cx="3588453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8133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27760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3923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36956AC8-DB08-3C6C-E149-85FA1F5A3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1593870"/>
                  </p:ext>
                </p:extLst>
              </p:nvPr>
            </p:nvGraphicFramePr>
            <p:xfrm>
              <a:off x="7820105" y="3729428"/>
              <a:ext cx="3588453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28133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27760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1"/>
                          <a:stretch>
                            <a:fillRect l="-592" t="-6667" r="-250296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BCDCE2-5A18-EE8E-686C-FD6B7F5D802D}"/>
                  </a:ext>
                </a:extLst>
              </p:cNvPr>
              <p:cNvSpPr txBox="1"/>
              <p:nvPr/>
            </p:nvSpPr>
            <p:spPr>
              <a:xfrm>
                <a:off x="8944753" y="3729702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BCDCE2-5A18-EE8E-686C-FD6B7F5D8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753" y="3729702"/>
                <a:ext cx="1228725" cy="462434"/>
              </a:xfrm>
              <a:prstGeom prst="rect">
                <a:avLst/>
              </a:prstGeom>
              <a:blipFill>
                <a:blip r:embed="rId7"/>
                <a:stretch>
                  <a:fillRect r="-32178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9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A68F-A928-443F-1D78-09A67220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0872927-0C99-A600-2AC5-4F0283CC71B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B34BDF8-5AB4-2567-59DE-5C9629F85CC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71114806-CA68-25C1-A910-B742D1367A4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314C25A0-EFA0-E7EF-DB5B-5ED7B66EFB0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B9405FF2-B25B-773B-DBF6-63E001F1BBA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C8DDF251-047A-BEB6-8AB8-0FF55A396F5D}"/>
              </a:ext>
            </a:extLst>
          </p:cNvPr>
          <p:cNvSpPr txBox="1"/>
          <p:nvPr/>
        </p:nvSpPr>
        <p:spPr>
          <a:xfrm>
            <a:off x="7608719" y="3330000"/>
            <a:ext cx="40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与非门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构成的 </a:t>
            </a:r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7E1A25B8-7788-633A-559A-FDD0A18D4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895959"/>
              </p:ext>
            </p:extLst>
          </p:nvPr>
        </p:nvGraphicFramePr>
        <p:xfrm>
          <a:off x="7820105" y="3729600"/>
          <a:ext cx="3588453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133">
                  <a:extLst>
                    <a:ext uri="{9D8B030D-6E8A-4147-A177-3AD203B41FA5}">
                      <a16:colId xmlns:a16="http://schemas.microsoft.com/office/drawing/2014/main" val="3503328417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367339315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3779089356"/>
                    </a:ext>
                  </a:extLst>
                </a:gridCol>
              </a:tblGrid>
              <a:tr h="3923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21071"/>
                  </a:ext>
                </a:extLst>
              </a:tr>
              <a:tr h="391743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1    1</a:t>
                      </a:r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不变   不变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41580"/>
                  </a:ext>
                </a:extLst>
              </a:tr>
              <a:tr h="391743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1    0</a:t>
                      </a:r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0      1</a:t>
                      </a:r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置 </a:t>
                      </a:r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92937"/>
                  </a:ext>
                </a:extLst>
              </a:tr>
              <a:tr h="391743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0    1</a:t>
                      </a:r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1      0</a:t>
                      </a:r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置 </a:t>
                      </a:r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425340"/>
                  </a:ext>
                </a:extLst>
              </a:tr>
              <a:tr h="391743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0    0</a:t>
                      </a:r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1      1</a:t>
                      </a:r>
                      <a:endPara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20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非定义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751876"/>
                  </a:ext>
                </a:extLst>
              </a:tr>
            </a:tbl>
          </a:graphicData>
        </a:graphic>
      </p:graphicFrame>
      <p:grpSp>
        <p:nvGrpSpPr>
          <p:cNvPr id="90" name="组合 89">
            <a:extLst>
              <a:ext uri="{FF2B5EF4-FFF2-40B4-BE49-F238E27FC236}">
                <a16:creationId xmlns:a16="http://schemas.microsoft.com/office/drawing/2014/main" id="{DD280D72-C218-9BDB-D501-29A2176955F5}"/>
              </a:ext>
            </a:extLst>
          </p:cNvPr>
          <p:cNvGrpSpPr/>
          <p:nvPr/>
        </p:nvGrpSpPr>
        <p:grpSpPr>
          <a:xfrm>
            <a:off x="7371710" y="1296485"/>
            <a:ext cx="2263202" cy="1839773"/>
            <a:chOff x="6772650" y="3568872"/>
            <a:chExt cx="2263202" cy="1839773"/>
          </a:xfrm>
        </p:grpSpPr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CD315CC4-524A-E115-978F-68EE673D7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5290" y="3797852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D5571F23-574E-16B9-17EB-83501B6F1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0792" y="409735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14B56F88-50BE-8ED4-775F-5BCACD0BD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8763" y="3947845"/>
              <a:ext cx="4388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E3D84D68-E147-59CE-A9D3-8798FE6FFB3A}"/>
                    </a:ext>
                  </a:extLst>
                </p:cNvPr>
                <p:cNvSpPr txBox="1"/>
                <p:nvPr/>
              </p:nvSpPr>
              <p:spPr>
                <a:xfrm>
                  <a:off x="6772651" y="356887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E3D84D68-E147-59CE-A9D3-8798FE6FF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651" y="3568872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038B9D5C-A05B-D0BE-A6F3-D486FB774834}"/>
                </a:ext>
              </a:extLst>
            </p:cNvPr>
            <p:cNvSpPr/>
            <p:nvPr/>
          </p:nvSpPr>
          <p:spPr>
            <a:xfrm flipV="1">
              <a:off x="8149097" y="388620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7978C804-509C-EC31-4205-689F59E50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0792" y="4878310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A6503D18-1F16-8794-019B-F81BC31FC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5290" y="5177813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27">
              <a:extLst>
                <a:ext uri="{FF2B5EF4-FFF2-40B4-BE49-F238E27FC236}">
                  <a16:creationId xmlns:a16="http://schemas.microsoft.com/office/drawing/2014/main" id="{3296A634-F6D4-D016-0DC4-48B320C2E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8763" y="5028303"/>
              <a:ext cx="4388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DE276394-B1A7-52E6-4836-5F93929FDE97}"/>
                </a:ext>
              </a:extLst>
            </p:cNvPr>
            <p:cNvSpPr/>
            <p:nvPr/>
          </p:nvSpPr>
          <p:spPr>
            <a:xfrm flipV="1">
              <a:off x="8149097" y="496665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97E40EEF-B8D7-5290-9399-078D294199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35969" y="4212561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AB6E2D2B-F7C7-BF41-A4C8-34C0FB4E2B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35969" y="476265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27">
              <a:extLst>
                <a:ext uri="{FF2B5EF4-FFF2-40B4-BE49-F238E27FC236}">
                  <a16:creationId xmlns:a16="http://schemas.microsoft.com/office/drawing/2014/main" id="{E534288D-3E34-16B5-6FA8-3094768F97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292762" y="4086966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BA698537-3BA7-4813-23E7-D6E00C8BCD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292762" y="488962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6631EED6-7DEB-0E2F-8BF0-ACBC70173D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670368" y="4016584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D0A86CBF-2473-7748-581B-E5A60E19B2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669177" y="3887299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30AD9D24-51C2-DB0E-5D7D-7FCBE90F0553}"/>
                </a:ext>
              </a:extLst>
            </p:cNvPr>
            <p:cNvSpPr/>
            <p:nvPr/>
          </p:nvSpPr>
          <p:spPr>
            <a:xfrm flipV="1">
              <a:off x="8372679" y="3899932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E42EF936-6705-53FC-8BFD-90B32FE19F1A}"/>
                </a:ext>
              </a:extLst>
            </p:cNvPr>
            <p:cNvSpPr/>
            <p:nvPr/>
          </p:nvSpPr>
          <p:spPr>
            <a:xfrm flipV="1">
              <a:off x="8372679" y="497947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FE12BC89-82C5-6D79-8DD2-CED927561111}"/>
                    </a:ext>
                  </a:extLst>
                </p:cNvPr>
                <p:cNvSpPr txBox="1"/>
                <p:nvPr/>
              </p:nvSpPr>
              <p:spPr>
                <a:xfrm>
                  <a:off x="6772650" y="4946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FE12BC89-82C5-6D79-8DD2-CED927561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650" y="4946980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21F09342-195F-68ED-7035-6F6EBB04DB3B}"/>
                    </a:ext>
                  </a:extLst>
                </p:cNvPr>
                <p:cNvSpPr txBox="1"/>
                <p:nvPr/>
              </p:nvSpPr>
              <p:spPr>
                <a:xfrm>
                  <a:off x="8577777" y="479608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21F09342-195F-68ED-7035-6F6EBB04D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7777" y="4796085"/>
                  <a:ext cx="458075" cy="462434"/>
                </a:xfrm>
                <a:prstGeom prst="rect">
                  <a:avLst/>
                </a:prstGeom>
                <a:blipFill>
                  <a:blip r:embed="rId5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FC241D2-E6CE-D0B8-B844-303D188F3900}"/>
                    </a:ext>
                  </a:extLst>
                </p:cNvPr>
                <p:cNvSpPr txBox="1"/>
                <p:nvPr/>
              </p:nvSpPr>
              <p:spPr>
                <a:xfrm>
                  <a:off x="8577777" y="3715627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FC241D2-E6CE-D0B8-B844-303D188F3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7777" y="3715627"/>
                  <a:ext cx="458075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流程图: 延期 111">
              <a:extLst>
                <a:ext uri="{FF2B5EF4-FFF2-40B4-BE49-F238E27FC236}">
                  <a16:creationId xmlns:a16="http://schemas.microsoft.com/office/drawing/2014/main" id="{F9065065-ABF7-3A68-7D96-51D8EC2C52E9}"/>
                </a:ext>
              </a:extLst>
            </p:cNvPr>
            <p:cNvSpPr/>
            <p:nvPr/>
          </p:nvSpPr>
          <p:spPr>
            <a:xfrm>
              <a:off x="7604726" y="3673352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3" name="流程图: 延期 112">
              <a:extLst>
                <a:ext uri="{FF2B5EF4-FFF2-40B4-BE49-F238E27FC236}">
                  <a16:creationId xmlns:a16="http://schemas.microsoft.com/office/drawing/2014/main" id="{49BBD0E5-DD1F-ABB9-4D1C-1769BC57844D}"/>
                </a:ext>
              </a:extLst>
            </p:cNvPr>
            <p:cNvSpPr/>
            <p:nvPr/>
          </p:nvSpPr>
          <p:spPr>
            <a:xfrm>
              <a:off x="7604726" y="4757343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0E3BAF72-BB11-98BB-07ED-87DB65A1352C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424321" cy="3997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锁存器功能（用与非门构成）：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为置</a:t>
                </a:r>
                <a:r>
                  <a:rPr kumimoji="1" lang="zh-CN" altLang="en-US" sz="1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输入端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输入端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；如果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同时跳变为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，由于两个与非门的延迟不完全一致，无法预估锁存器的最终稳定状态。因此，约束条件为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即避免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0E3BAF72-BB11-98BB-07ED-87DB65A13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424321" cy="3997056"/>
              </a:xfrm>
              <a:prstGeom prst="rect">
                <a:avLst/>
              </a:prstGeom>
              <a:blipFill>
                <a:blip r:embed="rId7"/>
                <a:stretch>
                  <a:fillRect l="-1898" t="-610" r="-5218" b="-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917CA746-2986-F408-4DAF-285254C5D5C2}"/>
              </a:ext>
            </a:extLst>
          </p:cNvPr>
          <p:cNvGrpSpPr/>
          <p:nvPr/>
        </p:nvGrpSpPr>
        <p:grpSpPr>
          <a:xfrm>
            <a:off x="9804177" y="1524500"/>
            <a:ext cx="2193239" cy="1378151"/>
            <a:chOff x="9804177" y="1524500"/>
            <a:chExt cx="2193239" cy="137815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B718895-77B4-EBEF-97EA-77153949DEA7}"/>
                </a:ext>
              </a:extLst>
            </p:cNvPr>
            <p:cNvSpPr/>
            <p:nvPr/>
          </p:nvSpPr>
          <p:spPr>
            <a:xfrm>
              <a:off x="10425636" y="1524500"/>
              <a:ext cx="900003" cy="137815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474EB642-8618-B7F0-927B-03369B495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1A7DDF83-1781-4985-61CA-52457F05C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4308" y="26031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672B91C-D48C-007B-C2A9-072110181EE4}"/>
                    </a:ext>
                  </a:extLst>
                </p:cNvPr>
                <p:cNvSpPr txBox="1"/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672B91C-D48C-007B-C2A9-072110181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2" y="1579600"/>
                  <a:ext cx="458075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64FBBB-4CEA-D57C-E6EA-019BCBA72429}"/>
                    </a:ext>
                  </a:extLst>
                </p:cNvPr>
                <p:cNvSpPr txBox="1"/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64FBBB-4CEA-D57C-E6EA-019BCBA72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543" y="2372316"/>
                  <a:ext cx="458075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E9F85A9A-9767-525A-DDF5-E0D266261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18330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DF116CDB-996C-3CC2-DE21-53EE5A99B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5639" y="2603148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DB3E984-0F91-4552-9FED-739AEE4AABB7}"/>
                </a:ext>
              </a:extLst>
            </p:cNvPr>
            <p:cNvSpPr/>
            <p:nvPr/>
          </p:nvSpPr>
          <p:spPr>
            <a:xfrm flipV="1">
              <a:off x="11331574" y="25425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55F856C-5224-2786-9F47-ED4E7302A956}"/>
                    </a:ext>
                  </a:extLst>
                </p:cNvPr>
                <p:cNvSpPr txBox="1"/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55F856C-5224-2786-9F47-ED4E7302A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9341" y="1574083"/>
                  <a:ext cx="458075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28315F5-654C-1696-3293-A5747AB1E16F}"/>
                    </a:ext>
                  </a:extLst>
                </p:cNvPr>
                <p:cNvSpPr txBox="1"/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28315F5-654C-1696-3293-A5747AB1E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8444" y="2371930"/>
                  <a:ext cx="458075" cy="462434"/>
                </a:xfrm>
                <a:prstGeom prst="rect">
                  <a:avLst/>
                </a:prstGeom>
                <a:blipFill>
                  <a:blip r:embed="rId15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B84039E-5BE1-A72D-9C25-8FEA9E4777F3}"/>
                    </a:ext>
                  </a:extLst>
                </p:cNvPr>
                <p:cNvSpPr txBox="1"/>
                <p:nvPr/>
              </p:nvSpPr>
              <p:spPr>
                <a:xfrm>
                  <a:off x="9804177" y="157932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B84039E-5BE1-A72D-9C25-8FEA9E477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7" y="1579326"/>
                  <a:ext cx="458075" cy="46243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02BB503-38A8-41EC-8BAD-429B47117C2F}"/>
                    </a:ext>
                  </a:extLst>
                </p:cNvPr>
                <p:cNvSpPr txBox="1"/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02BB503-38A8-41EC-8BAD-429B47117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4178" y="2372042"/>
                  <a:ext cx="458075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870678F-EAE4-C1CA-5CDA-B150D5B405C7}"/>
                </a:ext>
              </a:extLst>
            </p:cNvPr>
            <p:cNvSpPr/>
            <p:nvPr/>
          </p:nvSpPr>
          <p:spPr>
            <a:xfrm flipV="1">
              <a:off x="10300670" y="177264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8EFCFF5-5B32-A173-616A-BC38ED17816C}"/>
                </a:ext>
              </a:extLst>
            </p:cNvPr>
            <p:cNvSpPr/>
            <p:nvPr/>
          </p:nvSpPr>
          <p:spPr>
            <a:xfrm flipV="1">
              <a:off x="10305109" y="2542229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0502405-F36F-AE21-FBF8-833FE4C48CB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B56602C-55A7-CD8D-F79A-67BBD03CA4A9}"/>
                  </a:ext>
                </a:extLst>
              </p:cNvPr>
              <p:cNvSpPr txBox="1"/>
              <p:nvPr/>
            </p:nvSpPr>
            <p:spPr>
              <a:xfrm>
                <a:off x="8944753" y="3729702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B56602C-55A7-CD8D-F79A-67BBD03CA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753" y="3729702"/>
                <a:ext cx="1228725" cy="462434"/>
              </a:xfrm>
              <a:prstGeom prst="rect">
                <a:avLst/>
              </a:prstGeom>
              <a:blipFill>
                <a:blip r:embed="rId18"/>
                <a:stretch>
                  <a:fillRect r="-32178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292E124-2FB9-4A28-1B30-825C51DC6C84}"/>
                  </a:ext>
                </a:extLst>
              </p:cNvPr>
              <p:cNvSpPr txBox="1"/>
              <p:nvPr/>
            </p:nvSpPr>
            <p:spPr>
              <a:xfrm>
                <a:off x="7820105" y="3729702"/>
                <a:ext cx="1024061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292E124-2FB9-4A28-1B30-825C51DC6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105" y="3729702"/>
                <a:ext cx="1024061" cy="462434"/>
              </a:xfrm>
              <a:prstGeom prst="rect">
                <a:avLst/>
              </a:prstGeom>
              <a:blipFill>
                <a:blip r:embed="rId19"/>
                <a:stretch>
                  <a:fillRect r="-41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914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C2A67289-D2CD-9C6F-D76E-3F8F0727121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应用示例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0C3E9E2-E9A6-F1AB-855D-35080D5D98A6}"/>
              </a:ext>
            </a:extLst>
          </p:cNvPr>
          <p:cNvSpPr txBox="1"/>
          <p:nvPr/>
        </p:nvSpPr>
        <p:spPr>
          <a:xfrm>
            <a:off x="360000" y="828000"/>
            <a:ext cx="7801709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开关去抖动电路：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消除因机械开关触点抖动所引起的干扰脉冲输出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F996A3F9-0FB0-D423-2D91-DBF98282782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57D5C255-BAFF-7053-831F-FE719B9CEB2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5" name="箭头: 五边形 104">
                <a:extLst>
                  <a:ext uri="{FF2B5EF4-FFF2-40B4-BE49-F238E27FC236}">
                    <a16:creationId xmlns:a16="http://schemas.microsoft.com/office/drawing/2014/main" id="{8420A3DD-23D3-AA72-3D9D-AC630BC038E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6" name="箭头: V 形 105">
                <a:extLst>
                  <a:ext uri="{FF2B5EF4-FFF2-40B4-BE49-F238E27FC236}">
                    <a16:creationId xmlns:a16="http://schemas.microsoft.com/office/drawing/2014/main" id="{3F272A76-9046-D9E6-0A03-ED1CE96C721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灯片编号占位符 3">
              <a:extLst>
                <a:ext uri="{FF2B5EF4-FFF2-40B4-BE49-F238E27FC236}">
                  <a16:creationId xmlns:a16="http://schemas.microsoft.com/office/drawing/2014/main" id="{8200F600-42A1-C56A-9A53-6E39DBF0A4E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A7F58EC1-7D32-9332-2F1B-04A86EADA582}"/>
              </a:ext>
            </a:extLst>
          </p:cNvPr>
          <p:cNvGrpSpPr/>
          <p:nvPr/>
        </p:nvGrpSpPr>
        <p:grpSpPr>
          <a:xfrm>
            <a:off x="893510" y="2880000"/>
            <a:ext cx="6043287" cy="2652710"/>
            <a:chOff x="893510" y="2880000"/>
            <a:chExt cx="6043287" cy="2652710"/>
          </a:xfrm>
        </p:grpSpPr>
        <p:sp>
          <p:nvSpPr>
            <p:cNvPr id="93" name="Line 98">
              <a:extLst>
                <a:ext uri="{FF2B5EF4-FFF2-40B4-BE49-F238E27FC236}">
                  <a16:creationId xmlns:a16="http://schemas.microsoft.com/office/drawing/2014/main" id="{C889113C-49BB-EFF1-8BBB-CC6B9D6B1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9191" y="2924797"/>
              <a:ext cx="0" cy="2607913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97">
              <a:extLst>
                <a:ext uri="{FF2B5EF4-FFF2-40B4-BE49-F238E27FC236}">
                  <a16:creationId xmlns:a16="http://schemas.microsoft.com/office/drawing/2014/main" id="{D90DEE8B-2759-9C08-28FE-FB09576A7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8542" y="2880000"/>
              <a:ext cx="0" cy="2607914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39">
              <a:extLst>
                <a:ext uri="{FF2B5EF4-FFF2-40B4-BE49-F238E27FC236}">
                  <a16:creationId xmlns:a16="http://schemas.microsoft.com/office/drawing/2014/main" id="{F4C297CB-6411-FAC7-B5EB-B6E7F8033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571" y="3150725"/>
              <a:ext cx="1215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0">
              <a:extLst>
                <a:ext uri="{FF2B5EF4-FFF2-40B4-BE49-F238E27FC236}">
                  <a16:creationId xmlns:a16="http://schemas.microsoft.com/office/drawing/2014/main" id="{2F7F10AA-A33B-347E-0A1B-4B739B91A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7909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1">
              <a:extLst>
                <a:ext uri="{FF2B5EF4-FFF2-40B4-BE49-F238E27FC236}">
                  <a16:creationId xmlns:a16="http://schemas.microsoft.com/office/drawing/2014/main" id="{9FF60017-1DDB-39CB-0CF7-26CD08833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7909" y="352467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2">
              <a:extLst>
                <a:ext uri="{FF2B5EF4-FFF2-40B4-BE49-F238E27FC236}">
                  <a16:creationId xmlns:a16="http://schemas.microsoft.com/office/drawing/2014/main" id="{5C07853C-165C-6429-7566-68686EAE4C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1397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3">
              <a:extLst>
                <a:ext uri="{FF2B5EF4-FFF2-40B4-BE49-F238E27FC236}">
                  <a16:creationId xmlns:a16="http://schemas.microsoft.com/office/drawing/2014/main" id="{A5F2A5ED-E4BF-709B-5D17-F520A994F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397" y="315072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4">
              <a:extLst>
                <a:ext uri="{FF2B5EF4-FFF2-40B4-BE49-F238E27FC236}">
                  <a16:creationId xmlns:a16="http://schemas.microsoft.com/office/drawing/2014/main" id="{C6E60FCE-825F-048F-BD42-EBCC83098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885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5">
              <a:extLst>
                <a:ext uri="{FF2B5EF4-FFF2-40B4-BE49-F238E27FC236}">
                  <a16:creationId xmlns:a16="http://schemas.microsoft.com/office/drawing/2014/main" id="{0CFA7F2C-0FF1-7233-4450-802AA1EDF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885" y="352467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46">
              <a:extLst>
                <a:ext uri="{FF2B5EF4-FFF2-40B4-BE49-F238E27FC236}">
                  <a16:creationId xmlns:a16="http://schemas.microsoft.com/office/drawing/2014/main" id="{A3F2784F-7524-D35E-0189-82770BE85D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8372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7">
              <a:extLst>
                <a:ext uri="{FF2B5EF4-FFF2-40B4-BE49-F238E27FC236}">
                  <a16:creationId xmlns:a16="http://schemas.microsoft.com/office/drawing/2014/main" id="{D79EA611-57A3-EF65-45A6-6BD0C8187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372" y="315072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8">
              <a:extLst>
                <a:ext uri="{FF2B5EF4-FFF2-40B4-BE49-F238E27FC236}">
                  <a16:creationId xmlns:a16="http://schemas.microsoft.com/office/drawing/2014/main" id="{9595B57C-E36F-7476-E94F-56247267B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1860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49">
              <a:extLst>
                <a:ext uri="{FF2B5EF4-FFF2-40B4-BE49-F238E27FC236}">
                  <a16:creationId xmlns:a16="http://schemas.microsoft.com/office/drawing/2014/main" id="{FF820B85-E502-D0E3-B7EC-8E424440F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1860" y="3524675"/>
              <a:ext cx="18015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0">
              <a:extLst>
                <a:ext uri="{FF2B5EF4-FFF2-40B4-BE49-F238E27FC236}">
                  <a16:creationId xmlns:a16="http://schemas.microsoft.com/office/drawing/2014/main" id="{60AA903E-7E54-CC03-1C48-477CBE4D77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3442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1">
              <a:extLst>
                <a:ext uri="{FF2B5EF4-FFF2-40B4-BE49-F238E27FC236}">
                  <a16:creationId xmlns:a16="http://schemas.microsoft.com/office/drawing/2014/main" id="{2C9ED9EE-E32D-1180-97BF-C8F4658D2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442" y="315072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2">
              <a:extLst>
                <a:ext uri="{FF2B5EF4-FFF2-40B4-BE49-F238E27FC236}">
                  <a16:creationId xmlns:a16="http://schemas.microsoft.com/office/drawing/2014/main" id="{6A4D2FC2-0F9A-175F-1EAF-832BCD463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6930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3">
              <a:extLst>
                <a:ext uri="{FF2B5EF4-FFF2-40B4-BE49-F238E27FC236}">
                  <a16:creationId xmlns:a16="http://schemas.microsoft.com/office/drawing/2014/main" id="{0CB52ECC-FE8E-6CF7-2D43-B6240E1A2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6930" y="3524675"/>
              <a:ext cx="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4">
              <a:extLst>
                <a:ext uri="{FF2B5EF4-FFF2-40B4-BE49-F238E27FC236}">
                  <a16:creationId xmlns:a16="http://schemas.microsoft.com/office/drawing/2014/main" id="{38B8E9B6-4B38-E837-30E4-49D6D9403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6930" y="352467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55">
              <a:extLst>
                <a:ext uri="{FF2B5EF4-FFF2-40B4-BE49-F238E27FC236}">
                  <a16:creationId xmlns:a16="http://schemas.microsoft.com/office/drawing/2014/main" id="{C1363670-00BC-2962-7A83-0EE17C696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0418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6">
              <a:extLst>
                <a:ext uri="{FF2B5EF4-FFF2-40B4-BE49-F238E27FC236}">
                  <a16:creationId xmlns:a16="http://schemas.microsoft.com/office/drawing/2014/main" id="{16B0B171-24F7-3F1B-4BEC-BA40717AB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0418" y="315072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BF518C64-8A9E-58F7-0F63-FAC85C63F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3905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58">
              <a:extLst>
                <a:ext uri="{FF2B5EF4-FFF2-40B4-BE49-F238E27FC236}">
                  <a16:creationId xmlns:a16="http://schemas.microsoft.com/office/drawing/2014/main" id="{72AB1569-28BA-C7B1-074E-36742D8DD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3905" y="3524675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59">
              <a:extLst>
                <a:ext uri="{FF2B5EF4-FFF2-40B4-BE49-F238E27FC236}">
                  <a16:creationId xmlns:a16="http://schemas.microsoft.com/office/drawing/2014/main" id="{EF1F2E1C-DDFD-C222-EE5E-4ED69FDD5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7393" y="3150725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0">
              <a:extLst>
                <a:ext uri="{FF2B5EF4-FFF2-40B4-BE49-F238E27FC236}">
                  <a16:creationId xmlns:a16="http://schemas.microsoft.com/office/drawing/2014/main" id="{F89C2317-2F8D-338F-5B86-6F9D77A5C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7393" y="3150725"/>
              <a:ext cx="16594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1">
              <a:extLst>
                <a:ext uri="{FF2B5EF4-FFF2-40B4-BE49-F238E27FC236}">
                  <a16:creationId xmlns:a16="http://schemas.microsoft.com/office/drawing/2014/main" id="{1477BD94-5CA8-8131-1C8D-BFE88C407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571" y="4420598"/>
              <a:ext cx="37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2">
              <a:extLst>
                <a:ext uri="{FF2B5EF4-FFF2-40B4-BE49-F238E27FC236}">
                  <a16:creationId xmlns:a16="http://schemas.microsoft.com/office/drawing/2014/main" id="{F35F08E8-9E17-0B35-E048-2C29B511A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6521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3">
              <a:extLst>
                <a:ext uri="{FF2B5EF4-FFF2-40B4-BE49-F238E27FC236}">
                  <a16:creationId xmlns:a16="http://schemas.microsoft.com/office/drawing/2014/main" id="{27DBBECE-82AC-4B19-3D26-E127AFCFE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521" y="404664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4">
              <a:extLst>
                <a:ext uri="{FF2B5EF4-FFF2-40B4-BE49-F238E27FC236}">
                  <a16:creationId xmlns:a16="http://schemas.microsoft.com/office/drawing/2014/main" id="{05C2A1BC-65B9-2D5B-1431-5CC09CE43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009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5">
              <a:extLst>
                <a:ext uri="{FF2B5EF4-FFF2-40B4-BE49-F238E27FC236}">
                  <a16:creationId xmlns:a16="http://schemas.microsoft.com/office/drawing/2014/main" id="{74175E95-B30C-476F-F3CE-F5446A4CA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009" y="442059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6">
              <a:extLst>
                <a:ext uri="{FF2B5EF4-FFF2-40B4-BE49-F238E27FC236}">
                  <a16:creationId xmlns:a16="http://schemas.microsoft.com/office/drawing/2014/main" id="{3826F340-828B-E8AE-08B0-600CC71616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3496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67">
              <a:extLst>
                <a:ext uri="{FF2B5EF4-FFF2-40B4-BE49-F238E27FC236}">
                  <a16:creationId xmlns:a16="http://schemas.microsoft.com/office/drawing/2014/main" id="{AC767D62-180D-4182-0630-85450BB45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496" y="404664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8">
              <a:extLst>
                <a:ext uri="{FF2B5EF4-FFF2-40B4-BE49-F238E27FC236}">
                  <a16:creationId xmlns:a16="http://schemas.microsoft.com/office/drawing/2014/main" id="{B2C11B38-2D19-A950-3D6D-D56104DA5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6984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69">
              <a:extLst>
                <a:ext uri="{FF2B5EF4-FFF2-40B4-BE49-F238E27FC236}">
                  <a16:creationId xmlns:a16="http://schemas.microsoft.com/office/drawing/2014/main" id="{A62AB96C-43A7-1461-E9A1-8518BD669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6984" y="442059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0">
              <a:extLst>
                <a:ext uri="{FF2B5EF4-FFF2-40B4-BE49-F238E27FC236}">
                  <a16:creationId xmlns:a16="http://schemas.microsoft.com/office/drawing/2014/main" id="{EB6B15A1-CE5C-CF67-E18A-B3111C58E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0472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1">
              <a:extLst>
                <a:ext uri="{FF2B5EF4-FFF2-40B4-BE49-F238E27FC236}">
                  <a16:creationId xmlns:a16="http://schemas.microsoft.com/office/drawing/2014/main" id="{AAFF7221-97CF-EB06-CD23-789F5FD37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472" y="4046648"/>
              <a:ext cx="36596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2">
              <a:extLst>
                <a:ext uri="{FF2B5EF4-FFF2-40B4-BE49-F238E27FC236}">
                  <a16:creationId xmlns:a16="http://schemas.microsoft.com/office/drawing/2014/main" id="{A404FAF7-1860-4307-A89B-CCC0B5E01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0120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3">
              <a:extLst>
                <a:ext uri="{FF2B5EF4-FFF2-40B4-BE49-F238E27FC236}">
                  <a16:creationId xmlns:a16="http://schemas.microsoft.com/office/drawing/2014/main" id="{DB674D72-867E-32EB-D4DB-D29870209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0120" y="442059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74">
              <a:extLst>
                <a:ext uri="{FF2B5EF4-FFF2-40B4-BE49-F238E27FC236}">
                  <a16:creationId xmlns:a16="http://schemas.microsoft.com/office/drawing/2014/main" id="{257F9B65-5E7A-3437-82CD-6945D5F79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13607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75">
              <a:extLst>
                <a:ext uri="{FF2B5EF4-FFF2-40B4-BE49-F238E27FC236}">
                  <a16:creationId xmlns:a16="http://schemas.microsoft.com/office/drawing/2014/main" id="{7589529C-2BF6-DCAE-3722-CE1212917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3607" y="404664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76">
              <a:extLst>
                <a:ext uri="{FF2B5EF4-FFF2-40B4-BE49-F238E27FC236}">
                  <a16:creationId xmlns:a16="http://schemas.microsoft.com/office/drawing/2014/main" id="{56ED3BCB-DC78-B59C-82A4-027CD90DE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7095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77">
              <a:extLst>
                <a:ext uri="{FF2B5EF4-FFF2-40B4-BE49-F238E27FC236}">
                  <a16:creationId xmlns:a16="http://schemas.microsoft.com/office/drawing/2014/main" id="{E08FBE90-A305-B83D-289B-FF8785820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7095" y="442059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78">
              <a:extLst>
                <a:ext uri="{FF2B5EF4-FFF2-40B4-BE49-F238E27FC236}">
                  <a16:creationId xmlns:a16="http://schemas.microsoft.com/office/drawing/2014/main" id="{C0BFFC5F-F5DC-1AD4-FA32-8F790A400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00582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79">
              <a:extLst>
                <a:ext uri="{FF2B5EF4-FFF2-40B4-BE49-F238E27FC236}">
                  <a16:creationId xmlns:a16="http://schemas.microsoft.com/office/drawing/2014/main" id="{EF538367-518C-1083-A5D9-277080695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0582" y="4046648"/>
              <a:ext cx="93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0">
              <a:extLst>
                <a:ext uri="{FF2B5EF4-FFF2-40B4-BE49-F238E27FC236}">
                  <a16:creationId xmlns:a16="http://schemas.microsoft.com/office/drawing/2014/main" id="{54CEA884-A865-6D5C-A737-45FB92ACE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4070" y="4046648"/>
              <a:ext cx="0" cy="373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81">
              <a:extLst>
                <a:ext uri="{FF2B5EF4-FFF2-40B4-BE49-F238E27FC236}">
                  <a16:creationId xmlns:a16="http://schemas.microsoft.com/office/drawing/2014/main" id="{CA435DAA-8866-0696-A96B-3103B9CCB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4070" y="4420598"/>
              <a:ext cx="6427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83">
              <a:extLst>
                <a:ext uri="{FF2B5EF4-FFF2-40B4-BE49-F238E27FC236}">
                  <a16:creationId xmlns:a16="http://schemas.microsoft.com/office/drawing/2014/main" id="{22ADA904-752F-AFD6-8FA2-02D1109C5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571" y="5250300"/>
              <a:ext cx="1215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84">
              <a:extLst>
                <a:ext uri="{FF2B5EF4-FFF2-40B4-BE49-F238E27FC236}">
                  <a16:creationId xmlns:a16="http://schemas.microsoft.com/office/drawing/2014/main" id="{DE1A3E8E-0264-D8CC-CEAA-C0BF455DDE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7909" y="4782862"/>
              <a:ext cx="0" cy="4674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85">
              <a:extLst>
                <a:ext uri="{FF2B5EF4-FFF2-40B4-BE49-F238E27FC236}">
                  <a16:creationId xmlns:a16="http://schemas.microsoft.com/office/drawing/2014/main" id="{358A1363-5E31-F5A1-011F-010C5A8ED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7909" y="4782862"/>
              <a:ext cx="3192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86">
              <a:extLst>
                <a:ext uri="{FF2B5EF4-FFF2-40B4-BE49-F238E27FC236}">
                  <a16:creationId xmlns:a16="http://schemas.microsoft.com/office/drawing/2014/main" id="{814F88CA-90B8-81FE-C6F9-C07E4A68F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0120" y="4782862"/>
              <a:ext cx="0" cy="4674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87">
              <a:extLst>
                <a:ext uri="{FF2B5EF4-FFF2-40B4-BE49-F238E27FC236}">
                  <a16:creationId xmlns:a16="http://schemas.microsoft.com/office/drawing/2014/main" id="{982B2C38-E74A-5A75-102A-1A12F8C31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0120" y="5250300"/>
              <a:ext cx="10166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 Box 88">
                  <a:extLst>
                    <a:ext uri="{FF2B5EF4-FFF2-40B4-BE49-F238E27FC236}">
                      <a16:creationId xmlns:a16="http://schemas.microsoft.com/office/drawing/2014/main" id="{C5C44CE5-6D26-2B50-D1E0-87629C9FD0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6587" y="3076287"/>
                  <a:ext cx="452367" cy="5241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 Box 88">
                  <a:extLst>
                    <a:ext uri="{FF2B5EF4-FFF2-40B4-BE49-F238E27FC236}">
                      <a16:creationId xmlns:a16="http://schemas.microsoft.com/office/drawing/2014/main" id="{C5C44CE5-6D26-2B50-D1E0-87629C9FD0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6587" y="3076287"/>
                  <a:ext cx="452367" cy="52411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 Box 89">
                  <a:extLst>
                    <a:ext uri="{FF2B5EF4-FFF2-40B4-BE49-F238E27FC236}">
                      <a16:creationId xmlns:a16="http://schemas.microsoft.com/office/drawing/2014/main" id="{7E6FDC6A-B924-EAC2-A648-8AF9D4F632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6848" y="3953160"/>
                  <a:ext cx="497251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kumimoji="1" lang="en-US" altLang="zh-CN" b="0" dirty="0">
                    <a:solidFill>
                      <a:schemeClr val="accent5">
                        <a:lumMod val="75000"/>
                      </a:schemeClr>
                    </a:solidFill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07" name="Text Box 89">
                  <a:extLst>
                    <a:ext uri="{FF2B5EF4-FFF2-40B4-BE49-F238E27FC236}">
                      <a16:creationId xmlns:a16="http://schemas.microsoft.com/office/drawing/2014/main" id="{7E6FDC6A-B924-EAC2-A648-8AF9D4F63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6848" y="3953160"/>
                  <a:ext cx="49725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 Box 89">
                  <a:extLst>
                    <a:ext uri="{FF2B5EF4-FFF2-40B4-BE49-F238E27FC236}">
                      <a16:creationId xmlns:a16="http://schemas.microsoft.com/office/drawing/2014/main" id="{FAD7A070-64B3-4A61-A207-554D5599AC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3510" y="4786497"/>
                  <a:ext cx="508473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kumimoji="1" lang="en-US" altLang="zh-CN" b="0" dirty="0">
                    <a:solidFill>
                      <a:schemeClr val="accent5">
                        <a:lumMod val="75000"/>
                      </a:schemeClr>
                    </a:solidFill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08" name="Text Box 89">
                  <a:extLst>
                    <a:ext uri="{FF2B5EF4-FFF2-40B4-BE49-F238E27FC236}">
                      <a16:creationId xmlns:a16="http://schemas.microsoft.com/office/drawing/2014/main" id="{FAD7A070-64B3-4A61-A207-554D5599A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3510" y="4786497"/>
                  <a:ext cx="50847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Line 9">
            <a:extLst>
              <a:ext uri="{FF2B5EF4-FFF2-40B4-BE49-F238E27FC236}">
                <a16:creationId xmlns:a16="http://schemas.microsoft.com/office/drawing/2014/main" id="{8DAD3F28-31DF-4EC9-FD58-4E3011D1B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79102" y="3501316"/>
            <a:ext cx="703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2F23E6AE-D783-DD44-3E0A-D24082D6D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2883" y="3501316"/>
            <a:ext cx="0" cy="34378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231062BA-63EA-0F90-DD52-809EDA089D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91541" y="3845096"/>
            <a:ext cx="1031342" cy="42972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233C8E8A-BAD7-814A-BA7B-2FA249E17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1541" y="4274822"/>
            <a:ext cx="0" cy="25783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F28E8A30-38B6-3AFD-3875-1260F79E8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1541" y="4532658"/>
            <a:ext cx="17189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E844B175-4F50-9C1F-1679-6CF8C2C10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79102" y="4693805"/>
            <a:ext cx="34378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AC028691-452D-1FEB-B8D8-F2F17E1C44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22883" y="4274822"/>
            <a:ext cx="0" cy="42972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570CF26E-FA0C-2B03-1A5E-F06DC57EA6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291541" y="3931041"/>
            <a:ext cx="1031342" cy="34378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C812F4D2-8F57-01D1-92CA-759E9DDC43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91541" y="3673206"/>
            <a:ext cx="0" cy="25783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E1934FE4-0BBB-C39A-9C46-36B37AF59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1541" y="3673206"/>
            <a:ext cx="17189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2DC2E947-C97E-2B10-D3DA-2CC84C941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03980" y="3329425"/>
            <a:ext cx="859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D7DF9198-0081-5959-42F5-69DAB11E6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3980" y="3329425"/>
            <a:ext cx="0" cy="51567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C328BD4B-B93F-F903-D4E2-098B14EF1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3980" y="4360767"/>
            <a:ext cx="0" cy="51567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A0B130B9-BBC8-E3CE-0AAA-3EADC1C2D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3980" y="4876438"/>
            <a:ext cx="859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C5789B2F-BAFF-AC53-B7C6-9C826579F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8309" y="4102932"/>
            <a:ext cx="34378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70672A54-DB4E-8E3A-FAC1-3C1649E50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8309" y="4102932"/>
            <a:ext cx="0" cy="25783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FADE1688-7E6D-B309-8207-E06D52B14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0000" y="4360767"/>
            <a:ext cx="3258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6A4A904F-DF62-38A8-8D45-4498EE40F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3706" y="4876438"/>
            <a:ext cx="0" cy="34378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A805451-9814-7761-B67E-27497EC9D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761" y="5220219"/>
            <a:ext cx="171890" cy="60161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5" name="Line 28">
            <a:extLst>
              <a:ext uri="{FF2B5EF4-FFF2-40B4-BE49-F238E27FC236}">
                <a16:creationId xmlns:a16="http://schemas.microsoft.com/office/drawing/2014/main" id="{7F619249-08B8-0808-8FC3-AAF40E96F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3706" y="5821835"/>
            <a:ext cx="0" cy="34378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">
            <a:extLst>
              <a:ext uri="{FF2B5EF4-FFF2-40B4-BE49-F238E27FC236}">
                <a16:creationId xmlns:a16="http://schemas.microsoft.com/office/drawing/2014/main" id="{B7006F02-DCA8-40E2-8FCD-A8C1E751A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3706" y="2985645"/>
            <a:ext cx="0" cy="34378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30">
            <a:extLst>
              <a:ext uri="{FF2B5EF4-FFF2-40B4-BE49-F238E27FC236}">
                <a16:creationId xmlns:a16="http://schemas.microsoft.com/office/drawing/2014/main" id="{1E308140-B677-CC6C-B501-34C6A8E29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761" y="2384029"/>
            <a:ext cx="171890" cy="60161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2AE7AC34-31C9-A234-82D2-B9C86D85F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3706" y="2040248"/>
            <a:ext cx="0" cy="34378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8">
            <a:extLst>
              <a:ext uri="{FF2B5EF4-FFF2-40B4-BE49-F238E27FC236}">
                <a16:creationId xmlns:a16="http://schemas.microsoft.com/office/drawing/2014/main" id="{9F1FAE39-ECBF-904C-FDBB-4E9BD2CED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4184" y="4097562"/>
            <a:ext cx="361686" cy="25783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Oval 92">
            <a:extLst>
              <a:ext uri="{FF2B5EF4-FFF2-40B4-BE49-F238E27FC236}">
                <a16:creationId xmlns:a16="http://schemas.microsoft.com/office/drawing/2014/main" id="{08438E60-2135-21F7-CAF7-5357231B4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0400" y="3422533"/>
            <a:ext cx="139661" cy="13966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7" name="Oval 93">
            <a:extLst>
              <a:ext uri="{FF2B5EF4-FFF2-40B4-BE49-F238E27FC236}">
                <a16:creationId xmlns:a16="http://schemas.microsoft.com/office/drawing/2014/main" id="{8AF4F005-2452-4A54-8DE0-0FB6BFA15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874" y="6104893"/>
            <a:ext cx="139661" cy="13966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8" name="Oval 94">
            <a:extLst>
              <a:ext uri="{FF2B5EF4-FFF2-40B4-BE49-F238E27FC236}">
                <a16:creationId xmlns:a16="http://schemas.microsoft.com/office/drawing/2014/main" id="{B284CD8E-412A-B712-3002-5ED2A450A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4064" y="1961310"/>
            <a:ext cx="139661" cy="13966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9" name="AutoShape 99">
            <a:extLst>
              <a:ext uri="{FF2B5EF4-FFF2-40B4-BE49-F238E27FC236}">
                <a16:creationId xmlns:a16="http://schemas.microsoft.com/office/drawing/2014/main" id="{C4F8DBC8-C2D4-D7FE-F7B6-2560465AD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4174" y="3179021"/>
            <a:ext cx="561600" cy="621312"/>
          </a:xfrm>
          <a:prstGeom prst="flowChartDelay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0" name="Oval 100">
            <a:extLst>
              <a:ext uri="{FF2B5EF4-FFF2-40B4-BE49-F238E27FC236}">
                <a16:creationId xmlns:a16="http://schemas.microsoft.com/office/drawing/2014/main" id="{4F631E27-143C-709F-3651-3DD67E8E1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0400" y="4625765"/>
            <a:ext cx="139661" cy="13966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1" name="AutoShape 101">
            <a:extLst>
              <a:ext uri="{FF2B5EF4-FFF2-40B4-BE49-F238E27FC236}">
                <a16:creationId xmlns:a16="http://schemas.microsoft.com/office/drawing/2014/main" id="{9848176D-044A-9843-1C65-AF2958518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8802" y="4382254"/>
            <a:ext cx="561600" cy="621312"/>
          </a:xfrm>
          <a:prstGeom prst="flowChartDelay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EFD574D1-D3FC-2CC4-1ECE-B00D7CFC45AE}"/>
                  </a:ext>
                </a:extLst>
              </p:cNvPr>
              <p:cNvSpPr txBox="1"/>
              <p:nvPr/>
            </p:nvSpPr>
            <p:spPr>
              <a:xfrm>
                <a:off x="8855548" y="3337899"/>
                <a:ext cx="377802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EFD574D1-D3FC-2CC4-1ECE-B00D7CFC4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548" y="3337899"/>
                <a:ext cx="377802" cy="462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4B2B205E-DDD3-3DA2-560E-9AF93A5A12DD}"/>
                  </a:ext>
                </a:extLst>
              </p:cNvPr>
              <p:cNvSpPr txBox="1"/>
              <p:nvPr/>
            </p:nvSpPr>
            <p:spPr>
              <a:xfrm>
                <a:off x="8855548" y="4401949"/>
                <a:ext cx="3778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4B2B205E-DDD3-3DA2-560E-9AF93A5A1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548" y="4401949"/>
                <a:ext cx="377802" cy="461665"/>
              </a:xfrm>
              <a:prstGeom prst="rect">
                <a:avLst/>
              </a:prstGeom>
              <a:blipFill>
                <a:blip r:embed="rId6"/>
                <a:stretch>
                  <a:fillRect l="-4839" r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6E4FFA29-25A9-E796-CF9A-3CFBBD3B81B2}"/>
                  </a:ext>
                </a:extLst>
              </p:cNvPr>
              <p:cNvSpPr txBox="1"/>
              <p:nvPr/>
            </p:nvSpPr>
            <p:spPr>
              <a:xfrm>
                <a:off x="9044449" y="2454004"/>
                <a:ext cx="5828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6E4FFA29-25A9-E796-CF9A-3CFBBD3B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449" y="2454004"/>
                <a:ext cx="58281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5C09108F-83F4-06FD-349B-DEB7FA9792EC}"/>
                  </a:ext>
                </a:extLst>
              </p:cNvPr>
              <p:cNvSpPr txBox="1"/>
              <p:nvPr/>
            </p:nvSpPr>
            <p:spPr>
              <a:xfrm>
                <a:off x="9044449" y="5299158"/>
                <a:ext cx="5828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5C09108F-83F4-06FD-349B-DEB7FA979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449" y="5299158"/>
                <a:ext cx="58281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3C590277-346D-E287-6B74-89D982C6B721}"/>
                  </a:ext>
                </a:extLst>
              </p:cNvPr>
              <p:cNvSpPr txBox="1"/>
              <p:nvPr/>
            </p:nvSpPr>
            <p:spPr>
              <a:xfrm>
                <a:off x="9052510" y="5969050"/>
                <a:ext cx="5828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CC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3C590277-346D-E287-6B74-89D982C6B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10" y="5969050"/>
                <a:ext cx="582812" cy="461665"/>
              </a:xfrm>
              <a:prstGeom prst="rect">
                <a:avLst/>
              </a:prstGeom>
              <a:blipFill>
                <a:blip r:embed="rId9"/>
                <a:stretch>
                  <a:fillRect l="-3125" r="-2083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B3D2B462-D2E1-9CC1-7702-91D4A2959786}"/>
                  </a:ext>
                </a:extLst>
              </p:cNvPr>
              <p:cNvSpPr txBox="1"/>
              <p:nvPr/>
            </p:nvSpPr>
            <p:spPr>
              <a:xfrm>
                <a:off x="9052510" y="1718534"/>
                <a:ext cx="5828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CC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B3D2B462-D2E1-9CC1-7702-91D4A2959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10" y="1718534"/>
                <a:ext cx="582812" cy="461665"/>
              </a:xfrm>
              <a:prstGeom prst="rect">
                <a:avLst/>
              </a:prstGeom>
              <a:blipFill>
                <a:blip r:embed="rId10"/>
                <a:stretch>
                  <a:fillRect l="-3125" r="-2083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77201028-BEE3-1451-0E26-305DF3B91A01}"/>
                  </a:ext>
                </a:extLst>
              </p:cNvPr>
              <p:cNvSpPr txBox="1"/>
              <p:nvPr/>
            </p:nvSpPr>
            <p:spPr>
              <a:xfrm>
                <a:off x="10571318" y="3258844"/>
                <a:ext cx="5828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77201028-BEE3-1451-0E26-305DF3B91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1318" y="3258844"/>
                <a:ext cx="582812" cy="461665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622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2052132-3542-5C5C-0F5C-8CCD953A394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12D2744-44EC-191E-34C8-C8223A8BE68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D75A1188-E6BB-89B3-D4E0-0BD351DE8C0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5BE87325-2BEE-5F86-3C25-C1728A7634B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BCE6054F-1C55-0473-CCE0-D3A7F4E166F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FAE59F01-161C-6058-A428-D57E1E150F6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门控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2149247-5AEC-8C92-8BFB-73E25BEB417D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9575314" cy="2138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门控 </a:t>
                </a:r>
                <a:r>
                  <a:rPr kumimoji="1" lang="en-US" altLang="zh-CN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 </a:t>
                </a:r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锁存器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增加门控信号，希望输入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在规定时刻才起作用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为控制端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使能端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保持不变；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确定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2149247-5AEC-8C92-8BFB-73E25BEB4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9575314" cy="2138983"/>
              </a:xfrm>
              <a:prstGeom prst="rect">
                <a:avLst/>
              </a:prstGeom>
              <a:blipFill>
                <a:blip r:embed="rId2"/>
                <a:stretch>
                  <a:fillRect l="-1273" t="-1140" b="-5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>
            <a:extLst>
              <a:ext uri="{FF2B5EF4-FFF2-40B4-BE49-F238E27FC236}">
                <a16:creationId xmlns:a16="http://schemas.microsoft.com/office/drawing/2014/main" id="{6AAF2308-4899-112B-A602-8040D56C9906}"/>
              </a:ext>
            </a:extLst>
          </p:cNvPr>
          <p:cNvGrpSpPr/>
          <p:nvPr/>
        </p:nvGrpSpPr>
        <p:grpSpPr>
          <a:xfrm>
            <a:off x="834850" y="3222572"/>
            <a:ext cx="3907116" cy="2416639"/>
            <a:chOff x="1813984" y="3074863"/>
            <a:chExt cx="3907116" cy="2416639"/>
          </a:xfrm>
        </p:grpSpPr>
        <p:sp>
          <p:nvSpPr>
            <p:cNvPr id="9" name="Arc 158">
              <a:extLst>
                <a:ext uri="{FF2B5EF4-FFF2-40B4-BE49-F238E27FC236}">
                  <a16:creationId xmlns:a16="http://schemas.microsoft.com/office/drawing/2014/main" id="{80F6FCC2-D8CD-D1B6-F07B-A4FA51857DF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332798" y="3137227"/>
              <a:ext cx="644121" cy="100427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Line 160">
              <a:extLst>
                <a:ext uri="{FF2B5EF4-FFF2-40B4-BE49-F238E27FC236}">
                  <a16:creationId xmlns:a16="http://schemas.microsoft.com/office/drawing/2014/main" id="{41E552B5-0769-C451-CFC3-D35B1BD742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3313845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Line 160">
              <a:extLst>
                <a:ext uri="{FF2B5EF4-FFF2-40B4-BE49-F238E27FC236}">
                  <a16:creationId xmlns:a16="http://schemas.microsoft.com/office/drawing/2014/main" id="{86478449-E3D2-CCCE-82CF-19135E093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3961426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Arc 156">
              <a:extLst>
                <a:ext uri="{FF2B5EF4-FFF2-40B4-BE49-F238E27FC236}">
                  <a16:creationId xmlns:a16="http://schemas.microsoft.com/office/drawing/2014/main" id="{C0BA1BAF-7B82-B0C3-0660-B5EABC5EE70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97108" y="3339182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8B782116-3AAA-D3E7-F9C0-DBE778A0A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410" y="3458824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C9F8DC1D-308D-5827-358E-941A2AE18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49" y="3815926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F797099D-63C9-8896-FCF8-E80DA8423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57" y="3637663"/>
              <a:ext cx="523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Arc 156">
              <a:extLst>
                <a:ext uri="{FF2B5EF4-FFF2-40B4-BE49-F238E27FC236}">
                  <a16:creationId xmlns:a16="http://schemas.microsoft.com/office/drawing/2014/main" id="{BDDA3500-E44B-0C00-318C-F729CC1E9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091" y="3313827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DE34DFE-3CA9-28E3-C98D-4492707BB02B}"/>
                    </a:ext>
                  </a:extLst>
                </p:cNvPr>
                <p:cNvSpPr txBox="1"/>
                <p:nvPr/>
              </p:nvSpPr>
              <p:spPr>
                <a:xfrm>
                  <a:off x="1813984" y="3074863"/>
                  <a:ext cx="48308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DE34DFE-3CA9-28E3-C98D-4492707BB0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984" y="3074863"/>
                  <a:ext cx="48308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DC75332-A48D-66D7-CE1A-B7942E875D79}"/>
                </a:ext>
              </a:extLst>
            </p:cNvPr>
            <p:cNvSpPr/>
            <p:nvPr/>
          </p:nvSpPr>
          <p:spPr>
            <a:xfrm flipV="1">
              <a:off x="4761879" y="3564163"/>
              <a:ext cx="138412" cy="14461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" name="Arc 158">
              <a:extLst>
                <a:ext uri="{FF2B5EF4-FFF2-40B4-BE49-F238E27FC236}">
                  <a16:creationId xmlns:a16="http://schemas.microsoft.com/office/drawing/2014/main" id="{7442B5CF-0D78-F6BB-F10B-4E7517BE46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332798" y="4425472"/>
              <a:ext cx="644121" cy="100427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Line 160">
              <a:extLst>
                <a:ext uri="{FF2B5EF4-FFF2-40B4-BE49-F238E27FC236}">
                  <a16:creationId xmlns:a16="http://schemas.microsoft.com/office/drawing/2014/main" id="{97700036-4178-D180-E1C7-F3EB9A5016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4602090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Line 160">
              <a:extLst>
                <a:ext uri="{FF2B5EF4-FFF2-40B4-BE49-F238E27FC236}">
                  <a16:creationId xmlns:a16="http://schemas.microsoft.com/office/drawing/2014/main" id="{A5A6BCB2-367A-2427-B553-821143B39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5249671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Arc 156">
              <a:extLst>
                <a:ext uri="{FF2B5EF4-FFF2-40B4-BE49-F238E27FC236}">
                  <a16:creationId xmlns:a16="http://schemas.microsoft.com/office/drawing/2014/main" id="{7326EC52-0784-B492-1317-292A3BFE574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97108" y="4627428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BFF77EFA-3D54-E8A2-ECFC-4296D44D5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49" y="4747069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EE0B936F-9902-51A4-D2C5-81A37B73A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410" y="5104171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41FAB692-9FE6-B9C2-4CF8-86B5861D3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57" y="4925908"/>
              <a:ext cx="523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rc 156">
              <a:extLst>
                <a:ext uri="{FF2B5EF4-FFF2-40B4-BE49-F238E27FC236}">
                  <a16:creationId xmlns:a16="http://schemas.microsoft.com/office/drawing/2014/main" id="{6ECEBD35-D6B9-220E-8128-DDDA94126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091" y="4602072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FFE4D69-1771-A462-E250-3B6B542E2B07}"/>
                </a:ext>
              </a:extLst>
            </p:cNvPr>
            <p:cNvSpPr/>
            <p:nvPr/>
          </p:nvSpPr>
          <p:spPr>
            <a:xfrm flipV="1">
              <a:off x="4761879" y="4852408"/>
              <a:ext cx="138412" cy="14461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9AFBFDF6-F95F-D54A-CBB1-47E9BA8A08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73144" y="3953287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D6EEDD03-56FF-AC31-112A-9B6C5061D1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73144" y="4609172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B7A978E0-2977-7564-2E5F-2D9FB475EB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3173" y="3803539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BDFEB56E-DD5E-4D16-7B4A-0CDA89F4F2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3173" y="4760557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81D44F9E-DE3A-FDDD-C35D-516FE6DF0C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91084" y="3719621"/>
              <a:ext cx="530791" cy="1280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5AAAC6A6-F68F-A512-F752-58E704710F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189663" y="3565473"/>
              <a:ext cx="530791" cy="1280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4DA06DD-C0A9-B475-D536-ED502B8B786A}"/>
                </a:ext>
              </a:extLst>
            </p:cNvPr>
            <p:cNvSpPr/>
            <p:nvPr/>
          </p:nvSpPr>
          <p:spPr>
            <a:xfrm flipV="1">
              <a:off x="5028459" y="3580535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16D7A17B-3B71-D34E-AB04-827FFED11408}"/>
                </a:ext>
              </a:extLst>
            </p:cNvPr>
            <p:cNvSpPr/>
            <p:nvPr/>
          </p:nvSpPr>
          <p:spPr>
            <a:xfrm flipV="1">
              <a:off x="5028459" y="4867688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8165865-1BE5-D95C-661F-ADC1285B53AC}"/>
                    </a:ext>
                  </a:extLst>
                </p:cNvPr>
                <p:cNvSpPr txBox="1"/>
                <p:nvPr/>
              </p:nvSpPr>
              <p:spPr>
                <a:xfrm>
                  <a:off x="5268824" y="4693498"/>
                  <a:ext cx="45227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8165865-1BE5-D95C-661F-ADC1285B53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824" y="4693498"/>
                  <a:ext cx="452276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108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F3AA636-1922-98E2-A8FC-F9C8B90F5DCC}"/>
                    </a:ext>
                  </a:extLst>
                </p:cNvPr>
                <p:cNvSpPr txBox="1"/>
                <p:nvPr/>
              </p:nvSpPr>
              <p:spPr>
                <a:xfrm>
                  <a:off x="5268824" y="3406830"/>
                  <a:ext cx="45227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F3AA636-1922-98E2-A8FC-F9C8B90F5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824" y="3406830"/>
                  <a:ext cx="452276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08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流程图: 延期 39">
              <a:extLst>
                <a:ext uri="{FF2B5EF4-FFF2-40B4-BE49-F238E27FC236}">
                  <a16:creationId xmlns:a16="http://schemas.microsoft.com/office/drawing/2014/main" id="{56DFA6E1-143B-EA6C-17E8-258A41EE41DB}"/>
                </a:ext>
              </a:extLst>
            </p:cNvPr>
            <p:cNvSpPr/>
            <p:nvPr/>
          </p:nvSpPr>
          <p:spPr>
            <a:xfrm>
              <a:off x="2906564" y="3162725"/>
              <a:ext cx="594680" cy="59219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" name="流程图: 延期 40">
              <a:extLst>
                <a:ext uri="{FF2B5EF4-FFF2-40B4-BE49-F238E27FC236}">
                  <a16:creationId xmlns:a16="http://schemas.microsoft.com/office/drawing/2014/main" id="{47126A2D-88FD-CF49-98FB-603CCAE8D976}"/>
                </a:ext>
              </a:extLst>
            </p:cNvPr>
            <p:cNvSpPr/>
            <p:nvPr/>
          </p:nvSpPr>
          <p:spPr>
            <a:xfrm>
              <a:off x="2906564" y="4808072"/>
              <a:ext cx="594680" cy="59219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84E5586E-F967-8F12-7996-B03B9CCC9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3305696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6819229D-4252-19D2-2F5B-5D3F265C9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452" y="3611952"/>
              <a:ext cx="285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57B314D0-FD8E-0880-8BCA-717CBD651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452" y="4953017"/>
              <a:ext cx="285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8E88F0BA-F404-81E7-E4B6-DA6BDA7E3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5259273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5E3BFAC1-65A1-C490-E895-FA9C9FBF11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57256" y="4276864"/>
              <a:ext cx="1352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D6DBBC79-6E7A-55A9-4843-978B1A9A9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4283182"/>
              <a:ext cx="33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33E5A171-A564-823D-A47B-2A7B510F943F}"/>
                </a:ext>
              </a:extLst>
            </p:cNvPr>
            <p:cNvSpPr/>
            <p:nvPr/>
          </p:nvSpPr>
          <p:spPr>
            <a:xfrm flipV="1">
              <a:off x="2578703" y="4223811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3978EE0A-0E67-787D-5303-D12DC2E47C58}"/>
                    </a:ext>
                  </a:extLst>
                </p:cNvPr>
                <p:cNvSpPr txBox="1"/>
                <p:nvPr/>
              </p:nvSpPr>
              <p:spPr>
                <a:xfrm>
                  <a:off x="1813984" y="5029837"/>
                  <a:ext cx="48308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3978EE0A-0E67-787D-5303-D12DC2E47C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984" y="5029837"/>
                  <a:ext cx="48308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4B2A702-647F-BA4C-D589-36C219C9B15E}"/>
                    </a:ext>
                  </a:extLst>
                </p:cNvPr>
                <p:cNvSpPr txBox="1"/>
                <p:nvPr/>
              </p:nvSpPr>
              <p:spPr>
                <a:xfrm>
                  <a:off x="1815356" y="4051652"/>
                  <a:ext cx="48308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4B2A702-647F-BA4C-D589-36C219C9B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5356" y="4051652"/>
                  <a:ext cx="48308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515E1C2D-5BCC-3640-8438-3CDD080912EA}"/>
              </a:ext>
            </a:extLst>
          </p:cNvPr>
          <p:cNvSpPr/>
          <p:nvPr/>
        </p:nvSpPr>
        <p:spPr>
          <a:xfrm>
            <a:off x="6264030" y="3610001"/>
            <a:ext cx="1147729" cy="17574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Line 27">
            <a:extLst>
              <a:ext uri="{FF2B5EF4-FFF2-40B4-BE49-F238E27FC236}">
                <a16:creationId xmlns:a16="http://schemas.microsoft.com/office/drawing/2014/main" id="{C8122BC7-2127-C87C-316F-7C97C6443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0771" y="4003494"/>
            <a:ext cx="3332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8" name="Line 27">
            <a:extLst>
              <a:ext uri="{FF2B5EF4-FFF2-40B4-BE49-F238E27FC236}">
                <a16:creationId xmlns:a16="http://schemas.microsoft.com/office/drawing/2014/main" id="{69057D29-3B69-7AAB-8546-F2A6B8A79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0771" y="4985549"/>
            <a:ext cx="3332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FD84BC4-C1FA-0E0D-056D-80E4645D0179}"/>
                  </a:ext>
                </a:extLst>
              </p:cNvPr>
              <p:cNvSpPr txBox="1"/>
              <p:nvPr/>
            </p:nvSpPr>
            <p:spPr>
              <a:xfrm>
                <a:off x="6230753" y="3744919"/>
                <a:ext cx="584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FD84BC4-C1FA-0E0D-056D-80E4645D0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3" y="3744919"/>
                <a:ext cx="584160" cy="461665"/>
              </a:xfrm>
              <a:prstGeom prst="rect">
                <a:avLst/>
              </a:prstGeom>
              <a:blipFill>
                <a:blip r:embed="rId8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F8731BD-A0DA-4F93-CEB5-B0C20152F69C}"/>
                  </a:ext>
                </a:extLst>
              </p:cNvPr>
              <p:cNvSpPr txBox="1"/>
              <p:nvPr/>
            </p:nvSpPr>
            <p:spPr>
              <a:xfrm>
                <a:off x="6230755" y="4755832"/>
                <a:ext cx="584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F8731BD-A0DA-4F93-CEB5-B0C20152F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5" y="4755832"/>
                <a:ext cx="584160" cy="461665"/>
              </a:xfrm>
              <a:prstGeom prst="rect">
                <a:avLst/>
              </a:prstGeom>
              <a:blipFill>
                <a:blip r:embed="rId9"/>
                <a:stretch>
                  <a:fillRect l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Line 27">
            <a:extLst>
              <a:ext uri="{FF2B5EF4-FFF2-40B4-BE49-F238E27FC236}">
                <a16:creationId xmlns:a16="http://schemas.microsoft.com/office/drawing/2014/main" id="{1388BB6A-EC41-9748-745B-E3D68A9AB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1759" y="4003494"/>
            <a:ext cx="3332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2" name="Line 27">
            <a:extLst>
              <a:ext uri="{FF2B5EF4-FFF2-40B4-BE49-F238E27FC236}">
                <a16:creationId xmlns:a16="http://schemas.microsoft.com/office/drawing/2014/main" id="{B9EB667F-0CAD-40C7-3311-8A4029640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1759" y="4985548"/>
            <a:ext cx="3332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2F49C097-FA39-A069-BD45-7D67C83FC5F6}"/>
              </a:ext>
            </a:extLst>
          </p:cNvPr>
          <p:cNvSpPr/>
          <p:nvPr/>
        </p:nvSpPr>
        <p:spPr>
          <a:xfrm flipV="1">
            <a:off x="7419328" y="4908210"/>
            <a:ext cx="148040" cy="15467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96B2AED-BB55-E9AC-2616-75BDE7D946D2}"/>
                  </a:ext>
                </a:extLst>
              </p:cNvPr>
              <p:cNvSpPr txBox="1"/>
              <p:nvPr/>
            </p:nvSpPr>
            <p:spPr>
              <a:xfrm>
                <a:off x="7684283" y="3737884"/>
                <a:ext cx="584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96B2AED-BB55-E9AC-2616-75BDE7D94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283" y="3737884"/>
                <a:ext cx="584160" cy="461665"/>
              </a:xfrm>
              <a:prstGeom prst="rect">
                <a:avLst/>
              </a:prstGeom>
              <a:blipFill>
                <a:blip r:embed="rId10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E91EC18-A855-56F9-52CD-2DAB13DCEB75}"/>
                  </a:ext>
                </a:extLst>
              </p:cNvPr>
              <p:cNvSpPr txBox="1"/>
              <p:nvPr/>
            </p:nvSpPr>
            <p:spPr>
              <a:xfrm>
                <a:off x="7683139" y="4755339"/>
                <a:ext cx="58416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E91EC18-A855-56F9-52CD-2DAB13DCE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3139" y="4755339"/>
                <a:ext cx="584160" cy="462434"/>
              </a:xfrm>
              <a:prstGeom prst="rect">
                <a:avLst/>
              </a:prstGeom>
              <a:blipFill>
                <a:blip r:embed="rId11"/>
                <a:stretch>
                  <a:fillRect r="-4167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Line 27">
            <a:extLst>
              <a:ext uri="{FF2B5EF4-FFF2-40B4-BE49-F238E27FC236}">
                <a16:creationId xmlns:a16="http://schemas.microsoft.com/office/drawing/2014/main" id="{9DB66D1F-4AEC-2A45-3744-8733BE52C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0769" y="4480093"/>
            <a:ext cx="3332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6C3BC87-FC86-AEDD-CFD8-50CB879329E5}"/>
                  </a:ext>
                </a:extLst>
              </p:cNvPr>
              <p:cNvSpPr txBox="1"/>
              <p:nvPr/>
            </p:nvSpPr>
            <p:spPr>
              <a:xfrm>
                <a:off x="6230753" y="4250376"/>
                <a:ext cx="584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6C3BC87-FC86-AEDD-CFD8-50CB87932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3" y="4250376"/>
                <a:ext cx="584160" cy="461665"/>
              </a:xfrm>
              <a:prstGeom prst="rect">
                <a:avLst/>
              </a:prstGeom>
              <a:blipFill>
                <a:blip r:embed="rId12"/>
                <a:stretch>
                  <a:fillRect l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本框 68">
            <a:extLst>
              <a:ext uri="{FF2B5EF4-FFF2-40B4-BE49-F238E27FC236}">
                <a16:creationId xmlns:a16="http://schemas.microsoft.com/office/drawing/2014/main" id="{D8C1889E-6FC7-AF08-AC4C-90269A930575}"/>
              </a:ext>
            </a:extLst>
          </p:cNvPr>
          <p:cNvSpPr txBox="1"/>
          <p:nvPr/>
        </p:nvSpPr>
        <p:spPr>
          <a:xfrm>
            <a:off x="1981242" y="5643681"/>
            <a:ext cx="156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逻辑电路</a:t>
            </a:r>
            <a:endParaRPr lang="zh-CN" altLang="en-US" sz="2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F6C49F4-7517-F1A0-1AFF-A5EEAC64F493}"/>
              </a:ext>
            </a:extLst>
          </p:cNvPr>
          <p:cNvSpPr txBox="1"/>
          <p:nvPr/>
        </p:nvSpPr>
        <p:spPr>
          <a:xfrm>
            <a:off x="6030780" y="5643681"/>
            <a:ext cx="156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F4D0A99-C7EF-4CA6-34F5-84C663414A2B}"/>
                  </a:ext>
                </a:extLst>
              </p:cNvPr>
              <p:cNvSpPr txBox="1"/>
              <p:nvPr/>
            </p:nvSpPr>
            <p:spPr>
              <a:xfrm>
                <a:off x="5512294" y="3744919"/>
                <a:ext cx="584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F4D0A99-C7EF-4CA6-34F5-84C663414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294" y="3744919"/>
                <a:ext cx="584160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01C1748-D790-E1F3-DE9C-4D119CC34DEE}"/>
                  </a:ext>
                </a:extLst>
              </p:cNvPr>
              <p:cNvSpPr txBox="1"/>
              <p:nvPr/>
            </p:nvSpPr>
            <p:spPr>
              <a:xfrm>
                <a:off x="5512296" y="4755832"/>
                <a:ext cx="584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01C1748-D790-E1F3-DE9C-4D119CC34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296" y="4755832"/>
                <a:ext cx="584160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A8CEC79-A264-ACBB-56F7-EC69EC9058F0}"/>
                  </a:ext>
                </a:extLst>
              </p:cNvPr>
              <p:cNvSpPr txBox="1"/>
              <p:nvPr/>
            </p:nvSpPr>
            <p:spPr>
              <a:xfrm>
                <a:off x="5512294" y="4250376"/>
                <a:ext cx="584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A8CEC79-A264-ACBB-56F7-EC69EC905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294" y="4250376"/>
                <a:ext cx="58416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F1735E7-6E80-70B0-8B57-7DFE4ECC29E0}"/>
                  </a:ext>
                </a:extLst>
              </p:cNvPr>
              <p:cNvSpPr txBox="1"/>
              <p:nvPr/>
            </p:nvSpPr>
            <p:spPr>
              <a:xfrm>
                <a:off x="8856000" y="4104000"/>
                <a:ext cx="3286392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0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0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”表示控制信号，后缀“</a:t>
                </a:r>
                <a14:m>
                  <m:oMath xmlns:m="http://schemas.openxmlformats.org/officeDocument/2006/math">
                    <m:r>
                      <a:rPr lang="en-US" altLang="zh-CN" sz="20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”表示它对所有以“</a:t>
                </a:r>
                <a14:m>
                  <m:oMath xmlns:m="http://schemas.openxmlformats.org/officeDocument/2006/math">
                    <m:r>
                      <a:rPr lang="en-US" altLang="zh-CN" sz="2000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”为前缀的输入信号起控制作用，即 </a:t>
                </a:r>
                <a14:m>
                  <m:oMath xmlns:m="http://schemas.openxmlformats.org/officeDocument/2006/math">
                    <m:r>
                      <a:rPr lang="en-US" altLang="zh-CN" sz="20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sz="20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F1735E7-6E80-70B0-8B57-7DFE4ECC2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000" y="4104000"/>
                <a:ext cx="3286392" cy="1323439"/>
              </a:xfrm>
              <a:prstGeom prst="rect">
                <a:avLst/>
              </a:prstGeom>
              <a:blipFill>
                <a:blip r:embed="rId16"/>
                <a:stretch>
                  <a:fillRect l="-2041" t="-2304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6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D42B9-3D30-5412-D039-7DAD9277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Line 28">
            <a:extLst>
              <a:ext uri="{FF2B5EF4-FFF2-40B4-BE49-F238E27FC236}">
                <a16:creationId xmlns:a16="http://schemas.microsoft.com/office/drawing/2014/main" id="{F96C4A17-4296-2BE3-1489-5F324B0FE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7948" y="1637637"/>
            <a:ext cx="0" cy="3048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29">
            <a:extLst>
              <a:ext uri="{FF2B5EF4-FFF2-40B4-BE49-F238E27FC236}">
                <a16:creationId xmlns:a16="http://schemas.microsoft.com/office/drawing/2014/main" id="{A9110E6A-B10D-BAD4-E562-F29074A7D4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5148" y="1637637"/>
            <a:ext cx="0" cy="3048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30">
            <a:extLst>
              <a:ext uri="{FF2B5EF4-FFF2-40B4-BE49-F238E27FC236}">
                <a16:creationId xmlns:a16="http://schemas.microsoft.com/office/drawing/2014/main" id="{844C03E1-F2FB-81C8-28D0-30FFB8330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7148" y="1637637"/>
            <a:ext cx="0" cy="3048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Line 30">
            <a:extLst>
              <a:ext uri="{FF2B5EF4-FFF2-40B4-BE49-F238E27FC236}">
                <a16:creationId xmlns:a16="http://schemas.microsoft.com/office/drawing/2014/main" id="{631E9BC9-99E8-CE51-8408-9B5DAB184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4948" y="1637637"/>
            <a:ext cx="0" cy="3048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04C1F0A-19EE-F01D-1A3A-AA50A477F88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038F817-4AC7-CE32-E0A1-14091DA969A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A98DF80C-72F3-CE6C-3C5A-4F3D6AA226B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7B31B629-7B4F-33AF-F0E4-4BF8D192FBC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71E8FBD6-BCF4-70F9-1BC0-1B3FA73C8DA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CC712AA-BB3B-F69E-B440-7BAD6B682B0B}"/>
              </a:ext>
            </a:extLst>
          </p:cNvPr>
          <p:cNvSpPr txBox="1"/>
          <p:nvPr/>
        </p:nvSpPr>
        <p:spPr>
          <a:xfrm>
            <a:off x="360000" y="828000"/>
            <a:ext cx="465721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CFAB8A5-BA31-50E7-3804-A2F4F4E19AC0}"/>
              </a:ext>
            </a:extLst>
          </p:cNvPr>
          <p:cNvGrpSpPr/>
          <p:nvPr/>
        </p:nvGrpSpPr>
        <p:grpSpPr>
          <a:xfrm>
            <a:off x="7380000" y="757790"/>
            <a:ext cx="3597002" cy="2261470"/>
            <a:chOff x="1813984" y="3074863"/>
            <a:chExt cx="3907116" cy="2456441"/>
          </a:xfrm>
        </p:grpSpPr>
        <p:sp>
          <p:nvSpPr>
            <p:cNvPr id="10" name="Arc 158">
              <a:extLst>
                <a:ext uri="{FF2B5EF4-FFF2-40B4-BE49-F238E27FC236}">
                  <a16:creationId xmlns:a16="http://schemas.microsoft.com/office/drawing/2014/main" id="{0D86FA05-606E-38C0-18F9-928299BEC7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332798" y="3137227"/>
              <a:ext cx="644121" cy="100427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Line 160">
              <a:extLst>
                <a:ext uri="{FF2B5EF4-FFF2-40B4-BE49-F238E27FC236}">
                  <a16:creationId xmlns:a16="http://schemas.microsoft.com/office/drawing/2014/main" id="{763C340C-BCDD-03FA-12A1-233FACCC9B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3313845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Line 160">
              <a:extLst>
                <a:ext uri="{FF2B5EF4-FFF2-40B4-BE49-F238E27FC236}">
                  <a16:creationId xmlns:a16="http://schemas.microsoft.com/office/drawing/2014/main" id="{E47813C1-100C-0726-1863-1E185AC7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3961426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Arc 156">
              <a:extLst>
                <a:ext uri="{FF2B5EF4-FFF2-40B4-BE49-F238E27FC236}">
                  <a16:creationId xmlns:a16="http://schemas.microsoft.com/office/drawing/2014/main" id="{DC0141BA-B7D0-87EE-5E5B-E3673D147E8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97108" y="3339182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7DB4FBF1-FBB8-C0E4-79EE-EDD1084CC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410" y="3458824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45BB584C-5B34-0CAA-EFB2-DB31E79DD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49" y="3815926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620F6008-00FA-9E2C-7A83-947DB9CE8A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57" y="3637663"/>
              <a:ext cx="523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rc 156">
              <a:extLst>
                <a:ext uri="{FF2B5EF4-FFF2-40B4-BE49-F238E27FC236}">
                  <a16:creationId xmlns:a16="http://schemas.microsoft.com/office/drawing/2014/main" id="{186592F2-06A1-ECD1-38C4-D74991619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091" y="3313827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BE8BF40-5C38-580B-530F-DB26BE0B0D65}"/>
                    </a:ext>
                  </a:extLst>
                </p:cNvPr>
                <p:cNvSpPr txBox="1"/>
                <p:nvPr/>
              </p:nvSpPr>
              <p:spPr>
                <a:xfrm>
                  <a:off x="1813984" y="3074863"/>
                  <a:ext cx="483089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BE8BF40-5C38-580B-530F-DB26BE0B0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984" y="3074863"/>
                  <a:ext cx="483089" cy="501467"/>
                </a:xfrm>
                <a:prstGeom prst="rect">
                  <a:avLst/>
                </a:prstGeom>
                <a:blipFill>
                  <a:blip r:embed="rId2"/>
                  <a:stretch>
                    <a:fillRect l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01E6AA3-EE06-ACAE-5F20-6FA837AFEEA4}"/>
                </a:ext>
              </a:extLst>
            </p:cNvPr>
            <p:cNvSpPr/>
            <p:nvPr/>
          </p:nvSpPr>
          <p:spPr>
            <a:xfrm flipV="1">
              <a:off x="4761879" y="3564163"/>
              <a:ext cx="138412" cy="14461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0" name="Arc 158">
              <a:extLst>
                <a:ext uri="{FF2B5EF4-FFF2-40B4-BE49-F238E27FC236}">
                  <a16:creationId xmlns:a16="http://schemas.microsoft.com/office/drawing/2014/main" id="{4DA2DA62-B810-2C46-C896-49ABDB30781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332798" y="4425472"/>
              <a:ext cx="644121" cy="100427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Line 160">
              <a:extLst>
                <a:ext uri="{FF2B5EF4-FFF2-40B4-BE49-F238E27FC236}">
                  <a16:creationId xmlns:a16="http://schemas.microsoft.com/office/drawing/2014/main" id="{FA8E0F94-6D07-6FB9-A011-5A4C285F3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4602090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Line 160">
              <a:extLst>
                <a:ext uri="{FF2B5EF4-FFF2-40B4-BE49-F238E27FC236}">
                  <a16:creationId xmlns:a16="http://schemas.microsoft.com/office/drawing/2014/main" id="{2D51D9CB-69ED-2B2C-2EC1-41B84F872D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5249671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Arc 156">
              <a:extLst>
                <a:ext uri="{FF2B5EF4-FFF2-40B4-BE49-F238E27FC236}">
                  <a16:creationId xmlns:a16="http://schemas.microsoft.com/office/drawing/2014/main" id="{0AD89F31-760D-A9EA-4D24-64341461640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97108" y="4627428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A47665BB-2407-9360-9618-2F500DF5C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49" y="4747069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5E2330E3-24CB-F06D-CE84-3227145EE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410" y="5104171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EA77F3CC-7960-3158-FEE0-4DCFE5930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57" y="4925908"/>
              <a:ext cx="523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rc 156">
              <a:extLst>
                <a:ext uri="{FF2B5EF4-FFF2-40B4-BE49-F238E27FC236}">
                  <a16:creationId xmlns:a16="http://schemas.microsoft.com/office/drawing/2014/main" id="{E9FAA269-35A3-9C00-C7AC-64E760E68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091" y="4602072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FB898B2-ACCB-A1B0-6AE9-D628F8FAC0D9}"/>
                </a:ext>
              </a:extLst>
            </p:cNvPr>
            <p:cNvSpPr/>
            <p:nvPr/>
          </p:nvSpPr>
          <p:spPr>
            <a:xfrm flipV="1">
              <a:off x="4761879" y="4852408"/>
              <a:ext cx="138412" cy="14461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68140F69-4785-AD2B-3130-81C18963B3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73144" y="3953287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80572590-5EC4-AC23-1C2A-B739E20674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73144" y="4609172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24BCA3B2-8DC9-A410-A626-20B8998D4D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3173" y="3803539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248B2ED2-93BD-1EEA-1EF3-C628FE71FE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3173" y="4760557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61EE1E84-4811-13E8-6BA7-8587E52BB5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91084" y="3719621"/>
              <a:ext cx="530791" cy="1280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BDCCB3D1-8167-F4E8-289D-0435DEC373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189663" y="3565473"/>
              <a:ext cx="530791" cy="1280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983A39A4-8C4B-6792-D57A-0ED1B536B33F}"/>
                </a:ext>
              </a:extLst>
            </p:cNvPr>
            <p:cNvSpPr/>
            <p:nvPr/>
          </p:nvSpPr>
          <p:spPr>
            <a:xfrm flipV="1">
              <a:off x="5028459" y="3580535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C42BEA19-90F6-2735-A552-E1C65C785D5B}"/>
                </a:ext>
              </a:extLst>
            </p:cNvPr>
            <p:cNvSpPr/>
            <p:nvPr/>
          </p:nvSpPr>
          <p:spPr>
            <a:xfrm flipV="1">
              <a:off x="5028459" y="4867688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B84F0133-48F6-59EA-2A68-FE199C7B8307}"/>
                    </a:ext>
                  </a:extLst>
                </p:cNvPr>
                <p:cNvSpPr txBox="1"/>
                <p:nvPr/>
              </p:nvSpPr>
              <p:spPr>
                <a:xfrm>
                  <a:off x="5268824" y="4693498"/>
                  <a:ext cx="452276" cy="5023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B84F0133-48F6-59EA-2A68-FE199C7B8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824" y="4693498"/>
                  <a:ext cx="452276" cy="502302"/>
                </a:xfrm>
                <a:prstGeom prst="rect">
                  <a:avLst/>
                </a:prstGeom>
                <a:blipFill>
                  <a:blip r:embed="rId3"/>
                  <a:stretch>
                    <a:fillRect l="-1594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A849E74-E6B3-80DF-BA9F-D2FB735D1165}"/>
                    </a:ext>
                  </a:extLst>
                </p:cNvPr>
                <p:cNvSpPr txBox="1"/>
                <p:nvPr/>
              </p:nvSpPr>
              <p:spPr>
                <a:xfrm>
                  <a:off x="5268824" y="3406830"/>
                  <a:ext cx="452276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A849E74-E6B3-80DF-BA9F-D2FB735D1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824" y="3406830"/>
                  <a:ext cx="452276" cy="501467"/>
                </a:xfrm>
                <a:prstGeom prst="rect">
                  <a:avLst/>
                </a:prstGeom>
                <a:blipFill>
                  <a:blip r:embed="rId4"/>
                  <a:stretch>
                    <a:fillRect l="-1594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流程图: 延期 38">
              <a:extLst>
                <a:ext uri="{FF2B5EF4-FFF2-40B4-BE49-F238E27FC236}">
                  <a16:creationId xmlns:a16="http://schemas.microsoft.com/office/drawing/2014/main" id="{8B9A1F61-A189-92B7-4577-F5BD4CA05D50}"/>
                </a:ext>
              </a:extLst>
            </p:cNvPr>
            <p:cNvSpPr/>
            <p:nvPr/>
          </p:nvSpPr>
          <p:spPr>
            <a:xfrm>
              <a:off x="2906564" y="3162725"/>
              <a:ext cx="594680" cy="59219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0" name="流程图: 延期 39">
              <a:extLst>
                <a:ext uri="{FF2B5EF4-FFF2-40B4-BE49-F238E27FC236}">
                  <a16:creationId xmlns:a16="http://schemas.microsoft.com/office/drawing/2014/main" id="{24DD2C0B-AF30-3F32-51BC-C1DDCC13C958}"/>
                </a:ext>
              </a:extLst>
            </p:cNvPr>
            <p:cNvSpPr/>
            <p:nvPr/>
          </p:nvSpPr>
          <p:spPr>
            <a:xfrm>
              <a:off x="2906564" y="4808072"/>
              <a:ext cx="594680" cy="59219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534DA8AF-0ED3-5AF2-06F5-EB11A2DB1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3305696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D7D079CA-8FD2-84EE-FD01-FC1DF3954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452" y="3611952"/>
              <a:ext cx="285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A1C278C9-72CA-0C6E-2EDD-9178AFD28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452" y="4953017"/>
              <a:ext cx="285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BEC6ADE1-990B-495B-6DBE-380E43E14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5259273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3C004DDB-DF9F-CD77-FC82-8A54019F44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57256" y="4276864"/>
              <a:ext cx="1352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CB371584-9916-2BFB-B3CE-15D6CF5E2C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4283182"/>
              <a:ext cx="33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7311B53-9975-37B3-7EC4-FA84D1235CDD}"/>
                </a:ext>
              </a:extLst>
            </p:cNvPr>
            <p:cNvSpPr/>
            <p:nvPr/>
          </p:nvSpPr>
          <p:spPr>
            <a:xfrm flipV="1">
              <a:off x="2578703" y="4223811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1E068E2-38E4-DE37-BBC5-BF6E604ADCE4}"/>
                    </a:ext>
                  </a:extLst>
                </p:cNvPr>
                <p:cNvSpPr txBox="1"/>
                <p:nvPr/>
              </p:nvSpPr>
              <p:spPr>
                <a:xfrm>
                  <a:off x="1813984" y="5029837"/>
                  <a:ext cx="483089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1E068E2-38E4-DE37-BBC5-BF6E604AD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984" y="5029837"/>
                  <a:ext cx="483089" cy="501467"/>
                </a:xfrm>
                <a:prstGeom prst="rect">
                  <a:avLst/>
                </a:prstGeom>
                <a:blipFill>
                  <a:blip r:embed="rId5"/>
                  <a:stretch>
                    <a:fillRect l="-13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BAB99C38-B5C8-47DE-C6FD-C4B9F0719F00}"/>
                    </a:ext>
                  </a:extLst>
                </p:cNvPr>
                <p:cNvSpPr txBox="1"/>
                <p:nvPr/>
              </p:nvSpPr>
              <p:spPr>
                <a:xfrm>
                  <a:off x="1815356" y="4051652"/>
                  <a:ext cx="483089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BAB99C38-B5C8-47DE-C6FD-C4B9F0719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5356" y="4051652"/>
                  <a:ext cx="483089" cy="501467"/>
                </a:xfrm>
                <a:prstGeom prst="rect">
                  <a:avLst/>
                </a:prstGeom>
                <a:blipFill>
                  <a:blip r:embed="rId6"/>
                  <a:stretch>
                    <a:fillRect l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79C20D8E-A819-29FB-DEA0-FFFBF1D4DF7D}"/>
              </a:ext>
            </a:extLst>
          </p:cNvPr>
          <p:cNvSpPr txBox="1"/>
          <p:nvPr/>
        </p:nvSpPr>
        <p:spPr>
          <a:xfrm>
            <a:off x="6682943" y="3196800"/>
            <a:ext cx="472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 </a:t>
            </a:r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97160D4A-B161-9E29-C580-3C38495F06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1451372"/>
                  </p:ext>
                </p:extLst>
              </p:nvPr>
            </p:nvGraphicFramePr>
            <p:xfrm>
              <a:off x="6682943" y="3600000"/>
              <a:ext cx="472489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830">
                      <a:extLst>
                        <a:ext uri="{9D8B030D-6E8A-4147-A177-3AD203B41FA5}">
                          <a16:colId xmlns:a16="http://schemas.microsoft.com/office/drawing/2014/main" val="540123622"/>
                        </a:ext>
                      </a:extLst>
                    </a:gridCol>
                    <a:gridCol w="113832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586104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248635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3923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2400" i="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</a:t>
                          </a:r>
                          <a:r>
                            <a:rPr lang="en-US" altLang="zh-CN" sz="2400" dirty="0" err="1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341703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97160D4A-B161-9E29-C580-3C38495F06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1451372"/>
                  </p:ext>
                </p:extLst>
              </p:nvPr>
            </p:nvGraphicFramePr>
            <p:xfrm>
              <a:off x="6682943" y="3600000"/>
              <a:ext cx="472489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830">
                      <a:extLst>
                        <a:ext uri="{9D8B030D-6E8A-4147-A177-3AD203B41FA5}">
                          <a16:colId xmlns:a16="http://schemas.microsoft.com/office/drawing/2014/main" val="540123622"/>
                        </a:ext>
                      </a:extLst>
                    </a:gridCol>
                    <a:gridCol w="113832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586104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248635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813" t="-6667" r="-532520" b="-5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66310" t="-6667" r="-250267" b="-5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</a:t>
                          </a:r>
                          <a:r>
                            <a:rPr lang="en-US" altLang="zh-CN" sz="2400" dirty="0" err="1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3417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5" name="Line 5">
            <a:extLst>
              <a:ext uri="{FF2B5EF4-FFF2-40B4-BE49-F238E27FC236}">
                <a16:creationId xmlns:a16="http://schemas.microsoft.com/office/drawing/2014/main" id="{F5D1A82F-2B69-CFD7-995F-175A6666C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948" y="2309827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6">
            <a:extLst>
              <a:ext uri="{FF2B5EF4-FFF2-40B4-BE49-F238E27FC236}">
                <a16:creationId xmlns:a16="http://schemas.microsoft.com/office/drawing/2014/main" id="{2B515F1C-51CB-A72B-4505-57C5A068E4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57948" y="19288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7">
            <a:extLst>
              <a:ext uri="{FF2B5EF4-FFF2-40B4-BE49-F238E27FC236}">
                <a16:creationId xmlns:a16="http://schemas.microsoft.com/office/drawing/2014/main" id="{6C6912DF-DF56-0A05-A83B-743B301FA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7948" y="1928827"/>
            <a:ext cx="266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8">
            <a:extLst>
              <a:ext uri="{FF2B5EF4-FFF2-40B4-BE49-F238E27FC236}">
                <a16:creationId xmlns:a16="http://schemas.microsoft.com/office/drawing/2014/main" id="{7BC1648F-4869-F860-7BA1-D7502A0AF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4948" y="19288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Line 9">
            <a:extLst>
              <a:ext uri="{FF2B5EF4-FFF2-40B4-BE49-F238E27FC236}">
                <a16:creationId xmlns:a16="http://schemas.microsoft.com/office/drawing/2014/main" id="{5B27CFCF-57F4-130C-1E8C-49E68FBB0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4948" y="2309827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Line 10">
            <a:extLst>
              <a:ext uri="{FF2B5EF4-FFF2-40B4-BE49-F238E27FC236}">
                <a16:creationId xmlns:a16="http://schemas.microsoft.com/office/drawing/2014/main" id="{4809786A-E3B5-DA6F-2F25-9C07AF0FA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948" y="2919427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11">
            <a:extLst>
              <a:ext uri="{FF2B5EF4-FFF2-40B4-BE49-F238E27FC236}">
                <a16:creationId xmlns:a16="http://schemas.microsoft.com/office/drawing/2014/main" id="{5C93472A-7F8C-9E8D-C5A8-3D079CDD2C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4548" y="25384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12">
            <a:extLst>
              <a:ext uri="{FF2B5EF4-FFF2-40B4-BE49-F238E27FC236}">
                <a16:creationId xmlns:a16="http://schemas.microsoft.com/office/drawing/2014/main" id="{E52AF016-0A43-2436-C117-20D26461D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4548" y="2538427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13">
            <a:extLst>
              <a:ext uri="{FF2B5EF4-FFF2-40B4-BE49-F238E27FC236}">
                <a16:creationId xmlns:a16="http://schemas.microsoft.com/office/drawing/2014/main" id="{CF3E21A3-A52C-1004-C3D1-48EB26703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5148" y="25384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Line 14">
            <a:extLst>
              <a:ext uri="{FF2B5EF4-FFF2-40B4-BE49-F238E27FC236}">
                <a16:creationId xmlns:a16="http://schemas.microsoft.com/office/drawing/2014/main" id="{E30D8488-0E19-2D68-76A0-29D683B48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5148" y="2919427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15">
            <a:extLst>
              <a:ext uri="{FF2B5EF4-FFF2-40B4-BE49-F238E27FC236}">
                <a16:creationId xmlns:a16="http://schemas.microsoft.com/office/drawing/2014/main" id="{A198A390-17B1-F6C9-178C-B4510E1BD0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7148" y="25384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16">
            <a:extLst>
              <a:ext uri="{FF2B5EF4-FFF2-40B4-BE49-F238E27FC236}">
                <a16:creationId xmlns:a16="http://schemas.microsoft.com/office/drawing/2014/main" id="{DE31D833-1EBA-EB86-6944-177811900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7148" y="2538427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17">
            <a:extLst>
              <a:ext uri="{FF2B5EF4-FFF2-40B4-BE49-F238E27FC236}">
                <a16:creationId xmlns:a16="http://schemas.microsoft.com/office/drawing/2014/main" id="{0A1E1EA6-9D03-E95F-7CAA-C76CE7BF1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748" y="25384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18">
            <a:extLst>
              <a:ext uri="{FF2B5EF4-FFF2-40B4-BE49-F238E27FC236}">
                <a16:creationId xmlns:a16="http://schemas.microsoft.com/office/drawing/2014/main" id="{AF22E7B1-6D82-BB25-B84D-CC85102AF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748" y="2919427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C09C49F2-C3A2-40FD-88ED-E600BD123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948" y="3148027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20">
            <a:extLst>
              <a:ext uri="{FF2B5EF4-FFF2-40B4-BE49-F238E27FC236}">
                <a16:creationId xmlns:a16="http://schemas.microsoft.com/office/drawing/2014/main" id="{CE154F31-B5C8-6498-51C3-F2D5FC94C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4548" y="31480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21">
            <a:extLst>
              <a:ext uri="{FF2B5EF4-FFF2-40B4-BE49-F238E27FC236}">
                <a16:creationId xmlns:a16="http://schemas.microsoft.com/office/drawing/2014/main" id="{37056E41-4E73-0D07-989D-E2EC44D10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4548" y="3529027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22">
            <a:extLst>
              <a:ext uri="{FF2B5EF4-FFF2-40B4-BE49-F238E27FC236}">
                <a16:creationId xmlns:a16="http://schemas.microsoft.com/office/drawing/2014/main" id="{5D722516-0075-6A76-FE55-6B7C6847D6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5148" y="31480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23">
            <a:extLst>
              <a:ext uri="{FF2B5EF4-FFF2-40B4-BE49-F238E27FC236}">
                <a16:creationId xmlns:a16="http://schemas.microsoft.com/office/drawing/2014/main" id="{D38CA6AC-6314-AA2E-269D-CE63DC868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5148" y="3148027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24">
            <a:extLst>
              <a:ext uri="{FF2B5EF4-FFF2-40B4-BE49-F238E27FC236}">
                <a16:creationId xmlns:a16="http://schemas.microsoft.com/office/drawing/2014/main" id="{A5A0C7D7-E749-AEF8-0A52-E3B6BA2C0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7148" y="31480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25">
            <a:extLst>
              <a:ext uri="{FF2B5EF4-FFF2-40B4-BE49-F238E27FC236}">
                <a16:creationId xmlns:a16="http://schemas.microsoft.com/office/drawing/2014/main" id="{1A8FE869-5B05-2486-752F-E52409505B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7148" y="3529027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26">
            <a:extLst>
              <a:ext uri="{FF2B5EF4-FFF2-40B4-BE49-F238E27FC236}">
                <a16:creationId xmlns:a16="http://schemas.microsoft.com/office/drawing/2014/main" id="{040B5B82-A14B-A49C-E5BB-F5C5C558E3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29748" y="314802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27">
            <a:extLst>
              <a:ext uri="{FF2B5EF4-FFF2-40B4-BE49-F238E27FC236}">
                <a16:creationId xmlns:a16="http://schemas.microsoft.com/office/drawing/2014/main" id="{4BF89297-DB33-1397-0254-C54128E78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748" y="3148027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 Box 31">
                <a:extLst>
                  <a:ext uri="{FF2B5EF4-FFF2-40B4-BE49-F238E27FC236}">
                    <a16:creationId xmlns:a16="http://schemas.microsoft.com/office/drawing/2014/main" id="{AE1D230A-437B-5157-4174-3C4675AE2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423" y="1919302"/>
                <a:ext cx="48122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E</m:t>
                      </m:r>
                    </m:oMath>
                  </m:oMathPara>
                </a14:m>
                <a:endParaRPr kumimoji="1" lang="en-US" altLang="zh-CN" b="0" dirty="0"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81" name="Text Box 31">
                <a:extLst>
                  <a:ext uri="{FF2B5EF4-FFF2-40B4-BE49-F238E27FC236}">
                    <a16:creationId xmlns:a16="http://schemas.microsoft.com/office/drawing/2014/main" id="{AE1D230A-437B-5157-4174-3C4675AE2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423" y="1919302"/>
                <a:ext cx="48122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Box 32">
                <a:extLst>
                  <a:ext uri="{FF2B5EF4-FFF2-40B4-BE49-F238E27FC236}">
                    <a16:creationId xmlns:a16="http://schemas.microsoft.com/office/drawing/2014/main" id="{881F339F-67DF-982E-19E7-66D24E64A6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849" y="2452862"/>
                <a:ext cx="45236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S</m:t>
                      </m:r>
                    </m:oMath>
                  </m:oMathPara>
                </a14:m>
                <a:endParaRPr kumimoji="1" lang="en-US" altLang="zh-CN" b="0" dirty="0"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82" name="Text Box 32">
                <a:extLst>
                  <a:ext uri="{FF2B5EF4-FFF2-40B4-BE49-F238E27FC236}">
                    <a16:creationId xmlns:a16="http://schemas.microsoft.com/office/drawing/2014/main" id="{881F339F-67DF-982E-19E7-66D24E64A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849" y="2452862"/>
                <a:ext cx="45236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 Box 33">
                <a:extLst>
                  <a:ext uri="{FF2B5EF4-FFF2-40B4-BE49-F238E27FC236}">
                    <a16:creationId xmlns:a16="http://schemas.microsoft.com/office/drawing/2014/main" id="{EF449D5F-3665-3C78-18EB-B8AC143495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07" y="2997047"/>
                <a:ext cx="49725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R</m:t>
                      </m:r>
                    </m:oMath>
                  </m:oMathPara>
                </a14:m>
                <a:endParaRPr kumimoji="1" lang="en-US" altLang="zh-CN" b="0" dirty="0"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83" name="Text Box 33">
                <a:extLst>
                  <a:ext uri="{FF2B5EF4-FFF2-40B4-BE49-F238E27FC236}">
                    <a16:creationId xmlns:a16="http://schemas.microsoft.com/office/drawing/2014/main" id="{EF449D5F-3665-3C78-18EB-B8AC14349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407" y="2997047"/>
                <a:ext cx="49725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Box 42">
                <a:extLst>
                  <a:ext uri="{FF2B5EF4-FFF2-40B4-BE49-F238E27FC236}">
                    <a16:creationId xmlns:a16="http://schemas.microsoft.com/office/drawing/2014/main" id="{F6CE8214-4121-A530-BC94-DA8C5F1B91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020" y="3883416"/>
                <a:ext cx="51752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Q</m:t>
                      </m:r>
                    </m:oMath>
                  </m:oMathPara>
                </a14:m>
                <a:endParaRPr kumimoji="1" lang="en-US" altLang="zh-CN" b="0" dirty="0"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85" name="Text Box 42">
                <a:extLst>
                  <a:ext uri="{FF2B5EF4-FFF2-40B4-BE49-F238E27FC236}">
                    <a16:creationId xmlns:a16="http://schemas.microsoft.com/office/drawing/2014/main" id="{F6CE8214-4121-A530-BC94-DA8C5F1B9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020" y="3883416"/>
                <a:ext cx="51752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up 34">
            <a:extLst>
              <a:ext uri="{FF2B5EF4-FFF2-40B4-BE49-F238E27FC236}">
                <a16:creationId xmlns:a16="http://schemas.microsoft.com/office/drawing/2014/main" id="{0F1B9FB9-6D08-7629-9948-380078AC3224}"/>
              </a:ext>
            </a:extLst>
          </p:cNvPr>
          <p:cNvGrpSpPr>
            <a:grpSpLocks/>
          </p:cNvGrpSpPr>
          <p:nvPr/>
        </p:nvGrpSpPr>
        <p:grpSpPr bwMode="auto">
          <a:xfrm>
            <a:off x="1014948" y="3883416"/>
            <a:ext cx="5029200" cy="381000"/>
            <a:chOff x="870" y="3086"/>
            <a:chExt cx="3168" cy="240"/>
          </a:xfrm>
        </p:grpSpPr>
        <p:sp>
          <p:nvSpPr>
            <p:cNvPr id="95" name="Line 35">
              <a:extLst>
                <a:ext uri="{FF2B5EF4-FFF2-40B4-BE49-F238E27FC236}">
                  <a16:creationId xmlns:a16="http://schemas.microsoft.com/office/drawing/2014/main" id="{0E0CFBD1-054C-15EC-142F-C794865AF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" y="3326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36">
              <a:extLst>
                <a:ext uri="{FF2B5EF4-FFF2-40B4-BE49-F238E27FC236}">
                  <a16:creationId xmlns:a16="http://schemas.microsoft.com/office/drawing/2014/main" id="{7A93B053-3024-B191-375F-8E350C1B92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0" y="308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37">
              <a:extLst>
                <a:ext uri="{FF2B5EF4-FFF2-40B4-BE49-F238E27FC236}">
                  <a16:creationId xmlns:a16="http://schemas.microsoft.com/office/drawing/2014/main" id="{BFD20D80-D5AF-1ACA-7C40-EE3726E08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308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38">
              <a:extLst>
                <a:ext uri="{FF2B5EF4-FFF2-40B4-BE49-F238E27FC236}">
                  <a16:creationId xmlns:a16="http://schemas.microsoft.com/office/drawing/2014/main" id="{9CBF9C49-A976-0970-9E21-42CE14B28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308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39">
              <a:extLst>
                <a:ext uri="{FF2B5EF4-FFF2-40B4-BE49-F238E27FC236}">
                  <a16:creationId xmlns:a16="http://schemas.microsoft.com/office/drawing/2014/main" id="{A4573CD2-A808-328B-F6A2-A630603F1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332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40">
              <a:extLst>
                <a:ext uri="{FF2B5EF4-FFF2-40B4-BE49-F238E27FC236}">
                  <a16:creationId xmlns:a16="http://schemas.microsoft.com/office/drawing/2014/main" id="{0A1DB345-803F-8AC8-6A19-FC151A22B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08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41">
              <a:extLst>
                <a:ext uri="{FF2B5EF4-FFF2-40B4-BE49-F238E27FC236}">
                  <a16:creationId xmlns:a16="http://schemas.microsoft.com/office/drawing/2014/main" id="{6B21FC0B-A9AC-0567-488A-E2CAADEE5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3086"/>
              <a:ext cx="16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C817F988-EACF-459E-B436-920750B6E3A9}"/>
                  </a:ext>
                </a:extLst>
              </p:cNvPr>
              <p:cNvSpPr txBox="1"/>
              <p:nvPr/>
            </p:nvSpPr>
            <p:spPr>
              <a:xfrm>
                <a:off x="540000" y="4896000"/>
                <a:ext cx="5184459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时，由于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200" dirty="0">
                    <a:solidFill>
                      <a:srgbClr val="0000FF"/>
                    </a:solidFill>
                  </a:rPr>
                  <a:t> </a:t>
                </a:r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令两个与门的输出同时为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，使得锁存器输出不确定；因此，该门控 </a:t>
                </a:r>
                <a:r>
                  <a:rPr kumimoji="1"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 </a:t>
                </a:r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锁存器需更严格地遵守约束条件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SR</m:t>
                    </m:r>
                    <m: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C817F988-EACF-459E-B436-920750B6E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4896000"/>
                <a:ext cx="5184459" cy="1446550"/>
              </a:xfrm>
              <a:prstGeom prst="rect">
                <a:avLst/>
              </a:prstGeom>
              <a:blipFill>
                <a:blip r:embed="rId12"/>
                <a:stretch>
                  <a:fillRect l="-1529" t="-3376" r="-1529" b="-8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标题 1">
            <a:extLst>
              <a:ext uri="{FF2B5EF4-FFF2-40B4-BE49-F238E27FC236}">
                <a16:creationId xmlns:a16="http://schemas.microsoft.com/office/drawing/2014/main" id="{4AEA8919-351B-C07C-B9AE-57CD230CA55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门控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6D470918-4295-6C72-5416-F45016663AE0}"/>
                  </a:ext>
                </a:extLst>
              </p:cNvPr>
              <p:cNvSpPr txBox="1"/>
              <p:nvPr/>
            </p:nvSpPr>
            <p:spPr>
              <a:xfrm>
                <a:off x="8668683" y="3599530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6D470918-4295-6C72-5416-F45016663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683" y="3599530"/>
                <a:ext cx="1228725" cy="462434"/>
              </a:xfrm>
              <a:prstGeom prst="rect">
                <a:avLst/>
              </a:prstGeom>
              <a:blipFill>
                <a:blip r:embed="rId13"/>
                <a:stretch>
                  <a:fillRect r="-32178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22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9E820-6EBB-3ABF-0173-9F7D8A78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21DC0E4-6175-D62E-E70C-B62DE2F7707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654425D-4F00-489F-79F1-74BD3A94FD5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FC38B83-D9DB-B09B-5C62-E901AC2BD18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48C81401-6158-FD25-016D-2C9FD49362C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1C26591-52EE-7893-FBFC-628ABA5645B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2403BD04-01BF-C7CE-D501-A9C2D3CE9339}"/>
              </a:ext>
            </a:extLst>
          </p:cNvPr>
          <p:cNvSpPr txBox="1"/>
          <p:nvPr/>
        </p:nvSpPr>
        <p:spPr>
          <a:xfrm>
            <a:off x="360000" y="828000"/>
            <a:ext cx="62610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锁存器也可由与非门构成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箭头: 右 175">
            <a:extLst>
              <a:ext uri="{FF2B5EF4-FFF2-40B4-BE49-F238E27FC236}">
                <a16:creationId xmlns:a16="http://schemas.microsoft.com/office/drawing/2014/main" id="{0BEEA333-F975-CFA2-EC70-A256A03EEACF}"/>
              </a:ext>
            </a:extLst>
          </p:cNvPr>
          <p:cNvSpPr/>
          <p:nvPr/>
        </p:nvSpPr>
        <p:spPr>
          <a:xfrm rot="-1200000" flipH="1">
            <a:off x="5689031" y="2268000"/>
            <a:ext cx="1019589" cy="453350"/>
          </a:xfrm>
          <a:prstGeom prst="rightArrow">
            <a:avLst>
              <a:gd name="adj1" fmla="val 50000"/>
              <a:gd name="adj2" fmla="val 6477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EEF6495-421C-936B-F355-04B1186CB91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门控 </a:t>
            </a:r>
            <a:r>
              <a:rPr lang="en-US" altLang="zh-CN" sz="3000" dirty="0"/>
              <a:t>SR </a:t>
            </a:r>
            <a:r>
              <a:rPr lang="zh-CN" altLang="en-US" sz="3000" dirty="0"/>
              <a:t>锁存器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9272B57-B55A-F7C9-1056-3B16F8408997}"/>
              </a:ext>
            </a:extLst>
          </p:cNvPr>
          <p:cNvGrpSpPr>
            <a:grpSpLocks noChangeAspect="1"/>
          </p:cNvGrpSpPr>
          <p:nvPr/>
        </p:nvGrpSpPr>
        <p:grpSpPr>
          <a:xfrm>
            <a:off x="828000" y="2376000"/>
            <a:ext cx="4320000" cy="2788387"/>
            <a:chOff x="3780000" y="3960000"/>
            <a:chExt cx="3181754" cy="2053695"/>
          </a:xfrm>
        </p:grpSpPr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CE7DCA6A-5C51-7399-96B3-475D7A597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7409" y="4272678"/>
              <a:ext cx="5350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22DEB16C-A275-C21C-51D4-CAC54FDE9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5493" y="4563484"/>
              <a:ext cx="2869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4D0140A7-180C-06F9-3503-E6D158E1D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0579" y="4418315"/>
              <a:ext cx="426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E7DA6A4-E4A6-7CDA-81CF-B2464920A1B9}"/>
                    </a:ext>
                  </a:extLst>
                </p:cNvPr>
                <p:cNvSpPr txBox="1"/>
                <p:nvPr/>
              </p:nvSpPr>
              <p:spPr>
                <a:xfrm>
                  <a:off x="3780000" y="3960000"/>
                  <a:ext cx="3934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E7DA6A4-E4A6-7CDA-81CF-B2464920A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000" y="3960000"/>
                  <a:ext cx="393403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E0C5D09-2295-ED20-A3D8-16F96488B4B6}"/>
                </a:ext>
              </a:extLst>
            </p:cNvPr>
            <p:cNvSpPr/>
            <p:nvPr/>
          </p:nvSpPr>
          <p:spPr>
            <a:xfrm flipV="1">
              <a:off x="6180614" y="4358461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64DCD85A-EE22-96AA-B4A3-B5F05C428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5493" y="5321759"/>
              <a:ext cx="282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1E4BAD80-9A57-9704-8740-3A7629EAF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7410" y="5612564"/>
              <a:ext cx="5309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DE98E3AF-4C34-1A25-C854-EB1D9DFC2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0579" y="5467396"/>
              <a:ext cx="426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CD839D50-51B9-DF9B-8E07-CDA014E28DC9}"/>
                </a:ext>
              </a:extLst>
            </p:cNvPr>
            <p:cNvSpPr/>
            <p:nvPr/>
          </p:nvSpPr>
          <p:spPr>
            <a:xfrm flipV="1">
              <a:off x="6180614" y="5407541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132C7191-B8B3-ECAD-403C-0D5CE31D13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94004" y="4675343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0742DDFD-EDF1-0CC6-7BCB-7A94631647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94004" y="5209462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F2BACEF2-EC00-25F2-8197-88D357154A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320107" y="4553396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D476817B-DFFD-A2CC-3215-50D0446CED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320107" y="5332742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391A7C4F-3327-00B5-88F6-54BD8F1BCA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15788" y="4485058"/>
              <a:ext cx="432249" cy="10425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89D742BC-DE41-8649-0B5F-D227794111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714631" y="4359528"/>
              <a:ext cx="432249" cy="10425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ED7DEC5D-4368-1DAC-1721-3DFE3EDE38B0}"/>
                </a:ext>
              </a:extLst>
            </p:cNvPr>
            <p:cNvSpPr/>
            <p:nvPr/>
          </p:nvSpPr>
          <p:spPr>
            <a:xfrm flipV="1">
              <a:off x="6397703" y="437179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0CAAD72F-7253-1DF0-0A9F-45407A87F3A6}"/>
                </a:ext>
              </a:extLst>
            </p:cNvPr>
            <p:cNvSpPr/>
            <p:nvPr/>
          </p:nvSpPr>
          <p:spPr>
            <a:xfrm flipV="1">
              <a:off x="6397703" y="5419984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E37E75D-7F8A-5545-6B5D-8A33E9D88A7F}"/>
                    </a:ext>
                  </a:extLst>
                </p:cNvPr>
                <p:cNvSpPr txBox="1"/>
                <p:nvPr/>
              </p:nvSpPr>
              <p:spPr>
                <a:xfrm>
                  <a:off x="6593444" y="5278133"/>
                  <a:ext cx="36831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E37E75D-7F8A-5545-6B5D-8A33E9D88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3444" y="5278133"/>
                  <a:ext cx="368310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D528CA4-3395-76A0-98B6-621A2BA0739F}"/>
                    </a:ext>
                  </a:extLst>
                </p:cNvPr>
                <p:cNvSpPr txBox="1"/>
                <p:nvPr/>
              </p:nvSpPr>
              <p:spPr>
                <a:xfrm>
                  <a:off x="6593444" y="4230337"/>
                  <a:ext cx="3683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D528CA4-3395-76A0-98B6-621A2BA07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3444" y="4230337"/>
                  <a:ext cx="36831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流程图: 延期 38">
              <a:extLst>
                <a:ext uri="{FF2B5EF4-FFF2-40B4-BE49-F238E27FC236}">
                  <a16:creationId xmlns:a16="http://schemas.microsoft.com/office/drawing/2014/main" id="{22F6C18C-893A-1E3D-90E8-9AC2A9AC3081}"/>
                </a:ext>
              </a:extLst>
            </p:cNvPr>
            <p:cNvSpPr/>
            <p:nvPr/>
          </p:nvSpPr>
          <p:spPr>
            <a:xfrm>
              <a:off x="4669741" y="4031550"/>
              <a:ext cx="484277" cy="482256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0" name="流程图: 延期 39">
              <a:extLst>
                <a:ext uri="{FF2B5EF4-FFF2-40B4-BE49-F238E27FC236}">
                  <a16:creationId xmlns:a16="http://schemas.microsoft.com/office/drawing/2014/main" id="{F6F595AE-17AD-AE7A-2E4E-03629E276714}"/>
                </a:ext>
              </a:extLst>
            </p:cNvPr>
            <p:cNvSpPr/>
            <p:nvPr/>
          </p:nvSpPr>
          <p:spPr>
            <a:xfrm>
              <a:off x="4669741" y="5371436"/>
              <a:ext cx="484277" cy="482256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AE25A0AC-DCA1-4326-64AC-43B830344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099" y="4147979"/>
              <a:ext cx="494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6A6D6975-6130-EF55-58A3-A6EAB260F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560" y="4397378"/>
              <a:ext cx="2321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02BA2F45-06A9-103A-EC7E-E42D1BC33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560" y="5489472"/>
              <a:ext cx="2321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29E23FDB-2C81-FDEB-92F2-AA8C75C04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099" y="5738871"/>
              <a:ext cx="494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0C1E64CF-44E0-E409-8014-D06846728F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96673" y="4938848"/>
              <a:ext cx="11012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FE67CE37-A0C6-44C1-B5C6-BA4FE5E21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099" y="4943993"/>
              <a:ext cx="2722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03D36EE-3DF6-DAA3-02C7-5A10E26B8C98}"/>
                </a:ext>
              </a:extLst>
            </p:cNvPr>
            <p:cNvSpPr/>
            <p:nvPr/>
          </p:nvSpPr>
          <p:spPr>
            <a:xfrm flipV="1">
              <a:off x="4402748" y="4895644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ADA8A7A7-C25A-7761-5EF9-902135C01D55}"/>
                    </a:ext>
                  </a:extLst>
                </p:cNvPr>
                <p:cNvSpPr txBox="1"/>
                <p:nvPr/>
              </p:nvSpPr>
              <p:spPr>
                <a:xfrm>
                  <a:off x="3780000" y="5552030"/>
                  <a:ext cx="3934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ADA8A7A7-C25A-7761-5EF9-902135C01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000" y="5552030"/>
                  <a:ext cx="393403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DE763D6-6378-9CEB-5550-DE42E640F9E4}"/>
                    </a:ext>
                  </a:extLst>
                </p:cNvPr>
                <p:cNvSpPr txBox="1"/>
                <p:nvPr/>
              </p:nvSpPr>
              <p:spPr>
                <a:xfrm>
                  <a:off x="3781117" y="4755448"/>
                  <a:ext cx="3934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DE763D6-6378-9CEB-5550-DE42E640F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1117" y="4755448"/>
                  <a:ext cx="393403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流程图: 延期 90">
              <a:extLst>
                <a:ext uri="{FF2B5EF4-FFF2-40B4-BE49-F238E27FC236}">
                  <a16:creationId xmlns:a16="http://schemas.microsoft.com/office/drawing/2014/main" id="{63C173A3-4192-F661-45B8-DE0788ADF085}"/>
                </a:ext>
              </a:extLst>
            </p:cNvPr>
            <p:cNvSpPr/>
            <p:nvPr/>
          </p:nvSpPr>
          <p:spPr>
            <a:xfrm>
              <a:off x="5692446" y="4176216"/>
              <a:ext cx="484277" cy="482256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2" name="流程图: 延期 91">
              <a:extLst>
                <a:ext uri="{FF2B5EF4-FFF2-40B4-BE49-F238E27FC236}">
                  <a16:creationId xmlns:a16="http://schemas.microsoft.com/office/drawing/2014/main" id="{DC091EB5-A4CD-2C96-3D98-7ABE5C39E096}"/>
                </a:ext>
              </a:extLst>
            </p:cNvPr>
            <p:cNvSpPr/>
            <p:nvPr/>
          </p:nvSpPr>
          <p:spPr>
            <a:xfrm>
              <a:off x="5688365" y="5221534"/>
              <a:ext cx="484277" cy="482256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50795833-8A12-51BE-99F6-62A826FA2A90}"/>
                </a:ext>
              </a:extLst>
            </p:cNvPr>
            <p:cNvSpPr/>
            <p:nvPr/>
          </p:nvSpPr>
          <p:spPr>
            <a:xfrm flipV="1">
              <a:off x="5155660" y="421220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15F9B482-F502-09A7-3BF3-977F02002273}"/>
                </a:ext>
              </a:extLst>
            </p:cNvPr>
            <p:cNvSpPr/>
            <p:nvPr/>
          </p:nvSpPr>
          <p:spPr>
            <a:xfrm flipV="1">
              <a:off x="5155660" y="5553186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1E1B7E14-F903-F910-1767-062B817296F4}"/>
              </a:ext>
            </a:extLst>
          </p:cNvPr>
          <p:cNvSpPr txBox="1"/>
          <p:nvPr/>
        </p:nvSpPr>
        <p:spPr>
          <a:xfrm>
            <a:off x="6682943" y="3196800"/>
            <a:ext cx="472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 </a:t>
            </a:r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924CB325-7D83-5318-20DE-E38684A4C5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32492"/>
                  </p:ext>
                </p:extLst>
              </p:nvPr>
            </p:nvGraphicFramePr>
            <p:xfrm>
              <a:off x="6682943" y="3600000"/>
              <a:ext cx="472489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830">
                      <a:extLst>
                        <a:ext uri="{9D8B030D-6E8A-4147-A177-3AD203B41FA5}">
                          <a16:colId xmlns:a16="http://schemas.microsoft.com/office/drawing/2014/main" val="540123622"/>
                        </a:ext>
                      </a:extLst>
                    </a:gridCol>
                    <a:gridCol w="113832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586104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248635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3923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2400" i="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</a:t>
                          </a:r>
                          <a:r>
                            <a:rPr lang="en-US" altLang="zh-CN" sz="2400" dirty="0" err="1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341703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924CB325-7D83-5318-20DE-E38684A4C5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32492"/>
                  </p:ext>
                </p:extLst>
              </p:nvPr>
            </p:nvGraphicFramePr>
            <p:xfrm>
              <a:off x="6682943" y="3600000"/>
              <a:ext cx="472489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1830">
                      <a:extLst>
                        <a:ext uri="{9D8B030D-6E8A-4147-A177-3AD203B41FA5}">
                          <a16:colId xmlns:a16="http://schemas.microsoft.com/office/drawing/2014/main" val="540123622"/>
                        </a:ext>
                      </a:extLst>
                    </a:gridCol>
                    <a:gridCol w="113832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1586104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248635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813" t="-6667" r="-532520" b="-5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66310" t="-6667" r="-250267" b="-5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</a:t>
                          </a:r>
                          <a:r>
                            <a:rPr lang="en-US" altLang="zh-CN" sz="2400" dirty="0" err="1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3417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非定义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518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53A6759-A9FC-86B1-7006-9766E36E25AA}"/>
                  </a:ext>
                </a:extLst>
              </p:cNvPr>
              <p:cNvSpPr txBox="1"/>
              <p:nvPr/>
            </p:nvSpPr>
            <p:spPr>
              <a:xfrm>
                <a:off x="8668683" y="3599530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53A6759-A9FC-86B1-7006-9766E36E2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683" y="3599530"/>
                <a:ext cx="1228725" cy="462434"/>
              </a:xfrm>
              <a:prstGeom prst="rect">
                <a:avLst/>
              </a:prstGeom>
              <a:blipFill>
                <a:blip r:embed="rId9"/>
                <a:stretch>
                  <a:fillRect r="-32178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7F0A393C-2ABF-730C-F1DF-1570F3C04F05}"/>
              </a:ext>
            </a:extLst>
          </p:cNvPr>
          <p:cNvGrpSpPr/>
          <p:nvPr/>
        </p:nvGrpSpPr>
        <p:grpSpPr>
          <a:xfrm>
            <a:off x="7380000" y="757790"/>
            <a:ext cx="3597002" cy="2261470"/>
            <a:chOff x="1813984" y="3074863"/>
            <a:chExt cx="3907116" cy="2456441"/>
          </a:xfrm>
        </p:grpSpPr>
        <p:sp>
          <p:nvSpPr>
            <p:cNvPr id="23" name="Arc 158">
              <a:extLst>
                <a:ext uri="{FF2B5EF4-FFF2-40B4-BE49-F238E27FC236}">
                  <a16:creationId xmlns:a16="http://schemas.microsoft.com/office/drawing/2014/main" id="{618F504F-3196-BDF1-92A2-6FB1D2F1628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332798" y="3137227"/>
              <a:ext cx="644121" cy="100427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Line 160">
              <a:extLst>
                <a:ext uri="{FF2B5EF4-FFF2-40B4-BE49-F238E27FC236}">
                  <a16:creationId xmlns:a16="http://schemas.microsoft.com/office/drawing/2014/main" id="{23EC903E-4730-EDB5-5717-9CDC882A7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3313845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0" name="Line 160">
              <a:extLst>
                <a:ext uri="{FF2B5EF4-FFF2-40B4-BE49-F238E27FC236}">
                  <a16:creationId xmlns:a16="http://schemas.microsoft.com/office/drawing/2014/main" id="{27D05FB6-62CD-2ECD-0EC7-3F02CDAE25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3961426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Arc 156">
              <a:extLst>
                <a:ext uri="{FF2B5EF4-FFF2-40B4-BE49-F238E27FC236}">
                  <a16:creationId xmlns:a16="http://schemas.microsoft.com/office/drawing/2014/main" id="{DF423F44-6FAD-A16E-0A4F-3DA48A61607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97108" y="3339182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C65872FC-C867-20B7-F936-744B94821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410" y="3458824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00CC48B6-E374-D819-EC3A-367B9AABF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49" y="3815926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F34F9DA2-7BA9-D326-9703-78BF9EAAD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57" y="3637663"/>
              <a:ext cx="523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rc 156">
              <a:extLst>
                <a:ext uri="{FF2B5EF4-FFF2-40B4-BE49-F238E27FC236}">
                  <a16:creationId xmlns:a16="http://schemas.microsoft.com/office/drawing/2014/main" id="{DF8DB7CA-8B31-4B77-CE60-205A55928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091" y="3313827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23232B2-EEED-F990-5D08-B3D7061A7B40}"/>
                    </a:ext>
                  </a:extLst>
                </p:cNvPr>
                <p:cNvSpPr txBox="1"/>
                <p:nvPr/>
              </p:nvSpPr>
              <p:spPr>
                <a:xfrm>
                  <a:off x="1813984" y="3074863"/>
                  <a:ext cx="483089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BE8BF40-5C38-580B-530F-DB26BE0B0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984" y="3074863"/>
                  <a:ext cx="483089" cy="501467"/>
                </a:xfrm>
                <a:prstGeom prst="rect">
                  <a:avLst/>
                </a:prstGeom>
                <a:blipFill>
                  <a:blip r:embed="rId10"/>
                  <a:stretch>
                    <a:fillRect l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221F0061-3670-24DD-D404-58B0A8781405}"/>
                </a:ext>
              </a:extLst>
            </p:cNvPr>
            <p:cNvSpPr/>
            <p:nvPr/>
          </p:nvSpPr>
          <p:spPr>
            <a:xfrm flipV="1">
              <a:off x="4761879" y="3564163"/>
              <a:ext cx="138412" cy="14461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8" name="Arc 158">
              <a:extLst>
                <a:ext uri="{FF2B5EF4-FFF2-40B4-BE49-F238E27FC236}">
                  <a16:creationId xmlns:a16="http://schemas.microsoft.com/office/drawing/2014/main" id="{352007F3-9B26-8CA5-D757-F897A279159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332798" y="4425472"/>
              <a:ext cx="644121" cy="100427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9" name="Line 160">
              <a:extLst>
                <a:ext uri="{FF2B5EF4-FFF2-40B4-BE49-F238E27FC236}">
                  <a16:creationId xmlns:a16="http://schemas.microsoft.com/office/drawing/2014/main" id="{45379492-0A40-8BC9-176F-51D200F4D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4602090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0" name="Line 160">
              <a:extLst>
                <a:ext uri="{FF2B5EF4-FFF2-40B4-BE49-F238E27FC236}">
                  <a16:creationId xmlns:a16="http://schemas.microsoft.com/office/drawing/2014/main" id="{11EA9C0A-7EA8-7028-B28E-5178823BD1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0033" y="5249671"/>
              <a:ext cx="3094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1" name="Arc 156">
              <a:extLst>
                <a:ext uri="{FF2B5EF4-FFF2-40B4-BE49-F238E27FC236}">
                  <a16:creationId xmlns:a16="http://schemas.microsoft.com/office/drawing/2014/main" id="{4FF3BF87-D593-CCC2-A262-CAB8B9031BE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97108" y="4627428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Line 27">
              <a:extLst>
                <a:ext uri="{FF2B5EF4-FFF2-40B4-BE49-F238E27FC236}">
                  <a16:creationId xmlns:a16="http://schemas.microsoft.com/office/drawing/2014/main" id="{5950A4DB-FC8E-0445-711D-C9CF2C12D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49" y="4747069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E26474A8-CB12-BBA3-F89A-29E63288D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410" y="5104171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8297FFC6-2B2F-C8AB-DEB5-CB654C0F8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57" y="4925908"/>
              <a:ext cx="523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Arc 156">
              <a:extLst>
                <a:ext uri="{FF2B5EF4-FFF2-40B4-BE49-F238E27FC236}">
                  <a16:creationId xmlns:a16="http://schemas.microsoft.com/office/drawing/2014/main" id="{17CC7306-6263-57A6-2E51-610CEEC82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091" y="4602072"/>
              <a:ext cx="467103" cy="62224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ABF0A679-7FB3-A3F8-337A-F56505D35528}"/>
                </a:ext>
              </a:extLst>
            </p:cNvPr>
            <p:cNvSpPr/>
            <p:nvPr/>
          </p:nvSpPr>
          <p:spPr>
            <a:xfrm flipV="1">
              <a:off x="4761879" y="4852408"/>
              <a:ext cx="138412" cy="14461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7" name="Line 27">
              <a:extLst>
                <a:ext uri="{FF2B5EF4-FFF2-40B4-BE49-F238E27FC236}">
                  <a16:creationId xmlns:a16="http://schemas.microsoft.com/office/drawing/2014/main" id="{3A7C4851-08AE-3279-9535-3FC266B1E4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73144" y="3953287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CCAE7045-B9DE-C956-ECA9-109DD7DE22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73144" y="4609172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217B66CF-B859-71CE-3990-163C8B605C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3173" y="3803539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6EA03ECD-65CA-9A26-B44C-126C7394F1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3173" y="4760557"/>
              <a:ext cx="3027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FF5275DF-C969-C462-4DE2-ED30E8FBBE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91084" y="3719621"/>
              <a:ext cx="530791" cy="1280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617B0764-3700-6EC4-AED0-3EECBE23FE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189663" y="3565473"/>
              <a:ext cx="530791" cy="1280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33CCCDFC-274C-FC2A-36A8-4DAB65CD8548}"/>
                </a:ext>
              </a:extLst>
            </p:cNvPr>
            <p:cNvSpPr/>
            <p:nvPr/>
          </p:nvSpPr>
          <p:spPr>
            <a:xfrm flipV="1">
              <a:off x="5028459" y="3580535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5784D6B-939E-F5B6-AABA-95C5FFABB5FE}"/>
                </a:ext>
              </a:extLst>
            </p:cNvPr>
            <p:cNvSpPr/>
            <p:nvPr/>
          </p:nvSpPr>
          <p:spPr>
            <a:xfrm flipV="1">
              <a:off x="5028459" y="4867688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90EDBEF-8CCF-1E00-CB29-A3C2F373492B}"/>
                    </a:ext>
                  </a:extLst>
                </p:cNvPr>
                <p:cNvSpPr txBox="1"/>
                <p:nvPr/>
              </p:nvSpPr>
              <p:spPr>
                <a:xfrm>
                  <a:off x="5268824" y="4693498"/>
                  <a:ext cx="452276" cy="5023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B84F0133-48F6-59EA-2A68-FE199C7B8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824" y="4693498"/>
                  <a:ext cx="452276" cy="502302"/>
                </a:xfrm>
                <a:prstGeom prst="rect">
                  <a:avLst/>
                </a:prstGeom>
                <a:blipFill>
                  <a:blip r:embed="rId11"/>
                  <a:stretch>
                    <a:fillRect l="-1594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495377E-7E67-17EB-8D70-77F1C4BBC34C}"/>
                    </a:ext>
                  </a:extLst>
                </p:cNvPr>
                <p:cNvSpPr txBox="1"/>
                <p:nvPr/>
              </p:nvSpPr>
              <p:spPr>
                <a:xfrm>
                  <a:off x="5268824" y="3406830"/>
                  <a:ext cx="452276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A849E74-E6B3-80DF-BA9F-D2FB735D1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824" y="3406830"/>
                  <a:ext cx="452276" cy="501467"/>
                </a:xfrm>
                <a:prstGeom prst="rect">
                  <a:avLst/>
                </a:prstGeom>
                <a:blipFill>
                  <a:blip r:embed="rId12"/>
                  <a:stretch>
                    <a:fillRect l="-1594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流程图: 延期 76">
              <a:extLst>
                <a:ext uri="{FF2B5EF4-FFF2-40B4-BE49-F238E27FC236}">
                  <a16:creationId xmlns:a16="http://schemas.microsoft.com/office/drawing/2014/main" id="{B1FAC37C-EDF6-CDB8-F2A4-C008728D8E70}"/>
                </a:ext>
              </a:extLst>
            </p:cNvPr>
            <p:cNvSpPr/>
            <p:nvPr/>
          </p:nvSpPr>
          <p:spPr>
            <a:xfrm>
              <a:off x="2906564" y="3162725"/>
              <a:ext cx="594680" cy="59219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78" name="流程图: 延期 77">
              <a:extLst>
                <a:ext uri="{FF2B5EF4-FFF2-40B4-BE49-F238E27FC236}">
                  <a16:creationId xmlns:a16="http://schemas.microsoft.com/office/drawing/2014/main" id="{B5C5B9FD-0DA2-7B11-650C-505D1BCA24F5}"/>
                </a:ext>
              </a:extLst>
            </p:cNvPr>
            <p:cNvSpPr/>
            <p:nvPr/>
          </p:nvSpPr>
          <p:spPr>
            <a:xfrm>
              <a:off x="2906564" y="4808072"/>
              <a:ext cx="594680" cy="59219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24BD0DEC-7D58-3DDE-8064-C5515DD87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3305696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E1193D37-DB22-8B51-57B6-6D44BA49C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452" y="3611952"/>
              <a:ext cx="285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94C5B53C-EDD5-638F-5D2F-65B85FDA7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452" y="4953017"/>
              <a:ext cx="2851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6A0BF481-E267-93E0-30B6-AA2043B4B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5259273"/>
              <a:ext cx="607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92557B61-D5A1-47C0-AB24-9B924E7E69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57256" y="4276864"/>
              <a:ext cx="1352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0B64A5FF-FB6E-8CC4-A4E7-7D8CED35F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156" y="4283182"/>
              <a:ext cx="33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8658F77B-A3E9-04D7-A8AC-E36B1C706871}"/>
                </a:ext>
              </a:extLst>
            </p:cNvPr>
            <p:cNvSpPr/>
            <p:nvPr/>
          </p:nvSpPr>
          <p:spPr>
            <a:xfrm flipV="1">
              <a:off x="2578703" y="4223811"/>
              <a:ext cx="112197" cy="11722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F77520FE-E06A-6229-5B77-B82BE7F4AF60}"/>
                    </a:ext>
                  </a:extLst>
                </p:cNvPr>
                <p:cNvSpPr txBox="1"/>
                <p:nvPr/>
              </p:nvSpPr>
              <p:spPr>
                <a:xfrm>
                  <a:off x="1813984" y="5029837"/>
                  <a:ext cx="483089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1E068E2-38E4-DE37-BBC5-BF6E604AD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984" y="5029837"/>
                  <a:ext cx="483089" cy="501467"/>
                </a:xfrm>
                <a:prstGeom prst="rect">
                  <a:avLst/>
                </a:prstGeom>
                <a:blipFill>
                  <a:blip r:embed="rId13"/>
                  <a:stretch>
                    <a:fillRect l="-13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D2305828-FC03-7879-EEED-7F45419262AF}"/>
                    </a:ext>
                  </a:extLst>
                </p:cNvPr>
                <p:cNvSpPr txBox="1"/>
                <p:nvPr/>
              </p:nvSpPr>
              <p:spPr>
                <a:xfrm>
                  <a:off x="1815356" y="4051652"/>
                  <a:ext cx="483089" cy="501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BAB99C38-B5C8-47DE-C6FD-C4B9F0719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5356" y="4051652"/>
                  <a:ext cx="483089" cy="501467"/>
                </a:xfrm>
                <a:prstGeom prst="rect">
                  <a:avLst/>
                </a:prstGeom>
                <a:blipFill>
                  <a:blip r:embed="rId14"/>
                  <a:stretch>
                    <a:fillRect l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31966C4-F49B-959B-8D88-B88BC1A570CA}"/>
              </a:ext>
            </a:extLst>
          </p:cNvPr>
          <p:cNvSpPr txBox="1"/>
          <p:nvPr/>
        </p:nvSpPr>
        <p:spPr>
          <a:xfrm>
            <a:off x="720000" y="5400000"/>
            <a:ext cx="4766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有效电平期间，锁存器可以随激励输入变化发生多次翻转</a:t>
            </a:r>
          </a:p>
        </p:txBody>
      </p:sp>
    </p:spTree>
    <p:extLst>
      <p:ext uri="{BB962C8B-B14F-4D97-AF65-F5344CB8AC3E}">
        <p14:creationId xmlns:p14="http://schemas.microsoft.com/office/powerpoint/2010/main" val="1504874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E5B2A-0944-769E-301F-01F432C5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57DEAB3-717E-1774-AD2F-39E87CA20B7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3ADC77B-F5F7-D7EA-D442-BD648404A46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91E39BCA-7B80-87BE-B64C-0399DF5AF88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085188A1-F8BD-2A6E-B551-6ECF5D36280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8B8E20D8-9704-3ECD-C806-C1639624852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E8B349E-98BC-0E6D-8B8C-B5F679FCD8F3}"/>
              </a:ext>
            </a:extLst>
          </p:cNvPr>
          <p:cNvSpPr txBox="1"/>
          <p:nvPr/>
        </p:nvSpPr>
        <p:spPr>
          <a:xfrm>
            <a:off x="360000" y="828000"/>
            <a:ext cx="944603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：存储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的值，不存在非定义状态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49E77B2-61EB-579D-8385-3E908BA63CDB}"/>
              </a:ext>
            </a:extLst>
          </p:cNvPr>
          <p:cNvGrpSpPr/>
          <p:nvPr/>
        </p:nvGrpSpPr>
        <p:grpSpPr>
          <a:xfrm>
            <a:off x="468000" y="1656000"/>
            <a:ext cx="3652174" cy="2036995"/>
            <a:chOff x="1873875" y="3135394"/>
            <a:chExt cx="3652174" cy="2036995"/>
          </a:xfrm>
        </p:grpSpPr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EF773FD7-F2C8-ACC7-4DFB-CF372466D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188" y="3491031"/>
              <a:ext cx="5350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3C8F8D82-7845-6D56-1AB7-99E1CF6EB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272" y="3781836"/>
              <a:ext cx="2869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19887D7F-91D4-2287-1B71-EC1CFDD6A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3358" y="3636668"/>
              <a:ext cx="426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4E960C8-94EF-C0EA-B854-50B4BAE4B9B5}"/>
                    </a:ext>
                  </a:extLst>
                </p:cNvPr>
                <p:cNvSpPr txBox="1"/>
                <p:nvPr/>
              </p:nvSpPr>
              <p:spPr>
                <a:xfrm>
                  <a:off x="1873875" y="3135394"/>
                  <a:ext cx="3934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4E960C8-94EF-C0EA-B854-50B4BAE4B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3875" y="3135394"/>
                  <a:ext cx="393403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0A20BCB-6BD2-C8D3-2882-F438DDFCB962}"/>
                </a:ext>
              </a:extLst>
            </p:cNvPr>
            <p:cNvSpPr/>
            <p:nvPr/>
          </p:nvSpPr>
          <p:spPr>
            <a:xfrm flipV="1">
              <a:off x="4723393" y="3576814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A4D27034-276D-38A1-C7F0-B52E1FA60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272" y="4540111"/>
              <a:ext cx="282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62A95F2B-F9F3-CCCC-BF84-F95B46F37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189" y="4830917"/>
              <a:ext cx="5309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3B7748A1-D841-80C9-E0B5-4126FC2FA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3358" y="4685748"/>
              <a:ext cx="426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325E035-CD61-C528-01B7-E1B0E61505F3}"/>
                </a:ext>
              </a:extLst>
            </p:cNvPr>
            <p:cNvSpPr/>
            <p:nvPr/>
          </p:nvSpPr>
          <p:spPr>
            <a:xfrm flipV="1">
              <a:off x="4723393" y="4625894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5F90F4CE-5E81-7547-1EF5-D480AA74DC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36783" y="3893696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872653D9-6FB5-B29B-63C7-518437D36A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36783" y="4427815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79F1DFCA-89D1-2E0D-3B5D-3A79887996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62886" y="3771749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B6DCC065-1235-3AC5-89A9-788A513DCD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62886" y="4551095"/>
              <a:ext cx="2465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696E3CA4-79EF-9B2E-8030-AE753E2408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258567" y="3703411"/>
              <a:ext cx="432249" cy="10425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EF525927-28BA-639C-D1F3-9FC8BE3316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257410" y="3577880"/>
              <a:ext cx="432249" cy="10425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58E5C04A-0EB1-D3BB-0C51-9706F74C869A}"/>
                </a:ext>
              </a:extLst>
            </p:cNvPr>
            <p:cNvSpPr/>
            <p:nvPr/>
          </p:nvSpPr>
          <p:spPr>
            <a:xfrm flipV="1">
              <a:off x="4940482" y="3590146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9421B5C-56F9-8680-B56A-1B8CDE259C4F}"/>
                </a:ext>
              </a:extLst>
            </p:cNvPr>
            <p:cNvSpPr/>
            <p:nvPr/>
          </p:nvSpPr>
          <p:spPr>
            <a:xfrm flipV="1">
              <a:off x="4940482" y="4638337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E5875B09-E5F8-7797-9016-78DA5EF54558}"/>
                    </a:ext>
                  </a:extLst>
                </p:cNvPr>
                <p:cNvSpPr txBox="1"/>
                <p:nvPr/>
              </p:nvSpPr>
              <p:spPr>
                <a:xfrm>
                  <a:off x="5157739" y="4456909"/>
                  <a:ext cx="36831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E5875B09-E5F8-7797-9016-78DA5EF54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739" y="4456909"/>
                  <a:ext cx="368310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24590" r="-1639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BC6C50A-13A0-FE48-2C07-5FD9F4B6AC25}"/>
                    </a:ext>
                  </a:extLst>
                </p:cNvPr>
                <p:cNvSpPr txBox="1"/>
                <p:nvPr/>
              </p:nvSpPr>
              <p:spPr>
                <a:xfrm>
                  <a:off x="5136223" y="3363287"/>
                  <a:ext cx="3683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BC6C50A-13A0-FE48-2C07-5FD9F4B6AC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6223" y="3363287"/>
                  <a:ext cx="36831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5000" r="-3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流程图: 延期 28">
              <a:extLst>
                <a:ext uri="{FF2B5EF4-FFF2-40B4-BE49-F238E27FC236}">
                  <a16:creationId xmlns:a16="http://schemas.microsoft.com/office/drawing/2014/main" id="{60A5A5E0-0791-4601-9E61-4A303D3669FA}"/>
                </a:ext>
              </a:extLst>
            </p:cNvPr>
            <p:cNvSpPr/>
            <p:nvPr/>
          </p:nvSpPr>
          <p:spPr>
            <a:xfrm>
              <a:off x="3212520" y="3249903"/>
              <a:ext cx="484277" cy="482255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0" name="流程图: 延期 29">
              <a:extLst>
                <a:ext uri="{FF2B5EF4-FFF2-40B4-BE49-F238E27FC236}">
                  <a16:creationId xmlns:a16="http://schemas.microsoft.com/office/drawing/2014/main" id="{5CF2BA93-9920-0007-50D5-5712E264C1F6}"/>
                </a:ext>
              </a:extLst>
            </p:cNvPr>
            <p:cNvSpPr/>
            <p:nvPr/>
          </p:nvSpPr>
          <p:spPr>
            <a:xfrm>
              <a:off x="3212520" y="4589789"/>
              <a:ext cx="484277" cy="482255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1895B53A-98F1-8470-E1AC-4BF93E10E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862" y="3366331"/>
              <a:ext cx="10406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198DC6AA-E4AF-AB54-9B5A-499D582A3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0339" y="3615731"/>
              <a:ext cx="2321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497D7B04-06E5-3B98-3A8A-E2506CF40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0339" y="4707825"/>
              <a:ext cx="2321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9106D080-C07B-E11A-8882-AC624FFB0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0338" y="4957224"/>
              <a:ext cx="2321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C30E083C-50A3-372F-27EE-8D73DBC08B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39452" y="4157201"/>
              <a:ext cx="11012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72ECD816-0532-2450-322E-45710AEE1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862" y="4162346"/>
              <a:ext cx="8182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9DD1C32F-53B4-3F15-425C-AE0656AAB461}"/>
                </a:ext>
              </a:extLst>
            </p:cNvPr>
            <p:cNvSpPr/>
            <p:nvPr/>
          </p:nvSpPr>
          <p:spPr>
            <a:xfrm flipV="1">
              <a:off x="2945527" y="4113997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FEBB67-4C20-47A6-4FA0-91B5FF0FE727}"/>
                    </a:ext>
                  </a:extLst>
                </p:cNvPr>
                <p:cNvSpPr txBox="1"/>
                <p:nvPr/>
              </p:nvSpPr>
              <p:spPr>
                <a:xfrm>
                  <a:off x="1874992" y="3930841"/>
                  <a:ext cx="3934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FEBB67-4C20-47A6-4FA0-91B5FF0FE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992" y="3930841"/>
                  <a:ext cx="39340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09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流程图: 延期 39">
              <a:extLst>
                <a:ext uri="{FF2B5EF4-FFF2-40B4-BE49-F238E27FC236}">
                  <a16:creationId xmlns:a16="http://schemas.microsoft.com/office/drawing/2014/main" id="{3CD38D28-5A55-F1EE-FB13-6A4D079FE25A}"/>
                </a:ext>
              </a:extLst>
            </p:cNvPr>
            <p:cNvSpPr/>
            <p:nvPr/>
          </p:nvSpPr>
          <p:spPr>
            <a:xfrm>
              <a:off x="4235225" y="3394569"/>
              <a:ext cx="484277" cy="482255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" name="流程图: 延期 40">
              <a:extLst>
                <a:ext uri="{FF2B5EF4-FFF2-40B4-BE49-F238E27FC236}">
                  <a16:creationId xmlns:a16="http://schemas.microsoft.com/office/drawing/2014/main" id="{B9A7FF96-2564-1ACE-BC5B-CF7A93680708}"/>
                </a:ext>
              </a:extLst>
            </p:cNvPr>
            <p:cNvSpPr/>
            <p:nvPr/>
          </p:nvSpPr>
          <p:spPr>
            <a:xfrm>
              <a:off x="4231144" y="4439887"/>
              <a:ext cx="484277" cy="482255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F05BB57-1455-8EBD-5D2E-C4A0588BD865}"/>
                </a:ext>
              </a:extLst>
            </p:cNvPr>
            <p:cNvSpPr/>
            <p:nvPr/>
          </p:nvSpPr>
          <p:spPr>
            <a:xfrm flipV="1">
              <a:off x="3698439" y="3430561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062CB216-229E-0DFA-25B6-1502BB135899}"/>
                </a:ext>
              </a:extLst>
            </p:cNvPr>
            <p:cNvSpPr/>
            <p:nvPr/>
          </p:nvSpPr>
          <p:spPr>
            <a:xfrm flipV="1">
              <a:off x="3698439" y="477153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D8C6BF20-0B41-C93D-F9AA-80D86539B7FE}"/>
                </a:ext>
              </a:extLst>
            </p:cNvPr>
            <p:cNvSpPr/>
            <p:nvPr/>
          </p:nvSpPr>
          <p:spPr>
            <a:xfrm rot="5400000">
              <a:off x="2548520" y="4774995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A16B07C9-F42C-0A42-1440-4046F8E8DD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87062" y="4169311"/>
              <a:ext cx="16007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2D740C31-D689-8800-998E-98541C7D08B3}"/>
                </a:ext>
              </a:extLst>
            </p:cNvPr>
            <p:cNvSpPr/>
            <p:nvPr/>
          </p:nvSpPr>
          <p:spPr>
            <a:xfrm flipV="1">
              <a:off x="2945915" y="4900090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3209309-6ED5-FDE2-6614-EEECA4FE06B7}"/>
                </a:ext>
              </a:extLst>
            </p:cNvPr>
            <p:cNvSpPr/>
            <p:nvPr/>
          </p:nvSpPr>
          <p:spPr>
            <a:xfrm flipV="1">
              <a:off x="2342340" y="3317648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DF454991-5B18-7B7A-639B-E8DCF536A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5641" y="4957224"/>
              <a:ext cx="1864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58F8D943-A3F4-F6BE-BB2A-4109F51E9AB1}"/>
              </a:ext>
            </a:extLst>
          </p:cNvPr>
          <p:cNvSpPr txBox="1"/>
          <p:nvPr/>
        </p:nvSpPr>
        <p:spPr>
          <a:xfrm>
            <a:off x="1548000" y="3708000"/>
            <a:ext cx="156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逻辑电路</a:t>
            </a:r>
            <a:endParaRPr lang="zh-CN" altLang="en-US" sz="24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1C52F09-2BB8-DF7C-B346-07702B9501ED}"/>
              </a:ext>
            </a:extLst>
          </p:cNvPr>
          <p:cNvSpPr txBox="1"/>
          <p:nvPr/>
        </p:nvSpPr>
        <p:spPr>
          <a:xfrm>
            <a:off x="4896000" y="3708000"/>
            <a:ext cx="156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BFC9407-6E4F-060C-9B28-7D4D7FEF3ADE}"/>
              </a:ext>
            </a:extLst>
          </p:cNvPr>
          <p:cNvSpPr txBox="1"/>
          <p:nvPr/>
        </p:nvSpPr>
        <p:spPr>
          <a:xfrm>
            <a:off x="7560000" y="3168000"/>
            <a:ext cx="3871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表格 65">
                <a:extLst>
                  <a:ext uri="{FF2B5EF4-FFF2-40B4-BE49-F238E27FC236}">
                    <a16:creationId xmlns:a16="http://schemas.microsoft.com/office/drawing/2014/main" id="{C0ECADEF-E3E9-B246-9AAA-C0C4FD7EF0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9417466"/>
                  </p:ext>
                </p:extLst>
              </p:nvPr>
            </p:nvGraphicFramePr>
            <p:xfrm>
              <a:off x="7560000" y="3600000"/>
              <a:ext cx="3871513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275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592759">
                      <a:extLst>
                        <a:ext uri="{9D8B030D-6E8A-4147-A177-3AD203B41FA5}">
                          <a16:colId xmlns:a16="http://schemas.microsoft.com/office/drawing/2014/main" val="545914867"/>
                        </a:ext>
                      </a:extLst>
                    </a:gridCol>
                    <a:gridCol w="1502879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83116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3923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表格 65">
                <a:extLst>
                  <a:ext uri="{FF2B5EF4-FFF2-40B4-BE49-F238E27FC236}">
                    <a16:creationId xmlns:a16="http://schemas.microsoft.com/office/drawing/2014/main" id="{C0ECADEF-E3E9-B246-9AAA-C0C4FD7EF0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9417466"/>
                  </p:ext>
                </p:extLst>
              </p:nvPr>
            </p:nvGraphicFramePr>
            <p:xfrm>
              <a:off x="7560000" y="3600000"/>
              <a:ext cx="3871513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275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592759">
                      <a:extLst>
                        <a:ext uri="{9D8B030D-6E8A-4147-A177-3AD203B41FA5}">
                          <a16:colId xmlns:a16="http://schemas.microsoft.com/office/drawing/2014/main" val="545914867"/>
                        </a:ext>
                      </a:extLst>
                    </a:gridCol>
                    <a:gridCol w="1502879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83116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1031" t="-6667" r="-557732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100000" t="-6667" r="-45204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11DBC0C6-9632-DB69-7AC7-BA1DBD0B4A7D}"/>
              </a:ext>
            </a:extLst>
          </p:cNvPr>
          <p:cNvGrpSpPr/>
          <p:nvPr/>
        </p:nvGrpSpPr>
        <p:grpSpPr>
          <a:xfrm>
            <a:off x="4881388" y="4590447"/>
            <a:ext cx="2072087" cy="1723399"/>
            <a:chOff x="6772650" y="3568872"/>
            <a:chExt cx="2263202" cy="1882354"/>
          </a:xfrm>
        </p:grpSpPr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70FE5DCB-1217-1186-2365-8B8222F58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5290" y="3797852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046C6B6F-1264-9525-49B8-C462CA523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0792" y="409735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4AD2D22C-D185-EF00-FE93-503CB2C05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8763" y="3947845"/>
              <a:ext cx="4388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2B295AB3-7999-C632-F597-7A52549B1ECA}"/>
                    </a:ext>
                  </a:extLst>
                </p:cNvPr>
                <p:cNvSpPr txBox="1"/>
                <p:nvPr/>
              </p:nvSpPr>
              <p:spPr>
                <a:xfrm>
                  <a:off x="6772651" y="3568872"/>
                  <a:ext cx="458075" cy="5050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2B295AB3-7999-C632-F597-7A52549B1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651" y="3568872"/>
                  <a:ext cx="458075" cy="505086"/>
                </a:xfrm>
                <a:prstGeom prst="rect">
                  <a:avLst/>
                </a:prstGeom>
                <a:blipFill>
                  <a:blip r:embed="rId11"/>
                  <a:stretch>
                    <a:fillRect l="-28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D8190F2B-E1E9-7BAD-E9FF-CD0DA8E32A08}"/>
                </a:ext>
              </a:extLst>
            </p:cNvPr>
            <p:cNvSpPr/>
            <p:nvPr/>
          </p:nvSpPr>
          <p:spPr>
            <a:xfrm flipV="1">
              <a:off x="8149097" y="3887501"/>
              <a:ext cx="116087" cy="11796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03BC955F-E471-5244-0C70-D8D6E2777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0792" y="4878310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8F8D5301-1BE7-E7D6-08A9-C09D736457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5290" y="5177813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03C58C5B-B330-2DDE-BD53-0D20D09A4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8763" y="5028303"/>
              <a:ext cx="4388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AB19D3E8-EBA2-8186-A1AA-A45A7279CECA}"/>
                </a:ext>
              </a:extLst>
            </p:cNvPr>
            <p:cNvSpPr/>
            <p:nvPr/>
          </p:nvSpPr>
          <p:spPr>
            <a:xfrm flipV="1">
              <a:off x="8149097" y="4969259"/>
              <a:ext cx="116087" cy="11796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77" name="Line 27">
              <a:extLst>
                <a:ext uri="{FF2B5EF4-FFF2-40B4-BE49-F238E27FC236}">
                  <a16:creationId xmlns:a16="http://schemas.microsoft.com/office/drawing/2014/main" id="{485C75B7-34B9-D5DB-B10A-D219BBB7AF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35969" y="4212561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54CE1FF8-7755-104A-00F8-8041494C74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35969" y="476265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23E08286-D5C4-8D43-E41A-2A82E0BAF6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292762" y="4086966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A3F3DCB6-E78B-1818-760F-2A3E43BD8C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292762" y="488962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4F1A29CA-CF97-9CA7-A595-EB9ED96241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670368" y="4016584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64E0FA50-CAF1-3E14-C4CA-3919E26E32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669177" y="3887299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CF5B2E83-523E-FC5F-0A54-B012C98984A3}"/>
                </a:ext>
              </a:extLst>
            </p:cNvPr>
            <p:cNvSpPr/>
            <p:nvPr/>
          </p:nvSpPr>
          <p:spPr>
            <a:xfrm flipV="1">
              <a:off x="8370077" y="3898631"/>
              <a:ext cx="98301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1143DEB3-5C71-130D-11B4-C9DEC17054C8}"/>
                </a:ext>
              </a:extLst>
            </p:cNvPr>
            <p:cNvSpPr/>
            <p:nvPr/>
          </p:nvSpPr>
          <p:spPr>
            <a:xfrm flipV="1">
              <a:off x="8370077" y="4978173"/>
              <a:ext cx="98301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135EEFAF-AE05-C5A9-947E-E26E692D6724}"/>
                    </a:ext>
                  </a:extLst>
                </p:cNvPr>
                <p:cNvSpPr txBox="1"/>
                <p:nvPr/>
              </p:nvSpPr>
              <p:spPr>
                <a:xfrm>
                  <a:off x="6772650" y="4946980"/>
                  <a:ext cx="458075" cy="5042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135EEFAF-AE05-C5A9-947E-E26E692D6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650" y="4946980"/>
                  <a:ext cx="458075" cy="504246"/>
                </a:xfrm>
                <a:prstGeom prst="rect">
                  <a:avLst/>
                </a:prstGeom>
                <a:blipFill>
                  <a:blip r:embed="rId12"/>
                  <a:stretch>
                    <a:fillRect l="-72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C654D47F-77F0-45F1-4C09-3C83F1AE0C44}"/>
                    </a:ext>
                  </a:extLst>
                </p:cNvPr>
                <p:cNvSpPr txBox="1"/>
                <p:nvPr/>
              </p:nvSpPr>
              <p:spPr>
                <a:xfrm>
                  <a:off x="8577777" y="4796085"/>
                  <a:ext cx="458075" cy="5050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C654D47F-77F0-45F1-4C09-3C83F1AE0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7777" y="4796085"/>
                  <a:ext cx="458075" cy="505086"/>
                </a:xfrm>
                <a:prstGeom prst="rect">
                  <a:avLst/>
                </a:prstGeom>
                <a:blipFill>
                  <a:blip r:embed="rId13"/>
                  <a:stretch>
                    <a:fillRect l="-1594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DAF7DC8-4685-9423-5D2F-204CE992ACC3}"/>
                    </a:ext>
                  </a:extLst>
                </p:cNvPr>
                <p:cNvSpPr txBox="1"/>
                <p:nvPr/>
              </p:nvSpPr>
              <p:spPr>
                <a:xfrm>
                  <a:off x="8577777" y="3715627"/>
                  <a:ext cx="458075" cy="5042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DAF7DC8-4685-9423-5D2F-204CE992A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7777" y="3715627"/>
                  <a:ext cx="458075" cy="504246"/>
                </a:xfrm>
                <a:prstGeom prst="rect">
                  <a:avLst/>
                </a:prstGeom>
                <a:blipFill>
                  <a:blip r:embed="rId14"/>
                  <a:stretch>
                    <a:fillRect l="-1594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流程图: 延期 87">
              <a:extLst>
                <a:ext uri="{FF2B5EF4-FFF2-40B4-BE49-F238E27FC236}">
                  <a16:creationId xmlns:a16="http://schemas.microsoft.com/office/drawing/2014/main" id="{9D3E296F-35B9-C513-7E4F-56D62B92C9E6}"/>
                </a:ext>
              </a:extLst>
            </p:cNvPr>
            <p:cNvSpPr/>
            <p:nvPr/>
          </p:nvSpPr>
          <p:spPr>
            <a:xfrm>
              <a:off x="7604726" y="3673352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9" name="流程图: 延期 88">
              <a:extLst>
                <a:ext uri="{FF2B5EF4-FFF2-40B4-BE49-F238E27FC236}">
                  <a16:creationId xmlns:a16="http://schemas.microsoft.com/office/drawing/2014/main" id="{82B89361-809E-94A5-0D06-5B9BD8346DDD}"/>
                </a:ext>
              </a:extLst>
            </p:cNvPr>
            <p:cNvSpPr/>
            <p:nvPr/>
          </p:nvSpPr>
          <p:spPr>
            <a:xfrm>
              <a:off x="7604726" y="4757343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07E0CAF0-2372-B516-2314-ECA9740008F8}"/>
              </a:ext>
            </a:extLst>
          </p:cNvPr>
          <p:cNvSpPr txBox="1"/>
          <p:nvPr/>
        </p:nvSpPr>
        <p:spPr>
          <a:xfrm>
            <a:off x="5082209" y="6249349"/>
            <a:ext cx="156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endParaRPr lang="zh-CN" altLang="en-US" sz="2000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DE5B437-1527-0BE8-3F43-392C453E7773}"/>
              </a:ext>
            </a:extLst>
          </p:cNvPr>
          <p:cNvSpPr/>
          <p:nvPr/>
        </p:nvSpPr>
        <p:spPr>
          <a:xfrm>
            <a:off x="4632001" y="4551764"/>
            <a:ext cx="2326991" cy="2097695"/>
          </a:xfrm>
          <a:prstGeom prst="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576DF31-A19C-41EA-2980-FE017A2A0BCB}"/>
              </a:ext>
            </a:extLst>
          </p:cNvPr>
          <p:cNvGrpSpPr/>
          <p:nvPr/>
        </p:nvGrpSpPr>
        <p:grpSpPr>
          <a:xfrm>
            <a:off x="4320000" y="1908000"/>
            <a:ext cx="2772741" cy="1582767"/>
            <a:chOff x="4368223" y="1943831"/>
            <a:chExt cx="2772741" cy="1582767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7EFE6AB-FA3F-EAE3-E574-9B4369E966EF}"/>
                </a:ext>
              </a:extLst>
            </p:cNvPr>
            <p:cNvSpPr/>
            <p:nvPr/>
          </p:nvSpPr>
          <p:spPr>
            <a:xfrm>
              <a:off x="5136551" y="1943831"/>
              <a:ext cx="1147729" cy="158276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32661AFC-B5E0-BEC4-9B87-C034C32C4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292" y="2298205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A723F31A-D7DB-F659-F4A5-9943B1164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292" y="3182629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7EB05B77-147F-89C7-2F11-BC55A9606C49}"/>
                    </a:ext>
                  </a:extLst>
                </p:cNvPr>
                <p:cNvSpPr txBox="1"/>
                <p:nvPr/>
              </p:nvSpPr>
              <p:spPr>
                <a:xfrm>
                  <a:off x="5103274" y="2065336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7EB05B77-147F-89C7-2F11-BC55A9606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274" y="2065336"/>
                  <a:ext cx="584160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72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0E0BEAF-6187-4066-0A45-1A41A2417932}"/>
                    </a:ext>
                  </a:extLst>
                </p:cNvPr>
                <p:cNvSpPr txBox="1"/>
                <p:nvPr/>
              </p:nvSpPr>
              <p:spPr>
                <a:xfrm>
                  <a:off x="5103276" y="2975749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0E0BEAF-6187-4066-0A45-1A41A24179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276" y="2975749"/>
                  <a:ext cx="584160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E8A8A949-1592-6782-21C9-D3F0FF6A1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280" y="2298205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408AC23A-D7B8-6A15-F045-C5063B6E5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280" y="3182628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9C60EC4D-5C65-C681-C195-CBDBE17E8431}"/>
                </a:ext>
              </a:extLst>
            </p:cNvPr>
            <p:cNvSpPr/>
            <p:nvPr/>
          </p:nvSpPr>
          <p:spPr>
            <a:xfrm flipV="1">
              <a:off x="6291849" y="3112978"/>
              <a:ext cx="148040" cy="1392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961C477-0CE8-5116-40CE-8459C3BC63BC}"/>
                    </a:ext>
                  </a:extLst>
                </p:cNvPr>
                <p:cNvSpPr txBox="1"/>
                <p:nvPr/>
              </p:nvSpPr>
              <p:spPr>
                <a:xfrm>
                  <a:off x="6556804" y="2063970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961C477-0CE8-5116-40CE-8459C3BC6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804" y="2063970"/>
                  <a:ext cx="584160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F28F88C-A073-93C2-913F-B5473839681B}"/>
                    </a:ext>
                  </a:extLst>
                </p:cNvPr>
                <p:cNvSpPr txBox="1"/>
                <p:nvPr/>
              </p:nvSpPr>
              <p:spPr>
                <a:xfrm>
                  <a:off x="6555660" y="2980275"/>
                  <a:ext cx="58416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F28F88C-A073-93C2-913F-B54738396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5660" y="2980275"/>
                  <a:ext cx="584160" cy="462434"/>
                </a:xfrm>
                <a:prstGeom prst="rect">
                  <a:avLst/>
                </a:prstGeom>
                <a:blipFill>
                  <a:blip r:embed="rId18"/>
                  <a:stretch>
                    <a:fillRect r="-41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B6786874-4E26-F4CD-642E-BB7A44955304}"/>
                    </a:ext>
                  </a:extLst>
                </p:cNvPr>
                <p:cNvSpPr txBox="1"/>
                <p:nvPr/>
              </p:nvSpPr>
              <p:spPr>
                <a:xfrm>
                  <a:off x="4368223" y="2065532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B6786874-4E26-F4CD-642E-BB7A449553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23" y="2065532"/>
                  <a:ext cx="584160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DAAB9B0-D552-204A-72C4-CD8569A4F3D6}"/>
                    </a:ext>
                  </a:extLst>
                </p:cNvPr>
                <p:cNvSpPr txBox="1"/>
                <p:nvPr/>
              </p:nvSpPr>
              <p:spPr>
                <a:xfrm>
                  <a:off x="4368225" y="2975945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DAAB9B0-D552-204A-72C4-CD8569A4F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25" y="2975945"/>
                  <a:ext cx="584160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标题 1">
            <a:extLst>
              <a:ext uri="{FF2B5EF4-FFF2-40B4-BE49-F238E27FC236}">
                <a16:creationId xmlns:a16="http://schemas.microsoft.com/office/drawing/2014/main" id="{AE317E18-A016-CAE0-7DF3-1253EAA81C9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000" dirty="0"/>
              <a:t>D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AFB98FF-6F11-2CA5-3181-D3207F132682}"/>
                  </a:ext>
                </a:extLst>
              </p:cNvPr>
              <p:cNvSpPr txBox="1"/>
              <p:nvPr/>
            </p:nvSpPr>
            <p:spPr>
              <a:xfrm>
                <a:off x="8841325" y="3600000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AFB98FF-6F11-2CA5-3181-D3207F132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325" y="3600000"/>
                <a:ext cx="1228725" cy="462434"/>
              </a:xfrm>
              <a:prstGeom prst="rect">
                <a:avLst/>
              </a:prstGeom>
              <a:blipFill>
                <a:blip r:embed="rId21"/>
                <a:stretch>
                  <a:fillRect r="-3217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A015F406-77EF-27E9-2192-51330C9497A2}"/>
              </a:ext>
            </a:extLst>
          </p:cNvPr>
          <p:cNvGrpSpPr/>
          <p:nvPr/>
        </p:nvGrpSpPr>
        <p:grpSpPr>
          <a:xfrm>
            <a:off x="468000" y="4500000"/>
            <a:ext cx="3701632" cy="2141084"/>
            <a:chOff x="468000" y="4536000"/>
            <a:chExt cx="3701632" cy="2141084"/>
          </a:xfrm>
        </p:grpSpPr>
        <p:sp>
          <p:nvSpPr>
            <p:cNvPr id="115" name="Line 27">
              <a:extLst>
                <a:ext uri="{FF2B5EF4-FFF2-40B4-BE49-F238E27FC236}">
                  <a16:creationId xmlns:a16="http://schemas.microsoft.com/office/drawing/2014/main" id="{E63A539E-BB56-103B-36FD-EC7570507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1637" y="6001850"/>
              <a:ext cx="10012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2" name="梯形 91">
              <a:extLst>
                <a:ext uri="{FF2B5EF4-FFF2-40B4-BE49-F238E27FC236}">
                  <a16:creationId xmlns:a16="http://schemas.microsoft.com/office/drawing/2014/main" id="{E9699AE9-F094-539C-6E4E-967C8A50CFBA}"/>
                </a:ext>
              </a:extLst>
            </p:cNvPr>
            <p:cNvSpPr/>
            <p:nvPr/>
          </p:nvSpPr>
          <p:spPr>
            <a:xfrm rot="5400000">
              <a:off x="1302390" y="5231043"/>
              <a:ext cx="1524285" cy="546609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A7C67CE9-35FA-55BF-CA82-D4D3E3DB4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7838" y="5524316"/>
              <a:ext cx="13650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3" name="Line 27">
              <a:extLst>
                <a:ext uri="{FF2B5EF4-FFF2-40B4-BE49-F238E27FC236}">
                  <a16:creationId xmlns:a16="http://schemas.microsoft.com/office/drawing/2014/main" id="{7FBF8887-B116-3C2E-DDAC-07EF23C39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7775" y="5156224"/>
              <a:ext cx="2715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3A069311-8EF8-7825-36BF-E99F7A27B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9779" y="5852470"/>
              <a:ext cx="8695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7217976-8423-39B0-DE63-A8C8848B4732}"/>
                    </a:ext>
                  </a:extLst>
                </p:cNvPr>
                <p:cNvSpPr txBox="1"/>
                <p:nvPr/>
              </p:nvSpPr>
              <p:spPr>
                <a:xfrm>
                  <a:off x="468000" y="5662549"/>
                  <a:ext cx="57407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7217976-8423-39B0-DE63-A8C8848B47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000" y="5662549"/>
                  <a:ext cx="574070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AD7FE23E-D3A1-26E1-6805-E9387F443685}"/>
                    </a:ext>
                  </a:extLst>
                </p:cNvPr>
                <p:cNvSpPr txBox="1"/>
                <p:nvPr/>
              </p:nvSpPr>
              <p:spPr>
                <a:xfrm>
                  <a:off x="3729600" y="5335989"/>
                  <a:ext cx="440032" cy="37665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AD7FE23E-D3A1-26E1-6805-E9387F4436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9600" y="5335989"/>
                  <a:ext cx="440032" cy="376651"/>
                </a:xfrm>
                <a:prstGeom prst="rect">
                  <a:avLst/>
                </a:prstGeom>
                <a:blipFill>
                  <a:blip r:embed="rId23"/>
                  <a:stretch>
                    <a:fillRect l="-12500" b="-258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9E130FD2-EE5D-601F-D022-CD4B30FC4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9021" y="6468610"/>
              <a:ext cx="12113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9" name="Line 27">
              <a:extLst>
                <a:ext uri="{FF2B5EF4-FFF2-40B4-BE49-F238E27FC236}">
                  <a16:creationId xmlns:a16="http://schemas.microsoft.com/office/drawing/2014/main" id="{F57C7A66-F6D8-69C3-7D60-6B89B9F805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05715" y="6266245"/>
              <a:ext cx="404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FF4AC1F4-317B-2DCB-DB54-25D0D30D5432}"/>
                </a:ext>
              </a:extLst>
            </p:cNvPr>
            <p:cNvSpPr txBox="1"/>
            <p:nvPr/>
          </p:nvSpPr>
          <p:spPr>
            <a:xfrm>
              <a:off x="1789328" y="4966164"/>
              <a:ext cx="3187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23D77473-2D0C-A27D-6F01-ED13DCC4A07C}"/>
                </a:ext>
              </a:extLst>
            </p:cNvPr>
            <p:cNvSpPr txBox="1"/>
            <p:nvPr/>
          </p:nvSpPr>
          <p:spPr>
            <a:xfrm>
              <a:off x="1789328" y="5680017"/>
              <a:ext cx="31875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FEBC0EA-E8C4-62A4-2F99-7DE30AD56E2C}"/>
                    </a:ext>
                  </a:extLst>
                </p:cNvPr>
                <p:cNvSpPr txBox="1"/>
                <p:nvPr/>
              </p:nvSpPr>
              <p:spPr>
                <a:xfrm>
                  <a:off x="468000" y="6215419"/>
                  <a:ext cx="57407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FEBC0EA-E8C4-62A4-2F99-7DE30AD56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000" y="6215419"/>
                  <a:ext cx="574070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09F0D385-5A50-D8EA-0F4D-4BD530B643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81602" y="5268925"/>
              <a:ext cx="1465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799122D9-BE0B-5DF2-748B-5B29781A4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7776" y="4536650"/>
              <a:ext cx="1196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03B9B533-4E67-A31A-8594-37D14640A1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07663" y="4846112"/>
              <a:ext cx="620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4BF91352-1555-4DB2-9B34-5ED695B17B60}"/>
                </a:ext>
              </a:extLst>
            </p:cNvPr>
            <p:cNvSpPr/>
            <p:nvPr/>
          </p:nvSpPr>
          <p:spPr>
            <a:xfrm flipV="1">
              <a:off x="2670653" y="5479309"/>
              <a:ext cx="90000" cy="90015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3" name="等腰三角形 112">
              <a:extLst>
                <a:ext uri="{FF2B5EF4-FFF2-40B4-BE49-F238E27FC236}">
                  <a16:creationId xmlns:a16="http://schemas.microsoft.com/office/drawing/2014/main" id="{1BB096DF-2FB0-E86C-AADD-1B5EC1F96CA5}"/>
                </a:ext>
              </a:extLst>
            </p:cNvPr>
            <p:cNvSpPr/>
            <p:nvPr/>
          </p:nvSpPr>
          <p:spPr>
            <a:xfrm rot="5400000">
              <a:off x="2948501" y="5817873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BA3440A-602F-8744-F2FC-ACB85DE15692}"/>
                </a:ext>
              </a:extLst>
            </p:cNvPr>
            <p:cNvSpPr/>
            <p:nvPr/>
          </p:nvSpPr>
          <p:spPr>
            <a:xfrm flipV="1">
              <a:off x="3345896" y="594296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AD05738E-AA3E-814E-A8F4-B1B6BD86C762}"/>
                    </a:ext>
                  </a:extLst>
                </p:cNvPr>
                <p:cNvSpPr txBox="1"/>
                <p:nvPr/>
              </p:nvSpPr>
              <p:spPr>
                <a:xfrm>
                  <a:off x="3751200" y="5770633"/>
                  <a:ext cx="36831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AD05738E-AA3E-814E-A8F4-B1B6BD86C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1200" y="5770633"/>
                  <a:ext cx="368310" cy="462434"/>
                </a:xfrm>
                <a:prstGeom prst="rect">
                  <a:avLst/>
                </a:prstGeom>
                <a:blipFill>
                  <a:blip r:embed="rId25"/>
                  <a:stretch>
                    <a:fillRect l="-24590" r="-1639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3867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E380-EC84-EC3F-F65A-6285E955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F5BC591D-F816-8293-ED7B-14F93B84373B}"/>
              </a:ext>
            </a:extLst>
          </p:cNvPr>
          <p:cNvGrpSpPr/>
          <p:nvPr/>
        </p:nvGrpSpPr>
        <p:grpSpPr>
          <a:xfrm>
            <a:off x="2480703" y="1809346"/>
            <a:ext cx="3084767" cy="2845320"/>
            <a:chOff x="2342474" y="2011478"/>
            <a:chExt cx="3084767" cy="2643187"/>
          </a:xfrm>
        </p:grpSpPr>
        <p:sp>
          <p:nvSpPr>
            <p:cNvPr id="114" name="Line 30">
              <a:extLst>
                <a:ext uri="{FF2B5EF4-FFF2-40B4-BE49-F238E27FC236}">
                  <a16:creationId xmlns:a16="http://schemas.microsoft.com/office/drawing/2014/main" id="{AC6F5D87-3C4D-48A1-2D31-63D1DBAB7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474" y="2011478"/>
              <a:ext cx="0" cy="2566987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31">
              <a:extLst>
                <a:ext uri="{FF2B5EF4-FFF2-40B4-BE49-F238E27FC236}">
                  <a16:creationId xmlns:a16="http://schemas.microsoft.com/office/drawing/2014/main" id="{B19531DD-0CE5-2F77-118C-0529882B4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328" y="2011478"/>
              <a:ext cx="0" cy="2566987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32">
              <a:extLst>
                <a:ext uri="{FF2B5EF4-FFF2-40B4-BE49-F238E27FC236}">
                  <a16:creationId xmlns:a16="http://schemas.microsoft.com/office/drawing/2014/main" id="{979904FB-841B-68CF-2AE9-911B55CA0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284" y="2063865"/>
              <a:ext cx="0" cy="2590800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33">
              <a:extLst>
                <a:ext uri="{FF2B5EF4-FFF2-40B4-BE49-F238E27FC236}">
                  <a16:creationId xmlns:a16="http://schemas.microsoft.com/office/drawing/2014/main" id="{B7EAFE84-42B5-380A-28AB-80EDB9ED8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7241" y="2063865"/>
              <a:ext cx="0" cy="2590800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68424B-F688-DCCA-4A90-74A8F690993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FA06A93-940B-139F-B0BB-2E2765E2382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48DBEAE-D338-034C-BE6D-85006D79C96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18845194-3379-85CC-6180-B5CD85C0450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E7F55B4-1676-6239-0D16-00524ACB9C0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0791530-C7BE-CCA0-023F-A75EEECBD1A4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5736000" cy="565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已知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的波形，求输出波形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0791530-C7BE-CCA0-023F-A75EEECBD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5736000" cy="565604"/>
              </a:xfrm>
              <a:prstGeom prst="rect">
                <a:avLst/>
              </a:prstGeom>
              <a:blipFill>
                <a:blip r:embed="rId2"/>
                <a:stretch>
                  <a:fillRect l="-2125" t="-4301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4">
            <a:extLst>
              <a:ext uri="{FF2B5EF4-FFF2-40B4-BE49-F238E27FC236}">
                <a16:creationId xmlns:a16="http://schemas.microsoft.com/office/drawing/2014/main" id="{D1C2C040-4E00-EA8B-EDC5-BA795C0B3267}"/>
              </a:ext>
            </a:extLst>
          </p:cNvPr>
          <p:cNvGrpSpPr>
            <a:grpSpLocks/>
          </p:cNvGrpSpPr>
          <p:nvPr/>
        </p:nvGrpSpPr>
        <p:grpSpPr bwMode="auto">
          <a:xfrm>
            <a:off x="938477" y="2119428"/>
            <a:ext cx="5462422" cy="401637"/>
            <a:chOff x="913" y="2102"/>
            <a:chExt cx="4080" cy="288"/>
          </a:xfrm>
        </p:grpSpPr>
        <p:sp>
          <p:nvSpPr>
            <p:cNvPr id="38" name="Line 5">
              <a:extLst>
                <a:ext uri="{FF2B5EF4-FFF2-40B4-BE49-F238E27FC236}">
                  <a16:creationId xmlns:a16="http://schemas.microsoft.com/office/drawing/2014/main" id="{BDEDBB33-1525-1F52-A242-34DFF9B0B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239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">
              <a:extLst>
                <a:ext uri="{FF2B5EF4-FFF2-40B4-BE49-F238E27FC236}">
                  <a16:creationId xmlns:a16="http://schemas.microsoft.com/office/drawing/2014/main" id="{D23462CF-3A58-608C-0EEA-8E1A852AF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7">
              <a:extLst>
                <a:ext uri="{FF2B5EF4-FFF2-40B4-BE49-F238E27FC236}">
                  <a16:creationId xmlns:a16="http://schemas.microsoft.com/office/drawing/2014/main" id="{EE4B6CA9-9106-C291-CDA0-B5E3D5107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102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8">
              <a:extLst>
                <a:ext uri="{FF2B5EF4-FFF2-40B4-BE49-F238E27FC236}">
                  <a16:creationId xmlns:a16="http://schemas.microsoft.com/office/drawing/2014/main" id="{1C2514BF-7B5C-D036-1153-F0C2B339C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">
              <a:extLst>
                <a:ext uri="{FF2B5EF4-FFF2-40B4-BE49-F238E27FC236}">
                  <a16:creationId xmlns:a16="http://schemas.microsoft.com/office/drawing/2014/main" id="{33BB0EE2-8088-BEC9-4412-E0281272C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239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10">
              <a:extLst>
                <a:ext uri="{FF2B5EF4-FFF2-40B4-BE49-F238E27FC236}">
                  <a16:creationId xmlns:a16="http://schemas.microsoft.com/office/drawing/2014/main" id="{36769751-F8C6-A6B8-EA08-3F0DB9E01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11">
              <a:extLst>
                <a:ext uri="{FF2B5EF4-FFF2-40B4-BE49-F238E27FC236}">
                  <a16:creationId xmlns:a16="http://schemas.microsoft.com/office/drawing/2014/main" id="{8FC1FE05-31F9-54B7-4C4D-74A6B2DF4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2102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12">
              <a:extLst>
                <a:ext uri="{FF2B5EF4-FFF2-40B4-BE49-F238E27FC236}">
                  <a16:creationId xmlns:a16="http://schemas.microsoft.com/office/drawing/2014/main" id="{C9264573-248A-77E3-6BC5-04B21F5F4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13">
              <a:extLst>
                <a:ext uri="{FF2B5EF4-FFF2-40B4-BE49-F238E27FC236}">
                  <a16:creationId xmlns:a16="http://schemas.microsoft.com/office/drawing/2014/main" id="{17F9E600-B41F-909D-6DD1-0ED461E4E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239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14">
              <a:extLst>
                <a:ext uri="{FF2B5EF4-FFF2-40B4-BE49-F238E27FC236}">
                  <a16:creationId xmlns:a16="http://schemas.microsoft.com/office/drawing/2014/main" id="{A82849A8-64CE-F910-F2A7-B90C00B80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7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5">
              <a:extLst>
                <a:ext uri="{FF2B5EF4-FFF2-40B4-BE49-F238E27FC236}">
                  <a16:creationId xmlns:a16="http://schemas.microsoft.com/office/drawing/2014/main" id="{635B82AA-FC00-5E94-CBD0-8079E93050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7" y="210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16">
              <a:extLst>
                <a:ext uri="{FF2B5EF4-FFF2-40B4-BE49-F238E27FC236}">
                  <a16:creationId xmlns:a16="http://schemas.microsoft.com/office/drawing/2014/main" id="{FF82DF85-4D44-34E1-46E0-26404F985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7">
              <a:extLst>
                <a:ext uri="{FF2B5EF4-FFF2-40B4-BE49-F238E27FC236}">
                  <a16:creationId xmlns:a16="http://schemas.microsoft.com/office/drawing/2014/main" id="{B0ED9810-5E2B-047F-41E9-FE9E53806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239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18">
              <a:extLst>
                <a:ext uri="{FF2B5EF4-FFF2-40B4-BE49-F238E27FC236}">
                  <a16:creationId xmlns:a16="http://schemas.microsoft.com/office/drawing/2014/main" id="{C514C5ED-B916-C214-BBCD-8BBDFF3D85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7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9">
              <a:extLst>
                <a:ext uri="{FF2B5EF4-FFF2-40B4-BE49-F238E27FC236}">
                  <a16:creationId xmlns:a16="http://schemas.microsoft.com/office/drawing/2014/main" id="{7A0A3906-0337-B445-45C4-8206D38FC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" y="210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" name="Group 20">
            <a:extLst>
              <a:ext uri="{FF2B5EF4-FFF2-40B4-BE49-F238E27FC236}">
                <a16:creationId xmlns:a16="http://schemas.microsoft.com/office/drawing/2014/main" id="{622070B0-06C7-ECE6-AB52-BA7CF9DD85EC}"/>
              </a:ext>
            </a:extLst>
          </p:cNvPr>
          <p:cNvGrpSpPr>
            <a:grpSpLocks/>
          </p:cNvGrpSpPr>
          <p:nvPr/>
        </p:nvGrpSpPr>
        <p:grpSpPr bwMode="auto">
          <a:xfrm>
            <a:off x="938477" y="2948103"/>
            <a:ext cx="5398159" cy="431800"/>
            <a:chOff x="913" y="2630"/>
            <a:chExt cx="4032" cy="301"/>
          </a:xfrm>
        </p:grpSpPr>
        <p:sp>
          <p:nvSpPr>
            <p:cNvPr id="105" name="Line 21">
              <a:extLst>
                <a:ext uri="{FF2B5EF4-FFF2-40B4-BE49-F238E27FC236}">
                  <a16:creationId xmlns:a16="http://schemas.microsoft.com/office/drawing/2014/main" id="{343A9FA1-4ABB-B469-0691-275E04790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291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22">
              <a:extLst>
                <a:ext uri="{FF2B5EF4-FFF2-40B4-BE49-F238E27FC236}">
                  <a16:creationId xmlns:a16="http://schemas.microsoft.com/office/drawing/2014/main" id="{E04239EB-2BBA-2FE3-0BF3-A2E915EAC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5" y="2630"/>
              <a:ext cx="0" cy="3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23">
              <a:extLst>
                <a:ext uri="{FF2B5EF4-FFF2-40B4-BE49-F238E27FC236}">
                  <a16:creationId xmlns:a16="http://schemas.microsoft.com/office/drawing/2014/main" id="{C14347C4-7D32-F0C7-427E-6AEB0AA4F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263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4">
              <a:extLst>
                <a:ext uri="{FF2B5EF4-FFF2-40B4-BE49-F238E27FC236}">
                  <a16:creationId xmlns:a16="http://schemas.microsoft.com/office/drawing/2014/main" id="{0081BAB4-D58A-7266-8FA4-A84C147A1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263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5">
              <a:extLst>
                <a:ext uri="{FF2B5EF4-FFF2-40B4-BE49-F238E27FC236}">
                  <a16:creationId xmlns:a16="http://schemas.microsoft.com/office/drawing/2014/main" id="{0DFDEFEF-CB96-9282-097B-6F09548B6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2918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26">
              <a:extLst>
                <a:ext uri="{FF2B5EF4-FFF2-40B4-BE49-F238E27FC236}">
                  <a16:creationId xmlns:a16="http://schemas.microsoft.com/office/drawing/2014/main" id="{4EE0F48C-E3B9-F324-87FF-B8647657D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9" y="263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7">
              <a:extLst>
                <a:ext uri="{FF2B5EF4-FFF2-40B4-BE49-F238E27FC236}">
                  <a16:creationId xmlns:a16="http://schemas.microsoft.com/office/drawing/2014/main" id="{295A8F1E-895F-1D96-A6A8-C00C14D2A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9" y="263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8">
              <a:extLst>
                <a:ext uri="{FF2B5EF4-FFF2-40B4-BE49-F238E27FC236}">
                  <a16:creationId xmlns:a16="http://schemas.microsoft.com/office/drawing/2014/main" id="{588A5C7B-A40C-D229-93E3-ED274DCC3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263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9">
              <a:extLst>
                <a:ext uri="{FF2B5EF4-FFF2-40B4-BE49-F238E27FC236}">
                  <a16:creationId xmlns:a16="http://schemas.microsoft.com/office/drawing/2014/main" id="{423D4FA4-8E92-B87B-93FB-21395D5B7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2918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 Box 34">
                <a:extLst>
                  <a:ext uri="{FF2B5EF4-FFF2-40B4-BE49-F238E27FC236}">
                    <a16:creationId xmlns:a16="http://schemas.microsoft.com/office/drawing/2014/main" id="{72386508-6196-44C0-D2A8-9E5CD4CA00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000" y="2016000"/>
                <a:ext cx="511679" cy="609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b="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8" name="Text Box 34">
                <a:extLst>
                  <a:ext uri="{FF2B5EF4-FFF2-40B4-BE49-F238E27FC236}">
                    <a16:creationId xmlns:a16="http://schemas.microsoft.com/office/drawing/2014/main" id="{72386508-6196-44C0-D2A8-9E5CD4CA0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000" y="2016000"/>
                <a:ext cx="511679" cy="6093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 Box 35">
                <a:extLst>
                  <a:ext uri="{FF2B5EF4-FFF2-40B4-BE49-F238E27FC236}">
                    <a16:creationId xmlns:a16="http://schemas.microsoft.com/office/drawing/2014/main" id="{3592D362-2956-211E-69FC-635221F46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000" y="2880000"/>
                <a:ext cx="511679" cy="609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zh-CN" altLang="en-US" b="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9" name="Text Box 35">
                <a:extLst>
                  <a:ext uri="{FF2B5EF4-FFF2-40B4-BE49-F238E27FC236}">
                    <a16:creationId xmlns:a16="http://schemas.microsoft.com/office/drawing/2014/main" id="{3592D362-2956-211E-69FC-635221F46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000" y="2880000"/>
                <a:ext cx="511679" cy="609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 Box 36">
                <a:extLst>
                  <a:ext uri="{FF2B5EF4-FFF2-40B4-BE49-F238E27FC236}">
                    <a16:creationId xmlns:a16="http://schemas.microsoft.com/office/drawing/2014/main" id="{D6965EC7-3756-9BC1-5EEF-2CD4B547F9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000" y="3672000"/>
                <a:ext cx="51167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b="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Text Box 36">
                <a:extLst>
                  <a:ext uri="{FF2B5EF4-FFF2-40B4-BE49-F238E27FC236}">
                    <a16:creationId xmlns:a16="http://schemas.microsoft.com/office/drawing/2014/main" id="{D6965EC7-3756-9BC1-5EEF-2CD4B547F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000" y="3672000"/>
                <a:ext cx="51167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Group 37">
            <a:extLst>
              <a:ext uri="{FF2B5EF4-FFF2-40B4-BE49-F238E27FC236}">
                <a16:creationId xmlns:a16="http://schemas.microsoft.com/office/drawing/2014/main" id="{1791895D-D5E5-27C6-0346-F52B933D799A}"/>
              </a:ext>
            </a:extLst>
          </p:cNvPr>
          <p:cNvGrpSpPr>
            <a:grpSpLocks/>
          </p:cNvGrpSpPr>
          <p:nvPr/>
        </p:nvGrpSpPr>
        <p:grpSpPr bwMode="auto">
          <a:xfrm>
            <a:off x="938477" y="3740262"/>
            <a:ext cx="5398159" cy="381000"/>
            <a:chOff x="913" y="3158"/>
            <a:chExt cx="4032" cy="240"/>
          </a:xfrm>
        </p:grpSpPr>
        <p:sp>
          <p:nvSpPr>
            <p:cNvPr id="122" name="Line 38">
              <a:extLst>
                <a:ext uri="{FF2B5EF4-FFF2-40B4-BE49-F238E27FC236}">
                  <a16:creationId xmlns:a16="http://schemas.microsoft.com/office/drawing/2014/main" id="{D55659EE-83D0-6B1C-877D-00A62FD17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3398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39">
              <a:extLst>
                <a:ext uri="{FF2B5EF4-FFF2-40B4-BE49-F238E27FC236}">
                  <a16:creationId xmlns:a16="http://schemas.microsoft.com/office/drawing/2014/main" id="{F21BE654-162B-77C8-DE48-0BF79E797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5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40">
              <a:extLst>
                <a:ext uri="{FF2B5EF4-FFF2-40B4-BE49-F238E27FC236}">
                  <a16:creationId xmlns:a16="http://schemas.microsoft.com/office/drawing/2014/main" id="{8874204C-082D-7BC3-A827-5FB3065C6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315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41">
              <a:extLst>
                <a:ext uri="{FF2B5EF4-FFF2-40B4-BE49-F238E27FC236}">
                  <a16:creationId xmlns:a16="http://schemas.microsoft.com/office/drawing/2014/main" id="{134DDA73-DDD5-09FE-EDE3-41FFE54C4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42">
              <a:extLst>
                <a:ext uri="{FF2B5EF4-FFF2-40B4-BE49-F238E27FC236}">
                  <a16:creationId xmlns:a16="http://schemas.microsoft.com/office/drawing/2014/main" id="{DCF2BC6B-A5FB-620C-525B-4FE3E10E1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339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43">
              <a:extLst>
                <a:ext uri="{FF2B5EF4-FFF2-40B4-BE49-F238E27FC236}">
                  <a16:creationId xmlns:a16="http://schemas.microsoft.com/office/drawing/2014/main" id="{F8401172-7B81-EDA3-7C8F-7DB0089F19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9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44">
              <a:extLst>
                <a:ext uri="{FF2B5EF4-FFF2-40B4-BE49-F238E27FC236}">
                  <a16:creationId xmlns:a16="http://schemas.microsoft.com/office/drawing/2014/main" id="{C94BC3FE-1FD5-DFA1-7A40-90FEED3C9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9" y="315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45">
              <a:extLst>
                <a:ext uri="{FF2B5EF4-FFF2-40B4-BE49-F238E27FC236}">
                  <a16:creationId xmlns:a16="http://schemas.microsoft.com/office/drawing/2014/main" id="{5CE4B6F5-1C4C-CBD2-42F9-D7D6E49E9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46">
              <a:extLst>
                <a:ext uri="{FF2B5EF4-FFF2-40B4-BE49-F238E27FC236}">
                  <a16:creationId xmlns:a16="http://schemas.microsoft.com/office/drawing/2014/main" id="{7F543F39-DA88-3059-5885-AA0139352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339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47">
              <a:extLst>
                <a:ext uri="{FF2B5EF4-FFF2-40B4-BE49-F238E27FC236}">
                  <a16:creationId xmlns:a16="http://schemas.microsoft.com/office/drawing/2014/main" id="{01C3B451-5BE9-EE31-921E-C32C175BF3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7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48">
              <a:extLst>
                <a:ext uri="{FF2B5EF4-FFF2-40B4-BE49-F238E27FC236}">
                  <a16:creationId xmlns:a16="http://schemas.microsoft.com/office/drawing/2014/main" id="{175EBC4A-B438-9984-945A-AAED39F12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" y="315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589E445-BA1F-1CAA-CC3B-D79A5DD190F5}"/>
              </a:ext>
            </a:extLst>
          </p:cNvPr>
          <p:cNvSpPr txBox="1"/>
          <p:nvPr/>
        </p:nvSpPr>
        <p:spPr>
          <a:xfrm>
            <a:off x="1247686" y="4201443"/>
            <a:ext cx="911803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46D8657-7E53-1ECD-ECD6-3F8C85C51514}"/>
              </a:ext>
            </a:extLst>
          </p:cNvPr>
          <p:cNvSpPr txBox="1"/>
          <p:nvPr/>
        </p:nvSpPr>
        <p:spPr>
          <a:xfrm>
            <a:off x="2597226" y="4201443"/>
            <a:ext cx="911803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跟随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E459FB6E-1D45-5A85-D6E3-46D1DCC7BDC4}"/>
              </a:ext>
            </a:extLst>
          </p:cNvPr>
          <p:cNvSpPr txBox="1"/>
          <p:nvPr/>
        </p:nvSpPr>
        <p:spPr>
          <a:xfrm>
            <a:off x="4627589" y="4201443"/>
            <a:ext cx="911803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跟随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B3E561B-8FB3-F1A2-3155-44F5544ABA5E}"/>
              </a:ext>
            </a:extLst>
          </p:cNvPr>
          <p:cNvSpPr txBox="1"/>
          <p:nvPr/>
        </p:nvSpPr>
        <p:spPr>
          <a:xfrm>
            <a:off x="3658526" y="4201443"/>
            <a:ext cx="911803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F55B402-5213-EA14-C9A7-E94A210987A9}"/>
              </a:ext>
            </a:extLst>
          </p:cNvPr>
          <p:cNvSpPr txBox="1"/>
          <p:nvPr/>
        </p:nvSpPr>
        <p:spPr>
          <a:xfrm>
            <a:off x="5553229" y="4206257"/>
            <a:ext cx="911803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654FB4-D074-13CC-54B1-523C0A6D2343}"/>
              </a:ext>
            </a:extLst>
          </p:cNvPr>
          <p:cNvGrpSpPr/>
          <p:nvPr/>
        </p:nvGrpSpPr>
        <p:grpSpPr>
          <a:xfrm>
            <a:off x="8109385" y="1080000"/>
            <a:ext cx="2772741" cy="1582767"/>
            <a:chOff x="4368223" y="1943831"/>
            <a:chExt cx="2772741" cy="1582767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823E913-6F40-AFD8-E100-50E58CF6954E}"/>
                </a:ext>
              </a:extLst>
            </p:cNvPr>
            <p:cNvSpPr/>
            <p:nvPr/>
          </p:nvSpPr>
          <p:spPr>
            <a:xfrm>
              <a:off x="5136551" y="1943831"/>
              <a:ext cx="1147729" cy="158276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437FAD6E-4698-52B7-1AA8-11ECDC348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292" y="2298205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0F476EA3-A790-2B54-CDCE-CAEB3368D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292" y="3182629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1968E9B-7699-F5AE-1276-004CF2C7949C}"/>
                    </a:ext>
                  </a:extLst>
                </p:cNvPr>
                <p:cNvSpPr txBox="1"/>
                <p:nvPr/>
              </p:nvSpPr>
              <p:spPr>
                <a:xfrm>
                  <a:off x="5103274" y="2065336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1968E9B-7699-F5AE-1276-004CF2C79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274" y="2065336"/>
                  <a:ext cx="58416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72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DDFFEC1-4C7E-5EA0-E503-168CC905A9F4}"/>
                    </a:ext>
                  </a:extLst>
                </p:cNvPr>
                <p:cNvSpPr txBox="1"/>
                <p:nvPr/>
              </p:nvSpPr>
              <p:spPr>
                <a:xfrm>
                  <a:off x="5103276" y="2975749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DDFFEC1-4C7E-5EA0-E503-168CC905A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276" y="2975749"/>
                  <a:ext cx="584160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0808C24D-65EF-50FC-69E6-A30BEDFD6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280" y="2298205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77538591-8BF4-4985-4C3D-87C14C87B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280" y="3182628"/>
              <a:ext cx="3332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F052B79-F018-4762-BD21-12FC6450BC00}"/>
                </a:ext>
              </a:extLst>
            </p:cNvPr>
            <p:cNvSpPr/>
            <p:nvPr/>
          </p:nvSpPr>
          <p:spPr>
            <a:xfrm flipV="1">
              <a:off x="6291849" y="3112978"/>
              <a:ext cx="148040" cy="13929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CE7F083-0ECB-2AFC-BE37-D37D2B16F662}"/>
                    </a:ext>
                  </a:extLst>
                </p:cNvPr>
                <p:cNvSpPr txBox="1"/>
                <p:nvPr/>
              </p:nvSpPr>
              <p:spPr>
                <a:xfrm>
                  <a:off x="6556804" y="2063970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CE7F083-0ECB-2AFC-BE37-D37D2B16F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804" y="2063970"/>
                  <a:ext cx="584160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0E02C10-E3EA-2E03-9896-41E7801A473D}"/>
                    </a:ext>
                  </a:extLst>
                </p:cNvPr>
                <p:cNvSpPr txBox="1"/>
                <p:nvPr/>
              </p:nvSpPr>
              <p:spPr>
                <a:xfrm>
                  <a:off x="6555660" y="2980275"/>
                  <a:ext cx="58416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0E02C10-E3EA-2E03-9896-41E7801A4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5660" y="2980275"/>
                  <a:ext cx="584160" cy="462434"/>
                </a:xfrm>
                <a:prstGeom prst="rect">
                  <a:avLst/>
                </a:prstGeom>
                <a:blipFill>
                  <a:blip r:embed="rId14"/>
                  <a:stretch>
                    <a:fillRect r="-41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0816EB-80D6-838F-AA03-4E06DCFD4C3D}"/>
                    </a:ext>
                  </a:extLst>
                </p:cNvPr>
                <p:cNvSpPr txBox="1"/>
                <p:nvPr/>
              </p:nvSpPr>
              <p:spPr>
                <a:xfrm>
                  <a:off x="4368223" y="2065532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0816EB-80D6-838F-AA03-4E06DCFD4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23" y="2065532"/>
                  <a:ext cx="584160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52BB957-29EC-793D-8846-86154935C18A}"/>
                    </a:ext>
                  </a:extLst>
                </p:cNvPr>
                <p:cNvSpPr txBox="1"/>
                <p:nvPr/>
              </p:nvSpPr>
              <p:spPr>
                <a:xfrm>
                  <a:off x="4368225" y="2975945"/>
                  <a:ext cx="58416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52BB957-29EC-793D-8846-86154935C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25" y="2975945"/>
                  <a:ext cx="584160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32C465C4-29FE-AF0E-2FC8-E63C5F6EA85F}"/>
              </a:ext>
            </a:extLst>
          </p:cNvPr>
          <p:cNvSpPr txBox="1"/>
          <p:nvPr/>
        </p:nvSpPr>
        <p:spPr>
          <a:xfrm>
            <a:off x="7560000" y="3168000"/>
            <a:ext cx="3871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DB30C2EA-38EE-DE4A-986D-2490F16AF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180407"/>
                  </p:ext>
                </p:extLst>
              </p:nvPr>
            </p:nvGraphicFramePr>
            <p:xfrm>
              <a:off x="7560000" y="3600000"/>
              <a:ext cx="3871513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275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592759">
                      <a:extLst>
                        <a:ext uri="{9D8B030D-6E8A-4147-A177-3AD203B41FA5}">
                          <a16:colId xmlns:a16="http://schemas.microsoft.com/office/drawing/2014/main" val="545914867"/>
                        </a:ext>
                      </a:extLst>
                    </a:gridCol>
                    <a:gridCol w="1502879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83116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3923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DB30C2EA-38EE-DE4A-986D-2490F16AF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180407"/>
                  </p:ext>
                </p:extLst>
              </p:nvPr>
            </p:nvGraphicFramePr>
            <p:xfrm>
              <a:off x="7560000" y="3600000"/>
              <a:ext cx="3871513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275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592759">
                      <a:extLst>
                        <a:ext uri="{9D8B030D-6E8A-4147-A177-3AD203B41FA5}">
                          <a16:colId xmlns:a16="http://schemas.microsoft.com/office/drawing/2014/main" val="545914867"/>
                        </a:ext>
                      </a:extLst>
                    </a:gridCol>
                    <a:gridCol w="1502879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83116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31" t="-6667" r="-557732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6667" r="-45204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标题 1">
            <a:extLst>
              <a:ext uri="{FF2B5EF4-FFF2-40B4-BE49-F238E27FC236}">
                <a16:creationId xmlns:a16="http://schemas.microsoft.com/office/drawing/2014/main" id="{C9D3DFD0-21F7-199B-58E3-B09686AEBF1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000" dirty="0"/>
              <a:t>D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4490002-42DA-44C3-21DC-AD57FF3F3B6B}"/>
                  </a:ext>
                </a:extLst>
              </p:cNvPr>
              <p:cNvSpPr txBox="1"/>
              <p:nvPr/>
            </p:nvSpPr>
            <p:spPr>
              <a:xfrm>
                <a:off x="8841325" y="3600000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4490002-42DA-44C3-21DC-AD57FF3F3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325" y="3600000"/>
                <a:ext cx="1228725" cy="462434"/>
              </a:xfrm>
              <a:prstGeom prst="rect">
                <a:avLst/>
              </a:prstGeom>
              <a:blipFill>
                <a:blip r:embed="rId17"/>
                <a:stretch>
                  <a:fillRect r="-3217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40D7AB1-2FE0-4490-2F3A-C11050A6F236}"/>
              </a:ext>
            </a:extLst>
          </p:cNvPr>
          <p:cNvSpPr txBox="1"/>
          <p:nvPr/>
        </p:nvSpPr>
        <p:spPr>
          <a:xfrm>
            <a:off x="720000" y="5400000"/>
            <a:ext cx="4766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有效电平期间，锁存器可以随激励输入变化发生多次翻转</a:t>
            </a:r>
          </a:p>
        </p:txBody>
      </p:sp>
    </p:spTree>
    <p:extLst>
      <p:ext uri="{BB962C8B-B14F-4D97-AF65-F5344CB8AC3E}">
        <p14:creationId xmlns:p14="http://schemas.microsoft.com/office/powerpoint/2010/main" val="97884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39" grpId="0"/>
      <p:bldP spid="140" grpId="0"/>
      <p:bldP spid="141" grpId="0"/>
      <p:bldP spid="142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8E44-C4B2-1865-E44F-8B641096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E74CA33-3A46-DB05-0D30-213126C40A5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83910CB-C1AD-4D4D-242F-185E81E0269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3EE05C7-6DF8-8371-819F-775A0923131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C6D9DBA0-2207-9064-32F5-7333E51B271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89BF137E-0180-5533-D788-FCD55BECE9D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8EDD8E-7FF1-4C1A-4A0B-733E18098219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899281" cy="1098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传输门控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锁存器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传输门中，当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4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4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连通，否则断开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8EDD8E-7FF1-4C1A-4A0B-733E18098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899281" cy="1098699"/>
              </a:xfrm>
              <a:prstGeom prst="rect">
                <a:avLst/>
              </a:prstGeom>
              <a:blipFill>
                <a:blip r:embed="rId2"/>
                <a:stretch>
                  <a:fillRect l="-1370" t="-2222"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F4D8C341-5034-6299-D5DC-31E4F402C22F}"/>
              </a:ext>
            </a:extLst>
          </p:cNvPr>
          <p:cNvGrpSpPr/>
          <p:nvPr/>
        </p:nvGrpSpPr>
        <p:grpSpPr>
          <a:xfrm>
            <a:off x="9349383" y="628736"/>
            <a:ext cx="2552783" cy="2261593"/>
            <a:chOff x="8753999" y="823229"/>
            <a:chExt cx="2552783" cy="2261593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9D5143C-2B4A-454F-C1A2-AF4B4F02BF7C}"/>
                </a:ext>
              </a:extLst>
            </p:cNvPr>
            <p:cNvSpPr/>
            <p:nvPr/>
          </p:nvSpPr>
          <p:spPr>
            <a:xfrm>
              <a:off x="9542609" y="1619455"/>
              <a:ext cx="975563" cy="73302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  <a:endPara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5DA3133-A564-270B-7EBF-EEC725F29895}"/>
                </a:ext>
              </a:extLst>
            </p:cNvPr>
            <p:cNvSpPr/>
            <p:nvPr/>
          </p:nvSpPr>
          <p:spPr>
            <a:xfrm flipV="1">
              <a:off x="9954051" y="1446185"/>
              <a:ext cx="152677" cy="159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689A203-D83D-04DA-625C-117B0C30D66A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>
              <a:off x="9238274" y="1985965"/>
              <a:ext cx="3043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A0A461C-58C1-F17F-8D16-F9E7429169AD}"/>
                </a:ext>
              </a:extLst>
            </p:cNvPr>
            <p:cNvCxnSpPr>
              <a:cxnSpLocks/>
            </p:cNvCxnSpPr>
            <p:nvPr/>
          </p:nvCxnSpPr>
          <p:spPr>
            <a:xfrm>
              <a:off x="10518172" y="1985965"/>
              <a:ext cx="3043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D18C8FD-12F2-E1E8-5487-994F4C0E457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878221" y="2503300"/>
              <a:ext cx="3043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4CC56E0E-E7A8-22E9-C1F5-C9EF30FBB29A}"/>
                </a:ext>
              </a:extLst>
            </p:cNvPr>
            <p:cNvCxnSpPr>
              <a:cxnSpLocks/>
            </p:cNvCxnSpPr>
            <p:nvPr/>
          </p:nvCxnSpPr>
          <p:spPr>
            <a:xfrm>
              <a:off x="10032072" y="1231813"/>
              <a:ext cx="0" cy="20749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17D994F-558D-3366-61D4-56D5EB7D880F}"/>
                    </a:ext>
                  </a:extLst>
                </p:cNvPr>
                <p:cNvSpPr txBox="1"/>
                <p:nvPr/>
              </p:nvSpPr>
              <p:spPr>
                <a:xfrm>
                  <a:off x="8753999" y="1767883"/>
                  <a:ext cx="48427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17D994F-558D-3366-61D4-56D5EB7D8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3999" y="1767883"/>
                  <a:ext cx="484276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2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46F274C-336D-292E-5FA8-E8D79F3AB025}"/>
                    </a:ext>
                  </a:extLst>
                </p:cNvPr>
                <p:cNvSpPr txBox="1"/>
                <p:nvPr/>
              </p:nvSpPr>
              <p:spPr>
                <a:xfrm>
                  <a:off x="10822506" y="1767883"/>
                  <a:ext cx="48427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46F274C-336D-292E-5FA8-E8D79F3AB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2506" y="1767883"/>
                  <a:ext cx="484276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8D6DB9A1-BDDA-DB0E-C6EF-51C138FC962B}"/>
                    </a:ext>
                  </a:extLst>
                </p:cNvPr>
                <p:cNvSpPr txBox="1"/>
                <p:nvPr/>
              </p:nvSpPr>
              <p:spPr>
                <a:xfrm>
                  <a:off x="9833776" y="823229"/>
                  <a:ext cx="48427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8D6DB9A1-BDDA-DB0E-C6EF-51C138FC96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776" y="823229"/>
                  <a:ext cx="484276" cy="46243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4D0BD30-CF41-E120-E712-F02BCA97D8CA}"/>
                    </a:ext>
                  </a:extLst>
                </p:cNvPr>
                <p:cNvSpPr txBox="1"/>
                <p:nvPr/>
              </p:nvSpPr>
              <p:spPr>
                <a:xfrm>
                  <a:off x="9833776" y="2623157"/>
                  <a:ext cx="48427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4D0BD30-CF41-E120-E712-F02BCA97D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776" y="2623157"/>
                  <a:ext cx="484276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6BA68FCF-4DCC-95F4-8E21-EBF446009616}"/>
              </a:ext>
            </a:extLst>
          </p:cNvPr>
          <p:cNvGrpSpPr/>
          <p:nvPr/>
        </p:nvGrpSpPr>
        <p:grpSpPr>
          <a:xfrm>
            <a:off x="612000" y="5153963"/>
            <a:ext cx="2768756" cy="1072658"/>
            <a:chOff x="1091909" y="4932159"/>
            <a:chExt cx="2768756" cy="10726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055DD433-E183-C847-923B-0F2BAA4C6F66}"/>
                    </a:ext>
                  </a:extLst>
                </p:cNvPr>
                <p:cNvSpPr txBox="1"/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055DD433-E183-C847-923B-0F2BAA4C6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50C82959-0133-05E1-DA20-31BCF4CDF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8" name="等腰三角形 107">
              <a:extLst>
                <a:ext uri="{FF2B5EF4-FFF2-40B4-BE49-F238E27FC236}">
                  <a16:creationId xmlns:a16="http://schemas.microsoft.com/office/drawing/2014/main" id="{93E14702-862D-61BF-7208-AF21C0383BD0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1CB7A1AD-5523-8167-D370-ACCABE2CC4D5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0" name="Line 27">
              <a:extLst>
                <a:ext uri="{FF2B5EF4-FFF2-40B4-BE49-F238E27FC236}">
                  <a16:creationId xmlns:a16="http://schemas.microsoft.com/office/drawing/2014/main" id="{5F0E653F-48DB-2330-CC84-6B794E834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1" name="等腰三角形 110">
              <a:extLst>
                <a:ext uri="{FF2B5EF4-FFF2-40B4-BE49-F238E27FC236}">
                  <a16:creationId xmlns:a16="http://schemas.microsoft.com/office/drawing/2014/main" id="{534E6B77-E940-D9AB-DDEE-BE2FD3E748CF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F4FBC03C-692A-FEFD-9E38-940552F391A9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445615D3-BA96-1CD7-55F4-028F1966F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4" name="Line 27">
              <a:extLst>
                <a:ext uri="{FF2B5EF4-FFF2-40B4-BE49-F238E27FC236}">
                  <a16:creationId xmlns:a16="http://schemas.microsoft.com/office/drawing/2014/main" id="{B851D720-0A7E-E31C-CFB2-DB40E9AB5C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70793" y="5572270"/>
              <a:ext cx="435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3BBCFD4E-CBFD-0934-E041-02B0222DFD26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6" name="Line 27">
              <a:extLst>
                <a:ext uri="{FF2B5EF4-FFF2-40B4-BE49-F238E27FC236}">
                  <a16:creationId xmlns:a16="http://schemas.microsoft.com/office/drawing/2014/main" id="{695EC298-FF9D-8E33-974B-C066F06EED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43551" y="5581163"/>
              <a:ext cx="432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C4DDCF9-9B77-F15B-EE76-659CFFEDADEA}"/>
                    </a:ext>
                  </a:extLst>
                </p:cNvPr>
                <p:cNvSpPr txBox="1"/>
                <p:nvPr/>
              </p:nvSpPr>
              <p:spPr>
                <a:xfrm>
                  <a:off x="2348269" y="493215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C4DDCF9-9B77-F15B-EE76-659CFFEDA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269" y="4932159"/>
                  <a:ext cx="539355" cy="462434"/>
                </a:xfrm>
                <a:prstGeom prst="rect">
                  <a:avLst/>
                </a:prstGeom>
                <a:blipFill>
                  <a:blip r:embed="rId8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2A27A834-CF1B-C5E1-2D42-D6B2D8A2D0A6}"/>
                    </a:ext>
                  </a:extLst>
                </p:cNvPr>
                <p:cNvSpPr txBox="1"/>
                <p:nvPr/>
              </p:nvSpPr>
              <p:spPr>
                <a:xfrm>
                  <a:off x="3321310" y="493215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2A27A834-CF1B-C5E1-2D42-D6B2D8A2D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310" y="4932159"/>
                  <a:ext cx="539355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D0B06B0-A99D-7D80-9060-DF12C7B7DFC4}"/>
              </a:ext>
            </a:extLst>
          </p:cNvPr>
          <p:cNvGrpSpPr/>
          <p:nvPr/>
        </p:nvGrpSpPr>
        <p:grpSpPr>
          <a:xfrm>
            <a:off x="2234851" y="2176964"/>
            <a:ext cx="4446086" cy="3360674"/>
            <a:chOff x="2823326" y="1634316"/>
            <a:chExt cx="4446086" cy="33606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959921F8-16F2-14F7-7F9B-A9B12F7BA472}"/>
                    </a:ext>
                  </a:extLst>
                </p:cNvPr>
                <p:cNvSpPr txBox="1"/>
                <p:nvPr/>
              </p:nvSpPr>
              <p:spPr>
                <a:xfrm>
                  <a:off x="6730057" y="233860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959921F8-16F2-14F7-7F9B-A9B12F7BA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0057" y="2338609"/>
                  <a:ext cx="539355" cy="462434"/>
                </a:xfrm>
                <a:prstGeom prst="rect">
                  <a:avLst/>
                </a:prstGeom>
                <a:blipFill>
                  <a:blip r:embed="rId18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5FBD892-69F6-6001-14C0-E4BCEFEE4806}"/>
                </a:ext>
              </a:extLst>
            </p:cNvPr>
            <p:cNvSpPr/>
            <p:nvPr/>
          </p:nvSpPr>
          <p:spPr>
            <a:xfrm>
              <a:off x="3452577" y="2286043"/>
              <a:ext cx="716034" cy="57507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  <a:endPara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8CC7B52-F797-A3F1-827B-EB76146E3C3E}"/>
                </a:ext>
              </a:extLst>
            </p:cNvPr>
            <p:cNvSpPr/>
            <p:nvPr/>
          </p:nvSpPr>
          <p:spPr>
            <a:xfrm flipV="1">
              <a:off x="3740978" y="2132505"/>
              <a:ext cx="139231" cy="14547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10BE812C-F066-45EF-100F-A28BE3FD3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899" y="2573582"/>
              <a:ext cx="2696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AE9B495A-EBB6-0A23-EAD5-46A5A4096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8611" y="2573582"/>
              <a:ext cx="12609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3CB993CE-E42D-11DD-ECBD-66221BCBE4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48815" y="2077937"/>
              <a:ext cx="123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D351E656-7253-9DB4-AD1E-7468763099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4245" y="2938968"/>
              <a:ext cx="1726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934555D5-4812-EF1B-779D-FA4D2E62B161}"/>
                </a:ext>
              </a:extLst>
            </p:cNvPr>
            <p:cNvSpPr/>
            <p:nvPr/>
          </p:nvSpPr>
          <p:spPr>
            <a:xfrm rot="5400000">
              <a:off x="5400132" y="238960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B323661-60CB-7B37-D23B-44FFF64C6F5F}"/>
                </a:ext>
              </a:extLst>
            </p:cNvPr>
            <p:cNvSpPr/>
            <p:nvPr/>
          </p:nvSpPr>
          <p:spPr>
            <a:xfrm flipV="1">
              <a:off x="5797527" y="251469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9FBDA1A-8A4B-1816-94F1-64CFAEF836B1}"/>
                </a:ext>
              </a:extLst>
            </p:cNvPr>
            <p:cNvSpPr/>
            <p:nvPr/>
          </p:nvSpPr>
          <p:spPr>
            <a:xfrm>
              <a:off x="4517030" y="3196605"/>
              <a:ext cx="716034" cy="57507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  <a:endPara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B7BBC7E-5110-C35D-5162-59B7C4BDE14E}"/>
                </a:ext>
              </a:extLst>
            </p:cNvPr>
            <p:cNvSpPr/>
            <p:nvPr/>
          </p:nvSpPr>
          <p:spPr>
            <a:xfrm flipV="1">
              <a:off x="4366973" y="3411409"/>
              <a:ext cx="139231" cy="14547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CD032D6A-0ED7-A5C7-A9C9-D2F902D1E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5835" y="3484144"/>
              <a:ext cx="1026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16692F3-E640-9EF2-E831-C0FB97915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3064" y="3484144"/>
              <a:ext cx="1465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786CE684-5B5A-D058-1800-AEF048BFA8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54516" y="2876030"/>
              <a:ext cx="6411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8B5213D1-6695-F661-8EB6-05137D26BFFB}"/>
                </a:ext>
              </a:extLst>
            </p:cNvPr>
            <p:cNvSpPr/>
            <p:nvPr/>
          </p:nvSpPr>
          <p:spPr>
            <a:xfrm flipV="1">
              <a:off x="4829408" y="252466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FE4AACE9-51C3-92F0-951A-29A6308EA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0243" y="2572394"/>
              <a:ext cx="7893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036EEEE3-72E8-147A-FDCA-16654B5407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71055" y="3879842"/>
              <a:ext cx="216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9F5A4457-126F-6CEF-CE49-A3C4CAA901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637577" y="3279469"/>
              <a:ext cx="14170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D31BB5EE-CE0C-77C3-6CED-819FAE2180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348083" y="3501339"/>
              <a:ext cx="528966" cy="14787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64023FD8-062D-FDA4-FD36-3C103CE43D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30810" y="4643801"/>
              <a:ext cx="299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DDA11A8B-2B81-CE61-1D82-34042F2C21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201040" y="4637265"/>
              <a:ext cx="2862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338F84DB-AF0E-A8D1-8DEA-4AA9117C15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5348083" y="3502526"/>
              <a:ext cx="528966" cy="14787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5B2FDBB4-97A5-7B38-AE4F-76E23256B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206" y="4781574"/>
              <a:ext cx="747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3" name="等腰三角形 32">
              <a:extLst>
                <a:ext uri="{FF2B5EF4-FFF2-40B4-BE49-F238E27FC236}">
                  <a16:creationId xmlns:a16="http://schemas.microsoft.com/office/drawing/2014/main" id="{9145BAE9-BAB4-AC0C-E5C9-01FCAA955504}"/>
                </a:ext>
              </a:extLst>
            </p:cNvPr>
            <p:cNvSpPr/>
            <p:nvPr/>
          </p:nvSpPr>
          <p:spPr>
            <a:xfrm rot="5400000">
              <a:off x="5591581" y="4597595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05F1C4F9-3994-059A-D083-57D54DBEE5FB}"/>
                </a:ext>
              </a:extLst>
            </p:cNvPr>
            <p:cNvSpPr/>
            <p:nvPr/>
          </p:nvSpPr>
          <p:spPr>
            <a:xfrm flipV="1">
              <a:off x="5988976" y="4722690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7C37E614-30ED-47E1-343B-326E7A41C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1692" y="4780386"/>
              <a:ext cx="599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094CC773-5FDB-7DFA-EF1B-E64E528E22EE}"/>
                </a:ext>
              </a:extLst>
            </p:cNvPr>
            <p:cNvSpPr/>
            <p:nvPr/>
          </p:nvSpPr>
          <p:spPr>
            <a:xfrm flipV="1">
              <a:off x="6298477" y="473265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ABA0107-E160-F240-120A-D824B10338D9}"/>
                    </a:ext>
                  </a:extLst>
                </p:cNvPr>
                <p:cNvSpPr txBox="1"/>
                <p:nvPr/>
              </p:nvSpPr>
              <p:spPr>
                <a:xfrm>
                  <a:off x="6699347" y="4532556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ABA0107-E160-F240-120A-D824B1033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9347" y="4532556"/>
                  <a:ext cx="539355" cy="462434"/>
                </a:xfrm>
                <a:prstGeom prst="rect">
                  <a:avLst/>
                </a:prstGeom>
                <a:blipFill>
                  <a:blip r:embed="rId1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100E54D-9989-AA61-9565-0CC27DD6FEEE}"/>
                    </a:ext>
                  </a:extLst>
                </p:cNvPr>
                <p:cNvSpPr txBox="1"/>
                <p:nvPr/>
              </p:nvSpPr>
              <p:spPr>
                <a:xfrm>
                  <a:off x="3581493" y="1634316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100E54D-9989-AA61-9565-0CC27DD6F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93" y="1634316"/>
                  <a:ext cx="539355" cy="462434"/>
                </a:xfrm>
                <a:prstGeom prst="rect">
                  <a:avLst/>
                </a:prstGeom>
                <a:blipFill>
                  <a:blip r:embed="rId20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6D30DA6-28B9-988A-37BD-1761AA013D2A}"/>
                    </a:ext>
                  </a:extLst>
                </p:cNvPr>
                <p:cNvSpPr txBox="1"/>
                <p:nvPr/>
              </p:nvSpPr>
              <p:spPr>
                <a:xfrm>
                  <a:off x="3581492" y="292922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6D30DA6-28B9-988A-37BD-1761AA013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92" y="2929222"/>
                  <a:ext cx="539355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7DF623B3-4B94-13B0-D6E5-A267015A300B}"/>
                    </a:ext>
                  </a:extLst>
                </p:cNvPr>
                <p:cNvSpPr txBox="1"/>
                <p:nvPr/>
              </p:nvSpPr>
              <p:spPr>
                <a:xfrm>
                  <a:off x="3919653" y="3256027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7DF623B3-4B94-13B0-D6E5-A267015A3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653" y="3256027"/>
                  <a:ext cx="539355" cy="46243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53A0E3-384A-7B20-00B8-7F2D077A3C7E}"/>
                    </a:ext>
                  </a:extLst>
                </p:cNvPr>
                <p:cNvSpPr txBox="1"/>
                <p:nvPr/>
              </p:nvSpPr>
              <p:spPr>
                <a:xfrm>
                  <a:off x="5261871" y="32516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53A0E3-384A-7B20-00B8-7F2D077A3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871" y="3251639"/>
                  <a:ext cx="539355" cy="461665"/>
                </a:xfrm>
                <a:prstGeom prst="rect">
                  <a:avLst/>
                </a:prstGeom>
                <a:blipFill>
                  <a:blip r:embed="rId2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B6689747-576D-0324-9FBA-20DA4C81EDE4}"/>
                    </a:ext>
                  </a:extLst>
                </p:cNvPr>
                <p:cNvSpPr txBox="1"/>
                <p:nvPr/>
              </p:nvSpPr>
              <p:spPr>
                <a:xfrm>
                  <a:off x="2823326" y="2342364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B6689747-576D-0324-9FBA-20DA4C81ED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3326" y="2342364"/>
                  <a:ext cx="539355" cy="46243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2D61321B-32FC-50E5-3CA6-8E6DE8778192}"/>
                </a:ext>
              </a:extLst>
            </p:cNvPr>
            <p:cNvSpPr/>
            <p:nvPr/>
          </p:nvSpPr>
          <p:spPr>
            <a:xfrm flipV="1">
              <a:off x="6301675" y="2523704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8A199A46-DF80-6E70-3AFE-DDD6D557D844}"/>
              </a:ext>
            </a:extLst>
          </p:cNvPr>
          <p:cNvSpPr txBox="1"/>
          <p:nvPr/>
        </p:nvSpPr>
        <p:spPr>
          <a:xfrm>
            <a:off x="7560000" y="3168000"/>
            <a:ext cx="3871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表格 44">
                <a:extLst>
                  <a:ext uri="{FF2B5EF4-FFF2-40B4-BE49-F238E27FC236}">
                    <a16:creationId xmlns:a16="http://schemas.microsoft.com/office/drawing/2014/main" id="{C80C6F65-3514-ED62-DD57-1DC6D1958B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980379"/>
                  </p:ext>
                </p:extLst>
              </p:nvPr>
            </p:nvGraphicFramePr>
            <p:xfrm>
              <a:off x="7560000" y="3600000"/>
              <a:ext cx="3871513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275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592759">
                      <a:extLst>
                        <a:ext uri="{9D8B030D-6E8A-4147-A177-3AD203B41FA5}">
                          <a16:colId xmlns:a16="http://schemas.microsoft.com/office/drawing/2014/main" val="545914867"/>
                        </a:ext>
                      </a:extLst>
                    </a:gridCol>
                    <a:gridCol w="1502879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83116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3923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391743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表格 44">
                <a:extLst>
                  <a:ext uri="{FF2B5EF4-FFF2-40B4-BE49-F238E27FC236}">
                    <a16:creationId xmlns:a16="http://schemas.microsoft.com/office/drawing/2014/main" id="{C80C6F65-3514-ED62-DD57-1DC6D1958B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980379"/>
                  </p:ext>
                </p:extLst>
              </p:nvPr>
            </p:nvGraphicFramePr>
            <p:xfrm>
              <a:off x="7560000" y="3600000"/>
              <a:ext cx="3871513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2759">
                      <a:extLst>
                        <a:ext uri="{9D8B030D-6E8A-4147-A177-3AD203B41FA5}">
                          <a16:colId xmlns:a16="http://schemas.microsoft.com/office/drawing/2014/main" val="3503328417"/>
                        </a:ext>
                      </a:extLst>
                    </a:gridCol>
                    <a:gridCol w="592759">
                      <a:extLst>
                        <a:ext uri="{9D8B030D-6E8A-4147-A177-3AD203B41FA5}">
                          <a16:colId xmlns:a16="http://schemas.microsoft.com/office/drawing/2014/main" val="545914867"/>
                        </a:ext>
                      </a:extLst>
                    </a:gridCol>
                    <a:gridCol w="1502879">
                      <a:extLst>
                        <a:ext uri="{9D8B030D-6E8A-4147-A177-3AD203B41FA5}">
                          <a16:colId xmlns:a16="http://schemas.microsoft.com/office/drawing/2014/main" val="367339315"/>
                        </a:ext>
                      </a:extLst>
                    </a:gridCol>
                    <a:gridCol w="1183116">
                      <a:extLst>
                        <a:ext uri="{9D8B030D-6E8A-4147-A177-3AD203B41FA5}">
                          <a16:colId xmlns:a16="http://schemas.microsoft.com/office/drawing/2014/main" val="377908935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5"/>
                          <a:stretch>
                            <a:fillRect l="-1031" t="-6667" r="-557732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5"/>
                          <a:stretch>
                            <a:fillRect l="-100000" t="-6667" r="-45204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7210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   不变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415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9929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0      1</a:t>
                          </a:r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跟随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425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6" name="标题 1">
            <a:extLst>
              <a:ext uri="{FF2B5EF4-FFF2-40B4-BE49-F238E27FC236}">
                <a16:creationId xmlns:a16="http://schemas.microsoft.com/office/drawing/2014/main" id="{4F7D7720-35D6-36CC-7F00-05ABF3F2B36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000" dirty="0"/>
              <a:t>D </a:t>
            </a:r>
            <a:r>
              <a:rPr lang="zh-CN" altLang="en-US" sz="3000" dirty="0"/>
              <a:t>锁存器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F3CF129-6503-ADF2-0F0C-013B91F072E8}"/>
                  </a:ext>
                </a:extLst>
              </p:cNvPr>
              <p:cNvSpPr txBox="1"/>
              <p:nvPr/>
            </p:nvSpPr>
            <p:spPr>
              <a:xfrm>
                <a:off x="8841325" y="3600000"/>
                <a:ext cx="122872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F3CF129-6503-ADF2-0F0C-013B91F07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325" y="3600000"/>
                <a:ext cx="1228725" cy="462434"/>
              </a:xfrm>
              <a:prstGeom prst="rect">
                <a:avLst/>
              </a:prstGeom>
              <a:blipFill>
                <a:blip r:embed="rId26"/>
                <a:stretch>
                  <a:fillRect r="-3217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371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7C05E-6ACE-0310-C139-68C2B414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808F5B4-02A2-66E9-4340-ABAA9D6BCA0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3D6744C-D2DD-8252-1744-A93D764C531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5F7FA259-2376-2A63-3E38-B94AB8DDA9F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89DF4813-03D7-F388-ABD2-9D274BC29F1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0D03FAB-4118-2DCD-0A47-D3AF0B02BAC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510F21F5-7644-53A6-C4FA-76ED9E419441}"/>
              </a:ext>
            </a:extLst>
          </p:cNvPr>
          <p:cNvSpPr txBox="1"/>
          <p:nvPr/>
        </p:nvSpPr>
        <p:spPr>
          <a:xfrm>
            <a:off x="360000" y="828000"/>
            <a:ext cx="433526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锁存器的动态特性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F6640CB-C7DE-706D-7993-07E1B7F40E3A}"/>
              </a:ext>
            </a:extLst>
          </p:cNvPr>
          <p:cNvGrpSpPr/>
          <p:nvPr/>
        </p:nvGrpSpPr>
        <p:grpSpPr>
          <a:xfrm>
            <a:off x="1053095" y="1381718"/>
            <a:ext cx="8453734" cy="2938150"/>
            <a:chOff x="987724" y="1753120"/>
            <a:chExt cx="8453734" cy="2938150"/>
          </a:xfrm>
        </p:grpSpPr>
        <p:sp>
          <p:nvSpPr>
            <p:cNvPr id="8" name="Line 27">
              <a:extLst>
                <a:ext uri="{FF2B5EF4-FFF2-40B4-BE49-F238E27FC236}">
                  <a16:creationId xmlns:a16="http://schemas.microsoft.com/office/drawing/2014/main" id="{20F07E4B-3EE5-9ED3-57F1-BAF9A1EF6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899" y="2361199"/>
              <a:ext cx="1451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93E0CF53-F71C-BA26-22D3-163B9890B4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1816" y="1753120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1B614890-F3EB-CB1F-6738-06945B43E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5436" y="1758228"/>
              <a:ext cx="1278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8D404247-1590-C9E8-69B2-30FE0FE0E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636" y="1754311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3E88148C-CD64-10B9-66F4-DC93A54446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0326" y="2359664"/>
              <a:ext cx="4163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5FF40F6D-7ABF-197B-FDC8-2393552F6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899" y="3273913"/>
              <a:ext cx="5974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6A706314-559A-098B-2F65-D4D0FE44C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8038" y="2665834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8A8ECC0F-802E-9CA2-D455-6C8D272CE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0097" y="2670942"/>
              <a:ext cx="1784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462B212-639C-02D8-0C12-A36E09CEA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4984" y="2667025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E9177D5B-9A8F-5DE0-75F1-B83F4E8B4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0674" y="3272378"/>
              <a:ext cx="11226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51079DD-93FE-22F3-D7FB-4D0CF9DBD76D}"/>
                </a:ext>
              </a:extLst>
            </p:cNvPr>
            <p:cNvGrpSpPr/>
            <p:nvPr/>
          </p:nvGrpSpPr>
          <p:grpSpPr>
            <a:xfrm>
              <a:off x="4920674" y="2664047"/>
              <a:ext cx="4513241" cy="611652"/>
              <a:chOff x="1992414" y="2235720"/>
              <a:chExt cx="4513241" cy="611652"/>
            </a:xfrm>
          </p:grpSpPr>
          <p:sp>
            <p:nvSpPr>
              <p:cNvPr id="24" name="Line 27">
                <a:extLst>
                  <a:ext uri="{FF2B5EF4-FFF2-40B4-BE49-F238E27FC236}">
                    <a16:creationId xmlns:a16="http://schemas.microsoft.com/office/drawing/2014/main" id="{D6FEFD00-7253-EC0A-742F-2CAFF45DC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414" y="2843799"/>
                <a:ext cx="135443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5" name="Line 27">
                <a:extLst>
                  <a:ext uri="{FF2B5EF4-FFF2-40B4-BE49-F238E27FC236}">
                    <a16:creationId xmlns:a16="http://schemas.microsoft.com/office/drawing/2014/main" id="{573FA9CB-FB2F-1A1C-BB35-1A3AD07B6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8516" y="2235720"/>
                <a:ext cx="474027" cy="6104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5399D773-286E-6EFD-9CCC-CDEBA30F2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4206" y="2240828"/>
                <a:ext cx="11226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7" name="Line 27">
                <a:extLst>
                  <a:ext uri="{FF2B5EF4-FFF2-40B4-BE49-F238E27FC236}">
                    <a16:creationId xmlns:a16="http://schemas.microsoft.com/office/drawing/2014/main" id="{9DAD9D1F-789D-8A6E-59D4-78263C0EF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7329" y="2236911"/>
                <a:ext cx="474027" cy="6104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1748DF7D-D2E9-74B3-DDB1-21899431F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83019" y="2842264"/>
                <a:ext cx="11226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BF1B4F33-2BAC-CDC9-AEE3-75EBF4C9D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899" y="4247226"/>
              <a:ext cx="19610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F3692C4C-FAD9-A0D6-8EA7-5516F146C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1642" y="3639147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117414A3-DCA6-CF2A-A942-04B1C168E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2611" y="3644255"/>
              <a:ext cx="27625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23513684-EDE6-C458-2171-4B3CF8A9F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6542" y="3640338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B764A152-F36F-307E-D067-2C2EF54FCA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2231" y="4245691"/>
              <a:ext cx="2179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73F07E8D-511C-1085-8C77-FFBDC441C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722" y="2058350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6A8DCD8D-2D3A-23B0-D2E9-9B67A46D3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7198" y="2058350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3246DB10-C5C3-0EA8-D624-40FABE8BF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890" y="2969277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50E1F6C3-7E96-459F-BA9E-974718A48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731" y="3950321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D7ADAA2A-D3C6-021E-B68E-97C9BA783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6092" y="3949673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C8FD1B65-EE96-A375-A45F-0CEDE328D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0682" y="2969277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28BD8E7B-202F-E088-F77F-A45236062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495" y="2969277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DC093C03-17DE-2573-043F-620C47ACE5E2}"/>
                    </a:ext>
                  </a:extLst>
                </p:cNvPr>
                <p:cNvSpPr txBox="1"/>
                <p:nvPr/>
              </p:nvSpPr>
              <p:spPr>
                <a:xfrm>
                  <a:off x="987726" y="1937208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DC093C03-17DE-2573-043F-620C47ACE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726" y="1937208"/>
                  <a:ext cx="539355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BB24DEA-680C-6C60-CB86-B176E0059D32}"/>
                    </a:ext>
                  </a:extLst>
                </p:cNvPr>
                <p:cNvSpPr txBox="1"/>
                <p:nvPr/>
              </p:nvSpPr>
              <p:spPr>
                <a:xfrm>
                  <a:off x="987725" y="2855607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BB24DEA-680C-6C60-CB86-B176E0059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725" y="2855607"/>
                  <a:ext cx="53935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4A56493-6F02-94C8-E794-E0AD252721F4}"/>
                    </a:ext>
                  </a:extLst>
                </p:cNvPr>
                <p:cNvSpPr txBox="1"/>
                <p:nvPr/>
              </p:nvSpPr>
              <p:spPr>
                <a:xfrm>
                  <a:off x="987724" y="3774006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4A56493-6F02-94C8-E794-E0AD25272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724" y="3774006"/>
                  <a:ext cx="53935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CD58653D-80B5-779E-EE94-EFBA0C25CD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898376" y="3280817"/>
              <a:ext cx="28209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38056ADC-ED4B-461C-2A1A-BBA1FF9001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351206" y="4232638"/>
              <a:ext cx="917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D4714042-5A38-7EE2-39CE-8ADD0A290B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283482" y="2768179"/>
              <a:ext cx="817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C121D697-62E4-EEF0-0620-E7BAE223D2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632541" y="2278877"/>
              <a:ext cx="817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CD158CB8-BC7D-44DF-22D9-D6E56631BD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539775" y="3732289"/>
              <a:ext cx="19179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2082DF79-F1FF-FE63-A208-3D4704A1EF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570041" y="4219795"/>
              <a:ext cx="942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32AE6D8B-1C6D-B7FD-87CE-2537B2B1E5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611126" y="3244136"/>
              <a:ext cx="942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ECD15B06-F630-6021-4EE2-8DCDFFEAB757}"/>
                </a:ext>
              </a:extLst>
            </p:cNvPr>
            <p:cNvCxnSpPr>
              <a:cxnSpLocks/>
            </p:cNvCxnSpPr>
            <p:nvPr/>
          </p:nvCxnSpPr>
          <p:spPr>
            <a:xfrm>
              <a:off x="4313841" y="2428570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CF3F8548-5892-21C9-82CF-558C2CEDE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8828" y="2428570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4DB95B2-C68D-B74A-D6AA-8AC5428BB9C9}"/>
                    </a:ext>
                  </a:extLst>
                </p:cNvPr>
                <p:cNvSpPr txBox="1"/>
                <p:nvPr/>
              </p:nvSpPr>
              <p:spPr>
                <a:xfrm>
                  <a:off x="3601532" y="2140827"/>
                  <a:ext cx="91243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SU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4DB95B2-C68D-B74A-D6AA-8AC5428BB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532" y="2140827"/>
                  <a:ext cx="91243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658E37B-067F-C79C-1E77-9E657D598518}"/>
                    </a:ext>
                  </a:extLst>
                </p:cNvPr>
                <p:cNvSpPr txBox="1"/>
                <p:nvPr/>
              </p:nvSpPr>
              <p:spPr>
                <a:xfrm>
                  <a:off x="4669052" y="2141251"/>
                  <a:ext cx="5199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658E37B-067F-C79C-1E77-9E657D598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9052" y="2141251"/>
                  <a:ext cx="51991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3B05719E-9A20-1DDA-A50F-C419D0289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0304" y="2428570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DE925C8-6247-5428-5D52-E8984234611C}"/>
                </a:ext>
              </a:extLst>
            </p:cNvPr>
            <p:cNvCxnSpPr>
              <a:cxnSpLocks/>
            </p:cNvCxnSpPr>
            <p:nvPr/>
          </p:nvCxnSpPr>
          <p:spPr>
            <a:xfrm>
              <a:off x="2930673" y="4491309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749F70A4-8E79-CB1D-FFA4-45EF88433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9837" y="4491309"/>
              <a:ext cx="9787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2D584EA-362F-5F51-2A40-F236ED9AFCC2}"/>
                    </a:ext>
                  </a:extLst>
                </p:cNvPr>
                <p:cNvSpPr txBox="1"/>
                <p:nvPr/>
              </p:nvSpPr>
              <p:spPr>
                <a:xfrm>
                  <a:off x="3986767" y="3954421"/>
                  <a:ext cx="837472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pLH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2D584EA-362F-5F51-2A40-F236ED9AF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6767" y="3954421"/>
                  <a:ext cx="837472" cy="5564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12C4730-6D13-EBB4-055F-21E23023DD87}"/>
                    </a:ext>
                  </a:extLst>
                </p:cNvPr>
                <p:cNvSpPr txBox="1"/>
                <p:nvPr/>
              </p:nvSpPr>
              <p:spPr>
                <a:xfrm>
                  <a:off x="5648563" y="3949673"/>
                  <a:ext cx="837472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pHL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12C4730-6D13-EBB4-055F-21E23023D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8563" y="3949673"/>
                  <a:ext cx="837472" cy="55643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2C8100F0-62E7-581E-8710-4707A7BD6A40}"/>
                </a:ext>
              </a:extLst>
            </p:cNvPr>
            <p:cNvCxnSpPr>
              <a:cxnSpLocks/>
            </p:cNvCxnSpPr>
            <p:nvPr/>
          </p:nvCxnSpPr>
          <p:spPr>
            <a:xfrm>
              <a:off x="5597891" y="4491309"/>
              <a:ext cx="900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CA9D91F-C2CC-B39F-D40E-159DE45E30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1516" y="4491309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94AC1321-BD48-365F-087A-969D7AB6C4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8755" y="3270425"/>
              <a:ext cx="5348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B186BB85-233C-4E91-7656-CF3A9238DC2A}"/>
                </a:ext>
              </a:extLst>
            </p:cNvPr>
            <p:cNvCxnSpPr>
              <a:cxnSpLocks/>
            </p:cNvCxnSpPr>
            <p:nvPr/>
          </p:nvCxnSpPr>
          <p:spPr>
            <a:xfrm>
              <a:off x="7496070" y="3270425"/>
              <a:ext cx="58687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64DE3E6-1BE8-54DB-B494-48147CEEAA8D}"/>
                    </a:ext>
                  </a:extLst>
                </p:cNvPr>
                <p:cNvSpPr txBox="1"/>
                <p:nvPr/>
              </p:nvSpPr>
              <p:spPr>
                <a:xfrm>
                  <a:off x="6925009" y="2972255"/>
                  <a:ext cx="83747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64DE3E6-1BE8-54DB-B494-48147CEEA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5009" y="2972255"/>
                  <a:ext cx="83747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ECD58A4-9FF3-FF3C-6718-EB325B5EF833}"/>
                  </a:ext>
                </a:extLst>
              </p:cNvPr>
              <p:cNvSpPr txBox="1"/>
              <p:nvPr/>
            </p:nvSpPr>
            <p:spPr>
              <a:xfrm>
                <a:off x="720000" y="4428000"/>
                <a:ext cx="10419151" cy="22936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SU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setup 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建立时间，在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有效电平结束前，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信号保持稳定的最短时间；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hold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保持时间，在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有效电平结束后，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信号需要继续保持的最短时间；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width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脉冲宽度，为了传输成功，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信号的需要具备的脉冲宽度；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propagation delay 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传输延迟，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共同作用后，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端响应的延迟时间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pLH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pHL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)/2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，（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L: low, H: high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ECD58A4-9FF3-FF3C-6718-EB325B5EF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28000"/>
                <a:ext cx="10419151" cy="2293641"/>
              </a:xfrm>
              <a:prstGeom prst="rect">
                <a:avLst/>
              </a:prstGeom>
              <a:blipFill>
                <a:blip r:embed="rId11"/>
                <a:stretch>
                  <a:fillRect b="-5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>
            <a:extLst>
              <a:ext uri="{FF2B5EF4-FFF2-40B4-BE49-F238E27FC236}">
                <a16:creationId xmlns:a16="http://schemas.microsoft.com/office/drawing/2014/main" id="{4E133B67-DB12-419C-8314-C4698A57ED1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000" dirty="0"/>
              <a:t>D </a:t>
            </a:r>
            <a:r>
              <a:rPr lang="zh-CN" altLang="en-US" sz="3000" dirty="0"/>
              <a:t>锁存器</a:t>
            </a:r>
          </a:p>
        </p:txBody>
      </p:sp>
    </p:spTree>
    <p:extLst>
      <p:ext uri="{BB962C8B-B14F-4D97-AF65-F5344CB8AC3E}">
        <p14:creationId xmlns:p14="http://schemas.microsoft.com/office/powerpoint/2010/main" val="576916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CB6E-13F6-2AA8-C99A-1BC07BE3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9821324-574F-7176-5EF0-D3821FB38B4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F6E6A39-D607-6AFF-9255-6B85A392569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E76F2041-5E55-8C28-9F05-E5F9D9EB871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0CCEC15A-7D5B-41A6-DF37-E8886EA0329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873C208-3A8F-7CDC-505C-FF8799B7B21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C7C8E430-A31F-49BD-F27B-703FB48EDFE3}"/>
              </a:ext>
            </a:extLst>
          </p:cNvPr>
          <p:cNvSpPr txBox="1"/>
          <p:nvPr/>
        </p:nvSpPr>
        <p:spPr>
          <a:xfrm>
            <a:off x="360000" y="828000"/>
            <a:ext cx="889928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锁存器的动态特性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9" name="图片 118">
            <a:extLst>
              <a:ext uri="{FF2B5EF4-FFF2-40B4-BE49-F238E27FC236}">
                <a16:creationId xmlns:a16="http://schemas.microsoft.com/office/drawing/2014/main" id="{E41E16E3-2288-D6AA-4480-1481CD024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1"/>
          <a:stretch>
            <a:fillRect/>
          </a:stretch>
        </p:blipFill>
        <p:spPr>
          <a:xfrm>
            <a:off x="763776" y="1649193"/>
            <a:ext cx="10997789" cy="30821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89F4E55E-E6D3-9FB8-02EB-94F84EC9C82C}"/>
                  </a:ext>
                </a:extLst>
              </p:cNvPr>
              <p:cNvSpPr txBox="1"/>
              <p:nvPr/>
            </p:nvSpPr>
            <p:spPr>
              <a:xfrm>
                <a:off x="430435" y="1739920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89F4E55E-E6D3-9FB8-02EB-94F84EC9C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35" y="1739920"/>
                <a:ext cx="53935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7EBB19BC-9E87-EF7D-3D83-02D35747F2D5}"/>
                  </a:ext>
                </a:extLst>
              </p:cNvPr>
              <p:cNvSpPr txBox="1"/>
              <p:nvPr/>
            </p:nvSpPr>
            <p:spPr>
              <a:xfrm>
                <a:off x="430435" y="2824049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7EBB19BC-9E87-EF7D-3D83-02D35747F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35" y="2824049"/>
                <a:ext cx="53935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1F2413E3-25DA-299D-6EAB-44A69BCAF820}"/>
                  </a:ext>
                </a:extLst>
              </p:cNvPr>
              <p:cNvSpPr txBox="1"/>
              <p:nvPr/>
            </p:nvSpPr>
            <p:spPr>
              <a:xfrm>
                <a:off x="430434" y="4269727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1F2413E3-25DA-299D-6EAB-44A69BCAF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34" y="4269727"/>
                <a:ext cx="539355" cy="461665"/>
              </a:xfrm>
              <a:prstGeom prst="rect">
                <a:avLst/>
              </a:prstGeom>
              <a:blipFill>
                <a:blip r:embed="rId6"/>
                <a:stretch>
                  <a:fillRect l="-1136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A548800E-152F-6499-8CD3-1AF4B396075D}"/>
                  </a:ext>
                </a:extLst>
              </p:cNvPr>
              <p:cNvSpPr txBox="1"/>
              <p:nvPr/>
            </p:nvSpPr>
            <p:spPr>
              <a:xfrm>
                <a:off x="4273287" y="1739920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A548800E-152F-6499-8CD3-1AF4B3960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287" y="1739920"/>
                <a:ext cx="5393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9FD21B32-F475-FA74-B870-635D233F8EB3}"/>
                  </a:ext>
                </a:extLst>
              </p:cNvPr>
              <p:cNvSpPr txBox="1"/>
              <p:nvPr/>
            </p:nvSpPr>
            <p:spPr>
              <a:xfrm>
                <a:off x="4273287" y="2824049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9FD21B32-F475-FA74-B870-635D233F8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287" y="2824049"/>
                <a:ext cx="5393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66C55D2F-3BBF-DF1A-2BF5-340DAB355997}"/>
                  </a:ext>
                </a:extLst>
              </p:cNvPr>
              <p:cNvSpPr txBox="1"/>
              <p:nvPr/>
            </p:nvSpPr>
            <p:spPr>
              <a:xfrm>
                <a:off x="4273286" y="4269727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66C55D2F-3BBF-DF1A-2BF5-340DAB355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286" y="4269727"/>
                <a:ext cx="539355" cy="461665"/>
              </a:xfrm>
              <a:prstGeom prst="rect">
                <a:avLst/>
              </a:prstGeom>
              <a:blipFill>
                <a:blip r:embed="rId9"/>
                <a:stretch>
                  <a:fillRect l="-1136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049655A7-A3ED-E265-A14D-5794C7DF15D8}"/>
                  </a:ext>
                </a:extLst>
              </p:cNvPr>
              <p:cNvSpPr txBox="1"/>
              <p:nvPr/>
            </p:nvSpPr>
            <p:spPr>
              <a:xfrm>
                <a:off x="8116139" y="1739920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049655A7-A3ED-E265-A14D-5794C7DF1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139" y="1739920"/>
                <a:ext cx="5393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A6A6F8C6-688D-DE8E-5D68-2DB39DEC07B6}"/>
                  </a:ext>
                </a:extLst>
              </p:cNvPr>
              <p:cNvSpPr txBox="1"/>
              <p:nvPr/>
            </p:nvSpPr>
            <p:spPr>
              <a:xfrm>
                <a:off x="8116139" y="2824049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A6A6F8C6-688D-DE8E-5D68-2DB39DEC0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139" y="2824049"/>
                <a:ext cx="5393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FBB531FE-C9CE-F92A-539A-AF8268CCDC1E}"/>
                  </a:ext>
                </a:extLst>
              </p:cNvPr>
              <p:cNvSpPr txBox="1"/>
              <p:nvPr/>
            </p:nvSpPr>
            <p:spPr>
              <a:xfrm>
                <a:off x="8116138" y="4269727"/>
                <a:ext cx="5393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FBB531FE-C9CE-F92A-539A-AF8268CCD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138" y="4269727"/>
                <a:ext cx="539355" cy="461665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 6">
                <a:extLst>
                  <a:ext uri="{FF2B5EF4-FFF2-40B4-BE49-F238E27FC236}">
                    <a16:creationId xmlns:a16="http://schemas.microsoft.com/office/drawing/2014/main" id="{B7C73FA4-B323-7E0E-EECB-BD22BC0C7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9789" y="4672669"/>
                <a:ext cx="276710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SU</m:t>
                        </m:r>
                      </m:sub>
                      <m:sup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8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SU</m:t>
                        </m:r>
                      </m:sub>
                    </m:sSub>
                  </m:oMath>
                </a14:m>
                <a:endParaRPr lang="zh-CN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5" name="Rectangle 6">
                <a:extLst>
                  <a:ext uri="{FF2B5EF4-FFF2-40B4-BE49-F238E27FC236}">
                    <a16:creationId xmlns:a16="http://schemas.microsoft.com/office/drawing/2014/main" id="{B7C73FA4-B323-7E0E-EECB-BD22BC0C7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789" y="4672669"/>
                <a:ext cx="2767107" cy="523220"/>
              </a:xfrm>
              <a:prstGeom prst="rect">
                <a:avLst/>
              </a:prstGeom>
              <a:blipFill>
                <a:blip r:embed="rId13"/>
                <a:stretch>
                  <a:fillRect b="-247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Rectangle 6">
                <a:extLst>
                  <a:ext uri="{FF2B5EF4-FFF2-40B4-BE49-F238E27FC236}">
                    <a16:creationId xmlns:a16="http://schemas.microsoft.com/office/drawing/2014/main" id="{C32C45A6-2E6C-BE71-8D32-425DE3A23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9116" y="4672669"/>
                <a:ext cx="276710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8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zh-CN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6" name="Rectangle 6">
                <a:extLst>
                  <a:ext uri="{FF2B5EF4-FFF2-40B4-BE49-F238E27FC236}">
                    <a16:creationId xmlns:a16="http://schemas.microsoft.com/office/drawing/2014/main" id="{C32C45A6-2E6C-BE71-8D32-425DE3A23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9116" y="4672669"/>
                <a:ext cx="2767107" cy="523220"/>
              </a:xfrm>
              <a:prstGeom prst="rect">
                <a:avLst/>
              </a:prstGeom>
              <a:blipFill>
                <a:blip r:embed="rId14"/>
                <a:stretch>
                  <a:fillRect b="-247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Rectangle 6">
                <a:extLst>
                  <a:ext uri="{FF2B5EF4-FFF2-40B4-BE49-F238E27FC236}">
                    <a16:creationId xmlns:a16="http://schemas.microsoft.com/office/drawing/2014/main" id="{F0AB48F8-9FA9-178D-4553-E892257A2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55104" y="4665744"/>
                <a:ext cx="2767107" cy="5370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 Narrow" panose="020B0606020202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  <m:sup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8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endParaRPr lang="zh-CN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7" name="Rectangle 6">
                <a:extLst>
                  <a:ext uri="{FF2B5EF4-FFF2-40B4-BE49-F238E27FC236}">
                    <a16:creationId xmlns:a16="http://schemas.microsoft.com/office/drawing/2014/main" id="{F0AB48F8-9FA9-178D-4553-E892257A2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55104" y="4665744"/>
                <a:ext cx="2767107" cy="537070"/>
              </a:xfrm>
              <a:prstGeom prst="rect">
                <a:avLst/>
              </a:prstGeom>
              <a:blipFill>
                <a:blip r:embed="rId15"/>
                <a:stretch>
                  <a:fillRect b="-227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本框 137">
            <a:extLst>
              <a:ext uri="{FF2B5EF4-FFF2-40B4-BE49-F238E27FC236}">
                <a16:creationId xmlns:a16="http://schemas.microsoft.com/office/drawing/2014/main" id="{2FFA3FA6-4DF3-7CD8-F96C-5CBC17F8705D}"/>
              </a:ext>
            </a:extLst>
          </p:cNvPr>
          <p:cNvSpPr txBox="1"/>
          <p:nvPr/>
        </p:nvSpPr>
        <p:spPr>
          <a:xfrm>
            <a:off x="972000" y="5760000"/>
            <a:ext cx="93710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如果时间不够，电路的反应跟不上信号的变化</a:t>
            </a:r>
            <a:endParaRPr kumimoji="1" lang="en-US" altLang="zh-CN" sz="2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BFEF727-9896-C67D-D9A7-2C7BA4AED27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000" dirty="0"/>
              <a:t>D </a:t>
            </a:r>
            <a:r>
              <a:rPr lang="zh-CN" altLang="en-US" sz="3000" dirty="0"/>
              <a:t>锁存器</a:t>
            </a:r>
          </a:p>
        </p:txBody>
      </p:sp>
    </p:spTree>
    <p:extLst>
      <p:ext uri="{BB962C8B-B14F-4D97-AF65-F5344CB8AC3E}">
        <p14:creationId xmlns:p14="http://schemas.microsoft.com/office/powerpoint/2010/main" val="202944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2437D8-460E-D038-0452-80CD7401B084}"/>
              </a:ext>
            </a:extLst>
          </p:cNvPr>
          <p:cNvSpPr txBox="1"/>
          <p:nvPr/>
        </p:nvSpPr>
        <p:spPr>
          <a:xfrm>
            <a:off x="360001" y="828000"/>
            <a:ext cx="4977544" cy="35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P250 - 251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5.2.3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5.2.5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5.3.1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19883</TotalTime>
  <Words>1759</Words>
  <Application>Microsoft Office PowerPoint</Application>
  <PresentationFormat>宽屏</PresentationFormat>
  <Paragraphs>471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等线</vt:lpstr>
      <vt:lpstr>楷体_GB2312</vt:lpstr>
      <vt:lpstr>微软雅黑</vt:lpstr>
      <vt:lpstr>微软雅黑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949</cp:revision>
  <dcterms:created xsi:type="dcterms:W3CDTF">2024-12-23T04:28:42Z</dcterms:created>
  <dcterms:modified xsi:type="dcterms:W3CDTF">2025-10-17T06:14:52Z</dcterms:modified>
</cp:coreProperties>
</file>