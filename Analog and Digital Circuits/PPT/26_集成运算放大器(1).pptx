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354" r:id="rId2"/>
    <p:sldId id="6935" r:id="rId3"/>
    <p:sldId id="7219" r:id="rId4"/>
    <p:sldId id="7222" r:id="rId5"/>
    <p:sldId id="7220" r:id="rId6"/>
    <p:sldId id="7223" r:id="rId7"/>
    <p:sldId id="7221" r:id="rId8"/>
    <p:sldId id="7224" r:id="rId9"/>
    <p:sldId id="7226" r:id="rId10"/>
    <p:sldId id="7227" r:id="rId11"/>
    <p:sldId id="7231" r:id="rId12"/>
    <p:sldId id="7230" r:id="rId13"/>
    <p:sldId id="7228" r:id="rId14"/>
    <p:sldId id="7233" r:id="rId15"/>
    <p:sldId id="7234" r:id="rId16"/>
    <p:sldId id="7235" r:id="rId17"/>
    <p:sldId id="7229" r:id="rId18"/>
    <p:sldId id="7236" r:id="rId19"/>
    <p:sldId id="7240" r:id="rId20"/>
    <p:sldId id="7232" r:id="rId21"/>
    <p:sldId id="7238" r:id="rId22"/>
    <p:sldId id="7239" r:id="rId23"/>
    <p:sldId id="700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FF"/>
    <a:srgbClr val="00FF00"/>
    <a:srgbClr val="FF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8" autoAdjust="0"/>
    <p:restoredTop sz="77287" autoAdjust="0"/>
  </p:normalViewPr>
  <p:slideViewPr>
    <p:cSldViewPr snapToGrid="0">
      <p:cViewPr varScale="1">
        <p:scale>
          <a:sx n="74" d="100"/>
          <a:sy n="74" d="100"/>
        </p:scale>
        <p:origin x="70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9EC5-BFDE-053E-3153-94F3F0C1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374C7E-CAEE-C62B-EAFE-57F4D40F0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0BB1E5-60CA-3586-832B-7C711EF17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自从 </a:t>
            </a:r>
            <a:r>
              <a:rPr kumimoji="1" lang="en-US" altLang="zh-CN" dirty="0"/>
              <a:t>1964 </a:t>
            </a:r>
            <a:r>
              <a:rPr kumimoji="1" lang="zh-CN" altLang="en-US" dirty="0"/>
              <a:t>年美国仙童公司研制出第一个单片集成运算放大器 </a:t>
            </a:r>
            <a:r>
              <a:rPr kumimoji="1" lang="en-US" altLang="zh-CN" dirty="0"/>
              <a:t>μA702 </a:t>
            </a:r>
            <a:r>
              <a:rPr kumimoji="1" lang="zh-CN" altLang="en-US" dirty="0"/>
              <a:t>以来，集成运算放大器得到了广泛的应用，目前它已成为线性集成电路中品种和数量最多</a:t>
            </a:r>
            <a:r>
              <a:rPr kumimoji="1" lang="zh-CN" altLang="en-US"/>
              <a:t>的一类</a:t>
            </a:r>
            <a:endParaRPr kumimoji="1" lang="zh-CN" altLang="en-US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因最初用于信号运算而得名，简称集成运放或运放</a:t>
            </a:r>
            <a:endParaRPr kumimoji="1" lang="en-US" altLang="zh-CN" sz="12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r>
              <a:rPr lang="en-US" altLang="zh-CN" dirty="0"/>
              <a:t>V+ </a:t>
            </a:r>
            <a:r>
              <a:rPr lang="zh-CN" altLang="en-US" dirty="0"/>
              <a:t>和 </a:t>
            </a:r>
            <a:r>
              <a:rPr lang="en-US" altLang="zh-CN" dirty="0"/>
              <a:t>V- </a:t>
            </a:r>
            <a:r>
              <a:rPr lang="zh-CN" altLang="en-US" dirty="0"/>
              <a:t>是供电电源</a:t>
            </a:r>
            <a:endParaRPr lang="en-US" altLang="zh-CN" dirty="0"/>
          </a:p>
          <a:p>
            <a:r>
              <a:rPr lang="en-US" altLang="zh-CN" dirty="0" err="1"/>
              <a:t>A_vo</a:t>
            </a:r>
            <a:r>
              <a:rPr lang="en-US" altLang="zh-CN" dirty="0"/>
              <a:t> </a:t>
            </a:r>
            <a:r>
              <a:rPr lang="zh-CN" altLang="en-US" dirty="0"/>
              <a:t>是负载开路时的电压增益，也称开环电压增益；其值较高，通常超过 </a:t>
            </a:r>
            <a:r>
              <a:rPr lang="en-US" altLang="zh-CN" dirty="0"/>
              <a:t>10^5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1B91D1-6744-E043-300E-CCC1E8812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138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647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0C64A-CCB0-7968-2D96-7A36847D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9BE6C4-7276-A5C8-4455-0C4BBBD28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3E864-98F4-5C3D-0589-7BB24C4D4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A_vo</a:t>
            </a:r>
            <a:r>
              <a:rPr lang="en-US" altLang="zh-CN" dirty="0"/>
              <a:t> </a:t>
            </a:r>
            <a:r>
              <a:rPr lang="zh-CN" altLang="en-US" dirty="0"/>
              <a:t>的值较高，通常超过 </a:t>
            </a:r>
            <a:r>
              <a:rPr lang="en-US" altLang="zh-CN" dirty="0"/>
              <a:t>10^5 </a:t>
            </a:r>
          </a:p>
          <a:p>
            <a:endParaRPr lang="en-US" altLang="zh-CN" dirty="0"/>
          </a:p>
          <a:p>
            <a:r>
              <a:rPr lang="zh-CN" altLang="en-US" dirty="0"/>
              <a:t>输入电阻 </a:t>
            </a:r>
            <a:r>
              <a:rPr lang="en-US" altLang="zh-CN" dirty="0" err="1"/>
              <a:t>r_i</a:t>
            </a:r>
            <a:r>
              <a:rPr lang="en-US" altLang="zh-CN" dirty="0"/>
              <a:t>  </a:t>
            </a:r>
            <a:r>
              <a:rPr lang="zh-CN" altLang="en-US" dirty="0"/>
              <a:t>的值较大，通常达到 </a:t>
            </a:r>
            <a:r>
              <a:rPr lang="en-US" altLang="zh-CN" dirty="0"/>
              <a:t>10^6 </a:t>
            </a:r>
            <a:r>
              <a:rPr lang="zh-CN" altLang="en-US" dirty="0"/>
              <a:t>欧或更高</a:t>
            </a:r>
            <a:endParaRPr lang="en-US" altLang="zh-CN" dirty="0"/>
          </a:p>
          <a:p>
            <a:r>
              <a:rPr lang="zh-CN" altLang="en-US" dirty="0"/>
              <a:t>输出电阻 </a:t>
            </a:r>
            <a:r>
              <a:rPr lang="en-US" altLang="zh-CN" dirty="0" err="1"/>
              <a:t>r_o</a:t>
            </a:r>
            <a:r>
              <a:rPr lang="en-US" altLang="zh-CN" dirty="0"/>
              <a:t> </a:t>
            </a:r>
            <a:r>
              <a:rPr lang="zh-CN" altLang="en-US" dirty="0"/>
              <a:t>的值较小，常为几十欧或更低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V_1 </a:t>
            </a:r>
            <a:r>
              <a:rPr lang="zh-CN" altLang="en-US" dirty="0"/>
              <a:t>和</a:t>
            </a:r>
            <a:r>
              <a:rPr lang="en-US" altLang="zh-CN" dirty="0"/>
              <a:t> V_2 </a:t>
            </a:r>
            <a:r>
              <a:rPr lang="zh-CN" altLang="en-US" dirty="0"/>
              <a:t>分别为运放提供正、负工作电压</a:t>
            </a:r>
            <a:endParaRPr lang="en-US" altLang="zh-CN" dirty="0"/>
          </a:p>
          <a:p>
            <a:r>
              <a:rPr lang="zh-CN" altLang="en-US" dirty="0"/>
              <a:t>本课程中的供电电源电路通常在电路原理图中省略，并默认是对称的双电源供电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CE2F0-5262-5A51-BD2E-31D2A29D1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84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差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differential mode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共模：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mode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10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4CC3-ADB6-64E4-B419-DE18583F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83B2DE-4C5F-4755-5F21-FE69CC548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7452C4-7A07-794A-E365-1E9530B61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EED9BD-3D99-1EA2-F30D-5468AD868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664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</a:t>
            </a:r>
            <a:r>
              <a:rPr lang="en-US" altLang="zh-CN" dirty="0" err="1"/>
              <a:t>V_om</a:t>
            </a:r>
            <a:r>
              <a:rPr lang="en-US" altLang="zh-CN" dirty="0"/>
              <a:t> = V+ -  </a:t>
            </a:r>
            <a:r>
              <a:rPr lang="en-US" altLang="zh-CN" dirty="0" err="1"/>
              <a:t>dV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- </a:t>
            </a:r>
            <a:r>
              <a:rPr lang="en-US" altLang="zh-CN" dirty="0" err="1"/>
              <a:t>V_om</a:t>
            </a:r>
            <a:r>
              <a:rPr lang="en-US" altLang="zh-CN" dirty="0"/>
              <a:t> = V-  + </a:t>
            </a:r>
            <a:r>
              <a:rPr lang="en-US" altLang="zh-CN" dirty="0" err="1"/>
              <a:t>dV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dV</a:t>
            </a:r>
            <a:r>
              <a:rPr lang="zh-CN" altLang="en-US" dirty="0"/>
              <a:t>：饱和压降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线性区很窄很窄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15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运放的输出端的电压和电流都是有限值</a:t>
                </a:r>
                <a:endParaRPr lang="en-US" altLang="zh-CN" dirty="0"/>
              </a:p>
              <a:p>
                <a:r>
                  <a:rPr lang="zh-CN" altLang="en-US" dirty="0"/>
                  <a:t>通用型运放输出端最大电流的典型值约为 </a:t>
                </a:r>
                <a14:m>
                  <m:oMath xmlns:m="http://schemas.openxmlformats.org/officeDocument/2006/math">
                    <m:r>
                      <a:rPr kumimoji="1" lang="en-US" altLang="zh-CN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±2</m:t>
                    </m:r>
                    <m:r>
                      <a:rPr kumimoji="1" lang="en-US" altLang="zh-CN" sz="1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0 </m:t>
                    </m:r>
                    <m:r>
                      <m:rPr>
                        <m:sty m:val="p"/>
                      </m:rPr>
                      <a:rPr kumimoji="1" lang="en-US" altLang="zh-CN" sz="1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mA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运放的输出端的电压和电流都是有限值</a:t>
                </a:r>
                <a:endParaRPr lang="en-US" altLang="zh-CN" dirty="0"/>
              </a:p>
              <a:p>
                <a:r>
                  <a:rPr lang="zh-CN" altLang="en-US" dirty="0"/>
                  <a:t>通用型运放输出端最大电流的典型值约为 </a:t>
                </a:r>
                <a:r>
                  <a:rPr kumimoji="1" lang="en-US" altLang="zh-CN" sz="120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±2</a:t>
                </a:r>
                <a:r>
                  <a:rPr kumimoji="1" lang="en-US" altLang="zh-CN" sz="1200" b="0" i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0 mA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491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6E4A-D7CC-54B0-2D15-A206AC1D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668804-650E-E51C-1BD6-6E58E75C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C0922372-9E4D-44D4-22F9-2B9279C755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增益的 </a:t>
                </a:r>
                <a:r>
                  <a:rPr lang="en-US" altLang="zh-CN" dirty="0"/>
                  <a:t>dB </a:t>
                </a:r>
                <a:r>
                  <a:rPr lang="zh-CN" altLang="en-US" dirty="0"/>
                  <a:t>定义为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C0922372-9E4D-44D4-22F9-2B9279C755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增益的 </a:t>
                </a:r>
                <a:r>
                  <a:rPr lang="en-US" altLang="zh-CN" dirty="0"/>
                  <a:t>dB </a:t>
                </a:r>
                <a:r>
                  <a:rPr lang="zh-CN" altLang="en-US" dirty="0"/>
                  <a:t>定义为 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20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log_10 (𝑣_O∕𝑣_I )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78038B-603D-A0C3-EB2F-F82A257FF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846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0" dirty="0">
                <a:solidFill>
                  <a:srgbClr val="0066FF"/>
                </a:solidFill>
              </a:rPr>
              <a:t>实际上在做一般原理性分析时，产品运算放大器都可以视为理想的，只要实际的运用条件不使运算放大器的某个技术指标明显下降即可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</a:pPr>
            <a:r>
              <a:rPr lang="zh-CN" altLang="en-US" b="0" dirty="0"/>
              <a:t>理想运算放大器具有“虚短”和“虚断”的特性，这两个特性对分析线性运用的运放电路十分有用</a:t>
            </a:r>
            <a:endParaRPr lang="en-US" altLang="zh-CN" b="0" dirty="0"/>
          </a:p>
          <a:p>
            <a:pPr eaLnBrk="1" hangingPunct="1">
              <a:lnSpc>
                <a:spcPct val="90000"/>
              </a:lnSpc>
            </a:pPr>
            <a:r>
              <a:rPr lang="zh-CN" altLang="en-US" b="0" dirty="0">
                <a:solidFill>
                  <a:srgbClr val="FA210A"/>
                </a:solidFill>
              </a:rPr>
              <a:t>为了保证线性运用，运算放大器必须在闭环下工作</a:t>
            </a:r>
            <a:endParaRPr lang="en-US" altLang="zh-CN" b="0" dirty="0">
              <a:solidFill>
                <a:srgbClr val="FA210A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CN" b="0" dirty="0">
              <a:solidFill>
                <a:srgbClr val="FA210A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由于运放的电压放大倍数很大，一般通用型运算放大器的开环电压放大倍数都在 </a:t>
            </a:r>
            <a:r>
              <a:rPr lang="en-US" altLang="zh-CN" dirty="0"/>
              <a:t>80dB </a:t>
            </a:r>
            <a:r>
              <a:rPr lang="zh-CN" altLang="en-US" dirty="0"/>
              <a:t>以上（增益的 </a:t>
            </a:r>
            <a:r>
              <a:rPr lang="en-US" altLang="zh-CN" dirty="0"/>
              <a:t>dB </a:t>
            </a:r>
            <a:r>
              <a:rPr lang="zh-CN" altLang="en-US" dirty="0"/>
              <a:t>定义为 </a:t>
            </a:r>
            <a:r>
              <a:rPr lang="en-US" altLang="zh-CN" dirty="0"/>
              <a:t>20*lg(</a:t>
            </a:r>
            <a:r>
              <a:rPr lang="en-US" altLang="zh-CN" dirty="0" err="1"/>
              <a:t>v_o</a:t>
            </a:r>
            <a:r>
              <a:rPr lang="en-US" altLang="zh-CN" dirty="0"/>
              <a:t>/</a:t>
            </a:r>
            <a:r>
              <a:rPr lang="en-US" altLang="zh-CN" dirty="0" err="1"/>
              <a:t>v_i</a:t>
            </a:r>
            <a:r>
              <a:rPr lang="en-US" altLang="zh-CN" dirty="0"/>
              <a:t>)</a:t>
            </a:r>
            <a:r>
              <a:rPr lang="zh-CN" altLang="en-US" dirty="0"/>
              <a:t> 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而运放的输出电压是有限的，一般在 </a:t>
            </a:r>
            <a:r>
              <a:rPr lang="en-US" altLang="zh-CN" dirty="0"/>
              <a:t>10 V</a:t>
            </a:r>
            <a:r>
              <a:rPr lang="zh-CN" altLang="en-US" dirty="0"/>
              <a:t>～</a:t>
            </a:r>
            <a:r>
              <a:rPr lang="en-US" altLang="zh-CN" dirty="0"/>
              <a:t>14 V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因此，运放的差模输入电压不足 </a:t>
            </a:r>
            <a:r>
              <a:rPr lang="en-US" altLang="zh-CN" dirty="0"/>
              <a:t>1 mV</a:t>
            </a:r>
            <a:r>
              <a:rPr lang="zh-CN" altLang="en-US" dirty="0"/>
              <a:t>，两输入端近似等电位，相当于“短路”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 开环电压放大倍数越大，两输入端的电位越接近相等</a:t>
            </a:r>
          </a:p>
          <a:p>
            <a:pPr eaLnBrk="1" hangingPunct="1">
              <a:lnSpc>
                <a:spcPct val="90000"/>
              </a:lnSpc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FA210A"/>
                </a:solidFill>
              </a:rPr>
              <a:t>虚短</a:t>
            </a:r>
            <a:r>
              <a:rPr lang="zh-CN" altLang="en-US" u="none" dirty="0"/>
              <a:t>是指在分析运算放大器处于线性状态时，可把两输入端视为等电位，这一特性称为虚假短路，简称虚短</a:t>
            </a:r>
            <a:endParaRPr lang="en-US" altLang="zh-CN" u="none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u="none" dirty="0"/>
              <a:t>显然不能将两输入端真正短路</a:t>
            </a:r>
            <a:endParaRPr lang="en-US" altLang="zh-CN" u="none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u="none" dirty="0"/>
          </a:p>
          <a:p>
            <a:pPr algn="just">
              <a:lnSpc>
                <a:spcPct val="170000"/>
              </a:lnSpc>
              <a:spcBef>
                <a:spcPct val="0"/>
              </a:spcBef>
            </a:pPr>
            <a:r>
              <a:rPr lang="zh-CN" altLang="en-US" b="0" dirty="0"/>
              <a:t>由于运放的差模输入电阻很大，一般通用型运算放大器的输入电阻都在 </a:t>
            </a:r>
            <a:r>
              <a:rPr lang="en-US" altLang="zh-CN" b="0" dirty="0"/>
              <a:t>1 M</a:t>
            </a:r>
            <a:r>
              <a:rPr lang="en-US" altLang="zh-CN" b="0" dirty="0">
                <a:sym typeface="Symbol" panose="05050102010706020507" pitchFamily="18" charset="2"/>
              </a:rPr>
              <a:t> </a:t>
            </a:r>
            <a:r>
              <a:rPr lang="zh-CN" altLang="en-US" b="0" dirty="0"/>
              <a:t>以上</a:t>
            </a:r>
            <a:endParaRPr lang="en-US" altLang="zh-CN" b="0" dirty="0"/>
          </a:p>
          <a:p>
            <a:pPr algn="just">
              <a:lnSpc>
                <a:spcPct val="170000"/>
              </a:lnSpc>
              <a:spcBef>
                <a:spcPct val="0"/>
              </a:spcBef>
            </a:pPr>
            <a:r>
              <a:rPr lang="zh-CN" altLang="en-US" b="0" dirty="0"/>
              <a:t>因此，流入运放输入端的电流往往不足 </a:t>
            </a:r>
            <a:r>
              <a:rPr lang="en-US" altLang="zh-CN" b="0" dirty="0"/>
              <a:t>1 </a:t>
            </a:r>
            <a:r>
              <a:rPr lang="en-US" altLang="zh-CN" b="0" dirty="0">
                <a:sym typeface="Symbol" panose="05050102010706020507" pitchFamily="18" charset="2"/>
              </a:rPr>
              <a:t></a:t>
            </a:r>
            <a:r>
              <a:rPr lang="en-US" altLang="zh-CN" b="0" dirty="0"/>
              <a:t>A</a:t>
            </a:r>
            <a:r>
              <a:rPr lang="zh-CN" altLang="en-US" b="0" dirty="0"/>
              <a:t>，远小于输入端外电路的电流</a:t>
            </a:r>
            <a:endParaRPr lang="en-US" altLang="zh-CN" b="0" dirty="0"/>
          </a:p>
          <a:p>
            <a:pPr algn="just">
              <a:lnSpc>
                <a:spcPct val="170000"/>
              </a:lnSpc>
              <a:spcBef>
                <a:spcPct val="0"/>
              </a:spcBef>
            </a:pPr>
            <a:r>
              <a:rPr lang="zh-CN" altLang="en-US" b="0" dirty="0"/>
              <a:t>故通常可把运放的两输入端视为开路；且输入电阻越大，两输入端越接近开路</a:t>
            </a:r>
            <a:endParaRPr lang="en-US" altLang="zh-CN" b="0" dirty="0"/>
          </a:p>
          <a:p>
            <a:pPr algn="just">
              <a:lnSpc>
                <a:spcPct val="170000"/>
              </a:lnSpc>
              <a:spcBef>
                <a:spcPct val="0"/>
              </a:spcBef>
            </a:pPr>
            <a:endParaRPr lang="zh-CN" altLang="en-US" b="0" dirty="0"/>
          </a:p>
          <a:p>
            <a:pPr algn="just">
              <a:lnSpc>
                <a:spcPct val="170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FA210A"/>
                </a:solidFill>
              </a:rPr>
              <a:t>虚断</a:t>
            </a:r>
            <a:r>
              <a:rPr lang="zh-CN" altLang="en-US" b="0" u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是指在分析运放时，可以把两输入端视为等效开路，这一特性称为虚假开路，简称虚断</a:t>
            </a:r>
            <a:endParaRPr lang="en-US" altLang="zh-CN" b="0" u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lnSpc>
                <a:spcPct val="170000"/>
              </a:lnSpc>
              <a:spcBef>
                <a:spcPct val="0"/>
              </a:spcBef>
            </a:pPr>
            <a:r>
              <a:rPr lang="zh-CN" altLang="en-US" b="0" u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显然不能将两输入端真正断路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u="none" dirty="0"/>
          </a:p>
          <a:p>
            <a:pPr eaLnBrk="1" hangingPunct="1">
              <a:lnSpc>
                <a:spcPct val="90000"/>
              </a:lnSpc>
            </a:pPr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911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反馈网络一般由无源元件组成，没有放大作用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283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BF83A-AF51-6CFD-53C9-C56F2837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0BF580-4E3A-1A69-D103-9CA13E5DC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133D8C-096A-06E8-47AA-2318CDFE2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运用瞬时极性法判定电路各点电位极性时，一定要非常熟练掌握三极管三种基本联接方式（组态）的判定及相应组态输出信号电压的相位关系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CADEB5-2468-E1F8-FE4B-D9EBE637D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570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929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93A0-EC99-26A1-E6F9-BABB4C8D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43CE57-C603-8A04-04D6-55A791E37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F640FF-05F1-ECC8-60DF-870FF9CD6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将输出电压“短路”，即可令负载电阻设为 </a:t>
            </a:r>
            <a:r>
              <a:rPr kumimoji="1" lang="en-US" altLang="zh-CN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F4EF-74D7-35B8-9914-22B4DF5A3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182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6B8A-75C3-9020-A231-22572347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E5E8E1-CFC3-639E-CA03-8CB857CBC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DAC16B-EF56-A870-CB6D-0459DBCFE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将输出电压“短路”，即可令负载电阻设为 </a:t>
            </a:r>
            <a:r>
              <a:rPr kumimoji="1" lang="en-US" altLang="zh-CN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14CF3C-FEFC-C012-8A4A-2D36FB2A7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879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9" Type="http://schemas.openxmlformats.org/officeDocument/2006/relationships/image" Target="../media/image18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9" Type="http://schemas.openxmlformats.org/officeDocument/2006/relationships/image" Target="../media/image67.png"/><Relationship Id="rId21" Type="http://schemas.openxmlformats.org/officeDocument/2006/relationships/image" Target="../media/image49.png"/><Relationship Id="rId34" Type="http://schemas.openxmlformats.org/officeDocument/2006/relationships/image" Target="../media/image62.png"/><Relationship Id="rId42" Type="http://schemas.openxmlformats.org/officeDocument/2006/relationships/image" Target="../media/image7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41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19.png"/><Relationship Id="rId32" Type="http://schemas.openxmlformats.org/officeDocument/2006/relationships/image" Target="../media/image60.png"/><Relationship Id="rId37" Type="http://schemas.openxmlformats.org/officeDocument/2006/relationships/image" Target="../media/image65.png"/><Relationship Id="rId40" Type="http://schemas.openxmlformats.org/officeDocument/2006/relationships/image" Target="../media/image68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36" Type="http://schemas.openxmlformats.org/officeDocument/2006/relationships/image" Target="../media/image64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52.png"/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410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42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63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63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510.png"/><Relationship Id="rId10" Type="http://schemas.openxmlformats.org/officeDocument/2006/relationships/image" Target="../media/image89.png"/><Relationship Id="rId4" Type="http://schemas.openxmlformats.org/officeDocument/2006/relationships/image" Target="../media/image840.png"/><Relationship Id="rId9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0.png"/><Relationship Id="rId18" Type="http://schemas.openxmlformats.org/officeDocument/2006/relationships/image" Target="../media/image94.png"/><Relationship Id="rId3" Type="http://schemas.openxmlformats.org/officeDocument/2006/relationships/image" Target="../media/image520.png"/><Relationship Id="rId7" Type="http://schemas.openxmlformats.org/officeDocument/2006/relationships/image" Target="../media/image660.png"/><Relationship Id="rId12" Type="http://schemas.openxmlformats.org/officeDocument/2006/relationships/image" Target="../media/image861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15" Type="http://schemas.openxmlformats.org/officeDocument/2006/relationships/image" Target="../media/image891.png"/><Relationship Id="rId19" Type="http://schemas.openxmlformats.org/officeDocument/2006/relationships/image" Target="../media/image95.png"/><Relationship Id="rId4" Type="http://schemas.openxmlformats.org/officeDocument/2006/relationships/image" Target="../media/image530.png"/><Relationship Id="rId14" Type="http://schemas.openxmlformats.org/officeDocument/2006/relationships/image" Target="../media/image8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6.png"/><Relationship Id="rId3" Type="http://schemas.openxmlformats.org/officeDocument/2006/relationships/image" Target="../media/image850.png"/><Relationship Id="rId21" Type="http://schemas.openxmlformats.org/officeDocument/2006/relationships/image" Target="../media/image900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5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1.png"/><Relationship Id="rId20" Type="http://schemas.openxmlformats.org/officeDocument/2006/relationships/image" Target="../media/image890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941.png"/><Relationship Id="rId32" Type="http://schemas.openxmlformats.org/officeDocument/2006/relationships/image" Target="../media/image104.png"/><Relationship Id="rId5" Type="http://schemas.openxmlformats.org/officeDocument/2006/relationships/image" Target="../media/image99.png"/><Relationship Id="rId15" Type="http://schemas.openxmlformats.org/officeDocument/2006/relationships/image" Target="../media/image80.png"/><Relationship Id="rId23" Type="http://schemas.openxmlformats.org/officeDocument/2006/relationships/image" Target="../media/image921.png"/><Relationship Id="rId28" Type="http://schemas.openxmlformats.org/officeDocument/2006/relationships/image" Target="../media/image100.png"/><Relationship Id="rId10" Type="http://schemas.openxmlformats.org/officeDocument/2006/relationships/image" Target="../media/image75.png"/><Relationship Id="rId19" Type="http://schemas.openxmlformats.org/officeDocument/2006/relationships/image" Target="../media/image880.png"/><Relationship Id="rId31" Type="http://schemas.openxmlformats.org/officeDocument/2006/relationships/image" Target="../media/image103.png"/><Relationship Id="rId4" Type="http://schemas.openxmlformats.org/officeDocument/2006/relationships/image" Target="../media/image860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911.png"/><Relationship Id="rId27" Type="http://schemas.openxmlformats.org/officeDocument/2006/relationships/image" Target="../media/image97.png"/><Relationship Id="rId30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1.png"/><Relationship Id="rId3" Type="http://schemas.openxmlformats.org/officeDocument/2006/relationships/image" Target="../media/image105.png"/><Relationship Id="rId21" Type="http://schemas.openxmlformats.org/officeDocument/2006/relationships/image" Target="../media/image106.png"/><Relationship Id="rId25" Type="http://schemas.openxmlformats.org/officeDocument/2006/relationships/image" Target="../media/image110.png"/><Relationship Id="rId33" Type="http://schemas.openxmlformats.org/officeDocument/2006/relationships/image" Target="../media/image91.png"/><Relationship Id="rId2" Type="http://schemas.openxmlformats.org/officeDocument/2006/relationships/image" Target="../media/image98.png"/><Relationship Id="rId20" Type="http://schemas.openxmlformats.org/officeDocument/2006/relationships/image" Target="../media/image1050.png"/><Relationship Id="rId29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1" Type="http://schemas.openxmlformats.org/officeDocument/2006/relationships/image" Target="../media/image116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931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0.png"/><Relationship Id="rId5" Type="http://schemas.openxmlformats.org/officeDocument/2006/relationships/image" Target="../media/image910.png"/><Relationship Id="rId10" Type="http://schemas.openxmlformats.org/officeDocument/2006/relationships/image" Target="../media/image123.png"/><Relationship Id="rId4" Type="http://schemas.openxmlformats.org/officeDocument/2006/relationships/image" Target="../media/image121.png"/><Relationship Id="rId9" Type="http://schemas.openxmlformats.org/officeDocument/2006/relationships/image" Target="../media/image96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0.png"/><Relationship Id="rId13" Type="http://schemas.openxmlformats.org/officeDocument/2006/relationships/image" Target="../media/image1071.png"/><Relationship Id="rId18" Type="http://schemas.openxmlformats.org/officeDocument/2006/relationships/image" Target="../media/image1231.png"/><Relationship Id="rId3" Type="http://schemas.openxmlformats.org/officeDocument/2006/relationships/image" Target="../media/image1060.png"/><Relationship Id="rId21" Type="http://schemas.openxmlformats.org/officeDocument/2006/relationships/image" Target="../media/image126.png"/><Relationship Id="rId7" Type="http://schemas.openxmlformats.org/officeDocument/2006/relationships/image" Target="../media/image131.png"/><Relationship Id="rId12" Type="http://schemas.openxmlformats.org/officeDocument/2006/relationships/image" Target="../media/image950.png"/><Relationship Id="rId17" Type="http://schemas.openxmlformats.org/officeDocument/2006/relationships/image" Target="../media/image122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70.png"/><Relationship Id="rId20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940.png"/><Relationship Id="rId5" Type="http://schemas.openxmlformats.org/officeDocument/2006/relationships/image" Target="../media/image129.png"/><Relationship Id="rId15" Type="http://schemas.openxmlformats.org/officeDocument/2006/relationships/image" Target="../media/image1080.png"/><Relationship Id="rId10" Type="http://schemas.openxmlformats.org/officeDocument/2006/relationships/image" Target="../media/image134.png"/><Relationship Id="rId19" Type="http://schemas.openxmlformats.org/officeDocument/2006/relationships/image" Target="../media/image12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970.png"/><Relationship Id="rId22" Type="http://schemas.openxmlformats.org/officeDocument/2006/relationships/image" Target="../media/image1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9.png"/><Relationship Id="rId18" Type="http://schemas.openxmlformats.org/officeDocument/2006/relationships/image" Target="../media/image149.png"/><Relationship Id="rId3" Type="http://schemas.openxmlformats.org/officeDocument/2006/relationships/image" Target="../media/image1230.png"/><Relationship Id="rId7" Type="http://schemas.openxmlformats.org/officeDocument/2006/relationships/image" Target="../media/image127.png"/><Relationship Id="rId12" Type="http://schemas.openxmlformats.org/officeDocument/2006/relationships/image" Target="../media/image138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0.png"/><Relationship Id="rId11" Type="http://schemas.openxmlformats.org/officeDocument/2006/relationships/image" Target="../media/image137.png"/><Relationship Id="rId5" Type="http://schemas.openxmlformats.org/officeDocument/2006/relationships/image" Target="../media/image1250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4" Type="http://schemas.openxmlformats.org/officeDocument/2006/relationships/image" Target="../media/image124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" Type="http://schemas.openxmlformats.org/officeDocument/2006/relationships/image" Target="../media/image930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10" Type="http://schemas.openxmlformats.org/officeDocument/2006/relationships/image" Target="../media/image157.png"/><Relationship Id="rId19" Type="http://schemas.openxmlformats.org/officeDocument/2006/relationships/image" Target="../media/image166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430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77.png"/><Relationship Id="rId5" Type="http://schemas.openxmlformats.org/officeDocument/2006/relationships/image" Target="../media/image145.png"/><Relationship Id="rId10" Type="http://schemas.openxmlformats.org/officeDocument/2006/relationships/image" Target="../media/image176.png"/><Relationship Id="rId4" Type="http://schemas.openxmlformats.org/officeDocument/2006/relationships/image" Target="../media/image144.png"/><Relationship Id="rId9" Type="http://schemas.openxmlformats.org/officeDocument/2006/relationships/image" Target="../media/image1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5.png"/><Relationship Id="rId3" Type="http://schemas.openxmlformats.org/officeDocument/2006/relationships/image" Target="../media/image180.png"/><Relationship Id="rId7" Type="http://schemas.openxmlformats.org/officeDocument/2006/relationships/image" Target="../media/image174.png"/><Relationship Id="rId12" Type="http://schemas.openxmlformats.org/officeDocument/2006/relationships/image" Target="../media/image184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83.png"/><Relationship Id="rId5" Type="http://schemas.openxmlformats.org/officeDocument/2006/relationships/image" Target="../media/image146.png"/><Relationship Id="rId15" Type="http://schemas.openxmlformats.org/officeDocument/2006/relationships/image" Target="../media/image187.png"/><Relationship Id="rId10" Type="http://schemas.openxmlformats.org/officeDocument/2006/relationships/image" Target="../media/image182.png"/><Relationship Id="rId4" Type="http://schemas.openxmlformats.org/officeDocument/2006/relationships/image" Target="../media/image181.png"/><Relationship Id="rId9" Type="http://schemas.openxmlformats.org/officeDocument/2006/relationships/image" Target="../media/image176.png"/><Relationship Id="rId14" Type="http://schemas.openxmlformats.org/officeDocument/2006/relationships/image" Target="../media/image18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8.png"/><Relationship Id="rId18" Type="http://schemas.openxmlformats.org/officeDocument/2006/relationships/image" Target="../media/image203.png"/><Relationship Id="rId3" Type="http://schemas.openxmlformats.org/officeDocument/2006/relationships/image" Target="../media/image188.png"/><Relationship Id="rId21" Type="http://schemas.openxmlformats.org/officeDocument/2006/relationships/image" Target="../media/image206.png"/><Relationship Id="rId7" Type="http://schemas.openxmlformats.org/officeDocument/2006/relationships/image" Target="../media/image192.png"/><Relationship Id="rId12" Type="http://schemas.openxmlformats.org/officeDocument/2006/relationships/image" Target="../media/image197.png"/><Relationship Id="rId17" Type="http://schemas.openxmlformats.org/officeDocument/2006/relationships/image" Target="../media/image202.png"/><Relationship Id="rId2" Type="http://schemas.openxmlformats.org/officeDocument/2006/relationships/image" Target="../media/image118.png"/><Relationship Id="rId16" Type="http://schemas.openxmlformats.org/officeDocument/2006/relationships/image" Target="../media/image201.png"/><Relationship Id="rId20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5" Type="http://schemas.openxmlformats.org/officeDocument/2006/relationships/image" Target="../media/image190.png"/><Relationship Id="rId15" Type="http://schemas.openxmlformats.org/officeDocument/2006/relationships/image" Target="../media/image200.png"/><Relationship Id="rId10" Type="http://schemas.openxmlformats.org/officeDocument/2006/relationships/image" Target="../media/image195.png"/><Relationship Id="rId19" Type="http://schemas.openxmlformats.org/officeDocument/2006/relationships/image" Target="../media/image204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Relationship Id="rId14" Type="http://schemas.openxmlformats.org/officeDocument/2006/relationships/image" Target="../media/image199.png"/><Relationship Id="rId22" Type="http://schemas.openxmlformats.org/officeDocument/2006/relationships/image" Target="../media/image20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集成运算放大器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3756617" y="5040000"/>
            <a:ext cx="46787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P18 – 24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P302 – 314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50FB66A-3771-66BC-722B-E3FF571B488E}"/>
              </a:ext>
            </a:extLst>
          </p:cNvPr>
          <p:cNvSpPr txBox="1"/>
          <p:nvPr/>
        </p:nvSpPr>
        <p:spPr>
          <a:xfrm>
            <a:off x="1296000" y="1296000"/>
            <a:ext cx="8828388" cy="3156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集成运算放大器的定义和参数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集成运算放大器的传输特性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集成运算放大器的分析方法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集成运算放大器的外部反馈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36731D-90B9-C244-B52B-09A6E681FF7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2F05C75-9D2C-B662-CEA9-70A668F12B2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F8F821B-EAFD-F900-C38A-C77C5BA557F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21185B21-7465-0170-6DD7-077EBBF5A4F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2C115B2-B72F-E9D0-2E04-24DB7A4235C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AF8EF321-F299-55A2-4F17-DFAA6EF6A61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集成运算放大器的定义和参数</a:t>
            </a:r>
            <a:endParaRPr lang="en-US" altLang="zh-CN" sz="3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72A818-86BC-D01A-EC1F-92D8C503DABB}"/>
              </a:ext>
            </a:extLst>
          </p:cNvPr>
          <p:cNvSpPr txBox="1"/>
          <p:nvPr/>
        </p:nvSpPr>
        <p:spPr>
          <a:xfrm>
            <a:off x="360001" y="828000"/>
            <a:ext cx="10589940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分立电路（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Discrete Circuit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）和集成电路（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Integrated Circuit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分立电路：由各自独立的元器件用导线等连接而成的电路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集成电路：将元器件及其连接制作在一小块硅片上的电路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53DD04-6B86-BE36-E8B9-3AA2EA45DA7A}"/>
              </a:ext>
            </a:extLst>
          </p:cNvPr>
          <p:cNvSpPr txBox="1"/>
          <p:nvPr/>
        </p:nvSpPr>
        <p:spPr>
          <a:xfrm>
            <a:off x="360001" y="2880000"/>
            <a:ext cx="789246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集成电路分类：</a:t>
            </a: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集成电路和</a:t>
            </a: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1BF826-285E-4C5F-C946-61C56C858CFC}"/>
              </a:ext>
            </a:extLst>
          </p:cNvPr>
          <p:cNvSpPr txBox="1"/>
          <p:nvPr/>
        </p:nvSpPr>
        <p:spPr>
          <a:xfrm>
            <a:off x="360001" y="3960000"/>
            <a:ext cx="10822864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模拟集成电路分类：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（模拟集成电路中应用最广泛的一种）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集成功率放大器、集成比较器、集成稳压器、集成数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模和模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数转换器等等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043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4E685-B6BC-DCDC-965E-C2C1DD5E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7046289-FA48-2B82-F0D0-D7696024CD4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BB0AFEC-8650-A4E1-E5F5-B72C4F2A773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E4B4B0C-2557-1EE9-9B62-F74CDFA6A93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FD62D8FB-6C29-B49F-32CF-3740FBA7808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3B5F669-5EF5-0DEE-A23D-720694A94CE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F572C093-E201-9935-1966-FBC6E61807F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集成运算放大器的定义和参数</a:t>
            </a:r>
            <a:endParaRPr lang="en-US" altLang="zh-CN" sz="3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DAA3D9-E5A5-59EE-9AF4-A27E9F52FE34}"/>
              </a:ext>
            </a:extLst>
          </p:cNvPr>
          <p:cNvSpPr txBox="1"/>
          <p:nvPr/>
        </p:nvSpPr>
        <p:spPr>
          <a:xfrm>
            <a:off x="360001" y="828000"/>
            <a:ext cx="1058994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一种具有很高放大倍数的多级直接耦合放大电路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BCF2C7-CC79-D4CE-22A3-B61765F5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44" y="2016000"/>
            <a:ext cx="8477312" cy="3028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C128FA-D2A6-5860-CF5D-52665148C011}"/>
                  </a:ext>
                </a:extLst>
              </p:cNvPr>
              <p:cNvSpPr txBox="1"/>
              <p:nvPr/>
            </p:nvSpPr>
            <p:spPr>
              <a:xfrm>
                <a:off x="720000" y="5040000"/>
                <a:ext cx="1040141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：同相输入端；当仅在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端加入电压信号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，输出电压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b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500" b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sz="2400" b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800" b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同相</a:t>
                </a:r>
                <a:endParaRPr lang="en-US" altLang="zh-CN" sz="24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：反相输入端；当仅在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端加入电压信号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，输出电压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反相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C128FA-D2A6-5860-CF5D-52665148C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5040000"/>
                <a:ext cx="10401414" cy="738664"/>
              </a:xfrm>
              <a:prstGeom prst="rect">
                <a:avLst/>
              </a:prstGeom>
              <a:blipFill>
                <a:blip r:embed="rId4"/>
                <a:stretch>
                  <a:fillRect l="-996" t="-13223" b="-23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024EFD2-8AFD-FD1E-D4A7-C9AD400AD84E}"/>
                  </a:ext>
                </a:extLst>
              </p:cNvPr>
              <p:cNvSpPr txBox="1"/>
              <p:nvPr/>
            </p:nvSpPr>
            <p:spPr>
              <a:xfrm>
                <a:off x="360000" y="6048000"/>
                <a:ext cx="109268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功能是放大两个输入电压信号的差值，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是开环电压增益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024EFD2-8AFD-FD1E-D4A7-C9AD400AD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48000"/>
                <a:ext cx="10926861" cy="369332"/>
              </a:xfrm>
              <a:prstGeom prst="rect">
                <a:avLst/>
              </a:prstGeom>
              <a:blipFill>
                <a:blip r:embed="rId5"/>
                <a:stretch>
                  <a:fillRect l="-1673" t="-24590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85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971E-3828-4F71-9F0F-5F497B0F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CF4250F-3AA2-E57B-2785-AA4F29551C47}"/>
              </a:ext>
            </a:extLst>
          </p:cNvPr>
          <p:cNvCxnSpPr>
            <a:cxnSpLocks/>
          </p:cNvCxnSpPr>
          <p:nvPr/>
        </p:nvCxnSpPr>
        <p:spPr>
          <a:xfrm>
            <a:off x="8820000" y="3510000"/>
            <a:ext cx="604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69E5691-7332-5203-5ABD-7373D4D29C9E}"/>
              </a:ext>
            </a:extLst>
          </p:cNvPr>
          <p:cNvCxnSpPr>
            <a:cxnSpLocks/>
          </p:cNvCxnSpPr>
          <p:nvPr/>
        </p:nvCxnSpPr>
        <p:spPr>
          <a:xfrm>
            <a:off x="8820000" y="4086000"/>
            <a:ext cx="604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F9DF607B-D629-B49A-49F7-119D7B7F34B9}"/>
              </a:ext>
            </a:extLst>
          </p:cNvPr>
          <p:cNvSpPr/>
          <p:nvPr/>
        </p:nvSpPr>
        <p:spPr>
          <a:xfrm>
            <a:off x="9360000" y="2970000"/>
            <a:ext cx="1296000" cy="165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B95114-3445-BDDF-3CC7-7942A713538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7C4EA08-2ADC-E5A6-09CC-3911BBE1BC6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FB9E63B-4D54-409E-D465-D57ACE0C91C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AD9EFAC3-6ECE-A073-3206-BCA2A804BC1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8DCCD577-03B1-E5B3-89A6-6BC052DC0F4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EB8669B0-1AE7-88A3-60C0-67F350B7A76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集成运算放大器的定义和参数</a:t>
            </a:r>
            <a:endParaRPr lang="en-US" altLang="zh-CN" sz="3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0DF17E-B989-A6EA-5128-14D60030BFBB}"/>
              </a:ext>
            </a:extLst>
          </p:cNvPr>
          <p:cNvSpPr txBox="1"/>
          <p:nvPr/>
        </p:nvSpPr>
        <p:spPr>
          <a:xfrm>
            <a:off x="360001" y="828000"/>
            <a:ext cx="10589940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一种具有很高放大倍数的多级直接耦合放大电路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因最初用于信号运算而得名，简称集成运放或运放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808C69-AC0C-DA71-F5EC-8993FB5C5155}"/>
              </a:ext>
            </a:extLst>
          </p:cNvPr>
          <p:cNvSpPr txBox="1"/>
          <p:nvPr/>
        </p:nvSpPr>
        <p:spPr>
          <a:xfrm>
            <a:off x="8280000" y="3168000"/>
            <a:ext cx="6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5841D8-3951-AB1F-22FF-91AF55EE9508}"/>
              </a:ext>
            </a:extLst>
          </p:cNvPr>
          <p:cNvSpPr txBox="1"/>
          <p:nvPr/>
        </p:nvSpPr>
        <p:spPr>
          <a:xfrm>
            <a:off x="8280000" y="3852000"/>
            <a:ext cx="6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7C601B-B7FE-CF17-7B46-4FD0E42D4B11}"/>
              </a:ext>
            </a:extLst>
          </p:cNvPr>
          <p:cNvSpPr txBox="1"/>
          <p:nvPr/>
        </p:nvSpPr>
        <p:spPr>
          <a:xfrm>
            <a:off x="11196000" y="3492000"/>
            <a:ext cx="6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66584A2-11D5-D232-3646-A4832F482461}"/>
                  </a:ext>
                </a:extLst>
              </p:cNvPr>
              <p:cNvSpPr txBox="1"/>
              <p:nvPr/>
            </p:nvSpPr>
            <p:spPr>
              <a:xfrm>
                <a:off x="9468000" y="3186000"/>
                <a:ext cx="360000" cy="68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</m:oMath>
                  </m:oMathPara>
                </a14:m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66584A2-11D5-D232-3646-A4832F482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000" y="3186000"/>
                <a:ext cx="360000" cy="68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9D35561-1C67-6E32-DE40-DB1B6814B0D5}"/>
                  </a:ext>
                </a:extLst>
              </p:cNvPr>
              <p:cNvSpPr txBox="1"/>
              <p:nvPr/>
            </p:nvSpPr>
            <p:spPr>
              <a:xfrm>
                <a:off x="9468000" y="3798000"/>
                <a:ext cx="360000" cy="68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m:oMathPara>
                </a14:m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9D35561-1C67-6E32-DE40-DB1B6814B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000" y="3798000"/>
                <a:ext cx="360000" cy="684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C9EBFFC-ECBB-F2B7-3466-74BA291A1F58}"/>
                  </a:ext>
                </a:extLst>
              </p:cNvPr>
              <p:cNvSpPr txBox="1"/>
              <p:nvPr/>
            </p:nvSpPr>
            <p:spPr>
              <a:xfrm>
                <a:off x="10332000" y="3384000"/>
                <a:ext cx="360000" cy="64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m:oMathPara>
                </a14:m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C9EBFFC-ECBB-F2B7-3466-74BA291A1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000" y="3384000"/>
                <a:ext cx="360000" cy="648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4614A6F9-8301-0B05-9A75-FD86271688EA}"/>
                  </a:ext>
                </a:extLst>
              </p:cNvPr>
              <p:cNvSpPr txBox="1"/>
              <p:nvPr/>
            </p:nvSpPr>
            <p:spPr>
              <a:xfrm>
                <a:off x="10004370" y="2880000"/>
                <a:ext cx="517275" cy="686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4614A6F9-8301-0B05-9A75-FD8627168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370" y="2880000"/>
                <a:ext cx="517275" cy="6863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等腰三角形 59">
            <a:extLst>
              <a:ext uri="{FF2B5EF4-FFF2-40B4-BE49-F238E27FC236}">
                <a16:creationId xmlns:a16="http://schemas.microsoft.com/office/drawing/2014/main" id="{7A860266-5902-D968-063A-D92E41DEB3EE}"/>
              </a:ext>
            </a:extLst>
          </p:cNvPr>
          <p:cNvSpPr/>
          <p:nvPr/>
        </p:nvSpPr>
        <p:spPr>
          <a:xfrm rot="5400000">
            <a:off x="9797981" y="3101285"/>
            <a:ext cx="231838" cy="203169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9E558CC5-0ECF-FB90-5904-DD0F6B3DB78A}"/>
              </a:ext>
            </a:extLst>
          </p:cNvPr>
          <p:cNvGrpSpPr/>
          <p:nvPr/>
        </p:nvGrpSpPr>
        <p:grpSpPr>
          <a:xfrm>
            <a:off x="2159999" y="2970000"/>
            <a:ext cx="3924001" cy="1656000"/>
            <a:chOff x="6317553" y="3263544"/>
            <a:chExt cx="3924001" cy="1656000"/>
          </a:xfrm>
        </p:grpSpPr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7A5E5839-C1AE-E52D-9A3B-6C71E1416EBF}"/>
                </a:ext>
              </a:extLst>
            </p:cNvPr>
            <p:cNvSpPr/>
            <p:nvPr/>
          </p:nvSpPr>
          <p:spPr>
            <a:xfrm rot="5400000">
              <a:off x="7433554" y="3281544"/>
              <a:ext cx="1656000" cy="1620000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19EBEFD-2FF1-A5DF-CBC4-86708F10BE27}"/>
                </a:ext>
              </a:extLst>
            </p:cNvPr>
            <p:cNvSpPr txBox="1"/>
            <p:nvPr/>
          </p:nvSpPr>
          <p:spPr>
            <a:xfrm>
              <a:off x="6317553" y="3461544"/>
              <a:ext cx="648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B49AAE4-5E09-3256-8ABC-B668B43059B8}"/>
                </a:ext>
              </a:extLst>
            </p:cNvPr>
            <p:cNvSpPr txBox="1"/>
            <p:nvPr/>
          </p:nvSpPr>
          <p:spPr>
            <a:xfrm>
              <a:off x="6317554" y="4145544"/>
              <a:ext cx="648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149418C-3A32-DB7F-35B4-433B71AC5B80}"/>
                    </a:ext>
                  </a:extLst>
                </p:cNvPr>
                <p:cNvSpPr txBox="1"/>
                <p:nvPr/>
              </p:nvSpPr>
              <p:spPr>
                <a:xfrm>
                  <a:off x="7524692" y="3479544"/>
                  <a:ext cx="360000" cy="68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149418C-3A32-DB7F-35B4-433B71AC5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692" y="3479544"/>
                  <a:ext cx="360000" cy="684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717C8CA-7400-02B5-6241-C8998833F85F}"/>
                </a:ext>
              </a:extLst>
            </p:cNvPr>
            <p:cNvCxnSpPr>
              <a:cxnSpLocks/>
            </p:cNvCxnSpPr>
            <p:nvPr/>
          </p:nvCxnSpPr>
          <p:spPr>
            <a:xfrm>
              <a:off x="6857554" y="3803544"/>
              <a:ext cx="604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93CC361-751D-E86D-27B4-3412269383D6}"/>
                </a:ext>
              </a:extLst>
            </p:cNvPr>
            <p:cNvCxnSpPr>
              <a:cxnSpLocks/>
            </p:cNvCxnSpPr>
            <p:nvPr/>
          </p:nvCxnSpPr>
          <p:spPr>
            <a:xfrm>
              <a:off x="6857554" y="4379544"/>
              <a:ext cx="604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A54AFCE-0045-0CC8-4DB5-E8840C259C6A}"/>
                    </a:ext>
                  </a:extLst>
                </p:cNvPr>
                <p:cNvSpPr txBox="1"/>
                <p:nvPr/>
              </p:nvSpPr>
              <p:spPr>
                <a:xfrm>
                  <a:off x="7523554" y="4091544"/>
                  <a:ext cx="360000" cy="68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A54AFCE-0045-0CC8-4DB5-E8840C259C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3554" y="4091544"/>
                  <a:ext cx="360000" cy="684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9DAD4244-ADBE-F1CE-DBDE-277E3BA6ED71}"/>
                </a:ext>
              </a:extLst>
            </p:cNvPr>
            <p:cNvSpPr txBox="1"/>
            <p:nvPr/>
          </p:nvSpPr>
          <p:spPr>
            <a:xfrm>
              <a:off x="9593554" y="3785544"/>
              <a:ext cx="648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endPara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E4154015-735B-8EAB-AE40-83BDFB0F48DB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>
              <a:off x="9071554" y="4091544"/>
              <a:ext cx="604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92AA328C-DBD2-A7D6-0B03-15CC4A33F5A3}"/>
              </a:ext>
            </a:extLst>
          </p:cNvPr>
          <p:cNvSpPr txBox="1"/>
          <p:nvPr/>
        </p:nvSpPr>
        <p:spPr>
          <a:xfrm>
            <a:off x="2520000" y="5040000"/>
            <a:ext cx="252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常用图形符号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4607E79-E6BC-5F4D-6862-FB72D21E079E}"/>
              </a:ext>
            </a:extLst>
          </p:cNvPr>
          <p:cNvSpPr txBox="1"/>
          <p:nvPr/>
        </p:nvSpPr>
        <p:spPr>
          <a:xfrm>
            <a:off x="8532000" y="5040000"/>
            <a:ext cx="307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国家标准规定的符号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711FD40-7DC5-3735-AC5D-95FD118D1CBD}"/>
              </a:ext>
            </a:extLst>
          </p:cNvPr>
          <p:cNvSpPr txBox="1"/>
          <p:nvPr/>
        </p:nvSpPr>
        <p:spPr>
          <a:xfrm>
            <a:off x="468000" y="306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反相输入端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845DAF9-CB12-E1F7-AA1D-9546CACB9400}"/>
              </a:ext>
            </a:extLst>
          </p:cNvPr>
          <p:cNvSpPr txBox="1"/>
          <p:nvPr/>
        </p:nvSpPr>
        <p:spPr>
          <a:xfrm>
            <a:off x="468000" y="4068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同相输入端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9730184-9996-8109-33D4-2536CCCEA87E}"/>
              </a:ext>
            </a:extLst>
          </p:cNvPr>
          <p:cNvSpPr txBox="1"/>
          <p:nvPr/>
        </p:nvSpPr>
        <p:spPr>
          <a:xfrm>
            <a:off x="5112000" y="3168000"/>
            <a:ext cx="129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输出端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CC8A816-E993-8179-CB8F-2CCA8EE0C657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0656000" y="3798000"/>
            <a:ext cx="604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83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20060-D417-C2E0-10CC-8EFAB426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FFDE930-44ED-A525-AB87-565A3A7E704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C09A4EE-408B-E26F-76F6-8047FCA397A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7030B35-9D2C-7A25-B680-43490C191EA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CF83230E-9905-B3D9-2570-8C192099567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DF7350F4-F4B5-E784-3C86-DA6E87582BD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5A404FF7-52AD-8896-526F-30A513773AE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集成运算放大器的定义和参数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简化模型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DA9DC6-E625-70F5-2CF6-349DCCD6369F}"/>
              </a:ext>
            </a:extLst>
          </p:cNvPr>
          <p:cNvSpPr txBox="1"/>
          <p:nvPr/>
        </p:nvSpPr>
        <p:spPr>
          <a:xfrm>
            <a:off x="360000" y="828000"/>
            <a:ext cx="516234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集成运算放大器的简化模型：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7FAB8FF-7994-1B38-976C-339FE25D1D79}"/>
              </a:ext>
            </a:extLst>
          </p:cNvPr>
          <p:cNvGrpSpPr/>
          <p:nvPr/>
        </p:nvGrpSpPr>
        <p:grpSpPr>
          <a:xfrm>
            <a:off x="360000" y="1620000"/>
            <a:ext cx="11052000" cy="4752475"/>
            <a:chOff x="360000" y="1620000"/>
            <a:chExt cx="11052000" cy="4752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BA2C3F6C-1666-A09F-C2BC-B597AEE1C4EC}"/>
                    </a:ext>
                  </a:extLst>
                </p:cNvPr>
                <p:cNvSpPr txBox="1"/>
                <p:nvPr/>
              </p:nvSpPr>
              <p:spPr>
                <a:xfrm>
                  <a:off x="1800000" y="3491051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BA2C3F6C-1666-A09F-C2BC-B597AEE1C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000" y="3491051"/>
                  <a:ext cx="576000" cy="576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785EBF4D-CC51-AE31-913D-2F27400F31DC}"/>
                    </a:ext>
                  </a:extLst>
                </p:cNvPr>
                <p:cNvSpPr txBox="1"/>
                <p:nvPr/>
              </p:nvSpPr>
              <p:spPr>
                <a:xfrm>
                  <a:off x="1800000" y="3852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785EBF4D-CC51-AE31-913D-2F27400F3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000" y="3852000"/>
                  <a:ext cx="576000" cy="576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5C5A44D-80C3-F86B-8E90-6246D20A68F6}"/>
                </a:ext>
              </a:extLst>
            </p:cNvPr>
            <p:cNvSpPr/>
            <p:nvPr/>
          </p:nvSpPr>
          <p:spPr>
            <a:xfrm>
              <a:off x="1944000" y="3888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D4F9B18E-A44A-D517-0587-71A507A358EA}"/>
                    </a:ext>
                  </a:extLst>
                </p:cNvPr>
                <p:cNvSpPr txBox="1"/>
                <p:nvPr/>
              </p:nvSpPr>
              <p:spPr>
                <a:xfrm>
                  <a:off x="8226000" y="3960000"/>
                  <a:ext cx="1258456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  </m:t>
                        </m:r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D4F9B18E-A44A-D517-0587-71A507A358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6000" y="3960000"/>
                  <a:ext cx="1258456" cy="6124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6CB6802A-6E1C-5DE0-E4DA-BC5510D00F76}"/>
                </a:ext>
              </a:extLst>
            </p:cNvPr>
            <p:cNvSpPr txBox="1"/>
            <p:nvPr/>
          </p:nvSpPr>
          <p:spPr>
            <a:xfrm>
              <a:off x="360000" y="5364000"/>
              <a:ext cx="1332000" cy="79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反相</a:t>
              </a:r>
              <a:endPara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输入端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2B4877F-7523-3C55-28A3-CD21A7DDD42E}"/>
                </a:ext>
              </a:extLst>
            </p:cNvPr>
            <p:cNvSpPr txBox="1"/>
            <p:nvPr/>
          </p:nvSpPr>
          <p:spPr>
            <a:xfrm>
              <a:off x="360000" y="1800000"/>
              <a:ext cx="1332000" cy="79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同相</a:t>
              </a:r>
              <a:endPara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输入端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07D76BF7-5B9E-9D0C-3240-575CAB79050D}"/>
                </a:ext>
              </a:extLst>
            </p:cNvPr>
            <p:cNvSpPr txBox="1"/>
            <p:nvPr/>
          </p:nvSpPr>
          <p:spPr>
            <a:xfrm>
              <a:off x="7344000" y="3024000"/>
              <a:ext cx="1152000" cy="50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输出端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2DD083E-7CAC-4326-B5E0-8815C3EAB3C0}"/>
                    </a:ext>
                  </a:extLst>
                </p:cNvPr>
                <p:cNvSpPr txBox="1"/>
                <p:nvPr/>
              </p:nvSpPr>
              <p:spPr>
                <a:xfrm>
                  <a:off x="1800000" y="2583115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2DD083E-7CAC-4326-B5E0-8815C3EAB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000" y="2583115"/>
                  <a:ext cx="576000" cy="576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007CFA0-9EB2-7734-089C-55EB5C98048A}"/>
                    </a:ext>
                  </a:extLst>
                </p:cNvPr>
                <p:cNvSpPr txBox="1"/>
                <p:nvPr/>
              </p:nvSpPr>
              <p:spPr>
                <a:xfrm>
                  <a:off x="1800000" y="4752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007CFA0-9EB2-7734-089C-55EB5C980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000" y="4752000"/>
                  <a:ext cx="576000" cy="576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69C6B55-3378-1848-37F5-5751021DCD07}"/>
                    </a:ext>
                  </a:extLst>
                </p:cNvPr>
                <p:cNvSpPr txBox="1"/>
                <p:nvPr/>
              </p:nvSpPr>
              <p:spPr>
                <a:xfrm>
                  <a:off x="1800000" y="298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69C6B55-3378-1848-37F5-5751021DCD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000" y="2988000"/>
                  <a:ext cx="576000" cy="576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2550ACDD-AB37-CFBF-D28E-D2FCC0DDA2EF}"/>
                    </a:ext>
                  </a:extLst>
                </p:cNvPr>
                <p:cNvSpPr txBox="1"/>
                <p:nvPr/>
              </p:nvSpPr>
              <p:spPr>
                <a:xfrm>
                  <a:off x="1800000" y="4284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2550ACDD-AB37-CFBF-D28E-D2FCC0DDA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000" y="4284000"/>
                  <a:ext cx="576000" cy="576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BECC0EF-0811-5BFE-3E9F-6587D44DD5F5}"/>
                </a:ext>
              </a:extLst>
            </p:cNvPr>
            <p:cNvSpPr/>
            <p:nvPr/>
          </p:nvSpPr>
          <p:spPr>
            <a:xfrm>
              <a:off x="3960000" y="1620000"/>
              <a:ext cx="5940000" cy="468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71FE147C-9AA6-F29A-E23A-A8867EDE1857}"/>
                </a:ext>
              </a:extLst>
            </p:cNvPr>
            <p:cNvSpPr/>
            <p:nvPr/>
          </p:nvSpPr>
          <p:spPr>
            <a:xfrm rot="5400000">
              <a:off x="3240000" y="1404000"/>
              <a:ext cx="4392000" cy="5112000"/>
            </a:xfrm>
            <a:prstGeom prst="triangle">
              <a:avLst/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DB4B1B6-D77A-C00C-BA21-0388416E44AD}"/>
                </a:ext>
              </a:extLst>
            </p:cNvPr>
            <p:cNvSpPr txBox="1"/>
            <p:nvPr/>
          </p:nvSpPr>
          <p:spPr>
            <a:xfrm>
              <a:off x="1656000" y="5364000"/>
              <a:ext cx="648000" cy="57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00B92C6E-9018-F652-2673-52250EA78F10}"/>
                </a:ext>
              </a:extLst>
            </p:cNvPr>
            <p:cNvSpPr txBox="1"/>
            <p:nvPr/>
          </p:nvSpPr>
          <p:spPr>
            <a:xfrm>
              <a:off x="1656000" y="1980000"/>
              <a:ext cx="648000" cy="57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2F7E45C0-9D30-858F-0973-F617623F64A4}"/>
                    </a:ext>
                  </a:extLst>
                </p:cNvPr>
                <p:cNvSpPr txBox="1"/>
                <p:nvPr/>
              </p:nvSpPr>
              <p:spPr>
                <a:xfrm>
                  <a:off x="3528000" y="4968000"/>
                  <a:ext cx="36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2F7E45C0-9D30-858F-0973-F617623F6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000" y="4968000"/>
                  <a:ext cx="360000" cy="72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E97CCB7-B9BA-E8FD-0301-916D91AC3258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00" y="3960000"/>
              <a:ext cx="406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A8E4157B-2420-88AC-26E7-E77098B5C46D}"/>
                    </a:ext>
                  </a:extLst>
                </p:cNvPr>
                <p:cNvSpPr txBox="1"/>
                <p:nvPr/>
              </p:nvSpPr>
              <p:spPr>
                <a:xfrm>
                  <a:off x="3528000" y="2340000"/>
                  <a:ext cx="36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A8E4157B-2420-88AC-26E7-E77098B5C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000" y="2340000"/>
                  <a:ext cx="360000" cy="720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3F534EF-9A71-67E5-F509-57DA2DB8BFD0}"/>
                </a:ext>
              </a:extLst>
            </p:cNvPr>
            <p:cNvSpPr txBox="1"/>
            <p:nvPr/>
          </p:nvSpPr>
          <p:spPr>
            <a:xfrm>
              <a:off x="8028000" y="3348000"/>
              <a:ext cx="648000" cy="57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endPara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左中括号 11">
              <a:extLst>
                <a:ext uri="{FF2B5EF4-FFF2-40B4-BE49-F238E27FC236}">
                  <a16:creationId xmlns:a16="http://schemas.microsoft.com/office/drawing/2014/main" id="{3318E8AB-64D2-1DEF-8157-6C5974AF3728}"/>
                </a:ext>
              </a:extLst>
            </p:cNvPr>
            <p:cNvSpPr/>
            <p:nvPr/>
          </p:nvSpPr>
          <p:spPr>
            <a:xfrm flipH="1">
              <a:off x="2088000" y="2628000"/>
              <a:ext cx="1332000" cy="2664000"/>
            </a:xfrm>
            <a:prstGeom prst="leftBracket">
              <a:avLst>
                <a:gd name="adj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D7FF31A-9F24-FCFE-7471-1ADF48E1DE80}"/>
                </a:ext>
              </a:extLst>
            </p:cNvPr>
            <p:cNvSpPr/>
            <p:nvPr/>
          </p:nvSpPr>
          <p:spPr>
            <a:xfrm>
              <a:off x="3312000" y="3600000"/>
              <a:ext cx="216000" cy="72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8426EE8-9DA8-E363-A37A-F49EB8C021F8}"/>
                    </a:ext>
                  </a:extLst>
                </p:cNvPr>
                <p:cNvSpPr txBox="1"/>
                <p:nvPr/>
              </p:nvSpPr>
              <p:spPr>
                <a:xfrm>
                  <a:off x="3492000" y="3654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8426EE8-9DA8-E363-A37A-F49EB8C02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000" y="3654000"/>
                  <a:ext cx="576000" cy="576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菱形 15">
              <a:extLst>
                <a:ext uri="{FF2B5EF4-FFF2-40B4-BE49-F238E27FC236}">
                  <a16:creationId xmlns:a16="http://schemas.microsoft.com/office/drawing/2014/main" id="{6E972FD5-181F-7295-22ED-C28D47396787}"/>
                </a:ext>
              </a:extLst>
            </p:cNvPr>
            <p:cNvSpPr/>
            <p:nvPr/>
          </p:nvSpPr>
          <p:spPr>
            <a:xfrm>
              <a:off x="3961180" y="4248000"/>
              <a:ext cx="576000" cy="720000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E5B0DCC9-16DB-B1EC-980E-DAD1AD92ACB4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00" y="3960000"/>
              <a:ext cx="0" cy="129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16EE81C-F1BC-3421-3760-08C57F523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4000" y="529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F4D12E8-4BFB-96C6-884B-E55C5F7CE062}"/>
                </a:ext>
              </a:extLst>
            </p:cNvPr>
            <p:cNvSpPr/>
            <p:nvPr/>
          </p:nvSpPr>
          <p:spPr>
            <a:xfrm>
              <a:off x="5760000" y="3852000"/>
              <a:ext cx="720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341CFC52-7C00-92FC-EBE9-AF88684CC179}"/>
                    </a:ext>
                  </a:extLst>
                </p:cNvPr>
                <p:cNvSpPr txBox="1"/>
                <p:nvPr/>
              </p:nvSpPr>
              <p:spPr>
                <a:xfrm>
                  <a:off x="5760000" y="3312000"/>
                  <a:ext cx="72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341CFC52-7C00-92FC-EBE9-AF88684CC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0" y="3312000"/>
                  <a:ext cx="720000" cy="576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88213CD-D0D8-52AD-5C83-C334827EC0C2}"/>
                    </a:ext>
                  </a:extLst>
                </p:cNvPr>
                <p:cNvSpPr txBox="1"/>
                <p:nvPr/>
              </p:nvSpPr>
              <p:spPr>
                <a:xfrm>
                  <a:off x="4392000" y="4680000"/>
                  <a:ext cx="324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88213CD-D0D8-52AD-5C83-C334827EC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4680000"/>
                  <a:ext cx="324000" cy="576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923B643-0264-FCD9-BB7D-9DBC74658897}"/>
                    </a:ext>
                  </a:extLst>
                </p:cNvPr>
                <p:cNvSpPr txBox="1"/>
                <p:nvPr/>
              </p:nvSpPr>
              <p:spPr>
                <a:xfrm>
                  <a:off x="4392000" y="3996000"/>
                  <a:ext cx="324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923B643-0264-FCD9-BB7D-9DBC74658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3996000"/>
                  <a:ext cx="324000" cy="576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681555B-A7A9-7960-3D90-15F1F17E1CBF}"/>
                    </a:ext>
                  </a:extLst>
                </p:cNvPr>
                <p:cNvSpPr txBox="1"/>
                <p:nvPr/>
              </p:nvSpPr>
              <p:spPr>
                <a:xfrm>
                  <a:off x="4536000" y="4356000"/>
                  <a:ext cx="1663088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681555B-A7A9-7960-3D90-15F1F17E1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6000" y="4356000"/>
                  <a:ext cx="1663088" cy="53860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3A753219-4435-8137-AA28-73EA16213A06}"/>
                </a:ext>
              </a:extLst>
            </p:cNvPr>
            <p:cNvSpPr/>
            <p:nvPr/>
          </p:nvSpPr>
          <p:spPr>
            <a:xfrm>
              <a:off x="1944000" y="2556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802D83BA-72DD-DF1A-1437-D8B9153E48E3}"/>
                </a:ext>
              </a:extLst>
            </p:cNvPr>
            <p:cNvSpPr/>
            <p:nvPr/>
          </p:nvSpPr>
          <p:spPr>
            <a:xfrm>
              <a:off x="1944000" y="5220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6C611F5D-5FA7-688E-CD2A-0C75554327F7}"/>
                </a:ext>
              </a:extLst>
            </p:cNvPr>
            <p:cNvCxnSpPr>
              <a:cxnSpLocks/>
            </p:cNvCxnSpPr>
            <p:nvPr/>
          </p:nvCxnSpPr>
          <p:spPr>
            <a:xfrm>
              <a:off x="2520000" y="3960000"/>
              <a:ext cx="0" cy="3832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77EF809-A2A0-45BC-26F9-7EAF73335C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6000" y="435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35693CD-450F-A729-D2F5-35337ED599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8000" y="3960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3FC9A4F3-BC5C-BE42-187D-2D0A2A7BECFC}"/>
                </a:ext>
              </a:extLst>
            </p:cNvPr>
            <p:cNvSpPr/>
            <p:nvPr/>
          </p:nvSpPr>
          <p:spPr>
            <a:xfrm>
              <a:off x="8280000" y="3888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6216B60F-725B-F385-40F5-3BF1D38780F2}"/>
                </a:ext>
              </a:extLst>
            </p:cNvPr>
            <p:cNvSpPr/>
            <p:nvPr/>
          </p:nvSpPr>
          <p:spPr>
            <a:xfrm>
              <a:off x="9180000" y="3888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0096E52F-3E96-2176-9B93-C7D623EF1520}"/>
                </a:ext>
              </a:extLst>
            </p:cNvPr>
            <p:cNvCxnSpPr>
              <a:cxnSpLocks/>
              <a:stCxn id="80" idx="6"/>
            </p:cNvCxnSpPr>
            <p:nvPr/>
          </p:nvCxnSpPr>
          <p:spPr>
            <a:xfrm>
              <a:off x="9323999" y="3960000"/>
              <a:ext cx="111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420DDA56-B135-1933-029F-E865629EBB5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3960000"/>
              <a:ext cx="0" cy="3975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0D2A6B41-FF60-800C-131B-B0A82826CB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96000" y="439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B01355BC-E073-DFD0-9C30-647D0A94851B}"/>
                </a:ext>
              </a:extLst>
            </p:cNvPr>
            <p:cNvSpPr/>
            <p:nvPr/>
          </p:nvSpPr>
          <p:spPr>
            <a:xfrm>
              <a:off x="9828000" y="3888000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2F1B5B2C-80D2-38A4-EC2B-8F35B99678F9}"/>
                </a:ext>
              </a:extLst>
            </p:cNvPr>
            <p:cNvSpPr/>
            <p:nvPr/>
          </p:nvSpPr>
          <p:spPr>
            <a:xfrm>
              <a:off x="3888000" y="1800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7064A371-DC6E-3576-5223-6AFBD768EC6A}"/>
                </a:ext>
              </a:extLst>
            </p:cNvPr>
            <p:cNvSpPr/>
            <p:nvPr/>
          </p:nvSpPr>
          <p:spPr>
            <a:xfrm>
              <a:off x="3888000" y="5976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05120427-9FAC-08F2-30CF-6AE85B63D181}"/>
                </a:ext>
              </a:extLst>
            </p:cNvPr>
            <p:cNvSpPr/>
            <p:nvPr/>
          </p:nvSpPr>
          <p:spPr>
            <a:xfrm>
              <a:off x="9540000" y="2700000"/>
              <a:ext cx="720000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A45AC18F-2EC5-77FE-F5DB-DF63166E7202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2700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01C65F9E-784F-D530-3C7E-65E0DABFF8DD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880000"/>
              <a:ext cx="432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682C28D5-46FB-257A-9617-FCB1308BA74D}"/>
                </a:ext>
              </a:extLst>
            </p:cNvPr>
            <p:cNvSpPr/>
            <p:nvPr/>
          </p:nvSpPr>
          <p:spPr>
            <a:xfrm>
              <a:off x="9540000" y="5040000"/>
              <a:ext cx="720000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251D6C81-57F0-FED4-7B90-654DD36AE8A5}"/>
                </a:ext>
              </a:extLst>
            </p:cNvPr>
            <p:cNvCxnSpPr>
              <a:cxnSpLocks/>
            </p:cNvCxnSpPr>
            <p:nvPr/>
          </p:nvCxnSpPr>
          <p:spPr>
            <a:xfrm>
              <a:off x="9468000" y="5040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9DA765B-B853-7378-7C6B-4F9875E4D55A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5220000"/>
              <a:ext cx="432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0CA18E0-B7F4-B3BB-DDA0-1BED67D9FC1A}"/>
                    </a:ext>
                  </a:extLst>
                </p:cNvPr>
                <p:cNvSpPr txBox="1"/>
                <p:nvPr/>
              </p:nvSpPr>
              <p:spPr>
                <a:xfrm>
                  <a:off x="9900000" y="2160000"/>
                  <a:ext cx="720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0CA18E0-B7F4-B3BB-DDA0-1BED67D9F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0000" y="2160000"/>
                  <a:ext cx="720000" cy="61247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D507B31A-5701-6222-8D0C-B3143C4E2E0E}"/>
                    </a:ext>
                  </a:extLst>
                </p:cNvPr>
                <p:cNvSpPr txBox="1"/>
                <p:nvPr/>
              </p:nvSpPr>
              <p:spPr>
                <a:xfrm>
                  <a:off x="9900000" y="5220000"/>
                  <a:ext cx="720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D507B31A-5701-6222-8D0C-B3143C4E2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0000" y="5220000"/>
                  <a:ext cx="720000" cy="61247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BDC52AC-6DA3-517A-85CA-36D84E587275}"/>
                    </a:ext>
                  </a:extLst>
                </p:cNvPr>
                <p:cNvSpPr txBox="1"/>
                <p:nvPr/>
              </p:nvSpPr>
              <p:spPr>
                <a:xfrm>
                  <a:off x="4032000" y="1620000"/>
                  <a:ext cx="612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BDC52AC-6DA3-517A-85CA-36D84E587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000" y="1620000"/>
                  <a:ext cx="612000" cy="61247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9DF703D-B8B8-A1D9-6EF5-0361B2271A02}"/>
                    </a:ext>
                  </a:extLst>
                </p:cNvPr>
                <p:cNvSpPr txBox="1"/>
                <p:nvPr/>
              </p:nvSpPr>
              <p:spPr>
                <a:xfrm>
                  <a:off x="4032000" y="5760000"/>
                  <a:ext cx="612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9DF703D-B8B8-A1D9-6EF5-0361B2271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000" y="5760000"/>
                  <a:ext cx="612000" cy="61247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D9A4444E-7F76-83F2-6714-8B3AC4FFA2F8}"/>
                </a:ext>
              </a:extLst>
            </p:cNvPr>
            <p:cNvSpPr txBox="1"/>
            <p:nvPr/>
          </p:nvSpPr>
          <p:spPr>
            <a:xfrm>
              <a:off x="10332000" y="2376000"/>
              <a:ext cx="1080000" cy="79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供电</a:t>
              </a:r>
              <a:endPara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电源</a:t>
              </a: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91D09D61-F2CA-5AA8-3F9D-B98705EE1539}"/>
                </a:ext>
              </a:extLst>
            </p:cNvPr>
            <p:cNvSpPr txBox="1"/>
            <p:nvPr/>
          </p:nvSpPr>
          <p:spPr>
            <a:xfrm>
              <a:off x="10332000" y="4896000"/>
              <a:ext cx="1080000" cy="75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供电</a:t>
              </a:r>
              <a:endPara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489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99F13BC-31FE-EC33-FD3C-3DBEE0B5525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集成运算放大器的定义和参数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输入输出信号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D2E4E6-C32B-9004-61BA-0AA934205B7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05864B5-C96D-78DA-5C47-89DA2560CD2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F96D0818-A30E-3BC4-58A7-7A33470B176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EEE6FD1E-260B-272C-9098-D84DC1D4B91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F2597F2A-059E-AC3F-E211-4B48CC6178B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890ADC-CD22-9E02-F282-86E16727A12E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519015" cy="3246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集成运算放大器的输入信号：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差模信号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共模信号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ic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ic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/2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集成运算放大器的输出信号：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∙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∙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kumimoji="1"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/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为差模电压增益，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oc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/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ic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为共模电压增益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890ADC-CD22-9E02-F282-86E16727A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519015" cy="3246402"/>
              </a:xfrm>
              <a:prstGeom prst="rect">
                <a:avLst/>
              </a:prstGeom>
              <a:blipFill>
                <a:blip r:embed="rId3"/>
                <a:stretch>
                  <a:fillRect l="-1159" t="-752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FA3203D-1825-9C81-A4A1-78BBF400735F}"/>
              </a:ext>
            </a:extLst>
          </p:cNvPr>
          <p:cNvGrpSpPr/>
          <p:nvPr/>
        </p:nvGrpSpPr>
        <p:grpSpPr>
          <a:xfrm>
            <a:off x="7956000" y="828000"/>
            <a:ext cx="4032000" cy="2160001"/>
            <a:chOff x="7936439" y="719999"/>
            <a:chExt cx="4032000" cy="2160001"/>
          </a:xfrm>
        </p:grpSpPr>
        <p:sp>
          <p:nvSpPr>
            <p:cNvPr id="18" name="Line 52">
              <a:extLst>
                <a:ext uri="{FF2B5EF4-FFF2-40B4-BE49-F238E27FC236}">
                  <a16:creationId xmlns:a16="http://schemas.microsoft.com/office/drawing/2014/main" id="{E8D81947-85C7-7A99-DCB2-02C4F119B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4389" y="1080000"/>
              <a:ext cx="15665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53">
              <a:extLst>
                <a:ext uri="{FF2B5EF4-FFF2-40B4-BE49-F238E27FC236}">
                  <a16:creationId xmlns:a16="http://schemas.microsoft.com/office/drawing/2014/main" id="{F92CF9E4-2711-93EE-742C-E2D09CB92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12000" y="1656000"/>
              <a:ext cx="57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" name="Line 55">
              <a:extLst>
                <a:ext uri="{FF2B5EF4-FFF2-40B4-BE49-F238E27FC236}">
                  <a16:creationId xmlns:a16="http://schemas.microsoft.com/office/drawing/2014/main" id="{9102890E-B899-344F-B665-9FB2E698E8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60000" y="1368000"/>
              <a:ext cx="36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AutoShape 56">
              <a:extLst>
                <a:ext uri="{FF2B5EF4-FFF2-40B4-BE49-F238E27FC236}">
                  <a16:creationId xmlns:a16="http://schemas.microsoft.com/office/drawing/2014/main" id="{A64DE8B2-C507-7B53-56D3-BFBB3ECE60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022254" y="863999"/>
              <a:ext cx="1296000" cy="10080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0786236F-091A-3572-4645-B13170F31477}"/>
                </a:ext>
              </a:extLst>
            </p:cNvPr>
            <p:cNvSpPr/>
            <p:nvPr/>
          </p:nvSpPr>
          <p:spPr>
            <a:xfrm>
              <a:off x="11484000" y="131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39D6F8C2-8537-9C73-F554-CBAB563D9EDA}"/>
                    </a:ext>
                  </a:extLst>
                </p:cNvPr>
                <p:cNvSpPr txBox="1"/>
                <p:nvPr/>
              </p:nvSpPr>
              <p:spPr>
                <a:xfrm>
                  <a:off x="10168439" y="1403999"/>
                  <a:ext cx="468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39D6F8C2-8537-9C73-F554-CBAB563D9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439" y="1403999"/>
                  <a:ext cx="468000" cy="5386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E1595ADA-B175-51E5-EF8F-7F94037CD9AB}"/>
                    </a:ext>
                  </a:extLst>
                </p:cNvPr>
                <p:cNvSpPr txBox="1"/>
                <p:nvPr/>
              </p:nvSpPr>
              <p:spPr>
                <a:xfrm>
                  <a:off x="10168439" y="827999"/>
                  <a:ext cx="468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E1595ADA-B175-51E5-EF8F-7F94037CD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439" y="827999"/>
                  <a:ext cx="468000" cy="53860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37FB7F3-9BA6-054C-FCF4-1186DFBD424D}"/>
                    </a:ext>
                  </a:extLst>
                </p:cNvPr>
                <p:cNvSpPr txBox="1"/>
                <p:nvPr/>
              </p:nvSpPr>
              <p:spPr>
                <a:xfrm>
                  <a:off x="11428439" y="828000"/>
                  <a:ext cx="540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37FB7F3-9BA6-054C-FCF4-1186DFBD4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8439" y="828000"/>
                  <a:ext cx="540000" cy="6124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Line 58">
              <a:extLst>
                <a:ext uri="{FF2B5EF4-FFF2-40B4-BE49-F238E27FC236}">
                  <a16:creationId xmlns:a16="http://schemas.microsoft.com/office/drawing/2014/main" id="{C26080F4-5A7C-D02C-4C8B-56011134D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4000" y="1079999"/>
              <a:ext cx="0" cy="162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8EBFB2C9-D685-14D3-D689-241F53037141}"/>
                </a:ext>
              </a:extLst>
            </p:cNvPr>
            <p:cNvSpPr/>
            <p:nvPr/>
          </p:nvSpPr>
          <p:spPr>
            <a:xfrm>
              <a:off x="8352000" y="1548000"/>
              <a:ext cx="504000" cy="504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8ACB233A-26A4-297A-0A58-3F245285D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0000" y="2700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Line 58">
              <a:extLst>
                <a:ext uri="{FF2B5EF4-FFF2-40B4-BE49-F238E27FC236}">
                  <a16:creationId xmlns:a16="http://schemas.microsoft.com/office/drawing/2014/main" id="{78D80FA5-9C73-2A1E-653E-80091E45A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12000" y="1655999"/>
              <a:ext cx="0" cy="104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99900913-1BA1-C125-BFCD-0AFB187486DF}"/>
                </a:ext>
              </a:extLst>
            </p:cNvPr>
            <p:cNvSpPr/>
            <p:nvPr/>
          </p:nvSpPr>
          <p:spPr>
            <a:xfrm>
              <a:off x="9360000" y="1908000"/>
              <a:ext cx="504000" cy="504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FA4B8E1C-FBBC-A3CF-2467-503D000693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8000" y="2700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AF32721B-F56B-6F72-B371-D58D6851F99E}"/>
                    </a:ext>
                  </a:extLst>
                </p:cNvPr>
                <p:cNvSpPr txBox="1"/>
                <p:nvPr/>
              </p:nvSpPr>
              <p:spPr>
                <a:xfrm>
                  <a:off x="7936439" y="1080000"/>
                  <a:ext cx="552797" cy="14219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AF32721B-F56B-6F72-B371-D58D6851F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6439" y="1080000"/>
                  <a:ext cx="552797" cy="142192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C7C5403D-2698-B464-4212-DD6DBB31A38F}"/>
                    </a:ext>
                  </a:extLst>
                </p:cNvPr>
                <p:cNvSpPr txBox="1"/>
                <p:nvPr/>
              </p:nvSpPr>
              <p:spPr>
                <a:xfrm>
                  <a:off x="8982000" y="1440000"/>
                  <a:ext cx="468000" cy="14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C7C5403D-2698-B464-4212-DD6DBB31A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2000" y="1440000"/>
                  <a:ext cx="468000" cy="1440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2" name="文本框 201">
            <a:extLst>
              <a:ext uri="{FF2B5EF4-FFF2-40B4-BE49-F238E27FC236}">
                <a16:creationId xmlns:a16="http://schemas.microsoft.com/office/drawing/2014/main" id="{888BF585-6ACA-D930-0B0D-411D7E45346E}"/>
              </a:ext>
            </a:extLst>
          </p:cNvPr>
          <p:cNvSpPr txBox="1"/>
          <p:nvPr/>
        </p:nvSpPr>
        <p:spPr>
          <a:xfrm>
            <a:off x="6480000" y="6084000"/>
            <a:ext cx="1935058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仅差模输入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F7D9B316-BE99-3262-0E0D-E986B51D1890}"/>
                  </a:ext>
                </a:extLst>
              </p:cNvPr>
              <p:cNvSpPr txBox="1"/>
              <p:nvPr/>
            </p:nvSpPr>
            <p:spPr>
              <a:xfrm>
                <a:off x="360000" y="4536000"/>
                <a:ext cx="2470664" cy="11578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a:rPr kumimoji="1"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kumimoji="1"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4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a:rPr kumimoji="1"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kumimoji="1"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CN" sz="240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kumimoji="1"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F7D9B316-BE99-3262-0E0D-E986B51D1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36000"/>
                <a:ext cx="2470664" cy="11578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文本框 203">
            <a:extLst>
              <a:ext uri="{FF2B5EF4-FFF2-40B4-BE49-F238E27FC236}">
                <a16:creationId xmlns:a16="http://schemas.microsoft.com/office/drawing/2014/main" id="{76AFBD83-93CD-8CF3-1568-8F5363FA804F}"/>
              </a:ext>
            </a:extLst>
          </p:cNvPr>
          <p:cNvSpPr txBox="1"/>
          <p:nvPr/>
        </p:nvSpPr>
        <p:spPr>
          <a:xfrm>
            <a:off x="9576000" y="6084000"/>
            <a:ext cx="1935058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仅共模输入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17122F7-A467-0BAE-5A5F-6AE4B05ED8F8}"/>
              </a:ext>
            </a:extLst>
          </p:cNvPr>
          <p:cNvGrpSpPr/>
          <p:nvPr/>
        </p:nvGrpSpPr>
        <p:grpSpPr>
          <a:xfrm>
            <a:off x="2700000" y="4248000"/>
            <a:ext cx="3708000" cy="2304000"/>
            <a:chOff x="2700000" y="4248000"/>
            <a:chExt cx="3708000" cy="2304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6DFEC30-D77E-4CC7-0C62-D9986202F1C7}"/>
                    </a:ext>
                  </a:extLst>
                </p:cNvPr>
                <p:cNvSpPr txBox="1"/>
                <p:nvPr/>
              </p:nvSpPr>
              <p:spPr>
                <a:xfrm>
                  <a:off x="5868000" y="4716000"/>
                  <a:ext cx="54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6DFEC30-D77E-4CC7-0C62-D9986202F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8000" y="4716000"/>
                  <a:ext cx="540000" cy="53860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88599C6-692D-93F0-D8D2-C57D739CE815}"/>
                    </a:ext>
                  </a:extLst>
                </p:cNvPr>
                <p:cNvSpPr txBox="1"/>
                <p:nvPr/>
              </p:nvSpPr>
              <p:spPr>
                <a:xfrm>
                  <a:off x="4392000" y="5382000"/>
                  <a:ext cx="540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88599C6-692D-93F0-D8D2-C57D739CE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5382000"/>
                  <a:ext cx="540000" cy="540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3EDE2A82-4FC6-AC28-7009-BC1AC95B031E}"/>
                    </a:ext>
                  </a:extLst>
                </p:cNvPr>
                <p:cNvSpPr txBox="1"/>
                <p:nvPr/>
              </p:nvSpPr>
              <p:spPr>
                <a:xfrm>
                  <a:off x="4392000" y="4464000"/>
                  <a:ext cx="540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3EDE2A82-4FC6-AC28-7009-BC1AC95B0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4464000"/>
                  <a:ext cx="540000" cy="54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52">
              <a:extLst>
                <a:ext uri="{FF2B5EF4-FFF2-40B4-BE49-F238E27FC236}">
                  <a16:creationId xmlns:a16="http://schemas.microsoft.com/office/drawing/2014/main" id="{D01DF6CE-D896-5F12-50A4-4C9552A75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000" y="4914000"/>
              <a:ext cx="147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55">
              <a:extLst>
                <a:ext uri="{FF2B5EF4-FFF2-40B4-BE49-F238E27FC236}">
                  <a16:creationId xmlns:a16="http://schemas.microsoft.com/office/drawing/2014/main" id="{609C18FF-7E2E-E941-A4C9-C68A13A96B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0000" y="5202000"/>
              <a:ext cx="36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AutoShape 56">
              <a:extLst>
                <a:ext uri="{FF2B5EF4-FFF2-40B4-BE49-F238E27FC236}">
                  <a16:creationId xmlns:a16="http://schemas.microsoft.com/office/drawing/2014/main" id="{91B79792-AC41-DD61-CA24-E5B94A6295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60732" y="4695704"/>
              <a:ext cx="1296000" cy="100800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802AC50-1FB1-4726-FC9B-71083D8CC16F}"/>
                </a:ext>
              </a:extLst>
            </p:cNvPr>
            <p:cNvSpPr/>
            <p:nvPr/>
          </p:nvSpPr>
          <p:spPr>
            <a:xfrm>
              <a:off x="6048000" y="514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85D4110-07F7-CE3E-A8A8-DD1A9B5A085A}"/>
                    </a:ext>
                  </a:extLst>
                </p:cNvPr>
                <p:cNvSpPr txBox="1"/>
                <p:nvPr/>
              </p:nvSpPr>
              <p:spPr>
                <a:xfrm>
                  <a:off x="4752000" y="5238000"/>
                  <a:ext cx="54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85D4110-07F7-CE3E-A8A8-DD1A9B5A0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000" y="5238000"/>
                  <a:ext cx="540000" cy="53860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34D0DE1-6B98-C010-4AC4-ACE37161EE3C}"/>
                    </a:ext>
                  </a:extLst>
                </p:cNvPr>
                <p:cNvSpPr txBox="1"/>
                <p:nvPr/>
              </p:nvSpPr>
              <p:spPr>
                <a:xfrm>
                  <a:off x="4752000" y="4662000"/>
                  <a:ext cx="54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34D0DE1-6B98-C010-4AC4-ACE37161E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000" y="4662000"/>
                  <a:ext cx="540000" cy="53860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Line 58">
              <a:extLst>
                <a:ext uri="{FF2B5EF4-FFF2-40B4-BE49-F238E27FC236}">
                  <a16:creationId xmlns:a16="http://schemas.microsoft.com/office/drawing/2014/main" id="{4CE85D38-F87F-8E89-2893-C72CD8777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000" y="4914000"/>
              <a:ext cx="0" cy="162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6FA263A-C189-AA18-06C2-3527E34ED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3999" y="655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952D9B7-95A9-BF95-6434-193B7129B95E}"/>
                </a:ext>
              </a:extLst>
            </p:cNvPr>
            <p:cNvSpPr/>
            <p:nvPr/>
          </p:nvSpPr>
          <p:spPr>
            <a:xfrm>
              <a:off x="3744000" y="4680000"/>
              <a:ext cx="468000" cy="46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Line 52">
              <a:extLst>
                <a:ext uri="{FF2B5EF4-FFF2-40B4-BE49-F238E27FC236}">
                  <a16:creationId xmlns:a16="http://schemas.microsoft.com/office/drawing/2014/main" id="{FEF0D0F6-2A6B-AC9A-EC27-5064FF288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999" y="5490000"/>
              <a:ext cx="147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B145A0DD-BCC6-4C4C-9F03-D8925A2C913F}"/>
                </a:ext>
              </a:extLst>
            </p:cNvPr>
            <p:cNvSpPr/>
            <p:nvPr/>
          </p:nvSpPr>
          <p:spPr>
            <a:xfrm>
              <a:off x="3744000" y="5256000"/>
              <a:ext cx="468000" cy="46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AC54962-E753-5120-35A2-E6CB80664B6E}"/>
                </a:ext>
              </a:extLst>
            </p:cNvPr>
            <p:cNvSpPr/>
            <p:nvPr/>
          </p:nvSpPr>
          <p:spPr>
            <a:xfrm>
              <a:off x="3114000" y="5760000"/>
              <a:ext cx="468000" cy="468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A1AC7F9-8861-A7F7-A1DD-EAF0FAF0E9DE}"/>
                </a:ext>
              </a:extLst>
            </p:cNvPr>
            <p:cNvSpPr/>
            <p:nvPr/>
          </p:nvSpPr>
          <p:spPr>
            <a:xfrm>
              <a:off x="3294000" y="543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A0EB56B-2423-DEED-2AB0-1D78D1CF89C8}"/>
                    </a:ext>
                  </a:extLst>
                </p:cNvPr>
                <p:cNvSpPr txBox="1"/>
                <p:nvPr/>
              </p:nvSpPr>
              <p:spPr>
                <a:xfrm>
                  <a:off x="4086000" y="4500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A0EB56B-2423-DEED-2AB0-1D78D1CF89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6000" y="4500000"/>
                  <a:ext cx="540000" cy="432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41B03C7-DE7C-C6AC-33D9-31E410E0B94F}"/>
                    </a:ext>
                  </a:extLst>
                </p:cNvPr>
                <p:cNvSpPr txBox="1"/>
                <p:nvPr/>
              </p:nvSpPr>
              <p:spPr>
                <a:xfrm>
                  <a:off x="3348000" y="4500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41B03C7-DE7C-C6AC-33D9-31E410E0B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8000" y="4500000"/>
                  <a:ext cx="540000" cy="432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933484C-E951-C3C8-5A64-0C9B85FF71E6}"/>
                    </a:ext>
                  </a:extLst>
                </p:cNvPr>
                <p:cNvSpPr txBox="1"/>
                <p:nvPr/>
              </p:nvSpPr>
              <p:spPr>
                <a:xfrm>
                  <a:off x="3672000" y="4248000"/>
                  <a:ext cx="79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/2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933484C-E951-C3C8-5A64-0C9B85FF71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000" y="4248000"/>
                  <a:ext cx="792000" cy="432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E61C08C-EBA7-540A-171C-84046EB7841C}"/>
                    </a:ext>
                  </a:extLst>
                </p:cNvPr>
                <p:cNvSpPr txBox="1"/>
                <p:nvPr/>
              </p:nvSpPr>
              <p:spPr>
                <a:xfrm>
                  <a:off x="2880000" y="5436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E61C08C-EBA7-540A-171C-84046EB78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000" y="5436000"/>
                  <a:ext cx="540000" cy="4320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1AAE84E-57DD-3DDB-EE87-07581A72B4BB}"/>
                    </a:ext>
                  </a:extLst>
                </p:cNvPr>
                <p:cNvSpPr txBox="1"/>
                <p:nvPr/>
              </p:nvSpPr>
              <p:spPr>
                <a:xfrm>
                  <a:off x="2880000" y="6048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1AAE84E-57DD-3DDB-EE87-07581A72B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000" y="6048000"/>
                  <a:ext cx="540000" cy="432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BA81E4D-BB29-9158-C4AD-171F22150C05}"/>
                    </a:ext>
                  </a:extLst>
                </p:cNvPr>
                <p:cNvSpPr txBox="1"/>
                <p:nvPr/>
              </p:nvSpPr>
              <p:spPr>
                <a:xfrm>
                  <a:off x="2700000" y="5688000"/>
                  <a:ext cx="504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BA81E4D-BB29-9158-C4AD-171F22150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000" y="5688000"/>
                  <a:ext cx="504000" cy="432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FF1CADB-8F07-7626-354C-90746E759439}"/>
                    </a:ext>
                  </a:extLst>
                </p:cNvPr>
                <p:cNvSpPr txBox="1"/>
                <p:nvPr/>
              </p:nvSpPr>
              <p:spPr>
                <a:xfrm>
                  <a:off x="3672000" y="5616000"/>
                  <a:ext cx="79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/2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FF1CADB-8F07-7626-354C-90746E759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000" y="5616000"/>
                  <a:ext cx="792000" cy="4320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61D4371-4640-380B-E3AB-BC38956F1852}"/>
                    </a:ext>
                  </a:extLst>
                </p:cNvPr>
                <p:cNvSpPr txBox="1"/>
                <p:nvPr/>
              </p:nvSpPr>
              <p:spPr>
                <a:xfrm>
                  <a:off x="3348000" y="5364000"/>
                  <a:ext cx="540000" cy="46294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61D4371-4640-380B-E3AB-BC38956F1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8000" y="5364000"/>
                  <a:ext cx="540000" cy="46294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76274B5-F70F-5104-ECB5-64DD1B0F85DE}"/>
                    </a:ext>
                  </a:extLst>
                </p:cNvPr>
                <p:cNvSpPr txBox="1"/>
                <p:nvPr/>
              </p:nvSpPr>
              <p:spPr>
                <a:xfrm>
                  <a:off x="4086000" y="5364000"/>
                  <a:ext cx="540000" cy="46294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C76274B5-F70F-5104-ECB5-64DD1B0F8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6000" y="5364000"/>
                  <a:ext cx="540000" cy="46294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C3A6486-4D3F-061A-D099-1F4BD08DD9DF}"/>
              </a:ext>
            </a:extLst>
          </p:cNvPr>
          <p:cNvGrpSpPr/>
          <p:nvPr/>
        </p:nvGrpSpPr>
        <p:grpSpPr>
          <a:xfrm>
            <a:off x="6588000" y="4212000"/>
            <a:ext cx="2736000" cy="1620000"/>
            <a:chOff x="6624000" y="4212000"/>
            <a:chExt cx="2736000" cy="162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4542C18E-3056-03AF-A8F2-0160C1353F3E}"/>
                    </a:ext>
                  </a:extLst>
                </p:cNvPr>
                <p:cNvSpPr txBox="1"/>
                <p:nvPr/>
              </p:nvSpPr>
              <p:spPr>
                <a:xfrm>
                  <a:off x="8820000" y="4644000"/>
                  <a:ext cx="54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4542C18E-3056-03AF-A8F2-0160C1353F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4644000"/>
                  <a:ext cx="540000" cy="53860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Line 52">
              <a:extLst>
                <a:ext uri="{FF2B5EF4-FFF2-40B4-BE49-F238E27FC236}">
                  <a16:creationId xmlns:a16="http://schemas.microsoft.com/office/drawing/2014/main" id="{A8729E94-362D-F61B-52C5-2BB121548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1999" y="5328000"/>
              <a:ext cx="133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593CCE9E-1492-77F0-76DA-F6875287820C}"/>
                    </a:ext>
                  </a:extLst>
                </p:cNvPr>
                <p:cNvSpPr txBox="1"/>
                <p:nvPr/>
              </p:nvSpPr>
              <p:spPr>
                <a:xfrm>
                  <a:off x="6876000" y="4212000"/>
                  <a:ext cx="79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/2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593CCE9E-1492-77F0-76DA-F68752878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6000" y="4212000"/>
                  <a:ext cx="792000" cy="43200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A2D6F16-4D55-915D-4308-C740A3A59BF9}"/>
                    </a:ext>
                  </a:extLst>
                </p:cNvPr>
                <p:cNvSpPr txBox="1"/>
                <p:nvPr/>
              </p:nvSpPr>
              <p:spPr>
                <a:xfrm>
                  <a:off x="7632000" y="518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A2D6F16-4D55-915D-4308-C740A3A59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000" y="5184000"/>
                  <a:ext cx="432000" cy="43200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Line 52">
              <a:extLst>
                <a:ext uri="{FF2B5EF4-FFF2-40B4-BE49-F238E27FC236}">
                  <a16:creationId xmlns:a16="http://schemas.microsoft.com/office/drawing/2014/main" id="{46FD7D79-0C15-A919-7231-C5B15D0C3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2000" y="4824000"/>
              <a:ext cx="133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55">
              <a:extLst>
                <a:ext uri="{FF2B5EF4-FFF2-40B4-BE49-F238E27FC236}">
                  <a16:creationId xmlns:a16="http://schemas.microsoft.com/office/drawing/2014/main" id="{3AC1705F-ABDB-007C-05CE-DA38DA9BC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84000" y="5076000"/>
              <a:ext cx="25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AutoShape 56">
              <a:extLst>
                <a:ext uri="{FF2B5EF4-FFF2-40B4-BE49-F238E27FC236}">
                  <a16:creationId xmlns:a16="http://schemas.microsoft.com/office/drawing/2014/main" id="{9897F9EE-A941-79BC-740E-A1FAAB82AD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884000" y="4680000"/>
              <a:ext cx="1008000" cy="79200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3768928-7313-4877-41B0-43CAC943B393}"/>
                </a:ext>
              </a:extLst>
            </p:cNvPr>
            <p:cNvSpPr/>
            <p:nvPr/>
          </p:nvSpPr>
          <p:spPr>
            <a:xfrm>
              <a:off x="8964000" y="5040000"/>
              <a:ext cx="72000" cy="7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044FB4A-4010-1381-CC13-1FE93EEA16BE}"/>
                    </a:ext>
                  </a:extLst>
                </p:cNvPr>
                <p:cNvSpPr txBox="1"/>
                <p:nvPr/>
              </p:nvSpPr>
              <p:spPr>
                <a:xfrm>
                  <a:off x="8028000" y="4572000"/>
                  <a:ext cx="36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044FB4A-4010-1381-CC13-1FE93EEA1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000" y="4572000"/>
                  <a:ext cx="360000" cy="53860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Line 58">
              <a:extLst>
                <a:ext uri="{FF2B5EF4-FFF2-40B4-BE49-F238E27FC236}">
                  <a16:creationId xmlns:a16="http://schemas.microsoft.com/office/drawing/2014/main" id="{A46025FC-C4F9-E7A0-3943-A3552A475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2000" y="4824000"/>
              <a:ext cx="0" cy="93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9E19E906-67CC-8C1F-50D4-6BEFDBF3AD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4000" y="5760000"/>
              <a:ext cx="21455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6BAD251-4D59-41AB-0208-9916503AC841}"/>
                    </a:ext>
                  </a:extLst>
                </p:cNvPr>
                <p:cNvSpPr txBox="1"/>
                <p:nvPr/>
              </p:nvSpPr>
              <p:spPr>
                <a:xfrm>
                  <a:off x="6804000" y="4464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6BAD251-4D59-41AB-0208-9916503AC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4000" y="4464000"/>
                  <a:ext cx="288000" cy="43200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1286B5A7-4592-DEA4-267A-C8F955F4E193}"/>
                </a:ext>
              </a:extLst>
            </p:cNvPr>
            <p:cNvSpPr/>
            <p:nvPr/>
          </p:nvSpPr>
          <p:spPr>
            <a:xfrm>
              <a:off x="7020000" y="46440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E38A2D8A-59D2-125F-0C9E-C5A29A08048C}"/>
                </a:ext>
              </a:extLst>
            </p:cNvPr>
            <p:cNvSpPr/>
            <p:nvPr/>
          </p:nvSpPr>
          <p:spPr>
            <a:xfrm>
              <a:off x="7020000" y="51480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4CD349B2-0FDB-F641-4186-7D66A03FDA32}"/>
                </a:ext>
              </a:extLst>
            </p:cNvPr>
            <p:cNvSpPr/>
            <p:nvPr/>
          </p:nvSpPr>
          <p:spPr>
            <a:xfrm>
              <a:off x="6688800" y="5284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20967935-4AD0-849D-9C50-1182D0DD2532}"/>
                    </a:ext>
                  </a:extLst>
                </p:cNvPr>
                <p:cNvSpPr txBox="1"/>
                <p:nvPr/>
              </p:nvSpPr>
              <p:spPr>
                <a:xfrm>
                  <a:off x="8028000" y="5040000"/>
                  <a:ext cx="360000" cy="5398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20967935-4AD0-849D-9C50-1182D0DD2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000" y="5040000"/>
                  <a:ext cx="360000" cy="539891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CE444B38-2D07-49C6-F958-984031E63F8B}"/>
                    </a:ext>
                  </a:extLst>
                </p:cNvPr>
                <p:cNvSpPr txBox="1"/>
                <p:nvPr/>
              </p:nvSpPr>
              <p:spPr>
                <a:xfrm>
                  <a:off x="7380000" y="4464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CE444B38-2D07-49C6-F958-984031E63F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464000"/>
                  <a:ext cx="288000" cy="43200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2F2BCEB2-7C80-6485-4589-F615AD5B6104}"/>
                    </a:ext>
                  </a:extLst>
                </p:cNvPr>
                <p:cNvSpPr txBox="1"/>
                <p:nvPr/>
              </p:nvSpPr>
              <p:spPr>
                <a:xfrm>
                  <a:off x="7632000" y="4392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2F2BCEB2-7C80-6485-4589-F615AD5B6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000" y="4392000"/>
                  <a:ext cx="432000" cy="43200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369BFEAD-D819-94E6-ED76-DCFA51A5C109}"/>
                    </a:ext>
                  </a:extLst>
                </p:cNvPr>
                <p:cNvSpPr txBox="1"/>
                <p:nvPr/>
              </p:nvSpPr>
              <p:spPr>
                <a:xfrm>
                  <a:off x="6876000" y="5400000"/>
                  <a:ext cx="79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/2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369BFEAD-D819-94E6-ED76-DCFA51A5C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6000" y="5400000"/>
                  <a:ext cx="792000" cy="43200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B9974F4-A849-29A7-D04E-55FD4A80241D}"/>
                    </a:ext>
                  </a:extLst>
                </p:cNvPr>
                <p:cNvSpPr txBox="1"/>
                <p:nvPr/>
              </p:nvSpPr>
              <p:spPr>
                <a:xfrm>
                  <a:off x="6804000" y="5202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B9974F4-A849-29A7-D04E-55FD4A802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4000" y="5202000"/>
                  <a:ext cx="288000" cy="43200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A85ADE0-FC14-6E0D-5797-6222EADF3984}"/>
                    </a:ext>
                  </a:extLst>
                </p:cNvPr>
                <p:cNvSpPr txBox="1"/>
                <p:nvPr/>
              </p:nvSpPr>
              <p:spPr>
                <a:xfrm>
                  <a:off x="7380000" y="5202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A85ADE0-FC14-6E0D-5797-6222EADF39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5202000"/>
                  <a:ext cx="288000" cy="43200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572B86A9-40F2-57B7-B9E1-258613351D05}"/>
              </a:ext>
            </a:extLst>
          </p:cNvPr>
          <p:cNvGrpSpPr/>
          <p:nvPr/>
        </p:nvGrpSpPr>
        <p:grpSpPr>
          <a:xfrm>
            <a:off x="9396000" y="4392000"/>
            <a:ext cx="2628000" cy="1440000"/>
            <a:chOff x="8748000" y="2304000"/>
            <a:chExt cx="2628000" cy="144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0329FB9-DB02-B37E-1317-29E05D950625}"/>
                    </a:ext>
                  </a:extLst>
                </p:cNvPr>
                <p:cNvSpPr txBox="1"/>
                <p:nvPr/>
              </p:nvSpPr>
              <p:spPr>
                <a:xfrm>
                  <a:off x="10836000" y="2556000"/>
                  <a:ext cx="54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oc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0329FB9-DB02-B37E-1317-29E05D950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2556000"/>
                  <a:ext cx="540000" cy="538609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Line 52">
              <a:extLst>
                <a:ext uri="{FF2B5EF4-FFF2-40B4-BE49-F238E27FC236}">
                  <a16:creationId xmlns:a16="http://schemas.microsoft.com/office/drawing/2014/main" id="{0E8079A2-2D3A-091F-6B73-8FC304ABF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0000" y="3240000"/>
              <a:ext cx="54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DFD11D80-6BC8-3401-CE0A-BEA86E5CC66C}"/>
                    </a:ext>
                  </a:extLst>
                </p:cNvPr>
                <p:cNvSpPr txBox="1"/>
                <p:nvPr/>
              </p:nvSpPr>
              <p:spPr>
                <a:xfrm>
                  <a:off x="9648000" y="3096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DFD11D80-6BC8-3401-CE0A-BEA86E5CC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3096000"/>
                  <a:ext cx="432000" cy="43200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Line 52">
              <a:extLst>
                <a:ext uri="{FF2B5EF4-FFF2-40B4-BE49-F238E27FC236}">
                  <a16:creationId xmlns:a16="http://schemas.microsoft.com/office/drawing/2014/main" id="{28B8184B-3C1F-2306-667B-27BCADC7D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0000" y="2736000"/>
              <a:ext cx="54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Line 55">
              <a:extLst>
                <a:ext uri="{FF2B5EF4-FFF2-40B4-BE49-F238E27FC236}">
                  <a16:creationId xmlns:a16="http://schemas.microsoft.com/office/drawing/2014/main" id="{2C1FDA70-4634-DE80-E777-1B266915E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00000" y="2988000"/>
              <a:ext cx="25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AutoShape 56">
              <a:extLst>
                <a:ext uri="{FF2B5EF4-FFF2-40B4-BE49-F238E27FC236}">
                  <a16:creationId xmlns:a16="http://schemas.microsoft.com/office/drawing/2014/main" id="{BAE72767-AD97-2352-5D63-C89B966FDC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900000" y="2592000"/>
              <a:ext cx="1008000" cy="79200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EA464EC-3CA8-9FA7-7AC5-CBBC176BCC72}"/>
                </a:ext>
              </a:extLst>
            </p:cNvPr>
            <p:cNvSpPr/>
            <p:nvPr/>
          </p:nvSpPr>
          <p:spPr>
            <a:xfrm>
              <a:off x="10980000" y="2952000"/>
              <a:ext cx="72000" cy="7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E0D1B09-F064-02E6-990D-B31486631A70}"/>
                    </a:ext>
                  </a:extLst>
                </p:cNvPr>
                <p:cNvSpPr txBox="1"/>
                <p:nvPr/>
              </p:nvSpPr>
              <p:spPr>
                <a:xfrm>
                  <a:off x="10044000" y="2484000"/>
                  <a:ext cx="36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E0D1B09-F064-02E6-990D-B31486631A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4000" y="2484000"/>
                  <a:ext cx="360000" cy="538609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Line 58">
              <a:extLst>
                <a:ext uri="{FF2B5EF4-FFF2-40B4-BE49-F238E27FC236}">
                  <a16:creationId xmlns:a16="http://schemas.microsoft.com/office/drawing/2014/main" id="{8F0DECA4-4933-0E3E-B261-1B663083D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8000" y="2988000"/>
              <a:ext cx="0" cy="68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63255828-E60D-1F8A-39C1-396CF776C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0000" y="3672000"/>
              <a:ext cx="21455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C0CE5FAB-4078-3C2C-6D28-3026E8A7CBA5}"/>
                    </a:ext>
                  </a:extLst>
                </p:cNvPr>
                <p:cNvSpPr txBox="1"/>
                <p:nvPr/>
              </p:nvSpPr>
              <p:spPr>
                <a:xfrm>
                  <a:off x="8964000" y="2772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C0CE5FAB-4078-3C2C-6D28-3026E8A7CB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4000" y="2772000"/>
                  <a:ext cx="288000" cy="43200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1BA72D56-E10D-9B87-E876-F8AF44755F50}"/>
                </a:ext>
              </a:extLst>
            </p:cNvPr>
            <p:cNvSpPr/>
            <p:nvPr/>
          </p:nvSpPr>
          <p:spPr>
            <a:xfrm>
              <a:off x="9108000" y="31320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96473414-6387-91C6-64E8-BB631DF648B2}"/>
                </a:ext>
              </a:extLst>
            </p:cNvPr>
            <p:cNvSpPr/>
            <p:nvPr/>
          </p:nvSpPr>
          <p:spPr>
            <a:xfrm>
              <a:off x="9496800" y="2944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2921B1ED-D13C-DB7F-2C4B-F3BD2D016652}"/>
                    </a:ext>
                  </a:extLst>
                </p:cNvPr>
                <p:cNvSpPr txBox="1"/>
                <p:nvPr/>
              </p:nvSpPr>
              <p:spPr>
                <a:xfrm>
                  <a:off x="10044000" y="2952000"/>
                  <a:ext cx="360000" cy="5398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2921B1ED-D13C-DB7F-2C4B-F3BD2D016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4000" y="2952000"/>
                  <a:ext cx="360000" cy="539891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6CD5196A-E8E7-EE1A-DF6A-763600A4246B}"/>
                    </a:ext>
                  </a:extLst>
                </p:cNvPr>
                <p:cNvSpPr txBox="1"/>
                <p:nvPr/>
              </p:nvSpPr>
              <p:spPr>
                <a:xfrm>
                  <a:off x="8964000" y="3312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6CD5196A-E8E7-EE1A-DF6A-763600A424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4000" y="3312000"/>
                  <a:ext cx="288000" cy="43200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B793E816-343F-06DA-60EF-9C73AE05A011}"/>
                    </a:ext>
                  </a:extLst>
                </p:cNvPr>
                <p:cNvSpPr txBox="1"/>
                <p:nvPr/>
              </p:nvSpPr>
              <p:spPr>
                <a:xfrm>
                  <a:off x="9648000" y="230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B793E816-343F-06DA-60EF-9C73AE05A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2304000"/>
                  <a:ext cx="432000" cy="43200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" name="Line 58">
              <a:extLst>
                <a:ext uri="{FF2B5EF4-FFF2-40B4-BE49-F238E27FC236}">
                  <a16:creationId xmlns:a16="http://schemas.microsoft.com/office/drawing/2014/main" id="{E32885AF-96DB-E2B7-4860-BDC6BC26A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0000" y="2736000"/>
              <a:ext cx="0" cy="50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52">
              <a:extLst>
                <a:ext uri="{FF2B5EF4-FFF2-40B4-BE49-F238E27FC236}">
                  <a16:creationId xmlns:a16="http://schemas.microsoft.com/office/drawing/2014/main" id="{919A2DBF-9AD8-178B-559D-3A46FA633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8000" y="2988000"/>
              <a:ext cx="25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4BA7B8C-6443-4E28-0136-FB469E505503}"/>
                    </a:ext>
                  </a:extLst>
                </p:cNvPr>
                <p:cNvSpPr txBox="1"/>
                <p:nvPr/>
              </p:nvSpPr>
              <p:spPr>
                <a:xfrm>
                  <a:off x="8748000" y="302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4BA7B8C-6443-4E28-0136-FB469E505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8000" y="3024000"/>
                  <a:ext cx="432000" cy="43200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5989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0904-33E4-A8A2-3EF5-4A620478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4B68574-E74C-7C3D-AA94-E08347A7793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0219618-60F9-40F0-4F74-E0216CC158E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FC40DA3F-D653-3B83-7A72-42CDC41EE42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AD82E0AB-BAAC-676B-D296-FE7B5BD32B5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277098DF-BE7F-EC2E-74D2-3C0D3C34907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DEDF82A-F66A-E086-C526-8412A6BF7D75}"/>
                  </a:ext>
                </a:extLst>
              </p:cNvPr>
              <p:cNvSpPr txBox="1"/>
              <p:nvPr/>
            </p:nvSpPr>
            <p:spPr>
              <a:xfrm>
                <a:off x="360001" y="828000"/>
                <a:ext cx="6944576" cy="5773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主要参数及其理想值：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共模抑制比（理想是只放大差模输入电压）：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CMR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</m:t>
                            </m:r>
                          </m:sub>
                        </m:sSub>
                      </m:den>
                    </m:f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zh-CN" alt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∞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，即理想值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开环差模电压增益：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r>
                      <a:rPr kumimoji="1"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od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den>
                    </m:f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den>
                    </m:f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zh-CN" alt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∞</m:t>
                    </m:r>
                  </m:oMath>
                </a14:m>
                <a:r>
                  <a:rPr kumimoji="1"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输出电阻：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zh-CN" alt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∞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zh-CN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输出电流：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zh-CN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en-US" altLang="zh-CN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开环带宽：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𝐵𝑊</m:t>
                    </m:r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zh-CN" alt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∞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（任何频率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都相同）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输出端电流，理想为无限制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DEDF82A-F66A-E086-C526-8412A6BF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828000"/>
                <a:ext cx="6944576" cy="5773247"/>
              </a:xfrm>
              <a:prstGeom prst="rect">
                <a:avLst/>
              </a:prstGeom>
              <a:blipFill>
                <a:blip r:embed="rId3"/>
                <a:stretch>
                  <a:fillRect l="-1756" t="-422" b="-1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E6C9906-3BDF-5DC3-A1A0-797DABF3FF77}"/>
                  </a:ext>
                </a:extLst>
              </p:cNvPr>
              <p:cNvSpPr txBox="1"/>
              <p:nvPr/>
            </p:nvSpPr>
            <p:spPr>
              <a:xfrm>
                <a:off x="8280000" y="5400000"/>
                <a:ext cx="318897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id</m:t>
                          </m:r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  <m:r>
                        <a:rPr lang="en-US" altLang="zh-CN" sz="28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E6C9906-3BDF-5DC3-A1A0-797DABF3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000" y="5400000"/>
                <a:ext cx="3188970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B324FE6C-2ACF-D9F6-3F67-C096BF7CA5A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集成运算放大器的定义和参数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主要参数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375EAC-09FD-A473-703B-998B93AAC1B6}"/>
              </a:ext>
            </a:extLst>
          </p:cNvPr>
          <p:cNvSpPr txBox="1"/>
          <p:nvPr/>
        </p:nvSpPr>
        <p:spPr>
          <a:xfrm>
            <a:off x="8144077" y="4320000"/>
            <a:ext cx="2943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运放的理想模型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2CDC45E-4777-1DC6-1D24-E228299C5EEA}"/>
              </a:ext>
            </a:extLst>
          </p:cNvPr>
          <p:cNvGrpSpPr/>
          <p:nvPr/>
        </p:nvGrpSpPr>
        <p:grpSpPr>
          <a:xfrm>
            <a:off x="7488000" y="720000"/>
            <a:ext cx="4716000" cy="3240000"/>
            <a:chOff x="7488000" y="720000"/>
            <a:chExt cx="4716000" cy="32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A053B45-A7C6-80DD-FA25-D11B8792D76A}"/>
                    </a:ext>
                  </a:extLst>
                </p:cNvPr>
                <p:cNvSpPr txBox="1"/>
                <p:nvPr/>
              </p:nvSpPr>
              <p:spPr>
                <a:xfrm>
                  <a:off x="11628000" y="1800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A053B45-A7C6-80DD-FA25-D11B8792D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1800000"/>
                  <a:ext cx="576000" cy="6124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55D40783-FD3B-6460-2131-391795879120}"/>
                    </a:ext>
                  </a:extLst>
                </p:cNvPr>
                <p:cNvSpPr txBox="1"/>
                <p:nvPr/>
              </p:nvSpPr>
              <p:spPr>
                <a:xfrm>
                  <a:off x="8100000" y="792000"/>
                  <a:ext cx="108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55D40783-FD3B-6460-2131-391795879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000" y="792000"/>
                  <a:ext cx="1080000" cy="53860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CA5FF225-1E7C-D09C-CFA0-BCB51E766F21}"/>
                    </a:ext>
                  </a:extLst>
                </p:cNvPr>
                <p:cNvSpPr txBox="1"/>
                <p:nvPr/>
              </p:nvSpPr>
              <p:spPr>
                <a:xfrm>
                  <a:off x="7488000" y="2952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CA5FF225-1E7C-D09C-CFA0-BCB51E766F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2952000"/>
                  <a:ext cx="576000" cy="6124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E1AA103B-4B19-60F4-0D42-9F6D16E4F262}"/>
                    </a:ext>
                  </a:extLst>
                </p:cNvPr>
                <p:cNvSpPr txBox="1"/>
                <p:nvPr/>
              </p:nvSpPr>
              <p:spPr>
                <a:xfrm>
                  <a:off x="7488000" y="1080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E1AA103B-4B19-60F4-0D42-9F6D16E4F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1080000"/>
                  <a:ext cx="576000" cy="6124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C65A5383-CFC5-B765-FEDA-7BACACDC4986}"/>
                </a:ext>
              </a:extLst>
            </p:cNvPr>
            <p:cNvSpPr/>
            <p:nvPr/>
          </p:nvSpPr>
          <p:spPr>
            <a:xfrm rot="5400000">
              <a:off x="8712000" y="1080000"/>
              <a:ext cx="3240000" cy="2520000"/>
            </a:xfrm>
            <a:prstGeom prst="triangle">
              <a:avLst/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菱形 77">
              <a:extLst>
                <a:ext uri="{FF2B5EF4-FFF2-40B4-BE49-F238E27FC236}">
                  <a16:creationId xmlns:a16="http://schemas.microsoft.com/office/drawing/2014/main" id="{AC6C07CD-AB35-B36E-B6EA-079D821A9161}"/>
                </a:ext>
              </a:extLst>
            </p:cNvPr>
            <p:cNvSpPr/>
            <p:nvPr/>
          </p:nvSpPr>
          <p:spPr>
            <a:xfrm rot="5400000">
              <a:off x="10440000" y="2052000"/>
              <a:ext cx="396000" cy="576000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232910BF-2DB5-97C1-3C9B-3EC6AEFCC8EE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2340000"/>
              <a:ext cx="0" cy="28780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99A6519-76C5-B08A-F1E7-A88C3CFADA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6000" y="262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D736A93C-73A7-5094-6B5E-8684FA3779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0000" y="2340000"/>
              <a:ext cx="1800000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CCC86126-4B88-B796-3AF0-E64563D9F69F}"/>
                </a:ext>
              </a:extLst>
            </p:cNvPr>
            <p:cNvSpPr/>
            <p:nvPr/>
          </p:nvSpPr>
          <p:spPr>
            <a:xfrm>
              <a:off x="11808000" y="2286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0FD16550-8F70-0580-96B7-6D3D8ADA56EE}"/>
                    </a:ext>
                  </a:extLst>
                </p:cNvPr>
                <p:cNvSpPr txBox="1"/>
                <p:nvPr/>
              </p:nvSpPr>
              <p:spPr>
                <a:xfrm>
                  <a:off x="10008000" y="1656000"/>
                  <a:ext cx="828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0FD16550-8F70-0580-96B7-6D3D8ADA5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8000" y="1656000"/>
                  <a:ext cx="828000" cy="53860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C1AB49FA-1295-83C3-37DF-B8E0AB48ED51}"/>
                    </a:ext>
                  </a:extLst>
                </p:cNvPr>
                <p:cNvSpPr txBox="1"/>
                <p:nvPr/>
              </p:nvSpPr>
              <p:spPr>
                <a:xfrm>
                  <a:off x="10836000" y="1908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C1AB49FA-1295-83C3-37DF-B8E0AB48E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1908000"/>
                  <a:ext cx="288000" cy="43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662B8831-D0AE-07A6-3135-E89928EC6071}"/>
                    </a:ext>
                  </a:extLst>
                </p:cNvPr>
                <p:cNvSpPr txBox="1"/>
                <p:nvPr/>
              </p:nvSpPr>
              <p:spPr>
                <a:xfrm>
                  <a:off x="10224000" y="1908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662B8831-D0AE-07A6-3135-E89928EC6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4000" y="1908000"/>
                  <a:ext cx="288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9EF8AB5-4507-60F1-C37F-D0DE8C0BDCC1}"/>
                    </a:ext>
                  </a:extLst>
                </p:cNvPr>
                <p:cNvSpPr txBox="1"/>
                <p:nvPr/>
              </p:nvSpPr>
              <p:spPr>
                <a:xfrm>
                  <a:off x="8568000" y="1387123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9EF8AB5-4507-60F1-C37F-D0DE8C0BD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1387123"/>
                  <a:ext cx="288000" cy="43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BED99AA-8A2B-0836-5C99-7FAFBEC201A7}"/>
                    </a:ext>
                  </a:extLst>
                </p:cNvPr>
                <p:cNvSpPr txBox="1"/>
                <p:nvPr/>
              </p:nvSpPr>
              <p:spPr>
                <a:xfrm>
                  <a:off x="8568000" y="2794425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BED99AA-8A2B-0836-5C99-7FAFBEC20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794425"/>
                  <a:ext cx="288000" cy="432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1C5B2719-B5C3-1D9E-72A4-28E5CD46C125}"/>
                    </a:ext>
                  </a:extLst>
                </p:cNvPr>
                <p:cNvSpPr txBox="1"/>
                <p:nvPr/>
              </p:nvSpPr>
              <p:spPr>
                <a:xfrm>
                  <a:off x="8424000" y="2016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1C5B2719-B5C3-1D9E-72A4-28E5CD46C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016000"/>
                  <a:ext cx="576000" cy="61247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AD1B18AD-10AB-2207-ABF3-34D594D42952}"/>
                    </a:ext>
                  </a:extLst>
                </p:cNvPr>
                <p:cNvSpPr txBox="1"/>
                <p:nvPr/>
              </p:nvSpPr>
              <p:spPr>
                <a:xfrm>
                  <a:off x="9360000" y="295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1" i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AD1B18AD-10AB-2207-ABF3-34D594D42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0" y="2952000"/>
                  <a:ext cx="360000" cy="576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D39C3B7F-79AD-57E4-53A7-7734BBABBEB2}"/>
                    </a:ext>
                  </a:extLst>
                </p:cNvPr>
                <p:cNvSpPr txBox="1"/>
                <p:nvPr/>
              </p:nvSpPr>
              <p:spPr>
                <a:xfrm>
                  <a:off x="9360000" y="1080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D39C3B7F-79AD-57E4-53A7-7734BBABBE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0" y="1080000"/>
                  <a:ext cx="360000" cy="576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01160091-0566-3A1E-6C56-61B177FE6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2000" y="1404000"/>
              <a:ext cx="11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1D442FE5-312E-0F68-0B0D-154656D8DA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2000" y="3276000"/>
              <a:ext cx="11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30ADB2FA-7325-13FF-8826-C48D17088C25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1260000"/>
              <a:ext cx="576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9718EB51-525A-58E6-72FB-4EF89E141996}"/>
                    </a:ext>
                  </a:extLst>
                </p:cNvPr>
                <p:cNvSpPr txBox="1"/>
                <p:nvPr/>
              </p:nvSpPr>
              <p:spPr>
                <a:xfrm>
                  <a:off x="8100000" y="3384000"/>
                  <a:ext cx="108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9718EB51-525A-58E6-72FB-4EF89E141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000" y="3384000"/>
                  <a:ext cx="1080000" cy="53860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A75FCBA0-1A91-A957-F39C-13AC04B99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3420000"/>
              <a:ext cx="576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361DC6F-4CBB-3858-40F4-D7A838054FFA}"/>
                </a:ext>
              </a:extLst>
            </p:cNvPr>
            <p:cNvSpPr/>
            <p:nvPr/>
          </p:nvSpPr>
          <p:spPr>
            <a:xfrm>
              <a:off x="7956000" y="1350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92FD9EF5-BF01-695D-C3D3-2AE5B3AE9F7A}"/>
                </a:ext>
              </a:extLst>
            </p:cNvPr>
            <p:cNvSpPr/>
            <p:nvPr/>
          </p:nvSpPr>
          <p:spPr>
            <a:xfrm>
              <a:off x="7956000" y="3222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332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22A2-CC1C-003E-5A23-1CBA4A1C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9B458-8313-17DA-95FA-2BF72C31F8C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集成运算放大器的传输特性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F85DD89-16F4-B63C-E0FD-940039BD46B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AAEC494-E1B8-313C-6470-819542DE72E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4DAA7973-E299-BCD6-2372-28502CD0733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F88D4C29-15AA-9941-09C7-6F1400D843E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64D9A777-FDE0-6517-5C09-E93387EBF7F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77D64A42-C7E2-1284-60F5-A2203136DFA2}"/>
                  </a:ext>
                </a:extLst>
              </p:cNvPr>
              <p:cNvSpPr txBox="1"/>
              <p:nvPr/>
            </p:nvSpPr>
            <p:spPr>
              <a:xfrm>
                <a:off x="360002" y="828000"/>
                <a:ext cx="6867752" cy="5317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集成运放的输出电压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的范围：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om</m:t>
                          </m:r>
                        </m:sub>
                      </m:sSub>
                      <m:r>
                        <a:rPr lang="en-US" altLang="zh-C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om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线性区（很窄，斜率很大）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im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im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im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饱和区（理想状态：饱和压降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kumimoji="1"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im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om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77D64A42-C7E2-1284-60F5-A2203136D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828000"/>
                <a:ext cx="6867752" cy="5317674"/>
              </a:xfrm>
              <a:prstGeom prst="rect">
                <a:avLst/>
              </a:prstGeom>
              <a:blipFill>
                <a:blip r:embed="rId3"/>
                <a:stretch>
                  <a:fillRect l="-1775" t="-459" r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8D6871B5-EC40-BB38-E0B3-213B02FFEBFD}"/>
              </a:ext>
            </a:extLst>
          </p:cNvPr>
          <p:cNvGrpSpPr/>
          <p:nvPr/>
        </p:nvGrpSpPr>
        <p:grpSpPr>
          <a:xfrm>
            <a:off x="7092000" y="3528000"/>
            <a:ext cx="4752000" cy="3204000"/>
            <a:chOff x="6947833" y="3528000"/>
            <a:chExt cx="4752000" cy="3204000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4A5CE12E-2CC0-549A-A822-A54108699C81}"/>
                </a:ext>
              </a:extLst>
            </p:cNvPr>
            <p:cNvSpPr txBox="1"/>
            <p:nvPr/>
          </p:nvSpPr>
          <p:spPr>
            <a:xfrm>
              <a:off x="7667833" y="6336000"/>
              <a:ext cx="1116824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4165D72E-1F07-9DDB-4F11-BAC0192804B4}"/>
                </a:ext>
              </a:extLst>
            </p:cNvPr>
            <p:cNvSpPr txBox="1"/>
            <p:nvPr/>
          </p:nvSpPr>
          <p:spPr>
            <a:xfrm>
              <a:off x="9395833" y="3816000"/>
              <a:ext cx="111600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AA7869BC-4211-8E46-111E-FC0AFBAB1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67833" y="417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FABA4C27-3F3D-F512-1EB3-CD988F65A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7833" y="525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B00EFD06-DE80-FF11-E564-A12C053020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833" y="417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EC591C5-75D5-0491-35BA-3E576ADBD293}"/>
                </a:ext>
              </a:extLst>
            </p:cNvPr>
            <p:cNvCxnSpPr>
              <a:cxnSpLocks/>
            </p:cNvCxnSpPr>
            <p:nvPr/>
          </p:nvCxnSpPr>
          <p:spPr>
            <a:xfrm>
              <a:off x="7739833" y="5256000"/>
              <a:ext cx="32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5C5C891D-F8EB-C463-52F5-306D590C1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7833" y="3708000"/>
              <a:ext cx="0" cy="288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86668E0-9F9B-478A-192B-087ACE68B3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4176000"/>
              <a:ext cx="720000" cy="216000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C0F04294-3A80-5C47-B370-E190F2E79C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7833" y="417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F704E54-152B-CD25-8B5D-63F257854E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1833" y="633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7D78683-D780-F778-60F1-DC10ED875AA6}"/>
                    </a:ext>
                  </a:extLst>
                </p:cNvPr>
                <p:cNvSpPr txBox="1"/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7D78683-D780-F778-60F1-DC10ED875A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7637FE6-85ED-FD01-0185-7F2380C30921}"/>
                    </a:ext>
                  </a:extLst>
                </p:cNvPr>
                <p:cNvSpPr txBox="1"/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)/</m:t>
                        </m:r>
                        <m:r>
                          <m:rPr>
                            <m:sty m:val="p"/>
                          </m:rPr>
                          <a:rPr kumimoji="1" lang="zh-CN" alt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47637FE6-85ED-FD01-0185-7F2380C30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blipFill>
                  <a:blip r:embed="rId5"/>
                  <a:stretch>
                    <a:fillRect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E9C3E604-1772-1D93-E665-F07B3B5E35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633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F58C7AC-E450-4AE1-E3F4-944BD4B52F6F}"/>
                    </a:ext>
                  </a:extLst>
                </p:cNvPr>
                <p:cNvSpPr txBox="1"/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l-GR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F58C7AC-E450-4AE1-E3F4-944BD4B52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8D6D2371-BEC5-BB49-19BB-6F21041E8FE2}"/>
                    </a:ext>
                  </a:extLst>
                </p:cNvPr>
                <p:cNvSpPr txBox="1"/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l-GR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8D6D2371-BEC5-BB49-19BB-6F21041E8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41889552-3150-813B-0550-4233ED9CE99A}"/>
                </a:ext>
              </a:extLst>
            </p:cNvPr>
            <p:cNvSpPr txBox="1"/>
            <p:nvPr/>
          </p:nvSpPr>
          <p:spPr>
            <a:xfrm>
              <a:off x="9575833" y="4680000"/>
              <a:ext cx="89867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1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线性区</a:t>
              </a:r>
              <a:endParaRPr kumimoji="1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F9642777-4159-6260-C3E3-649D2400FB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5833" y="4896000"/>
              <a:ext cx="360000" cy="10800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457B23EF-7518-2152-D846-044BCFDF6C36}"/>
                    </a:ext>
                  </a:extLst>
                </p:cNvPr>
                <p:cNvSpPr txBox="1"/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457B23EF-7518-2152-D846-044BCFDF6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FD31BD6-D2B7-F2B0-6A90-30F52EBD5FE5}"/>
                    </a:ext>
                  </a:extLst>
                </p:cNvPr>
                <p:cNvSpPr txBox="1"/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FD31BD6-D2B7-F2B0-6A90-30F52EBD5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C82D8CD1-8EF3-F5C4-4164-C40C7A1A74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8000" y="576000"/>
            <a:ext cx="433832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7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示&#10;&#10;AI 生成的内容可能不正确。">
            <a:extLst>
              <a:ext uri="{FF2B5EF4-FFF2-40B4-BE49-F238E27FC236}">
                <a16:creationId xmlns:a16="http://schemas.microsoft.com/office/drawing/2014/main" id="{B94E0CDC-E7CD-E98E-9EF9-32544D782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000" y="576000"/>
            <a:ext cx="4338327" cy="2880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7DE6072-9AA8-C30D-6796-2E414693A58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集成运算放大器的传输特性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1E1465F-B66B-F246-15AD-B85E4FE917D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1634F33-F802-ACF8-746A-F1425EDF8E2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69E3F8D1-5C1C-D70C-E577-1447F0F5780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01601600-658E-0509-44C7-7111F230311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1F86CF6B-FEAD-0C01-FF14-EE9CAF03CEF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6184167-BD9D-04DE-B18C-DCF8737680A6}"/>
                  </a:ext>
                </a:extLst>
              </p:cNvPr>
              <p:cNvSpPr txBox="1"/>
              <p:nvPr/>
            </p:nvSpPr>
            <p:spPr>
              <a:xfrm>
                <a:off x="360001" y="828000"/>
                <a:ext cx="7069029" cy="58740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设运放的正负供电电源电压为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±</m:t>
                        </m:r>
                      </m:sub>
                    </m:sSub>
                    <m:r>
                      <a:rPr kumimoji="1"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</m:t>
                    </m:r>
                    <m:r>
                      <a:rPr kumimoji="1"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kumimoji="1"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，输出饱和压降为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，开环电压增益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</m:t>
                    </m:r>
                    <m:r>
                      <a:rPr kumimoji="1"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，输入电阻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=0.1 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</m:t>
                    </m:r>
                    <m:r>
                      <m:rPr>
                        <m:sty m:val="p"/>
                      </m:rPr>
                      <a:rPr kumimoji="1" lang="el-GR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线性区输入电压差的最大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最小值：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=+</m:t>
                    </m:r>
                    <m:f>
                      <m:fPr>
                        <m:type m:val="lin"/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l-GR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zh-CN" sz="2400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im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11</m:t>
                        </m:r>
                      </m:num>
                      <m:den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den>
                    </m:f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=55 </m:t>
                    </m:r>
                    <m:r>
                      <m:rPr>
                        <m:sty m:val="p"/>
                      </m:rPr>
                      <a:rPr kumimoji="1" lang="el-GR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im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l-GR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im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(2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den>
                    </m:f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=−55 </m:t>
                    </m:r>
                    <m:r>
                      <m:rPr>
                        <m:sty m:val="p"/>
                      </m:rPr>
                      <a:rPr kumimoji="1" lang="el-GR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对应的输入电流：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±55 </m:t>
                        </m:r>
                        <m:r>
                          <m:rPr>
                            <m:sty m:val="p"/>
                          </m:rPr>
                          <a:rPr kumimoji="1" lang="el-GR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0.1 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kumimoji="1" lang="el-GR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r>
                  <a:rPr kumimoji="1" lang="en-US" altLang="zh-CN" sz="2400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</m:t>
                    </m:r>
                    <m:f>
                      <m:fPr>
                        <m:type m:val="lin"/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55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num>
                      <m:den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(0.1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sty m:val="p"/>
                          </m:rPr>
                          <a:rPr kumimoji="1" lang="el-GR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</m:t>
                    </m:r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550 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pA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6184167-BD9D-04DE-B18C-DCF873768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828000"/>
                <a:ext cx="7069029" cy="5874044"/>
              </a:xfrm>
              <a:prstGeom prst="rect">
                <a:avLst/>
              </a:prstGeom>
              <a:blipFill>
                <a:blip r:embed="rId4"/>
                <a:stretch>
                  <a:fillRect l="-1724" t="-312" b="-12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6E87439-C856-2AA5-7776-792C281EBA29}"/>
                  </a:ext>
                </a:extLst>
              </p:cNvPr>
              <p:cNvSpPr txBox="1"/>
              <p:nvPr/>
            </p:nvSpPr>
            <p:spPr>
              <a:xfrm>
                <a:off x="7854389" y="607438"/>
                <a:ext cx="303523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1"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6E87439-C856-2AA5-7776-792C281EB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389" y="607438"/>
                <a:ext cx="303523" cy="5386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335CF92A-39B9-B93C-533C-EFBDD5FD16B3}"/>
              </a:ext>
            </a:extLst>
          </p:cNvPr>
          <p:cNvCxnSpPr>
            <a:cxnSpLocks/>
          </p:cNvCxnSpPr>
          <p:nvPr/>
        </p:nvCxnSpPr>
        <p:spPr>
          <a:xfrm>
            <a:off x="7792693" y="1107416"/>
            <a:ext cx="355353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7E8C5D-2765-EC8C-D3B6-1AF82428B153}"/>
              </a:ext>
            </a:extLst>
          </p:cNvPr>
          <p:cNvGrpSpPr/>
          <p:nvPr/>
        </p:nvGrpSpPr>
        <p:grpSpPr>
          <a:xfrm>
            <a:off x="7092000" y="3528000"/>
            <a:ext cx="4752000" cy="3204000"/>
            <a:chOff x="6947833" y="3528000"/>
            <a:chExt cx="4752000" cy="320400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1464B50-6456-8BE8-2C76-A2F4A136EBEB}"/>
                </a:ext>
              </a:extLst>
            </p:cNvPr>
            <p:cNvSpPr txBox="1"/>
            <p:nvPr/>
          </p:nvSpPr>
          <p:spPr>
            <a:xfrm>
              <a:off x="7667833" y="6336000"/>
              <a:ext cx="1116824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F67C62F-1E5D-2C02-25BB-258F3B5DA038}"/>
                </a:ext>
              </a:extLst>
            </p:cNvPr>
            <p:cNvSpPr txBox="1"/>
            <p:nvPr/>
          </p:nvSpPr>
          <p:spPr>
            <a:xfrm>
              <a:off x="9395833" y="3816000"/>
              <a:ext cx="111600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19C1450-FA36-363D-ACE7-F6F7BCDF8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67833" y="417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81D7AE0-650B-C5AD-57B5-3F4E19380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7833" y="525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F466300-EF40-C54A-B0BD-76E99A638B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833" y="417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D960B6D7-4709-3FE9-722A-1D257691C02E}"/>
                </a:ext>
              </a:extLst>
            </p:cNvPr>
            <p:cNvCxnSpPr>
              <a:cxnSpLocks/>
            </p:cNvCxnSpPr>
            <p:nvPr/>
          </p:nvCxnSpPr>
          <p:spPr>
            <a:xfrm>
              <a:off x="7739833" y="5256000"/>
              <a:ext cx="32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9754811-DEC5-3A87-A513-33426D78E7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7833" y="3708000"/>
              <a:ext cx="0" cy="288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51698D1-A625-F483-7E40-A0CEF79436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4176000"/>
              <a:ext cx="720000" cy="216000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3715105-B6C8-33AE-A623-7EBBF21990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7833" y="417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ACDD12E-A929-09E5-9638-DF03F423D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1833" y="633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DEAB9EC-08F1-00CD-C763-01617E41132C}"/>
                    </a:ext>
                  </a:extLst>
                </p:cNvPr>
                <p:cNvSpPr txBox="1"/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DEAB9EC-08F1-00CD-C763-01617E411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993435C-0834-FED4-EA03-67584663DC31}"/>
                    </a:ext>
                  </a:extLst>
                </p:cNvPr>
                <p:cNvSpPr txBox="1"/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)/</m:t>
                        </m:r>
                        <m:r>
                          <m:rPr>
                            <m:sty m:val="p"/>
                          </m:rPr>
                          <a:rPr kumimoji="1" lang="zh-CN" alt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993435C-0834-FED4-EA03-67584663DC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blipFill>
                  <a:blip r:embed="rId7"/>
                  <a:stretch>
                    <a:fillRect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9FAC667-03ED-B02D-E3B9-84722C8C2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633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8CFBF7D-37A8-5209-A4D1-D7B1F9886A8B}"/>
                    </a:ext>
                  </a:extLst>
                </p:cNvPr>
                <p:cNvSpPr txBox="1"/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l-GR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F58C7AC-E450-4AE1-E3F4-944BD4B52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3FA5308-9244-9DC5-123A-E011BA100D31}"/>
                    </a:ext>
                  </a:extLst>
                </p:cNvPr>
                <p:cNvSpPr txBox="1"/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l-GR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8D6D2371-BEC5-BB49-19BB-6F21041E8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52D543D-D746-F1A8-6D43-D46B1E607A1E}"/>
                </a:ext>
              </a:extLst>
            </p:cNvPr>
            <p:cNvSpPr txBox="1"/>
            <p:nvPr/>
          </p:nvSpPr>
          <p:spPr>
            <a:xfrm>
              <a:off x="9575833" y="4680000"/>
              <a:ext cx="89867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1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线性区</a:t>
              </a:r>
              <a:endParaRPr kumimoji="1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235691F2-D26A-4B08-EDBC-F9D9F2EB3B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5833" y="4896000"/>
              <a:ext cx="360000" cy="10800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F3F03B91-3183-1DB0-AD33-973E301B6FCC}"/>
                    </a:ext>
                  </a:extLst>
                </p:cNvPr>
                <p:cNvSpPr txBox="1"/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457B23EF-7518-2152-D846-044BCFDF6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blipFill>
                  <a:blip r:embed="rId10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F16DC3C-5030-24E9-3690-8E239DA97D2F}"/>
                    </a:ext>
                  </a:extLst>
                </p:cNvPr>
                <p:cNvSpPr txBox="1"/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FD31BD6-D2B7-F2B0-6A90-30F52EBD5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1484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D260-623B-0CF2-3D51-9942DA15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E0B58BF-C8BE-E410-CBAC-1C387BC3987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集成运算放大器的传输特性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405AFB-C7A2-309F-572D-EA8B2B5A33A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1FFDB75-DE19-C79F-0C5C-A1D6CC3A16A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2753DD1B-8DED-9E09-A548-DA0748D1179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1CF76A43-F374-9B24-C267-8D1D2243546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AC37B6D8-882B-10A2-FA2A-3052A472D0D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95E3187-3685-1F93-3CAC-464DF5DD5F95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512716" cy="1094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设理想运放的参数为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</m:t>
                    </m:r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om</m:t>
                        </m:r>
                      </m:sub>
                    </m:sSub>
                    <m:r>
                      <a:rPr kumimoji="1"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±13</m:t>
                    </m:r>
                    <m:r>
                      <a:rPr kumimoji="1"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（即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kumimoji="1"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kumimoji="1"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dB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）；在下列输入条件下，判断运放的工作区域，并求输出电压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95E3187-3685-1F93-3CAC-464DF5DD5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512716" cy="1094274"/>
              </a:xfrm>
              <a:prstGeom prst="rect">
                <a:avLst/>
              </a:prstGeom>
              <a:blipFill>
                <a:blip r:embed="rId3"/>
                <a:stretch>
                  <a:fillRect l="-1159" t="-1676" b="-14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9ADB764-CB2B-A066-3959-342902FF3E97}"/>
                  </a:ext>
                </a:extLst>
              </p:cNvPr>
              <p:cNvSpPr txBox="1"/>
              <p:nvPr/>
            </p:nvSpPr>
            <p:spPr>
              <a:xfrm>
                <a:off x="360000" y="2087443"/>
                <a:ext cx="49318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=15 </m:t>
                    </m:r>
                    <m:r>
                      <m:rPr>
                        <m:sty m:val="p"/>
                      </m:rPr>
                      <a:rPr kumimoji="1" lang="zh-CN" altLang="en-US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kumimoji="1"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9ADB764-CB2B-A066-3959-342902FF3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087443"/>
                <a:ext cx="4931844" cy="523220"/>
              </a:xfrm>
              <a:prstGeom prst="rect">
                <a:avLst/>
              </a:prstGeom>
              <a:blipFill>
                <a:blip r:embed="rId4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517AFD1-D12B-DF7C-2232-110F3E85E4C4}"/>
                  </a:ext>
                </a:extLst>
              </p:cNvPr>
              <p:cNvSpPr txBox="1"/>
              <p:nvPr/>
            </p:nvSpPr>
            <p:spPr>
              <a:xfrm>
                <a:off x="360000" y="3240000"/>
                <a:ext cx="5038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=−35 </m:t>
                    </m:r>
                    <m:r>
                      <m:rPr>
                        <m:sty m:val="p"/>
                      </m:rPr>
                      <a:rPr kumimoji="1" lang="zh-CN" altLang="en-US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45</m:t>
                    </m:r>
                    <m:r>
                      <a:rPr kumimoji="1"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517AFD1-D12B-DF7C-2232-110F3E85E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240000"/>
                <a:ext cx="5038851" cy="523220"/>
              </a:xfrm>
              <a:prstGeom prst="rect">
                <a:avLst/>
              </a:prstGeom>
              <a:blipFill>
                <a:blip r:embed="rId5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B60EA0C-CF7E-6364-9D94-44C6C6EF7595}"/>
                  </a:ext>
                </a:extLst>
              </p:cNvPr>
              <p:cNvSpPr txBox="1"/>
              <p:nvPr/>
            </p:nvSpPr>
            <p:spPr>
              <a:xfrm>
                <a:off x="360000" y="4392000"/>
                <a:ext cx="50388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=80 </m:t>
                    </m:r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=−70</m:t>
                    </m:r>
                    <m: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B60EA0C-CF7E-6364-9D94-44C6C6EF7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92000"/>
                <a:ext cx="5038851" cy="523220"/>
              </a:xfrm>
              <a:prstGeom prst="rect">
                <a:avLst/>
              </a:prstGeom>
              <a:blipFill>
                <a:blip r:embed="rId6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7C54A78-17DB-15BF-EA30-8A5DE19E1D63}"/>
                  </a:ext>
                </a:extLst>
              </p:cNvPr>
              <p:cNvSpPr txBox="1"/>
              <p:nvPr/>
            </p:nvSpPr>
            <p:spPr>
              <a:xfrm>
                <a:off x="360001" y="5544000"/>
                <a:ext cx="44964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  <m: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  <m: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  <m: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</m:t>
                    </m:r>
                    <m:r>
                      <m:rPr>
                        <m:sty m:val="p"/>
                      </m:rPr>
                      <a:rPr kumimoji="1"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7C54A78-17DB-15BF-EA30-8A5DE19E1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5544000"/>
                <a:ext cx="4496480" cy="523220"/>
              </a:xfrm>
              <a:prstGeom prst="rect">
                <a:avLst/>
              </a:prstGeom>
              <a:blipFill>
                <a:blip r:embed="rId7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04BB57A-4D76-7B05-F59D-22888A5B642B}"/>
                  </a:ext>
                </a:extLst>
              </p:cNvPr>
              <p:cNvSpPr txBox="1"/>
              <p:nvPr/>
            </p:nvSpPr>
            <p:spPr>
              <a:xfrm>
                <a:off x="360000" y="2627999"/>
                <a:ext cx="7560000" cy="46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.5</m:t>
                    </m:r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om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om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，线性区，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2.5 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04BB57A-4D76-7B05-F59D-22888A5B6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627999"/>
                <a:ext cx="7560000" cy="468000"/>
              </a:xfrm>
              <a:prstGeom prst="rect">
                <a:avLst/>
              </a:prstGeom>
              <a:blipFill>
                <a:blip r:embed="rId12"/>
                <a:stretch>
                  <a:fillRect l="-161" t="-10390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781B843-775F-6DDC-544E-EB276F0DDEE6}"/>
                  </a:ext>
                </a:extLst>
              </p:cNvPr>
              <p:cNvSpPr txBox="1"/>
              <p:nvPr/>
            </p:nvSpPr>
            <p:spPr>
              <a:xfrm>
                <a:off x="360000" y="3779999"/>
                <a:ext cx="7560000" cy="46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d>
                      <m:d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−8</m:t>
                    </m:r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om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om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，线性区，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−8</m:t>
                    </m:r>
                    <m:r>
                      <a:rPr kumimoji="1"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781B843-775F-6DDC-544E-EB276F0DD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779999"/>
                <a:ext cx="7560000" cy="468000"/>
              </a:xfrm>
              <a:prstGeom prst="rect">
                <a:avLst/>
              </a:prstGeom>
              <a:blipFill>
                <a:blip r:embed="rId13"/>
                <a:stretch>
                  <a:fillRect l="-161" t="-10390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24A990BC-CE12-838E-8680-2D25A992A100}"/>
                  </a:ext>
                </a:extLst>
              </p:cNvPr>
              <p:cNvSpPr txBox="1"/>
              <p:nvPr/>
            </p:nvSpPr>
            <p:spPr>
              <a:xfrm>
                <a:off x="360000" y="4931999"/>
                <a:ext cx="6480000" cy="46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d>
                      <m:d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=15&gt;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om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，饱和区，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13 </m:t>
                    </m:r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24A990BC-CE12-838E-8680-2D25A992A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931999"/>
                <a:ext cx="6480000" cy="468000"/>
              </a:xfrm>
              <a:prstGeom prst="rect">
                <a:avLst/>
              </a:prstGeom>
              <a:blipFill>
                <a:blip r:embed="rId14"/>
                <a:stretch>
                  <a:fillRect l="-188" t="-10390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DDBD1D-3D0D-9894-5E6C-B11F528907C4}"/>
                  </a:ext>
                </a:extLst>
              </p:cNvPr>
              <p:cNvSpPr txBox="1"/>
              <p:nvPr/>
            </p:nvSpPr>
            <p:spPr>
              <a:xfrm>
                <a:off x="360000" y="6083999"/>
                <a:ext cx="7560000" cy="46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  <m:d>
                      <m:d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=−100</m:t>
                    </m:r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om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，饱和区，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−13 </m:t>
                    </m:r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DDBD1D-3D0D-9894-5E6C-B11F5289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083999"/>
                <a:ext cx="7560000" cy="468000"/>
              </a:xfrm>
              <a:prstGeom prst="rect">
                <a:avLst/>
              </a:prstGeom>
              <a:blipFill>
                <a:blip r:embed="rId15"/>
                <a:stretch>
                  <a:fillRect l="-161" t="-10390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EE3951B5-887A-E933-E318-1B18960A56AA}"/>
              </a:ext>
            </a:extLst>
          </p:cNvPr>
          <p:cNvGrpSpPr/>
          <p:nvPr/>
        </p:nvGrpSpPr>
        <p:grpSpPr>
          <a:xfrm>
            <a:off x="8280000" y="2376000"/>
            <a:ext cx="3924000" cy="3204000"/>
            <a:chOff x="7667833" y="3528000"/>
            <a:chExt cx="3924000" cy="320400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B1A8CF5-C385-9306-7C4F-34523DE5F922}"/>
                </a:ext>
              </a:extLst>
            </p:cNvPr>
            <p:cNvSpPr txBox="1"/>
            <p:nvPr/>
          </p:nvSpPr>
          <p:spPr>
            <a:xfrm>
              <a:off x="7667833" y="6336000"/>
              <a:ext cx="1116824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DBE7ABB-589C-1FE7-E105-F02910F48A8E}"/>
                </a:ext>
              </a:extLst>
            </p:cNvPr>
            <p:cNvSpPr txBox="1"/>
            <p:nvPr/>
          </p:nvSpPr>
          <p:spPr>
            <a:xfrm>
              <a:off x="9395833" y="3816000"/>
              <a:ext cx="111600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DEA3A69-A1E3-715A-2CE6-20FFF3F110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833" y="417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24B5357-D490-D1A5-C306-0EEA33BCFFD9}"/>
                </a:ext>
              </a:extLst>
            </p:cNvPr>
            <p:cNvCxnSpPr>
              <a:cxnSpLocks/>
            </p:cNvCxnSpPr>
            <p:nvPr/>
          </p:nvCxnSpPr>
          <p:spPr>
            <a:xfrm>
              <a:off x="7739833" y="5256000"/>
              <a:ext cx="32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1C4475D6-CC53-94FA-4521-DD3BB2510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7833" y="3708000"/>
              <a:ext cx="0" cy="288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4037288-772F-0057-FA52-8332C0BA6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4176000"/>
              <a:ext cx="720000" cy="216000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63E9BD0-8933-E138-5A73-8DE000858C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7833" y="417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6DAB47D-33C0-3BAF-D7D9-64EC92DFFE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1833" y="633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37A8160-AD1E-25F1-7365-7987FF5DF27E}"/>
                    </a:ext>
                  </a:extLst>
                </p:cNvPr>
                <p:cNvSpPr txBox="1"/>
                <p:nvPr/>
              </p:nvSpPr>
              <p:spPr>
                <a:xfrm>
                  <a:off x="8568967" y="3528000"/>
                  <a:ext cx="57677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37A8160-AD1E-25F1-7365-7987FF5DF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967" y="3528000"/>
                  <a:ext cx="576776" cy="430887"/>
                </a:xfrm>
                <a:prstGeom prst="rect">
                  <a:avLst/>
                </a:prstGeom>
                <a:blipFill>
                  <a:blip r:embed="rId16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7E7F7D8-D357-C7DB-A56C-D85E3E215831}"/>
                    </a:ext>
                  </a:extLst>
                </p:cNvPr>
                <p:cNvSpPr txBox="1"/>
                <p:nvPr/>
              </p:nvSpPr>
              <p:spPr>
                <a:xfrm>
                  <a:off x="10331833" y="5220000"/>
                  <a:ext cx="1260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7E7F7D8-D357-C7DB-A56C-D85E3E215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1833" y="5220000"/>
                  <a:ext cx="1260000" cy="396000"/>
                </a:xfrm>
                <a:prstGeom prst="rect">
                  <a:avLst/>
                </a:prstGeom>
                <a:blipFill>
                  <a:blip r:embed="rId17"/>
                  <a:stretch>
                    <a:fillRect l="-1932" r="-1932"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45DCEED-325B-0E7B-D686-B4E9CB6138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633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6AADC6E-F2B3-8273-76AC-9A6817E11430}"/>
                    </a:ext>
                  </a:extLst>
                </p:cNvPr>
                <p:cNvSpPr txBox="1"/>
                <p:nvPr/>
              </p:nvSpPr>
              <p:spPr>
                <a:xfrm>
                  <a:off x="8322242" y="3968390"/>
                  <a:ext cx="792000" cy="430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6AADC6E-F2B3-8273-76AC-9A6817E11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2242" y="3968390"/>
                  <a:ext cx="792000" cy="43088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5EAA488-43AF-5F50-C71D-CF8BE6DAC0F5}"/>
                    </a:ext>
                  </a:extLst>
                </p:cNvPr>
                <p:cNvSpPr txBox="1"/>
                <p:nvPr/>
              </p:nvSpPr>
              <p:spPr>
                <a:xfrm>
                  <a:off x="9078242" y="6128390"/>
                  <a:ext cx="809999" cy="4403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5EAA488-43AF-5F50-C71D-CF8BE6DAC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8242" y="6128390"/>
                  <a:ext cx="809999" cy="44037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DC2AF16-C02B-3FA9-54B7-A93BAF5E54C4}"/>
                </a:ext>
              </a:extLst>
            </p:cNvPr>
            <p:cNvSpPr txBox="1"/>
            <p:nvPr/>
          </p:nvSpPr>
          <p:spPr>
            <a:xfrm>
              <a:off x="9575833" y="4680000"/>
              <a:ext cx="89867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1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线性区</a:t>
              </a:r>
              <a:endParaRPr kumimoji="1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7357006D-EFE9-6DE6-BEFE-B2A580016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5833" y="4896000"/>
              <a:ext cx="360000" cy="10800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09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D3EC-92EE-50D0-4FC3-47583107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3183DCE8-7548-39C9-D980-C3C64D1242BE}"/>
                  </a:ext>
                </a:extLst>
              </p:cNvPr>
              <p:cNvSpPr txBox="1"/>
              <p:nvPr/>
            </p:nvSpPr>
            <p:spPr>
              <a:xfrm>
                <a:off x="9504000" y="5004000"/>
                <a:ext cx="576000" cy="14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3183DCE8-7548-39C9-D980-C3C64D124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4000" y="5004000"/>
                <a:ext cx="576000" cy="144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A5CBE748-9914-0D15-0A35-0607A5BE7B8E}"/>
                  </a:ext>
                </a:extLst>
              </p:cNvPr>
              <p:cNvSpPr txBox="1"/>
              <p:nvPr/>
            </p:nvSpPr>
            <p:spPr>
              <a:xfrm>
                <a:off x="8928000" y="5436000"/>
                <a:ext cx="504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A5CBE748-9914-0D15-0A35-0607A5BE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000" y="5436000"/>
                <a:ext cx="504000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5E47EB3B-3268-F82D-9DD3-EC3BB106382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集成运算放大器的分析方法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C2D8799-10FB-2541-674D-F74E4CFAE05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18FA5A1-4A95-11BD-38B2-31B0FE01684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157E50D4-59FC-8FBD-8E37-0BEB69A51AC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CD5F29B9-ACEC-ACD0-90F4-D390E86640D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AB351261-FFB0-B80A-C1BB-ED19BDCB9F8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EAEFF3-9FEF-B1BF-AB4C-31579AD7F34A}"/>
                  </a:ext>
                </a:extLst>
              </p:cNvPr>
              <p:cNvSpPr txBox="1"/>
              <p:nvPr/>
            </p:nvSpPr>
            <p:spPr>
              <a:xfrm>
                <a:off x="360001" y="828000"/>
                <a:ext cx="5309749" cy="5753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理想集成运放：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线性区开环电压增益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zh-CN" altLang="en-US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∞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输入电阻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zh-CN" altLang="en-US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∞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放大倍数恒定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输出电阻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负载电压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L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L</m:t>
                            </m:r>
                          </m:sub>
                        </m:sSub>
                        <m: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EAEFF3-9FEF-B1BF-AB4C-31579AD7F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828000"/>
                <a:ext cx="5309749" cy="5753370"/>
              </a:xfrm>
              <a:prstGeom prst="rect">
                <a:avLst/>
              </a:prstGeom>
              <a:blipFill>
                <a:blip r:embed="rId5"/>
                <a:stretch>
                  <a:fillRect l="-2296" t="-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组合 86">
            <a:extLst>
              <a:ext uri="{FF2B5EF4-FFF2-40B4-BE49-F238E27FC236}">
                <a16:creationId xmlns:a16="http://schemas.microsoft.com/office/drawing/2014/main" id="{2F1AC433-BFA3-89AA-BBF5-211D7B47CA8D}"/>
              </a:ext>
            </a:extLst>
          </p:cNvPr>
          <p:cNvGrpSpPr/>
          <p:nvPr/>
        </p:nvGrpSpPr>
        <p:grpSpPr>
          <a:xfrm>
            <a:off x="7488000" y="720000"/>
            <a:ext cx="4716000" cy="3240000"/>
            <a:chOff x="7488000" y="720000"/>
            <a:chExt cx="4716000" cy="32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8A3C6680-593B-A9FE-61EE-E89162B0FCA1}"/>
                    </a:ext>
                  </a:extLst>
                </p:cNvPr>
                <p:cNvSpPr txBox="1"/>
                <p:nvPr/>
              </p:nvSpPr>
              <p:spPr>
                <a:xfrm>
                  <a:off x="11628000" y="1800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8A3C6680-593B-A9FE-61EE-E89162B0F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1800000"/>
                  <a:ext cx="576000" cy="6124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CE0BE6E-FE1E-97AA-34B0-3FBBA65E1FBD}"/>
                    </a:ext>
                  </a:extLst>
                </p:cNvPr>
                <p:cNvSpPr txBox="1"/>
                <p:nvPr/>
              </p:nvSpPr>
              <p:spPr>
                <a:xfrm>
                  <a:off x="8100000" y="792000"/>
                  <a:ext cx="108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CE0BE6E-FE1E-97AA-34B0-3FBBA65E1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000" y="792000"/>
                  <a:ext cx="1080000" cy="53860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5AE93F0-3926-25E5-6FD2-7F6240F008DD}"/>
                    </a:ext>
                  </a:extLst>
                </p:cNvPr>
                <p:cNvSpPr txBox="1"/>
                <p:nvPr/>
              </p:nvSpPr>
              <p:spPr>
                <a:xfrm>
                  <a:off x="7488000" y="2952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5AE93F0-3926-25E5-6FD2-7F6240F00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2952000"/>
                  <a:ext cx="576000" cy="6124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E84F928-E47A-ABA2-23CC-F7770BF2FBE7}"/>
                    </a:ext>
                  </a:extLst>
                </p:cNvPr>
                <p:cNvSpPr txBox="1"/>
                <p:nvPr/>
              </p:nvSpPr>
              <p:spPr>
                <a:xfrm>
                  <a:off x="7488000" y="1080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E84F928-E47A-ABA2-23CC-F7770BF2F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1080000"/>
                  <a:ext cx="576000" cy="6124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等腰三角形 94">
              <a:extLst>
                <a:ext uri="{FF2B5EF4-FFF2-40B4-BE49-F238E27FC236}">
                  <a16:creationId xmlns:a16="http://schemas.microsoft.com/office/drawing/2014/main" id="{443356AB-9325-744E-AA47-C98567027189}"/>
                </a:ext>
              </a:extLst>
            </p:cNvPr>
            <p:cNvSpPr/>
            <p:nvPr/>
          </p:nvSpPr>
          <p:spPr>
            <a:xfrm rot="5400000">
              <a:off x="8712000" y="1080000"/>
              <a:ext cx="3240000" cy="2520000"/>
            </a:xfrm>
            <a:prstGeom prst="triangle">
              <a:avLst/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菱形 95">
              <a:extLst>
                <a:ext uri="{FF2B5EF4-FFF2-40B4-BE49-F238E27FC236}">
                  <a16:creationId xmlns:a16="http://schemas.microsoft.com/office/drawing/2014/main" id="{B3688187-139F-5132-C7EA-BBD942CFDDDD}"/>
                </a:ext>
              </a:extLst>
            </p:cNvPr>
            <p:cNvSpPr/>
            <p:nvPr/>
          </p:nvSpPr>
          <p:spPr>
            <a:xfrm rot="5400000">
              <a:off x="10440000" y="2052000"/>
              <a:ext cx="396000" cy="576000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A550645-E283-3A6A-CCDB-6CE1F0229028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2340000"/>
              <a:ext cx="0" cy="28780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36134FB4-7DFC-49DA-A1AE-3F07A60B0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6000" y="262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6212DB97-C0F8-B238-5E2B-AA7D2D4166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0000" y="2340000"/>
              <a:ext cx="1800000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27AEFF90-9A00-7A87-B4F4-930C64FBBB69}"/>
                </a:ext>
              </a:extLst>
            </p:cNvPr>
            <p:cNvSpPr/>
            <p:nvPr/>
          </p:nvSpPr>
          <p:spPr>
            <a:xfrm>
              <a:off x="11808000" y="2286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31F85566-A921-7A4B-D3A4-775F256E0183}"/>
                    </a:ext>
                  </a:extLst>
                </p:cNvPr>
                <p:cNvSpPr txBox="1"/>
                <p:nvPr/>
              </p:nvSpPr>
              <p:spPr>
                <a:xfrm>
                  <a:off x="10008000" y="1656000"/>
                  <a:ext cx="828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31F85566-A921-7A4B-D3A4-775F256E0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8000" y="1656000"/>
                  <a:ext cx="828000" cy="53860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FC4D6C2B-3404-1760-EAF8-D72FAA43802C}"/>
                    </a:ext>
                  </a:extLst>
                </p:cNvPr>
                <p:cNvSpPr txBox="1"/>
                <p:nvPr/>
              </p:nvSpPr>
              <p:spPr>
                <a:xfrm>
                  <a:off x="10836000" y="1908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FC4D6C2B-3404-1760-EAF8-D72FAA438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1908000"/>
                  <a:ext cx="288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C61283A3-4101-2099-3EB2-70B846E3D059}"/>
                    </a:ext>
                  </a:extLst>
                </p:cNvPr>
                <p:cNvSpPr txBox="1"/>
                <p:nvPr/>
              </p:nvSpPr>
              <p:spPr>
                <a:xfrm>
                  <a:off x="10224000" y="1908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C61283A3-4101-2099-3EB2-70B846E3D0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4000" y="1908000"/>
                  <a:ext cx="288000" cy="43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D089459C-A65B-5729-EFEC-9EFBB7700275}"/>
                    </a:ext>
                  </a:extLst>
                </p:cNvPr>
                <p:cNvSpPr txBox="1"/>
                <p:nvPr/>
              </p:nvSpPr>
              <p:spPr>
                <a:xfrm>
                  <a:off x="8568000" y="1387123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D089459C-A65B-5729-EFEC-9EFBB7700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1387123"/>
                  <a:ext cx="288000" cy="432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1EAB01FA-BD73-6EAF-67AB-80851FAF48C5}"/>
                    </a:ext>
                  </a:extLst>
                </p:cNvPr>
                <p:cNvSpPr txBox="1"/>
                <p:nvPr/>
              </p:nvSpPr>
              <p:spPr>
                <a:xfrm>
                  <a:off x="8568000" y="2794425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1EAB01FA-BD73-6EAF-67AB-80851FAF4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794425"/>
                  <a:ext cx="288000" cy="432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9C031485-6392-7E1E-476F-AD27A5FBF57F}"/>
                    </a:ext>
                  </a:extLst>
                </p:cNvPr>
                <p:cNvSpPr txBox="1"/>
                <p:nvPr/>
              </p:nvSpPr>
              <p:spPr>
                <a:xfrm>
                  <a:off x="8424000" y="2016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9C031485-6392-7E1E-476F-AD27A5FBF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016000"/>
                  <a:ext cx="576000" cy="6124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BC5B4D16-5C97-3160-438B-D5D55695EAC7}"/>
                    </a:ext>
                  </a:extLst>
                </p:cNvPr>
                <p:cNvSpPr txBox="1"/>
                <p:nvPr/>
              </p:nvSpPr>
              <p:spPr>
                <a:xfrm>
                  <a:off x="9360000" y="295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1" i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BC5B4D16-5C97-3160-438B-D5D55695E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0" y="2952000"/>
                  <a:ext cx="360000" cy="576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3935F2D9-81EC-A2A9-3E2B-CAE572533FF4}"/>
                    </a:ext>
                  </a:extLst>
                </p:cNvPr>
                <p:cNvSpPr txBox="1"/>
                <p:nvPr/>
              </p:nvSpPr>
              <p:spPr>
                <a:xfrm>
                  <a:off x="9360000" y="1080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3935F2D9-81EC-A2A9-3E2B-CAE572533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0" y="1080000"/>
                  <a:ext cx="360000" cy="576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85A7D1FD-9292-2851-9197-4744BEDB6A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2000" y="1404000"/>
              <a:ext cx="11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0B3B4C09-1ED7-37DD-9B07-C1A9606879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2000" y="3276000"/>
              <a:ext cx="11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B3A52547-AE33-757F-3640-E9FAA74CCD46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1260000"/>
              <a:ext cx="576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A1EE017-3EA1-3887-8F99-21EF1A7E7687}"/>
                    </a:ext>
                  </a:extLst>
                </p:cNvPr>
                <p:cNvSpPr txBox="1"/>
                <p:nvPr/>
              </p:nvSpPr>
              <p:spPr>
                <a:xfrm>
                  <a:off x="8100000" y="3384000"/>
                  <a:ext cx="108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A1EE017-3EA1-3887-8F99-21EF1A7E7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000" y="3384000"/>
                  <a:ext cx="1080000" cy="53860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FF051231-6D08-F4AB-56B4-D4D34CA76267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3420000"/>
              <a:ext cx="576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AEBB9376-9FAE-C391-D52E-8D096965D2DA}"/>
                </a:ext>
              </a:extLst>
            </p:cNvPr>
            <p:cNvSpPr/>
            <p:nvPr/>
          </p:nvSpPr>
          <p:spPr>
            <a:xfrm>
              <a:off x="7956000" y="1350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4065C863-F33F-6754-74E8-B7FF5A9C7C30}"/>
                </a:ext>
              </a:extLst>
            </p:cNvPr>
            <p:cNvSpPr/>
            <p:nvPr/>
          </p:nvSpPr>
          <p:spPr>
            <a:xfrm>
              <a:off x="7956000" y="3222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8EEA7976-7C90-E8D7-E7EA-2B77533EF06A}"/>
                  </a:ext>
                </a:extLst>
              </p:cNvPr>
              <p:cNvSpPr txBox="1"/>
              <p:nvPr/>
            </p:nvSpPr>
            <p:spPr>
              <a:xfrm>
                <a:off x="5652000" y="3564000"/>
                <a:ext cx="1080000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8EEA7976-7C90-E8D7-E7EA-2B77533EF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000" y="3564000"/>
                <a:ext cx="1080000" cy="53860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0FEB2998-98FC-9AD9-EB78-70E751987D58}"/>
                  </a:ext>
                </a:extLst>
              </p:cNvPr>
              <p:cNvSpPr txBox="1"/>
              <p:nvPr/>
            </p:nvSpPr>
            <p:spPr>
              <a:xfrm>
                <a:off x="5040000" y="5724000"/>
                <a:ext cx="576000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0FEB2998-98FC-9AD9-EB78-70E751987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5724000"/>
                <a:ext cx="576000" cy="6124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5D28936-9BFA-ACE8-8274-11B83A540015}"/>
                  </a:ext>
                </a:extLst>
              </p:cNvPr>
              <p:cNvSpPr txBox="1"/>
              <p:nvPr/>
            </p:nvSpPr>
            <p:spPr>
              <a:xfrm>
                <a:off x="5040000" y="3852000"/>
                <a:ext cx="576000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5D28936-9BFA-ACE8-8274-11B83A540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3852000"/>
                <a:ext cx="576000" cy="6124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等腰三角形 125">
            <a:extLst>
              <a:ext uri="{FF2B5EF4-FFF2-40B4-BE49-F238E27FC236}">
                <a16:creationId xmlns:a16="http://schemas.microsoft.com/office/drawing/2014/main" id="{BA7A21EC-CEBB-5F1F-4D5B-1585C6350B18}"/>
              </a:ext>
            </a:extLst>
          </p:cNvPr>
          <p:cNvSpPr/>
          <p:nvPr/>
        </p:nvSpPr>
        <p:spPr>
          <a:xfrm rot="5400000">
            <a:off x="6264000" y="3852000"/>
            <a:ext cx="3240000" cy="2520000"/>
          </a:xfrm>
          <a:prstGeom prst="triangl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菱形 126">
            <a:extLst>
              <a:ext uri="{FF2B5EF4-FFF2-40B4-BE49-F238E27FC236}">
                <a16:creationId xmlns:a16="http://schemas.microsoft.com/office/drawing/2014/main" id="{4AA705C5-FC42-D8AA-3B7B-734EDBFA0DDF}"/>
              </a:ext>
            </a:extLst>
          </p:cNvPr>
          <p:cNvSpPr/>
          <p:nvPr/>
        </p:nvSpPr>
        <p:spPr>
          <a:xfrm rot="5400000">
            <a:off x="7596000" y="4824000"/>
            <a:ext cx="396000" cy="576000"/>
          </a:xfrm>
          <a:prstGeom prst="diamon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1378EB60-5C27-A684-6982-8DA7F67E3691}"/>
              </a:ext>
            </a:extLst>
          </p:cNvPr>
          <p:cNvCxnSpPr>
            <a:cxnSpLocks/>
          </p:cNvCxnSpPr>
          <p:nvPr/>
        </p:nvCxnSpPr>
        <p:spPr>
          <a:xfrm>
            <a:off x="7416000" y="5112000"/>
            <a:ext cx="0" cy="2878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88CAB9EE-36A1-32A9-CD08-9CE0ECFA8BF5}"/>
              </a:ext>
            </a:extLst>
          </p:cNvPr>
          <p:cNvCxnSpPr>
            <a:cxnSpLocks/>
          </p:cNvCxnSpPr>
          <p:nvPr/>
        </p:nvCxnSpPr>
        <p:spPr>
          <a:xfrm flipH="1">
            <a:off x="7272000" y="5400000"/>
            <a:ext cx="28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7AF5620B-FC0E-A6D8-0BCC-39FE69D6B392}"/>
              </a:ext>
            </a:extLst>
          </p:cNvPr>
          <p:cNvCxnSpPr>
            <a:cxnSpLocks/>
          </p:cNvCxnSpPr>
          <p:nvPr/>
        </p:nvCxnSpPr>
        <p:spPr>
          <a:xfrm flipH="1">
            <a:off x="7416000" y="5112000"/>
            <a:ext cx="201600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837F985-6B83-60BB-9A96-2BC9E460E51C}"/>
                  </a:ext>
                </a:extLst>
              </p:cNvPr>
              <p:cNvSpPr txBox="1"/>
              <p:nvPr/>
            </p:nvSpPr>
            <p:spPr>
              <a:xfrm>
                <a:off x="7308000" y="4428000"/>
                <a:ext cx="828000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id</m:t>
                          </m:r>
                        </m:sub>
                      </m:sSub>
                    </m:oMath>
                  </m:oMathPara>
                </a14:m>
                <a:endParaRPr kumimoji="1"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837F985-6B83-60BB-9A96-2BC9E460E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000" y="4428000"/>
                <a:ext cx="828000" cy="53860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C5DFEB73-66FB-925B-C9F5-F1CAF4B32B17}"/>
                  </a:ext>
                </a:extLst>
              </p:cNvPr>
              <p:cNvSpPr txBox="1"/>
              <p:nvPr/>
            </p:nvSpPr>
            <p:spPr>
              <a:xfrm>
                <a:off x="7992000" y="4680000"/>
                <a:ext cx="288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m:oMathPara>
                </a14:m>
                <a:endParaRPr kumimoji="1"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C5DFEB73-66FB-925B-C9F5-F1CAF4B32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000" y="4680000"/>
                <a:ext cx="288000" cy="4320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E45F909-5192-B2F5-9AA8-B26D638D8EEE}"/>
                  </a:ext>
                </a:extLst>
              </p:cNvPr>
              <p:cNvSpPr txBox="1"/>
              <p:nvPr/>
            </p:nvSpPr>
            <p:spPr>
              <a:xfrm>
                <a:off x="7380000" y="4680000"/>
                <a:ext cx="288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</m:oMath>
                  </m:oMathPara>
                </a14:m>
                <a:endParaRPr kumimoji="1"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E45F909-5192-B2F5-9AA8-B26D638D8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000" y="4680000"/>
                <a:ext cx="288000" cy="432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A0F0B8F0-4C55-97CD-D451-DB0D166F629E}"/>
                  </a:ext>
                </a:extLst>
              </p:cNvPr>
              <p:cNvSpPr txBox="1"/>
              <p:nvPr/>
            </p:nvSpPr>
            <p:spPr>
              <a:xfrm>
                <a:off x="6120000" y="4159123"/>
                <a:ext cx="288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</m:oMath>
                  </m:oMathPara>
                </a14:m>
                <a:endParaRPr kumimoji="1"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A0F0B8F0-4C55-97CD-D451-DB0D166F6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0" y="4159123"/>
                <a:ext cx="288000" cy="432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147C9B1A-EC03-D077-E10C-E0803488A350}"/>
                  </a:ext>
                </a:extLst>
              </p:cNvPr>
              <p:cNvSpPr txBox="1"/>
              <p:nvPr/>
            </p:nvSpPr>
            <p:spPr>
              <a:xfrm>
                <a:off x="6120000" y="5566425"/>
                <a:ext cx="288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m:oMathPara>
                </a14:m>
                <a:endParaRPr kumimoji="1"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147C9B1A-EC03-D077-E10C-E0803488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0" y="5566425"/>
                <a:ext cx="288000" cy="432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AF4B137-9B8A-4B9F-BB42-53AD4F05220E}"/>
                  </a:ext>
                </a:extLst>
              </p:cNvPr>
              <p:cNvSpPr txBox="1"/>
              <p:nvPr/>
            </p:nvSpPr>
            <p:spPr>
              <a:xfrm>
                <a:off x="5976000" y="4788000"/>
                <a:ext cx="576000" cy="612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id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FAF4B137-9B8A-4B9F-BB42-53AD4F052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000" y="4788000"/>
                <a:ext cx="576000" cy="61247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EB2290A9-6E15-6D81-5A18-D04766604F7E}"/>
                  </a:ext>
                </a:extLst>
              </p:cNvPr>
              <p:cNvSpPr txBox="1"/>
              <p:nvPr/>
            </p:nvSpPr>
            <p:spPr>
              <a:xfrm>
                <a:off x="6984000" y="5724000"/>
                <a:ext cx="360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1" i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m:oMathPara>
                </a14:m>
                <a:endParaRPr kumimoji="1"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EB2290A9-6E15-6D81-5A18-D04766604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000" y="5724000"/>
                <a:ext cx="360000" cy="5760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BFAEF3EF-6E7F-2861-61BD-5128E8D2A6DA}"/>
                  </a:ext>
                </a:extLst>
              </p:cNvPr>
              <p:cNvSpPr txBox="1"/>
              <p:nvPr/>
            </p:nvSpPr>
            <p:spPr>
              <a:xfrm>
                <a:off x="6984000" y="3852000"/>
                <a:ext cx="360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</m:oMath>
                  </m:oMathPara>
                </a14:m>
                <a:endParaRPr kumimoji="1"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BFAEF3EF-6E7F-2861-61BD-5128E8D2A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000" y="3852000"/>
                <a:ext cx="360000" cy="5760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99A8DEAD-887E-3BCB-3ED6-A92D46BD4952}"/>
              </a:ext>
            </a:extLst>
          </p:cNvPr>
          <p:cNvCxnSpPr>
            <a:cxnSpLocks/>
          </p:cNvCxnSpPr>
          <p:nvPr/>
        </p:nvCxnSpPr>
        <p:spPr>
          <a:xfrm flipH="1">
            <a:off x="5544000" y="4176000"/>
            <a:ext cx="133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BF893A94-6C38-EA11-9CC8-494EEC8B0C16}"/>
              </a:ext>
            </a:extLst>
          </p:cNvPr>
          <p:cNvCxnSpPr>
            <a:cxnSpLocks/>
          </p:cNvCxnSpPr>
          <p:nvPr/>
        </p:nvCxnSpPr>
        <p:spPr>
          <a:xfrm flipH="1">
            <a:off x="5544000" y="6048000"/>
            <a:ext cx="133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5FE50DF7-3B5B-DFB6-423B-EFE3916E53C1}"/>
              </a:ext>
            </a:extLst>
          </p:cNvPr>
          <p:cNvCxnSpPr>
            <a:cxnSpLocks/>
          </p:cNvCxnSpPr>
          <p:nvPr/>
        </p:nvCxnSpPr>
        <p:spPr>
          <a:xfrm>
            <a:off x="5868000" y="4032000"/>
            <a:ext cx="576000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BAA7A166-9110-E824-60B4-EC7FC215AD12}"/>
                  </a:ext>
                </a:extLst>
              </p:cNvPr>
              <p:cNvSpPr txBox="1"/>
              <p:nvPr/>
            </p:nvSpPr>
            <p:spPr>
              <a:xfrm>
                <a:off x="5652000" y="6156000"/>
                <a:ext cx="1080000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BAA7A166-9110-E824-60B4-EC7FC215A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000" y="6156000"/>
                <a:ext cx="1080000" cy="53860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6A1CB2AA-DEE5-44C3-8E92-B6E4D05B5017}"/>
              </a:ext>
            </a:extLst>
          </p:cNvPr>
          <p:cNvCxnSpPr>
            <a:cxnSpLocks/>
          </p:cNvCxnSpPr>
          <p:nvPr/>
        </p:nvCxnSpPr>
        <p:spPr>
          <a:xfrm>
            <a:off x="5868000" y="6192000"/>
            <a:ext cx="576000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椭圆 144">
            <a:extLst>
              <a:ext uri="{FF2B5EF4-FFF2-40B4-BE49-F238E27FC236}">
                <a16:creationId xmlns:a16="http://schemas.microsoft.com/office/drawing/2014/main" id="{F4CB318B-D419-D4C0-A02B-BDABA9382A09}"/>
              </a:ext>
            </a:extLst>
          </p:cNvPr>
          <p:cNvSpPr/>
          <p:nvPr/>
        </p:nvSpPr>
        <p:spPr>
          <a:xfrm>
            <a:off x="5508000" y="4122000"/>
            <a:ext cx="108000" cy="1086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AF4FFEE8-BAB4-9280-6681-4E3903616946}"/>
              </a:ext>
            </a:extLst>
          </p:cNvPr>
          <p:cNvSpPr/>
          <p:nvPr/>
        </p:nvSpPr>
        <p:spPr>
          <a:xfrm>
            <a:off x="5508000" y="5994000"/>
            <a:ext cx="108000" cy="1086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6ED0DE9A-E599-EDFC-73C8-D2FCF1074686}"/>
              </a:ext>
            </a:extLst>
          </p:cNvPr>
          <p:cNvCxnSpPr>
            <a:cxnSpLocks/>
          </p:cNvCxnSpPr>
          <p:nvPr/>
        </p:nvCxnSpPr>
        <p:spPr>
          <a:xfrm>
            <a:off x="9432000" y="5112000"/>
            <a:ext cx="0" cy="12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81A15969-FFDE-6862-4B89-B89C45FFF8DA}"/>
              </a:ext>
            </a:extLst>
          </p:cNvPr>
          <p:cNvCxnSpPr>
            <a:cxnSpLocks/>
          </p:cNvCxnSpPr>
          <p:nvPr/>
        </p:nvCxnSpPr>
        <p:spPr>
          <a:xfrm flipH="1">
            <a:off x="9288000" y="6372000"/>
            <a:ext cx="28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>
            <a:extLst>
              <a:ext uri="{FF2B5EF4-FFF2-40B4-BE49-F238E27FC236}">
                <a16:creationId xmlns:a16="http://schemas.microsoft.com/office/drawing/2014/main" id="{6EE8D98C-8BB3-6064-2C78-ECA87980CB25}"/>
              </a:ext>
            </a:extLst>
          </p:cNvPr>
          <p:cNvSpPr/>
          <p:nvPr/>
        </p:nvSpPr>
        <p:spPr>
          <a:xfrm>
            <a:off x="9360000" y="5472000"/>
            <a:ext cx="144000" cy="50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4D1A0012-73DD-0B80-E05F-62781627B493}"/>
              </a:ext>
            </a:extLst>
          </p:cNvPr>
          <p:cNvCxnSpPr>
            <a:cxnSpLocks/>
          </p:cNvCxnSpPr>
          <p:nvPr/>
        </p:nvCxnSpPr>
        <p:spPr>
          <a:xfrm flipV="1">
            <a:off x="6876000" y="4176000"/>
            <a:ext cx="0" cy="1872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2F59CF99-349A-C3A1-AEAB-04122E7C92E2}"/>
              </a:ext>
            </a:extLst>
          </p:cNvPr>
          <p:cNvSpPr/>
          <p:nvPr/>
        </p:nvSpPr>
        <p:spPr>
          <a:xfrm>
            <a:off x="6804000" y="4860000"/>
            <a:ext cx="144000" cy="50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37D6D37C-5A1A-C90E-0477-8723A9CA6DD1}"/>
                  </a:ext>
                </a:extLst>
              </p:cNvPr>
              <p:cNvSpPr txBox="1"/>
              <p:nvPr/>
            </p:nvSpPr>
            <p:spPr>
              <a:xfrm>
                <a:off x="6961609" y="4822049"/>
                <a:ext cx="360000" cy="61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37D6D37C-5A1A-C90E-0477-8723A9CA6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609" y="4822049"/>
                <a:ext cx="360000" cy="61200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矩形 155">
            <a:extLst>
              <a:ext uri="{FF2B5EF4-FFF2-40B4-BE49-F238E27FC236}">
                <a16:creationId xmlns:a16="http://schemas.microsoft.com/office/drawing/2014/main" id="{91DA918B-DBBD-323E-E887-04FDC83CF5FB}"/>
              </a:ext>
            </a:extLst>
          </p:cNvPr>
          <p:cNvSpPr/>
          <p:nvPr/>
        </p:nvSpPr>
        <p:spPr>
          <a:xfrm>
            <a:off x="8280000" y="5040000"/>
            <a:ext cx="504000" cy="14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14CDFD2-2D5B-7EA0-DFEB-3A26631C3676}"/>
                  </a:ext>
                </a:extLst>
              </p:cNvPr>
              <p:cNvSpPr txBox="1"/>
              <p:nvPr/>
            </p:nvSpPr>
            <p:spPr>
              <a:xfrm>
                <a:off x="8352000" y="4554000"/>
                <a:ext cx="360000" cy="61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14CDFD2-2D5B-7EA0-DFEB-3A26631C3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000" y="4554000"/>
                <a:ext cx="360000" cy="61200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82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EB4AA-A011-6BC0-2F4D-4E7D2E728B7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8E2D04B-EEDC-F0E2-BD95-F52B1F6DF8E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00C3DC0-A20F-358F-85CE-0D6F7E3EB9C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2953A616-89D7-CFC8-63D6-524BDFCAC28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8769DF87-397A-931C-40FE-52DB1C1D185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B6A83D40-8973-7E47-96DD-63E26BE5BD6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36D390-6D41-65E2-B90D-4CE8757D19DD}"/>
                  </a:ext>
                </a:extLst>
              </p:cNvPr>
              <p:cNvSpPr txBox="1"/>
              <p:nvPr/>
            </p:nvSpPr>
            <p:spPr>
              <a:xfrm>
                <a:off x="360001" y="828000"/>
                <a:ext cx="11447574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集成运放的开环情况：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很大，线性区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的值很小，远小于一般的信号幅值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直接将信号幅值接入输入端，加上干扰，无法保证运放工作在线性区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36D390-6D41-65E2-B90D-4CE8757D1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828000"/>
                <a:ext cx="11447574" cy="1612108"/>
              </a:xfrm>
              <a:prstGeom prst="rect">
                <a:avLst/>
              </a:prstGeom>
              <a:blipFill>
                <a:blip r:embed="rId2"/>
                <a:stretch>
                  <a:fillRect l="-1065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A1419C1-C960-0C4A-8F7F-3DC663B5C797}"/>
                  </a:ext>
                </a:extLst>
              </p:cNvPr>
              <p:cNvSpPr txBox="1"/>
              <p:nvPr/>
            </p:nvSpPr>
            <p:spPr>
              <a:xfrm>
                <a:off x="360000" y="5400000"/>
                <a:ext cx="6768000" cy="1091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集成运放工作在线性区的条件：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引入负反馈，减小输入电压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A1419C1-C960-0C4A-8F7F-3DC663B5C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400000"/>
                <a:ext cx="6768000" cy="1091966"/>
              </a:xfrm>
              <a:prstGeom prst="rect">
                <a:avLst/>
              </a:prstGeom>
              <a:blipFill>
                <a:blip r:embed="rId3"/>
                <a:stretch>
                  <a:fillRect l="-1802" t="-2235" b="-1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EFC47BF8-16C6-CDCD-388A-03D51527F619}"/>
              </a:ext>
            </a:extLst>
          </p:cNvPr>
          <p:cNvGrpSpPr/>
          <p:nvPr/>
        </p:nvGrpSpPr>
        <p:grpSpPr>
          <a:xfrm>
            <a:off x="7200000" y="3348000"/>
            <a:ext cx="4716000" cy="3240000"/>
            <a:chOff x="7488000" y="720000"/>
            <a:chExt cx="4716000" cy="32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C1ABBC5-D960-DBE4-699E-2F36B560B47B}"/>
                    </a:ext>
                  </a:extLst>
                </p:cNvPr>
                <p:cNvSpPr txBox="1"/>
                <p:nvPr/>
              </p:nvSpPr>
              <p:spPr>
                <a:xfrm>
                  <a:off x="11628000" y="1800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C1ABBC5-D960-DBE4-699E-2F36B560B4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000" y="1800000"/>
                  <a:ext cx="576000" cy="61247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211F032-1759-B6FF-BFE6-5F94487674FE}"/>
                    </a:ext>
                  </a:extLst>
                </p:cNvPr>
                <p:cNvSpPr txBox="1"/>
                <p:nvPr/>
              </p:nvSpPr>
              <p:spPr>
                <a:xfrm>
                  <a:off x="8100000" y="792000"/>
                  <a:ext cx="108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211F032-1759-B6FF-BFE6-5F9448767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000" y="792000"/>
                  <a:ext cx="1080000" cy="53860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9B75870-F5F3-8B5D-AC8D-906D50A6B838}"/>
                    </a:ext>
                  </a:extLst>
                </p:cNvPr>
                <p:cNvSpPr txBox="1"/>
                <p:nvPr/>
              </p:nvSpPr>
              <p:spPr>
                <a:xfrm>
                  <a:off x="7488000" y="2952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9B75870-F5F3-8B5D-AC8D-906D50A6B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2952000"/>
                  <a:ext cx="576000" cy="61247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715C32B-83A3-B7E3-25A3-CA310AB08A71}"/>
                    </a:ext>
                  </a:extLst>
                </p:cNvPr>
                <p:cNvSpPr txBox="1"/>
                <p:nvPr/>
              </p:nvSpPr>
              <p:spPr>
                <a:xfrm>
                  <a:off x="7488000" y="1080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715C32B-83A3-B7E3-25A3-CA310AB08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1080000"/>
                  <a:ext cx="576000" cy="61247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5EBEF784-83E1-6A2A-3F9B-C6CA1E7386C4}"/>
                </a:ext>
              </a:extLst>
            </p:cNvPr>
            <p:cNvSpPr/>
            <p:nvPr/>
          </p:nvSpPr>
          <p:spPr>
            <a:xfrm rot="5400000">
              <a:off x="8712000" y="1080000"/>
              <a:ext cx="3240000" cy="2520000"/>
            </a:xfrm>
            <a:prstGeom prst="triangle">
              <a:avLst/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菱形 15">
              <a:extLst>
                <a:ext uri="{FF2B5EF4-FFF2-40B4-BE49-F238E27FC236}">
                  <a16:creationId xmlns:a16="http://schemas.microsoft.com/office/drawing/2014/main" id="{FE358B67-145F-9D11-CA80-BAAF8881F430}"/>
                </a:ext>
              </a:extLst>
            </p:cNvPr>
            <p:cNvSpPr/>
            <p:nvPr/>
          </p:nvSpPr>
          <p:spPr>
            <a:xfrm rot="5400000">
              <a:off x="10440000" y="2052000"/>
              <a:ext cx="396000" cy="576000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A0F54C2-DB21-709E-8CDC-9F356F3357C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2340000"/>
              <a:ext cx="0" cy="28780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4969FF3-86B1-E751-770D-2904D8713E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6000" y="262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E58F7399-68A5-3C21-677E-62FF0FF70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0000" y="2340000"/>
              <a:ext cx="1800000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270796E-A0ED-B58F-9FF6-C45E0BDC7689}"/>
                </a:ext>
              </a:extLst>
            </p:cNvPr>
            <p:cNvSpPr/>
            <p:nvPr/>
          </p:nvSpPr>
          <p:spPr>
            <a:xfrm>
              <a:off x="11808000" y="2286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6596247-6A99-BCB9-2D8A-EA18E83A53B7}"/>
                    </a:ext>
                  </a:extLst>
                </p:cNvPr>
                <p:cNvSpPr txBox="1"/>
                <p:nvPr/>
              </p:nvSpPr>
              <p:spPr>
                <a:xfrm>
                  <a:off x="10008000" y="1656000"/>
                  <a:ext cx="828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  <m:sub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6596247-6A99-BCB9-2D8A-EA18E83A5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8000" y="1656000"/>
                  <a:ext cx="828000" cy="53860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34370AE-B09A-53D3-80A3-0AC27FC1EDED}"/>
                    </a:ext>
                  </a:extLst>
                </p:cNvPr>
                <p:cNvSpPr txBox="1"/>
                <p:nvPr/>
              </p:nvSpPr>
              <p:spPr>
                <a:xfrm>
                  <a:off x="10836000" y="1908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34370AE-B09A-53D3-80A3-0AC27FC1ED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1908000"/>
                  <a:ext cx="288000" cy="43200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5DF0397-92E0-86A8-AB26-A2282BAE1F79}"/>
                    </a:ext>
                  </a:extLst>
                </p:cNvPr>
                <p:cNvSpPr txBox="1"/>
                <p:nvPr/>
              </p:nvSpPr>
              <p:spPr>
                <a:xfrm>
                  <a:off x="10224000" y="1908000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5DF0397-92E0-86A8-AB26-A2282BAE1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4000" y="1908000"/>
                  <a:ext cx="288000" cy="43200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DB09A42-84BF-3ED0-0AD4-45D929FD46CF}"/>
                    </a:ext>
                  </a:extLst>
                </p:cNvPr>
                <p:cNvSpPr txBox="1"/>
                <p:nvPr/>
              </p:nvSpPr>
              <p:spPr>
                <a:xfrm>
                  <a:off x="8568000" y="1387123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DB09A42-84BF-3ED0-0AD4-45D929FD4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1387123"/>
                  <a:ext cx="288000" cy="43200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E3D7EE6-4A70-8EFD-1F59-7D59108B99B5}"/>
                    </a:ext>
                  </a:extLst>
                </p:cNvPr>
                <p:cNvSpPr txBox="1"/>
                <p:nvPr/>
              </p:nvSpPr>
              <p:spPr>
                <a:xfrm>
                  <a:off x="8568000" y="2794425"/>
                  <a:ext cx="28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E3D7EE6-4A70-8EFD-1F59-7D59108B9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794425"/>
                  <a:ext cx="288000" cy="43200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103D58-2A6B-6CFE-93CC-AEF2C901879C}"/>
                    </a:ext>
                  </a:extLst>
                </p:cNvPr>
                <p:cNvSpPr txBox="1"/>
                <p:nvPr/>
              </p:nvSpPr>
              <p:spPr>
                <a:xfrm>
                  <a:off x="8424000" y="2016000"/>
                  <a:ext cx="576000" cy="6124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103D58-2A6B-6CFE-93CC-AEF2C9018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2016000"/>
                  <a:ext cx="576000" cy="61247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52F9CA9-E851-5545-5102-F72CDEE61250}"/>
                    </a:ext>
                  </a:extLst>
                </p:cNvPr>
                <p:cNvSpPr txBox="1"/>
                <p:nvPr/>
              </p:nvSpPr>
              <p:spPr>
                <a:xfrm>
                  <a:off x="9360000" y="2952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1" i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52F9CA9-E851-5545-5102-F72CDEE61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0" y="2952000"/>
                  <a:ext cx="360000" cy="57600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FE74E42-B89A-8EE1-6B15-2B7C21B943A1}"/>
                    </a:ext>
                  </a:extLst>
                </p:cNvPr>
                <p:cNvSpPr txBox="1"/>
                <p:nvPr/>
              </p:nvSpPr>
              <p:spPr>
                <a:xfrm>
                  <a:off x="9360000" y="1080000"/>
                  <a:ext cx="360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FE74E42-B89A-8EE1-6B15-2B7C21B94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0" y="1080000"/>
                  <a:ext cx="360000" cy="57600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4D44443-5CB5-B6D1-9E5A-954018774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2000" y="1404000"/>
              <a:ext cx="11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856E8F5-A6A3-A05D-74CC-6B77E8C335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2000" y="3276000"/>
              <a:ext cx="11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0EFA099-5068-7409-3029-8E52F1A26665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1260000"/>
              <a:ext cx="576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6E7D8E6-DED4-56DA-4602-999A1FBC7EE0}"/>
                    </a:ext>
                  </a:extLst>
                </p:cNvPr>
                <p:cNvSpPr txBox="1"/>
                <p:nvPr/>
              </p:nvSpPr>
              <p:spPr>
                <a:xfrm>
                  <a:off x="8100000" y="3384000"/>
                  <a:ext cx="108000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6E7D8E6-DED4-56DA-4602-999A1FBC7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000" y="3384000"/>
                  <a:ext cx="1080000" cy="53860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7208568-D4FE-3195-32F3-5EAD5A6E02F8}"/>
                </a:ext>
              </a:extLst>
            </p:cNvPr>
            <p:cNvCxnSpPr>
              <a:cxnSpLocks/>
            </p:cNvCxnSpPr>
            <p:nvPr/>
          </p:nvCxnSpPr>
          <p:spPr>
            <a:xfrm>
              <a:off x="8316000" y="3420000"/>
              <a:ext cx="576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FEB249B-43F1-BB4C-A083-AC3FEE392368}"/>
                </a:ext>
              </a:extLst>
            </p:cNvPr>
            <p:cNvSpPr/>
            <p:nvPr/>
          </p:nvSpPr>
          <p:spPr>
            <a:xfrm>
              <a:off x="7956000" y="1350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EF61BDC8-3B5A-D9C1-8BC0-768722955CB2}"/>
                </a:ext>
              </a:extLst>
            </p:cNvPr>
            <p:cNvSpPr/>
            <p:nvPr/>
          </p:nvSpPr>
          <p:spPr>
            <a:xfrm>
              <a:off x="7956000" y="3222000"/>
              <a:ext cx="108000" cy="1086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85" name="图片 84" descr="图示&#10;&#10;AI 生成的内容可能不正确。">
            <a:extLst>
              <a:ext uri="{FF2B5EF4-FFF2-40B4-BE49-F238E27FC236}">
                <a16:creationId xmlns:a16="http://schemas.microsoft.com/office/drawing/2014/main" id="{0CC8D427-0E19-4F5B-28F3-4A65BB49F91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00000" y="2592000"/>
            <a:ext cx="334858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8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5EB0-3157-9C57-360D-5935D1E3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C62F0-FE10-41BA-59A1-7C9BC33950A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74E382C-3C8D-2DAA-9127-8AF67F3F8D4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C7C2ACC-EB25-EE1F-7355-570344D8267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A342E5E7-F127-E023-5EEA-F059C53527A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4BBC352A-97CA-4FFF-B031-BB31F5D9C86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8DF3FDDD-E1DD-E97D-1FE8-0A13D2F7318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1033499-9F84-AFE6-EB23-A6DC564F8E82}"/>
              </a:ext>
            </a:extLst>
          </p:cNvPr>
          <p:cNvSpPr txBox="1"/>
          <p:nvPr/>
        </p:nvSpPr>
        <p:spPr>
          <a:xfrm>
            <a:off x="360001" y="828000"/>
            <a:ext cx="11487442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放大电路的反馈，体现了输出信号对输入信号的反作用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将输出信号的全部或一部分通过某种电路送回输入回路，以影响输入输出电量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存在反馈网络（通路），即为闭环；否则为开环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103AEB80-76C2-986A-38B2-CD893DA5B007}"/>
                  </a:ext>
                </a:extLst>
              </p:cNvPr>
              <p:cNvSpPr txBox="1"/>
              <p:nvPr/>
            </p:nvSpPr>
            <p:spPr>
              <a:xfrm>
                <a:off x="360000" y="2628000"/>
                <a:ext cx="5237347" cy="2169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ID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净输入信号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ID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为增益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为反馈系数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ID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必须是同一种电量（电压或电流）</a:t>
                </a: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103AEB80-76C2-986A-38B2-CD893DA5B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628000"/>
                <a:ext cx="5237347" cy="2169825"/>
              </a:xfrm>
              <a:prstGeom prst="rect">
                <a:avLst/>
              </a:prstGeom>
              <a:blipFill>
                <a:blip r:embed="rId3"/>
                <a:stretch>
                  <a:fillRect t="-2247" b="-5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411BA05-0ECF-BACF-E7DF-76E78D5B0177}"/>
                  </a:ext>
                </a:extLst>
              </p:cNvPr>
              <p:cNvSpPr txBox="1"/>
              <p:nvPr/>
            </p:nvSpPr>
            <p:spPr>
              <a:xfrm>
                <a:off x="360000" y="5040000"/>
                <a:ext cx="8677984" cy="1710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12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闭环放大倍数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altLang="zh-CN" sz="28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ID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ID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ID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411BA05-0ECF-BACF-E7DF-76E78D5B0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040000"/>
                <a:ext cx="8677984" cy="1710918"/>
              </a:xfrm>
              <a:prstGeom prst="rect">
                <a:avLst/>
              </a:prstGeom>
              <a:blipFill>
                <a:blip r:embed="rId4"/>
                <a:stretch>
                  <a:fillRect t="-3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F26197AB-6D51-8104-2C70-4A6BFCF6480F}"/>
              </a:ext>
            </a:extLst>
          </p:cNvPr>
          <p:cNvGrpSpPr/>
          <p:nvPr/>
        </p:nvGrpSpPr>
        <p:grpSpPr>
          <a:xfrm>
            <a:off x="5940000" y="2772000"/>
            <a:ext cx="6191112" cy="2452587"/>
            <a:chOff x="5940000" y="2558597"/>
            <a:chExt cx="6191112" cy="245258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8950204-6F3E-2F2C-BEED-74C97FF9B3C4}"/>
                </a:ext>
              </a:extLst>
            </p:cNvPr>
            <p:cNvSpPr/>
            <p:nvPr/>
          </p:nvSpPr>
          <p:spPr>
            <a:xfrm>
              <a:off x="9230165" y="2852564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放大电路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70D260F-5ABF-8547-4C43-4F9CE8007524}"/>
                </a:ext>
              </a:extLst>
            </p:cNvPr>
            <p:cNvSpPr/>
            <p:nvPr/>
          </p:nvSpPr>
          <p:spPr>
            <a:xfrm>
              <a:off x="9230165" y="4003184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反馈网络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AA08589C-627B-48D4-88E8-289B89345CB4}"/>
                    </a:ext>
                  </a:extLst>
                </p:cNvPr>
                <p:cNvSpPr/>
                <p:nvPr/>
              </p:nvSpPr>
              <p:spPr>
                <a:xfrm>
                  <a:off x="7071914" y="2996564"/>
                  <a:ext cx="720000" cy="720000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AA08589C-627B-48D4-88E8-289B89345C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1914" y="2996564"/>
                  <a:ext cx="720000" cy="720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01EFC614-DB59-CE5B-EE9A-0AC637E5246E}"/>
                </a:ext>
              </a:extLst>
            </p:cNvPr>
            <p:cNvCxnSpPr>
              <a:cxnSpLocks/>
              <a:stCxn id="12" idx="6"/>
              <a:endCxn id="10" idx="1"/>
            </p:cNvCxnSpPr>
            <p:nvPr/>
          </p:nvCxnSpPr>
          <p:spPr>
            <a:xfrm>
              <a:off x="7791914" y="3356564"/>
              <a:ext cx="14382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9D245AB-ACA8-E74D-FC89-B1B55B03E300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0670165" y="3356564"/>
              <a:ext cx="1332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3996FCD-83E7-F990-79C2-26D6574C4840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6171914" y="3356564"/>
              <a:ext cx="90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A30B8F74-FB20-FB96-9747-3F6061639E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441214" y="3607717"/>
              <a:ext cx="1124818" cy="674117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AFEE6954-1D23-66A6-56B8-1DCBC4216EAB}"/>
                </a:ext>
              </a:extLst>
            </p:cNvPr>
            <p:cNvCxnSpPr>
              <a:cxnSpLocks/>
              <a:stCxn id="11" idx="1"/>
              <a:endCxn id="12" idx="4"/>
            </p:cNvCxnSpPr>
            <p:nvPr/>
          </p:nvCxnSpPr>
          <p:spPr>
            <a:xfrm rot="10800000">
              <a:off x="7431915" y="3716564"/>
              <a:ext cx="1798251" cy="79062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601CEBD-2D03-1518-572E-D769A4527128}"/>
                    </a:ext>
                  </a:extLst>
                </p:cNvPr>
                <p:cNvSpPr txBox="1"/>
                <p:nvPr/>
              </p:nvSpPr>
              <p:spPr>
                <a:xfrm>
                  <a:off x="5940000" y="2558597"/>
                  <a:ext cx="1511112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sz="22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输入信号</a:t>
                  </a:r>
                  <a:endParaRPr kumimoji="1" lang="en-US" altLang="zh-CN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601CEBD-2D03-1518-572E-D769A4527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0000" y="2558597"/>
                  <a:ext cx="1511112" cy="769441"/>
                </a:xfrm>
                <a:prstGeom prst="rect">
                  <a:avLst/>
                </a:prstGeom>
                <a:blipFill>
                  <a:blip r:embed="rId6"/>
                  <a:stretch>
                    <a:fillRect t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9646DEB3-2EB9-2986-5626-3C76127223DB}"/>
                    </a:ext>
                  </a:extLst>
                </p:cNvPr>
                <p:cNvSpPr txBox="1"/>
                <p:nvPr/>
              </p:nvSpPr>
              <p:spPr>
                <a:xfrm>
                  <a:off x="7380000" y="4070597"/>
                  <a:ext cx="1511112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sz="22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反馈信号</a:t>
                  </a:r>
                  <a:endParaRPr kumimoji="1" lang="en-US" altLang="zh-CN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9646DEB3-2EB9-2986-5626-3C7612722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070597"/>
                  <a:ext cx="1511112" cy="769441"/>
                </a:xfrm>
                <a:prstGeom prst="rect">
                  <a:avLst/>
                </a:prstGeom>
                <a:blipFill>
                  <a:blip r:embed="rId7"/>
                  <a:stretch>
                    <a:fillRect t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8DF5ED70-5C36-8AF2-3301-3FDC8EF5A147}"/>
                    </a:ext>
                  </a:extLst>
                </p:cNvPr>
                <p:cNvSpPr txBox="1"/>
                <p:nvPr/>
              </p:nvSpPr>
              <p:spPr>
                <a:xfrm>
                  <a:off x="10620000" y="2558597"/>
                  <a:ext cx="1511112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sz="22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输出信号</a:t>
                  </a:r>
                  <a:endParaRPr kumimoji="1" lang="en-US" altLang="zh-CN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8DF5ED70-5C36-8AF2-3301-3FDC8EF5A1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000" y="2558597"/>
                  <a:ext cx="1511112" cy="769441"/>
                </a:xfrm>
                <a:prstGeom prst="rect">
                  <a:avLst/>
                </a:prstGeom>
                <a:blipFill>
                  <a:blip r:embed="rId8"/>
                  <a:stretch>
                    <a:fillRect t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8D7BA521-E86A-902C-FFE3-2E6D1E9F3CCB}"/>
                    </a:ext>
                  </a:extLst>
                </p:cNvPr>
                <p:cNvSpPr txBox="1"/>
                <p:nvPr/>
              </p:nvSpPr>
              <p:spPr>
                <a:xfrm>
                  <a:off x="7020000" y="3602597"/>
                  <a:ext cx="45578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8D7BA521-E86A-902C-FFE3-2E6D1E9F3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000" y="3602597"/>
                  <a:ext cx="455788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F6C3A73E-3B7F-E39D-7895-CB2C794F1B2D}"/>
                    </a:ext>
                  </a:extLst>
                </p:cNvPr>
                <p:cNvSpPr txBox="1"/>
                <p:nvPr/>
              </p:nvSpPr>
              <p:spPr>
                <a:xfrm>
                  <a:off x="7596000" y="2558597"/>
                  <a:ext cx="1686767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sz="22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净输入信号</a:t>
                  </a:r>
                  <a:endParaRPr kumimoji="1" lang="en-US" altLang="zh-CN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F6C3A73E-3B7F-E39D-7895-CB2C794F1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6000" y="2558597"/>
                  <a:ext cx="1686767" cy="769441"/>
                </a:xfrm>
                <a:prstGeom prst="rect">
                  <a:avLst/>
                </a:prstGeom>
                <a:blipFill>
                  <a:blip r:embed="rId10"/>
                  <a:stretch>
                    <a:fillRect l="-1805" t="-5556" r="-1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BD372F51-6099-A4FB-C144-F55574745A59}"/>
                </a:ext>
              </a:extLst>
            </p:cNvPr>
            <p:cNvSpPr/>
            <p:nvPr/>
          </p:nvSpPr>
          <p:spPr>
            <a:xfrm>
              <a:off x="11270479" y="3285797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834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4EA4-906C-288F-49E6-E92874BB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8A989-50B8-D0FD-6BC7-7B3653F6359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</a:t>
            </a:r>
            <a:endParaRPr lang="en-US" altLang="zh-CN" sz="3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E64176B-A84C-43A2-4A61-48FA847D1C2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D05DCB2-8AFD-5406-3965-A2BEE93C07E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5B3D4D88-D490-76E3-C413-7A9CCCDA7CB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89A7C61E-893A-6359-20F7-26D7703CDF4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56BA78F7-D59E-EA70-B3DD-C6728B88E2B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708AD3E0-728B-EF54-3236-1139C60EE82B}"/>
              </a:ext>
            </a:extLst>
          </p:cNvPr>
          <p:cNvSpPr txBox="1"/>
          <p:nvPr/>
        </p:nvSpPr>
        <p:spPr>
          <a:xfrm>
            <a:off x="360001" y="828000"/>
            <a:ext cx="11447574" cy="280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反馈的分类：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直流反馈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存在于放大电路的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直流通路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中的反馈，影响直流性能（如静态工作点）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交流反馈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存在于放大电路的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交流通路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中的反馈，影响交流性能（如增益、带宽等）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0931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A578D-F19C-5143-84F6-0EB06164C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0BC24-BCF0-6E79-2BF8-40B3B485F47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</a:t>
            </a:r>
            <a:endParaRPr lang="en-US" altLang="zh-CN" sz="3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214FF47-AE01-4B6B-BE17-6910C9A8EFB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98B8028-C6D8-844A-9F0D-ED0DC0DE46A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2FE2F2E2-899F-42EE-5F47-BA13ED7BA58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A9F09B2-796A-3A27-5E7F-6A65125C4E2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875934F1-03A7-7A8D-1B56-D39B9BA8984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385C8355-1E4D-736A-5D65-0A06F18E2BB2}"/>
              </a:ext>
            </a:extLst>
          </p:cNvPr>
          <p:cNvSpPr txBox="1"/>
          <p:nvPr/>
        </p:nvSpPr>
        <p:spPr>
          <a:xfrm>
            <a:off x="360001" y="828000"/>
            <a:ext cx="5735999" cy="280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反馈的分类：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正反馈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使净输入信号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kumimoji="1" lang="zh-CN" altLang="en-US" sz="240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净输入信号</a:t>
            </a:r>
            <a:r>
              <a:rPr kumimoji="1"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</a:t>
            </a:r>
            <a:endParaRPr kumimoji="1"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0B5909-B17D-5978-7002-5201E39BD203}"/>
              </a:ext>
            </a:extLst>
          </p:cNvPr>
          <p:cNvSpPr txBox="1"/>
          <p:nvPr/>
        </p:nvSpPr>
        <p:spPr>
          <a:xfrm>
            <a:off x="360000" y="3960000"/>
            <a:ext cx="7722059" cy="242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瞬间变化极性法（瞬间极性法）：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假定输入信号的对地极性，按信号传输方向依次判断相关点的瞬时极性，直至判断出反馈信号的瞬时极性，最后判断反馈信号是能增大还是减小净输入信号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0D2B435B-EC7F-E4AF-A369-15A86265618F}"/>
              </a:ext>
            </a:extLst>
          </p:cNvPr>
          <p:cNvGrpSpPr/>
          <p:nvPr/>
        </p:nvGrpSpPr>
        <p:grpSpPr>
          <a:xfrm>
            <a:off x="5976000" y="1440000"/>
            <a:ext cx="6253947" cy="2497463"/>
            <a:chOff x="5835945" y="1493836"/>
            <a:chExt cx="6253947" cy="24974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4262F15-7226-8FC3-08DE-EB877822B0DA}"/>
                    </a:ext>
                  </a:extLst>
                </p:cNvPr>
                <p:cNvSpPr txBox="1"/>
                <p:nvPr/>
              </p:nvSpPr>
              <p:spPr>
                <a:xfrm>
                  <a:off x="7387048" y="2354236"/>
                  <a:ext cx="411517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4262F15-7226-8FC3-08DE-EB877822B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48" y="2354236"/>
                  <a:ext cx="411517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7910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FBE758A-663D-301C-9724-FE662A8F0634}"/>
                    </a:ext>
                  </a:extLst>
                </p:cNvPr>
                <p:cNvSpPr txBox="1"/>
                <p:nvPr/>
              </p:nvSpPr>
              <p:spPr>
                <a:xfrm>
                  <a:off x="11498070" y="2910998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FBE758A-663D-301C-9724-FE662A8F0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8070" y="2910998"/>
                  <a:ext cx="591822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50BE0F5B-3BA2-FA98-8935-9745AEC02226}"/>
                    </a:ext>
                  </a:extLst>
                </p:cNvPr>
                <p:cNvSpPr txBox="1"/>
                <p:nvPr/>
              </p:nvSpPr>
              <p:spPr>
                <a:xfrm>
                  <a:off x="10910023" y="3180441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50BE0F5B-3BA2-FA98-8935-9745AEC022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0023" y="3180441"/>
                  <a:ext cx="59182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等腰三角形 2">
              <a:extLst>
                <a:ext uri="{FF2B5EF4-FFF2-40B4-BE49-F238E27FC236}">
                  <a16:creationId xmlns:a16="http://schemas.microsoft.com/office/drawing/2014/main" id="{8997F9EE-D348-B492-176C-93DD248E570F}"/>
                </a:ext>
              </a:extLst>
            </p:cNvPr>
            <p:cNvSpPr/>
            <p:nvPr/>
          </p:nvSpPr>
          <p:spPr>
            <a:xfrm rot="5400000">
              <a:off x="7744829" y="2102327"/>
              <a:ext cx="1219338" cy="102931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3C813A2-7CDB-F976-6D48-275403A1AD86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>
              <a:off x="8869155" y="2616984"/>
              <a:ext cx="129357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3DCC19C-90B4-7E61-3007-968B41FA6E5D}"/>
                    </a:ext>
                  </a:extLst>
                </p:cNvPr>
                <p:cNvSpPr txBox="1"/>
                <p:nvPr/>
              </p:nvSpPr>
              <p:spPr>
                <a:xfrm>
                  <a:off x="7787137" y="2109151"/>
                  <a:ext cx="366679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3DCC19C-90B4-7E61-3007-968B41FA6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7137" y="2109151"/>
                  <a:ext cx="366679" cy="10156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685869D-8723-8E29-B97C-1B13E5DC2124}"/>
                </a:ext>
              </a:extLst>
            </p:cNvPr>
            <p:cNvCxnSpPr>
              <a:cxnSpLocks/>
            </p:cNvCxnSpPr>
            <p:nvPr/>
          </p:nvCxnSpPr>
          <p:spPr>
            <a:xfrm>
              <a:off x="7632975" y="2322039"/>
              <a:ext cx="20686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A6E14C1-6EC1-700E-862A-FC8A79388285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>
              <a:off x="6035548" y="2932957"/>
              <a:ext cx="180429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2829E49B-F92C-017E-07EE-7C88FEC59473}"/>
                </a:ext>
              </a:extLst>
            </p:cNvPr>
            <p:cNvSpPr/>
            <p:nvPr/>
          </p:nvSpPr>
          <p:spPr>
            <a:xfrm rot="5400000">
              <a:off x="10067716" y="2396343"/>
              <a:ext cx="1219338" cy="102931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BB40AD-EDAD-D6DA-7573-1755242C2DB6}"/>
                    </a:ext>
                  </a:extLst>
                </p:cNvPr>
                <p:cNvSpPr txBox="1"/>
                <p:nvPr/>
              </p:nvSpPr>
              <p:spPr>
                <a:xfrm>
                  <a:off x="10110024" y="2403167"/>
                  <a:ext cx="366679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BB40AD-EDAD-D6DA-7573-1755242C2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0024" y="2403167"/>
                  <a:ext cx="366679" cy="101566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A446738-5392-349D-8FC1-38190F0DA494}"/>
                </a:ext>
              </a:extLst>
            </p:cNvPr>
            <p:cNvCxnSpPr>
              <a:cxnSpLocks/>
            </p:cNvCxnSpPr>
            <p:nvPr/>
          </p:nvCxnSpPr>
          <p:spPr>
            <a:xfrm>
              <a:off x="9616450" y="3226973"/>
              <a:ext cx="5462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8DF7570-51B1-1840-91D3-2975E682ECC9}"/>
                </a:ext>
              </a:extLst>
            </p:cNvPr>
            <p:cNvSpPr/>
            <p:nvPr/>
          </p:nvSpPr>
          <p:spPr>
            <a:xfrm>
              <a:off x="9426616" y="2552868"/>
              <a:ext cx="444680" cy="12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D43117C-3079-7154-65F9-CD844CE9DC0B}"/>
                </a:ext>
              </a:extLst>
            </p:cNvPr>
            <p:cNvCxnSpPr>
              <a:cxnSpLocks/>
            </p:cNvCxnSpPr>
            <p:nvPr/>
          </p:nvCxnSpPr>
          <p:spPr>
            <a:xfrm>
              <a:off x="9616450" y="3226653"/>
              <a:ext cx="0" cy="76464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1C06C99-5BC2-30C3-D633-D25C7001977A}"/>
                </a:ext>
              </a:extLst>
            </p:cNvPr>
            <p:cNvCxnSpPr>
              <a:cxnSpLocks/>
            </p:cNvCxnSpPr>
            <p:nvPr/>
          </p:nvCxnSpPr>
          <p:spPr>
            <a:xfrm>
              <a:off x="9441743" y="3991299"/>
              <a:ext cx="349413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FD4B664-5AA2-2E75-7643-FCC5047DA57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59836" y="2048900"/>
              <a:ext cx="5462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73B0283-7935-9483-CB14-DF97AB6920F1}"/>
                </a:ext>
              </a:extLst>
            </p:cNvPr>
            <p:cNvCxnSpPr>
              <a:cxnSpLocks/>
            </p:cNvCxnSpPr>
            <p:nvPr/>
          </p:nvCxnSpPr>
          <p:spPr>
            <a:xfrm>
              <a:off x="7632975" y="1775761"/>
              <a:ext cx="148926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914B5AF-5E2C-7319-EACB-81B51503789B}"/>
                </a:ext>
              </a:extLst>
            </p:cNvPr>
            <p:cNvCxnSpPr>
              <a:cxnSpLocks/>
            </p:cNvCxnSpPr>
            <p:nvPr/>
          </p:nvCxnSpPr>
          <p:spPr>
            <a:xfrm>
              <a:off x="9122242" y="1775761"/>
              <a:ext cx="0" cy="84122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12C2953-C183-49DF-F001-E4C1A300DFC0}"/>
                </a:ext>
              </a:extLst>
            </p:cNvPr>
            <p:cNvSpPr/>
            <p:nvPr/>
          </p:nvSpPr>
          <p:spPr>
            <a:xfrm>
              <a:off x="9068242" y="2562982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130F5EC-BB5B-DA70-DEFB-D8F81B6A2226}"/>
                </a:ext>
              </a:extLst>
            </p:cNvPr>
            <p:cNvSpPr/>
            <p:nvPr/>
          </p:nvSpPr>
          <p:spPr>
            <a:xfrm>
              <a:off x="6426507" y="2868157"/>
              <a:ext cx="444680" cy="12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C34C968-8CAC-B478-5967-92C326FB47EC}"/>
                </a:ext>
              </a:extLst>
            </p:cNvPr>
            <p:cNvCxnSpPr>
              <a:cxnSpLocks/>
            </p:cNvCxnSpPr>
            <p:nvPr/>
          </p:nvCxnSpPr>
          <p:spPr>
            <a:xfrm>
              <a:off x="7281108" y="1558636"/>
              <a:ext cx="0" cy="137432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7D8BC99-3D00-66A4-2E0B-72991E2017D5}"/>
                </a:ext>
              </a:extLst>
            </p:cNvPr>
            <p:cNvCxnSpPr>
              <a:cxnSpLocks/>
            </p:cNvCxnSpPr>
            <p:nvPr/>
          </p:nvCxnSpPr>
          <p:spPr>
            <a:xfrm>
              <a:off x="7281108" y="1558636"/>
              <a:ext cx="414130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A397D32-B048-CEA6-92B9-87E1D95626A5}"/>
                </a:ext>
              </a:extLst>
            </p:cNvPr>
            <p:cNvCxnSpPr>
              <a:cxnSpLocks/>
              <a:stCxn id="25" idx="0"/>
              <a:endCxn id="60" idx="6"/>
            </p:cNvCxnSpPr>
            <p:nvPr/>
          </p:nvCxnSpPr>
          <p:spPr>
            <a:xfrm flipV="1">
              <a:off x="11192042" y="2910998"/>
              <a:ext cx="568735" cy="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9261CEE-26F7-C7E5-D67E-20DB1D99F569}"/>
                </a:ext>
              </a:extLst>
            </p:cNvPr>
            <p:cNvCxnSpPr>
              <a:cxnSpLocks/>
            </p:cNvCxnSpPr>
            <p:nvPr/>
          </p:nvCxnSpPr>
          <p:spPr>
            <a:xfrm>
              <a:off x="11422409" y="1558636"/>
              <a:ext cx="0" cy="243266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4EC3A536-28C1-0973-C235-804466192949}"/>
                </a:ext>
              </a:extLst>
            </p:cNvPr>
            <p:cNvCxnSpPr>
              <a:cxnSpLocks/>
            </p:cNvCxnSpPr>
            <p:nvPr/>
          </p:nvCxnSpPr>
          <p:spPr>
            <a:xfrm>
              <a:off x="11247702" y="3991299"/>
              <a:ext cx="349413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1B681B9E-C3C9-9117-106C-0138FF9651A7}"/>
                </a:ext>
              </a:extLst>
            </p:cNvPr>
            <p:cNvSpPr/>
            <p:nvPr/>
          </p:nvSpPr>
          <p:spPr>
            <a:xfrm>
              <a:off x="11652777" y="2856998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93FB83EA-A1F3-16DE-4B1C-6292DB5D59B5}"/>
                </a:ext>
              </a:extLst>
            </p:cNvPr>
            <p:cNvSpPr/>
            <p:nvPr/>
          </p:nvSpPr>
          <p:spPr>
            <a:xfrm>
              <a:off x="11368408" y="2856998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776F5D8B-13CA-5652-986F-A9FFDB6FFA18}"/>
                </a:ext>
              </a:extLst>
            </p:cNvPr>
            <p:cNvSpPr/>
            <p:nvPr/>
          </p:nvSpPr>
          <p:spPr>
            <a:xfrm>
              <a:off x="9305353" y="1493836"/>
              <a:ext cx="444680" cy="12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9DA65607-88F5-1556-197B-6DE2AD9BCBC7}"/>
                </a:ext>
              </a:extLst>
            </p:cNvPr>
            <p:cNvSpPr/>
            <p:nvPr/>
          </p:nvSpPr>
          <p:spPr>
            <a:xfrm>
              <a:off x="6035548" y="287895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608E59DC-B497-97DC-26DF-ADCED92EA972}"/>
                </a:ext>
              </a:extLst>
            </p:cNvPr>
            <p:cNvSpPr/>
            <p:nvPr/>
          </p:nvSpPr>
          <p:spPr>
            <a:xfrm>
              <a:off x="7227476" y="2877766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3C226B2-03A0-0710-DFC6-D457EAC16BF1}"/>
                </a:ext>
              </a:extLst>
            </p:cNvPr>
            <p:cNvSpPr/>
            <p:nvPr/>
          </p:nvSpPr>
          <p:spPr>
            <a:xfrm rot="5400000">
              <a:off x="11200068" y="3353709"/>
              <a:ext cx="444680" cy="12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E974C56E-58D3-F81C-49B3-F2F4BE61C480}"/>
                    </a:ext>
                  </a:extLst>
                </p:cNvPr>
                <p:cNvSpPr txBox="1"/>
                <p:nvPr/>
              </p:nvSpPr>
              <p:spPr>
                <a:xfrm>
                  <a:off x="5835945" y="2933836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E974C56E-58D3-F81C-49B3-F2F4BE61C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5945" y="2933836"/>
                  <a:ext cx="591822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1287E9B-C675-F03B-AA76-5BBB84C751AC}"/>
                    </a:ext>
                  </a:extLst>
                </p:cNvPr>
                <p:cNvSpPr txBox="1"/>
                <p:nvPr/>
              </p:nvSpPr>
              <p:spPr>
                <a:xfrm>
                  <a:off x="8064770" y="2401538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1287E9B-C675-F03B-AA76-5BBB84C75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4770" y="2401538"/>
                  <a:ext cx="591822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AFDFF599-F37C-7BCF-B25F-59D3313E75F1}"/>
                    </a:ext>
                  </a:extLst>
                </p:cNvPr>
                <p:cNvSpPr txBox="1"/>
                <p:nvPr/>
              </p:nvSpPr>
              <p:spPr>
                <a:xfrm>
                  <a:off x="10394907" y="2685767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AFDFF599-F37C-7BCF-B25F-59D3313E7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4907" y="2685767"/>
                  <a:ext cx="591822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4D12D263-4949-776D-3E92-37433BA058C3}"/>
                    </a:ext>
                  </a:extLst>
                </p:cNvPr>
                <p:cNvSpPr txBox="1"/>
                <p:nvPr/>
              </p:nvSpPr>
              <p:spPr>
                <a:xfrm>
                  <a:off x="7236602" y="2933836"/>
                  <a:ext cx="591822" cy="4610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4D12D263-4949-776D-3E92-37433BA058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602" y="2933836"/>
                  <a:ext cx="591822" cy="461024"/>
                </a:xfrm>
                <a:prstGeom prst="rect">
                  <a:avLst/>
                </a:prstGeom>
                <a:blipFill>
                  <a:blip r:embed="rId11"/>
                  <a:stretch>
                    <a:fillRect l="-309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8CD7EB1-CC64-421F-D8CE-9BCAC4074C2D}"/>
                    </a:ext>
                  </a:extLst>
                </p:cNvPr>
                <p:cNvSpPr txBox="1"/>
                <p:nvPr/>
              </p:nvSpPr>
              <p:spPr>
                <a:xfrm>
                  <a:off x="8845686" y="2645836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8CD7EB1-CC64-421F-D8CE-9BCAC4074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5686" y="2645836"/>
                  <a:ext cx="591822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20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CBD6483-0C90-B7C2-0F70-C95AF95E3E10}"/>
                    </a:ext>
                  </a:extLst>
                </p:cNvPr>
                <p:cNvSpPr txBox="1"/>
                <p:nvPr/>
              </p:nvSpPr>
              <p:spPr>
                <a:xfrm>
                  <a:off x="6447945" y="2933836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CBD6483-0C90-B7C2-0F70-C95AF95E3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7945" y="2933836"/>
                  <a:ext cx="591822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684823AA-AADC-FA22-884C-B5BAC91E5048}"/>
                    </a:ext>
                  </a:extLst>
                </p:cNvPr>
                <p:cNvSpPr txBox="1"/>
                <p:nvPr/>
              </p:nvSpPr>
              <p:spPr>
                <a:xfrm>
                  <a:off x="9433145" y="2645836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684823AA-AADC-FA22-884C-B5BAC91E5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3145" y="2645836"/>
                  <a:ext cx="591822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B821A31D-53DC-7A9C-84F6-E7CEBCFD399E}"/>
                    </a:ext>
                  </a:extLst>
                </p:cNvPr>
                <p:cNvSpPr txBox="1"/>
                <p:nvPr/>
              </p:nvSpPr>
              <p:spPr>
                <a:xfrm>
                  <a:off x="9282480" y="1565836"/>
                  <a:ext cx="59182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B821A31D-53DC-7A9C-84F6-E7CEBCFD3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2480" y="1565836"/>
                  <a:ext cx="591822" cy="430887"/>
                </a:xfrm>
                <a:prstGeom prst="rect">
                  <a:avLst/>
                </a:prstGeom>
                <a:blipFill>
                  <a:blip r:embed="rId15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C6F2CA60-9D22-2161-FFD2-590904D5CA0B}"/>
                </a:ext>
              </a:extLst>
            </p:cNvPr>
            <p:cNvCxnSpPr>
              <a:cxnSpLocks/>
            </p:cNvCxnSpPr>
            <p:nvPr/>
          </p:nvCxnSpPr>
          <p:spPr>
            <a:xfrm>
              <a:off x="6420779" y="2775436"/>
              <a:ext cx="411521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11E330EC-E0D8-C3DE-469D-C30B089D719C}"/>
                    </a:ext>
                  </a:extLst>
                </p:cNvPr>
                <p:cNvSpPr txBox="1"/>
                <p:nvPr/>
              </p:nvSpPr>
              <p:spPr>
                <a:xfrm>
                  <a:off x="6420779" y="2354236"/>
                  <a:ext cx="29400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11E330EC-E0D8-C3DE-469D-C30B089D7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0779" y="2354236"/>
                  <a:ext cx="294002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22917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BEBFDB07-EED0-FE83-07C7-BB860F5A6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7049" y="2775436"/>
              <a:ext cx="411521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790661B9-5EAE-F085-E40C-598B271A64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72771" y="2031644"/>
              <a:ext cx="411521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938662F9-D6CC-305A-B67F-0BE85BB2B6CC}"/>
                    </a:ext>
                  </a:extLst>
                </p:cNvPr>
                <p:cNvSpPr txBox="1"/>
                <p:nvPr/>
              </p:nvSpPr>
              <p:spPr>
                <a:xfrm>
                  <a:off x="6899753" y="1731587"/>
                  <a:ext cx="29400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938662F9-D6CC-305A-B67F-0BE85BB2B6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9753" y="1731587"/>
                  <a:ext cx="294002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25000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B436D8E8-410B-70FF-F84C-E080B5777805}"/>
                  </a:ext>
                </a:extLst>
              </p:cNvPr>
              <p:cNvSpPr txBox="1"/>
              <p:nvPr/>
            </p:nvSpPr>
            <p:spPr>
              <a:xfrm>
                <a:off x="5977004" y="2376000"/>
                <a:ext cx="59182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B436D8E8-410B-70FF-F84C-E080B5777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004" y="2376000"/>
                <a:ext cx="591822" cy="430887"/>
              </a:xfrm>
              <a:prstGeom prst="rect">
                <a:avLst/>
              </a:prstGeom>
              <a:blipFill>
                <a:blip r:embed="rId18"/>
                <a:stretch>
                  <a:fillRect l="-15306" r="-2041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1781737-5E84-B82E-8D77-4876A3C184DC}"/>
                  </a:ext>
                </a:extLst>
              </p:cNvPr>
              <p:cNvSpPr txBox="1"/>
              <p:nvPr/>
            </p:nvSpPr>
            <p:spPr>
              <a:xfrm>
                <a:off x="6912000" y="2268000"/>
                <a:ext cx="59182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1781737-5E84-B82E-8D77-4876A3C18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000" y="2268000"/>
                <a:ext cx="591822" cy="430887"/>
              </a:xfrm>
              <a:prstGeom prst="rect">
                <a:avLst/>
              </a:prstGeom>
              <a:blipFill>
                <a:blip r:embed="rId19"/>
                <a:stretch>
                  <a:fillRect l="-15464" r="-3093" b="-15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33FBBDFF-6B0F-7D4D-4374-4D57D9927E0F}"/>
                  </a:ext>
                </a:extLst>
              </p:cNvPr>
              <p:cNvSpPr txBox="1"/>
              <p:nvPr/>
            </p:nvSpPr>
            <p:spPr>
              <a:xfrm>
                <a:off x="9288000" y="2052000"/>
                <a:ext cx="59182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33FBBDFF-6B0F-7D4D-4374-4D57D9927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000" y="2052000"/>
                <a:ext cx="591822" cy="430887"/>
              </a:xfrm>
              <a:prstGeom prst="rect">
                <a:avLst/>
              </a:prstGeom>
              <a:blipFill>
                <a:blip r:embed="rId20"/>
                <a:stretch>
                  <a:fillRect l="-16495" r="-2062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EB52665-5AC2-4260-05FE-F5AD9B377523}"/>
                  </a:ext>
                </a:extLst>
              </p:cNvPr>
              <p:cNvSpPr txBox="1"/>
              <p:nvPr/>
            </p:nvSpPr>
            <p:spPr>
              <a:xfrm>
                <a:off x="11590411" y="2376000"/>
                <a:ext cx="59182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EB52665-5AC2-4260-05FE-F5AD9B377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411" y="2376000"/>
                <a:ext cx="591822" cy="430887"/>
              </a:xfrm>
              <a:prstGeom prst="rect">
                <a:avLst/>
              </a:prstGeom>
              <a:blipFill>
                <a:blip r:embed="rId21"/>
                <a:stretch>
                  <a:fillRect l="-15464" r="-3093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2401DCBD-17EB-194C-1E38-D832F14A206B}"/>
                  </a:ext>
                </a:extLst>
              </p:cNvPr>
              <p:cNvSpPr txBox="1"/>
              <p:nvPr/>
            </p:nvSpPr>
            <p:spPr>
              <a:xfrm>
                <a:off x="8496342" y="4536000"/>
                <a:ext cx="333735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引入的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能增加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id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，因此为正反馈  </a:t>
                </a: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2401DCBD-17EB-194C-1E38-D832F14A2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42" y="4536000"/>
                <a:ext cx="3337359" cy="954107"/>
              </a:xfrm>
              <a:prstGeom prst="rect">
                <a:avLst/>
              </a:prstGeom>
              <a:blipFill>
                <a:blip r:embed="rId22"/>
                <a:stretch>
                  <a:fillRect t="-6369" b="-16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74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4" grpId="0"/>
      <p:bldP spid="95" grpId="0"/>
      <p:bldP spid="96" grpId="0"/>
      <p:bldP spid="9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E0D74-C171-E2C1-170F-E9BFB75BF7A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</a:t>
            </a:r>
            <a:endParaRPr lang="en-US" altLang="zh-CN" sz="3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1833223-0686-F28F-513E-A20FBCAA96A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C8AE5AB-2E5D-8EBE-9EBB-08F34141327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4B6CBAC5-1738-CA0F-1C8D-7255CD76DF5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D83AFF85-8EF2-DEBF-A8A5-6FBB7BAD430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B3AF8DDA-CB35-DDE3-AD71-190278C670C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2299E69D-8E74-ED1E-518B-EC4E32202DBD}"/>
              </a:ext>
            </a:extLst>
          </p:cNvPr>
          <p:cNvSpPr txBox="1"/>
          <p:nvPr/>
        </p:nvSpPr>
        <p:spPr>
          <a:xfrm>
            <a:off x="360002" y="828000"/>
            <a:ext cx="6355196" cy="5613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反馈的分类：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串联反馈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反馈网络的输出端口与运放的输入端口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（反馈与输入信号加在输入回路的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不同电极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反馈与输入信号是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电压相加减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并联反馈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反馈网络的输出端口与运放的输入端口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并联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（反馈与输入信号加在输入回路的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同一电极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反馈与输入信号是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电流相加减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6E5A2D92-AEDC-AC02-BE9A-8363053223BC}"/>
              </a:ext>
            </a:extLst>
          </p:cNvPr>
          <p:cNvGrpSpPr/>
          <p:nvPr/>
        </p:nvGrpSpPr>
        <p:grpSpPr>
          <a:xfrm>
            <a:off x="7200000" y="1080000"/>
            <a:ext cx="4788000" cy="2349645"/>
            <a:chOff x="7344000" y="828000"/>
            <a:chExt cx="4788000" cy="23496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3B13405-F0EA-D976-C595-1799DB1944F3}"/>
                    </a:ext>
                  </a:extLst>
                </p:cNvPr>
                <p:cNvSpPr txBox="1"/>
                <p:nvPr/>
              </p:nvSpPr>
              <p:spPr>
                <a:xfrm>
                  <a:off x="7441631" y="1739320"/>
                  <a:ext cx="636748" cy="11079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 algn="ctr"/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3B13405-F0EA-D976-C595-1799DB194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631" y="1739320"/>
                  <a:ext cx="636748" cy="110799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7DCA740-1E00-910B-DAE6-4E16192D9F23}"/>
                    </a:ext>
                  </a:extLst>
                </p:cNvPr>
                <p:cNvSpPr txBox="1"/>
                <p:nvPr/>
              </p:nvSpPr>
              <p:spPr>
                <a:xfrm>
                  <a:off x="9158400" y="2019129"/>
                  <a:ext cx="40869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7DCA740-1E00-910B-DAE6-4E16192D9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8400" y="2019129"/>
                  <a:ext cx="408698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74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02AE7736-C64D-B666-E8B6-74DBEF123C6F}"/>
                    </a:ext>
                  </a:extLst>
                </p:cNvPr>
                <p:cNvSpPr txBox="1"/>
                <p:nvPr/>
              </p:nvSpPr>
              <p:spPr>
                <a:xfrm>
                  <a:off x="9158400" y="1372547"/>
                  <a:ext cx="40869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02AE7736-C64D-B666-E8B6-74DBEF123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8400" y="1372547"/>
                  <a:ext cx="408698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3C7D59F-8F4A-B516-BDB0-B77F8C8CB55E}"/>
                    </a:ext>
                  </a:extLst>
                </p:cNvPr>
                <p:cNvSpPr txBox="1"/>
                <p:nvPr/>
              </p:nvSpPr>
              <p:spPr>
                <a:xfrm>
                  <a:off x="7461973" y="1235607"/>
                  <a:ext cx="63674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3C7D59F-8F4A-B516-BDB0-B77F8C8CB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973" y="1235607"/>
                  <a:ext cx="636748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BD11A57-0230-0FE5-252C-7B40178559BE}"/>
                </a:ext>
              </a:extLst>
            </p:cNvPr>
            <p:cNvSpPr/>
            <p:nvPr/>
          </p:nvSpPr>
          <p:spPr>
            <a:xfrm>
              <a:off x="7786800" y="2082291"/>
              <a:ext cx="468000" cy="468000"/>
            </a:xfrm>
            <a:prstGeom prst="ellipse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AA67ED54-0F5F-6CD0-56D2-F18E7A22F894}"/>
                </a:ext>
              </a:extLst>
            </p:cNvPr>
            <p:cNvCxnSpPr>
              <a:cxnSpLocks/>
            </p:cNvCxnSpPr>
            <p:nvPr/>
          </p:nvCxnSpPr>
          <p:spPr>
            <a:xfrm>
              <a:off x="9160963" y="1715311"/>
              <a:ext cx="0" cy="3786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718327E-763B-7AE8-7E4B-064855E18451}"/>
                </a:ext>
              </a:extLst>
            </p:cNvPr>
            <p:cNvCxnSpPr>
              <a:cxnSpLocks/>
            </p:cNvCxnSpPr>
            <p:nvPr/>
          </p:nvCxnSpPr>
          <p:spPr>
            <a:xfrm>
              <a:off x="8021322" y="937902"/>
              <a:ext cx="0" cy="22397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80E0ED6-61FC-0FE7-23BC-C882E50D7DB2}"/>
                </a:ext>
              </a:extLst>
            </p:cNvPr>
            <p:cNvSpPr/>
            <p:nvPr/>
          </p:nvSpPr>
          <p:spPr>
            <a:xfrm>
              <a:off x="7966131" y="28188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152098C-F230-A205-5C9F-A5B268349A03}"/>
                </a:ext>
              </a:extLst>
            </p:cNvPr>
            <p:cNvCxnSpPr>
              <a:cxnSpLocks/>
            </p:cNvCxnSpPr>
            <p:nvPr/>
          </p:nvCxnSpPr>
          <p:spPr>
            <a:xfrm>
              <a:off x="7876799" y="3168255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BA93DB3C-46AF-C267-F69F-0A443879B194}"/>
                </a:ext>
              </a:extLst>
            </p:cNvPr>
            <p:cNvSpPr/>
            <p:nvPr/>
          </p:nvSpPr>
          <p:spPr>
            <a:xfrm>
              <a:off x="7947683" y="1260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CB2F0C7-EBE5-FB00-2DE0-6D8C8095EF2C}"/>
                    </a:ext>
                  </a:extLst>
                </p:cNvPr>
                <p:cNvSpPr txBox="1"/>
                <p:nvPr/>
              </p:nvSpPr>
              <p:spPr>
                <a:xfrm>
                  <a:off x="8228645" y="873266"/>
                  <a:ext cx="636748" cy="21698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CB2F0C7-EBE5-FB00-2DE0-6D8C8095E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8645" y="873266"/>
                  <a:ext cx="636748" cy="216982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841753C-C9BC-FFBD-B252-D81AC0F84B9A}"/>
                    </a:ext>
                  </a:extLst>
                </p:cNvPr>
                <p:cNvSpPr txBox="1"/>
                <p:nvPr/>
              </p:nvSpPr>
              <p:spPr>
                <a:xfrm>
                  <a:off x="7344000" y="2029560"/>
                  <a:ext cx="63674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841753C-C9BC-FFBD-B252-D81AC0F84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000" y="2029560"/>
                  <a:ext cx="636748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4283726-B765-057E-203D-419A2ECE09D2}"/>
                    </a:ext>
                  </a:extLst>
                </p:cNvPr>
                <p:cNvSpPr txBox="1"/>
                <p:nvPr/>
              </p:nvSpPr>
              <p:spPr>
                <a:xfrm>
                  <a:off x="9046800" y="1111179"/>
                  <a:ext cx="63674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4283726-B765-057E-203D-419A2ECE09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6800" y="1111179"/>
                  <a:ext cx="636748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F7751A6-5356-4F33-E63A-956EA1B0424A}"/>
                    </a:ext>
                  </a:extLst>
                </p:cNvPr>
                <p:cNvSpPr txBox="1"/>
                <p:nvPr/>
              </p:nvSpPr>
              <p:spPr>
                <a:xfrm>
                  <a:off x="9158400" y="873266"/>
                  <a:ext cx="40869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F7751A6-5356-4F33-E63A-956EA1B04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8400" y="873266"/>
                  <a:ext cx="408698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74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A444898-13BE-7F78-3593-C9FC07D9087D}"/>
                    </a:ext>
                  </a:extLst>
                </p:cNvPr>
                <p:cNvSpPr txBox="1"/>
                <p:nvPr/>
              </p:nvSpPr>
              <p:spPr>
                <a:xfrm>
                  <a:off x="9158400" y="2518328"/>
                  <a:ext cx="40869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2A444898-13BE-7F78-3593-C9FC07D90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8400" y="2518328"/>
                  <a:ext cx="408698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EA5EEE9-63C8-3DD5-FF91-162ABA83D7DB}"/>
                    </a:ext>
                  </a:extLst>
                </p:cNvPr>
                <p:cNvSpPr txBox="1"/>
                <p:nvPr/>
              </p:nvSpPr>
              <p:spPr>
                <a:xfrm>
                  <a:off x="9046800" y="2257042"/>
                  <a:ext cx="63674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EA5EEE9-63C8-3DD5-FF91-162ABA83D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6800" y="2257042"/>
                  <a:ext cx="636748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E100B56-9FF0-176A-2653-0DC3E4366CF6}"/>
                </a:ext>
              </a:extLst>
            </p:cNvPr>
            <p:cNvCxnSpPr>
              <a:cxnSpLocks/>
            </p:cNvCxnSpPr>
            <p:nvPr/>
          </p:nvCxnSpPr>
          <p:spPr>
            <a:xfrm>
              <a:off x="8020799" y="939600"/>
              <a:ext cx="1548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C36B8544-6AE2-F776-7565-A9BEA3A84FC7}"/>
                </a:ext>
              </a:extLst>
            </p:cNvPr>
            <p:cNvCxnSpPr>
              <a:cxnSpLocks/>
            </p:cNvCxnSpPr>
            <p:nvPr/>
          </p:nvCxnSpPr>
          <p:spPr>
            <a:xfrm>
              <a:off x="9160963" y="1715311"/>
              <a:ext cx="36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EF43EBA-D2E3-718F-052C-2373908B3B4C}"/>
                </a:ext>
              </a:extLst>
            </p:cNvPr>
            <p:cNvCxnSpPr>
              <a:cxnSpLocks/>
            </p:cNvCxnSpPr>
            <p:nvPr/>
          </p:nvCxnSpPr>
          <p:spPr>
            <a:xfrm>
              <a:off x="9160963" y="2093915"/>
              <a:ext cx="396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06B310F6-5637-0BC7-4828-292698D6DA26}"/>
                </a:ext>
              </a:extLst>
            </p:cNvPr>
            <p:cNvCxnSpPr>
              <a:cxnSpLocks/>
            </p:cNvCxnSpPr>
            <p:nvPr/>
          </p:nvCxnSpPr>
          <p:spPr>
            <a:xfrm>
              <a:off x="8021321" y="2871324"/>
              <a:ext cx="1548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A518134-5585-BD9C-2A03-DD2DC3B73DEA}"/>
                </a:ext>
              </a:extLst>
            </p:cNvPr>
            <p:cNvSpPr/>
            <p:nvPr/>
          </p:nvSpPr>
          <p:spPr>
            <a:xfrm>
              <a:off x="9540000" y="82800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放大电路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986B189-9814-09EF-001D-D31307C87A8B}"/>
                </a:ext>
              </a:extLst>
            </p:cNvPr>
            <p:cNvSpPr/>
            <p:nvPr/>
          </p:nvSpPr>
          <p:spPr>
            <a:xfrm>
              <a:off x="9540000" y="197862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反馈网络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0C3477F6-2436-CC7D-04EB-77FCDF466AC0}"/>
                </a:ext>
              </a:extLst>
            </p:cNvPr>
            <p:cNvCxnSpPr>
              <a:cxnSpLocks/>
              <a:stCxn id="14" idx="3"/>
              <a:endCxn id="56" idx="6"/>
            </p:cNvCxnSpPr>
            <p:nvPr/>
          </p:nvCxnSpPr>
          <p:spPr>
            <a:xfrm>
              <a:off x="10980000" y="1332000"/>
              <a:ext cx="9395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B0EADF91-B706-7DD0-436A-DAAFB2351931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rot="5400000">
              <a:off x="10690386" y="1631818"/>
              <a:ext cx="1140416" cy="56118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E77447A-C278-7870-EB49-E7931005974A}"/>
                </a:ext>
              </a:extLst>
            </p:cNvPr>
            <p:cNvSpPr/>
            <p:nvPr/>
          </p:nvSpPr>
          <p:spPr>
            <a:xfrm>
              <a:off x="1148755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A2B68503-2FCA-8CC3-17E9-145C97FCDD67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10980000" y="1332000"/>
              <a:ext cx="42062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F3736D1-26CB-264A-E232-1947FEB9D39E}"/>
                </a:ext>
              </a:extLst>
            </p:cNvPr>
            <p:cNvSpPr/>
            <p:nvPr/>
          </p:nvSpPr>
          <p:spPr>
            <a:xfrm>
              <a:off x="11775550" y="1260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A98F036-D8B8-8150-3898-752E609854BA}"/>
                    </a:ext>
                  </a:extLst>
                </p:cNvPr>
                <p:cNvSpPr txBox="1"/>
                <p:nvPr/>
              </p:nvSpPr>
              <p:spPr>
                <a:xfrm>
                  <a:off x="11772000" y="131362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A98F036-D8B8-8150-3898-752E60985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72000" y="1313620"/>
                  <a:ext cx="36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7E6AF5FE-CA66-A08E-DAB1-F41796D23B11}"/>
              </a:ext>
            </a:extLst>
          </p:cNvPr>
          <p:cNvGrpSpPr/>
          <p:nvPr/>
        </p:nvGrpSpPr>
        <p:grpSpPr>
          <a:xfrm>
            <a:off x="7020000" y="3600000"/>
            <a:ext cx="4968000" cy="2590620"/>
            <a:chOff x="7200000" y="3528000"/>
            <a:chExt cx="4968000" cy="2590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DCB5F212-ABDF-AEDF-6ABF-17563A9BC508}"/>
                    </a:ext>
                  </a:extLst>
                </p:cNvPr>
                <p:cNvSpPr txBox="1"/>
                <p:nvPr/>
              </p:nvSpPr>
              <p:spPr>
                <a:xfrm>
                  <a:off x="7200000" y="4212000"/>
                  <a:ext cx="29400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DCB5F212-ABDF-AEDF-6ABF-17563A9BC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4212000"/>
                  <a:ext cx="294002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96D4825F-054D-D5ED-EDAB-79677644E5D4}"/>
                </a:ext>
              </a:extLst>
            </p:cNvPr>
            <p:cNvCxnSpPr>
              <a:cxnSpLocks/>
            </p:cNvCxnSpPr>
            <p:nvPr/>
          </p:nvCxnSpPr>
          <p:spPr>
            <a:xfrm>
              <a:off x="7812000" y="4068000"/>
              <a:ext cx="0" cy="108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F3176C01-2171-F042-FB06-0CA6746C2197}"/>
                </a:ext>
              </a:extLst>
            </p:cNvPr>
            <p:cNvCxnSpPr>
              <a:cxnSpLocks/>
            </p:cNvCxnSpPr>
            <p:nvPr/>
          </p:nvCxnSpPr>
          <p:spPr>
            <a:xfrm>
              <a:off x="8504309" y="4071094"/>
              <a:ext cx="0" cy="792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C323885F-B11E-5A63-E365-39C1665DEB2B}"/>
                </a:ext>
              </a:extLst>
            </p:cNvPr>
            <p:cNvSpPr/>
            <p:nvPr/>
          </p:nvSpPr>
          <p:spPr>
            <a:xfrm>
              <a:off x="8431200" y="4212000"/>
              <a:ext cx="144000" cy="50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6524480D-6E15-440C-9DBA-830356E3B86E}"/>
                    </a:ext>
                  </a:extLst>
                </p:cNvPr>
                <p:cNvSpPr txBox="1"/>
                <p:nvPr/>
              </p:nvSpPr>
              <p:spPr>
                <a:xfrm>
                  <a:off x="8100000" y="4212000"/>
                  <a:ext cx="40202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6524480D-6E15-440C-9DBA-830356E3B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000" y="4212000"/>
                  <a:ext cx="402026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5152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974B3B7-8093-0DD0-1DD7-8D25C859FD2C}"/>
                </a:ext>
              </a:extLst>
            </p:cNvPr>
            <p:cNvSpPr/>
            <p:nvPr/>
          </p:nvSpPr>
          <p:spPr>
            <a:xfrm>
              <a:off x="7578000" y="4212000"/>
              <a:ext cx="468000" cy="468000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4CFDD6A7-1C33-3D45-AA15-89A58B793E26}"/>
                </a:ext>
              </a:extLst>
            </p:cNvPr>
            <p:cNvCxnSpPr>
              <a:cxnSpLocks/>
              <a:stCxn id="79" idx="2"/>
              <a:endCxn id="79" idx="6"/>
            </p:cNvCxnSpPr>
            <p:nvPr/>
          </p:nvCxnSpPr>
          <p:spPr>
            <a:xfrm>
              <a:off x="7578000" y="4446000"/>
              <a:ext cx="468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45795FE9-CF85-B2C8-4E76-035508A91532}"/>
                </a:ext>
              </a:extLst>
            </p:cNvPr>
            <p:cNvSpPr/>
            <p:nvPr/>
          </p:nvSpPr>
          <p:spPr>
            <a:xfrm>
              <a:off x="8450309" y="47952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BA35692B-8830-4533-D1EA-40A413B2F71B}"/>
                </a:ext>
              </a:extLst>
            </p:cNvPr>
            <p:cNvSpPr/>
            <p:nvPr/>
          </p:nvSpPr>
          <p:spPr>
            <a:xfrm>
              <a:off x="8450309" y="40176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DE370A20-A173-1910-847B-DE5A6E6379C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272000" y="4428000"/>
              <a:ext cx="411521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53EFC36-C057-A590-EC1C-700718A888D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982000" y="4500000"/>
              <a:ext cx="411521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CF075E77-7368-D7E0-D93E-3706E7BC1F10}"/>
                    </a:ext>
                  </a:extLst>
                </p:cNvPr>
                <p:cNvSpPr txBox="1"/>
                <p:nvPr/>
              </p:nvSpPr>
              <p:spPr>
                <a:xfrm>
                  <a:off x="9216000" y="4248000"/>
                  <a:ext cx="29400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CF075E77-7368-D7E0-D93E-3706E7BC1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000" y="4248000"/>
                  <a:ext cx="294002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22449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91AE630F-6C0E-F32E-09C8-9F0344EAABE0}"/>
                </a:ext>
              </a:extLst>
            </p:cNvPr>
            <p:cNvCxnSpPr>
              <a:cxnSpLocks/>
            </p:cNvCxnSpPr>
            <p:nvPr/>
          </p:nvCxnSpPr>
          <p:spPr>
            <a:xfrm>
              <a:off x="9072000" y="4071600"/>
              <a:ext cx="0" cy="11543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8AA3CE66-50C1-F9C7-2300-595A6D131847}"/>
                </a:ext>
              </a:extLst>
            </p:cNvPr>
            <p:cNvCxnSpPr>
              <a:cxnSpLocks/>
            </p:cNvCxnSpPr>
            <p:nvPr/>
          </p:nvCxnSpPr>
          <p:spPr>
            <a:xfrm>
              <a:off x="7812000" y="4071600"/>
              <a:ext cx="180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7A88E0DC-8EC1-A6AF-7B47-C849C6AD6553}"/>
                </a:ext>
              </a:extLst>
            </p:cNvPr>
            <p:cNvCxnSpPr>
              <a:cxnSpLocks/>
            </p:cNvCxnSpPr>
            <p:nvPr/>
          </p:nvCxnSpPr>
          <p:spPr>
            <a:xfrm>
              <a:off x="7812000" y="4847311"/>
              <a:ext cx="180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445B92B9-39A7-CBE4-0467-A5F15C22ED15}"/>
                </a:ext>
              </a:extLst>
            </p:cNvPr>
            <p:cNvCxnSpPr>
              <a:cxnSpLocks/>
            </p:cNvCxnSpPr>
            <p:nvPr/>
          </p:nvCxnSpPr>
          <p:spPr>
            <a:xfrm>
              <a:off x="9072000" y="5225915"/>
              <a:ext cx="5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E95101B4-E7FD-F851-1D24-FCD72FBCD0D9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0" y="6003324"/>
              <a:ext cx="792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C0876364-0AD7-749A-8CB0-9A910AFEE132}"/>
                </a:ext>
              </a:extLst>
            </p:cNvPr>
            <p:cNvSpPr/>
            <p:nvPr/>
          </p:nvSpPr>
          <p:spPr>
            <a:xfrm>
              <a:off x="9576000" y="396000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放大电路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32C93E1E-322A-A163-0541-0377CBB6554B}"/>
                </a:ext>
              </a:extLst>
            </p:cNvPr>
            <p:cNvSpPr/>
            <p:nvPr/>
          </p:nvSpPr>
          <p:spPr>
            <a:xfrm>
              <a:off x="9576000" y="511062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反馈网络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F737B407-1A50-FF11-334C-A61CBC88960A}"/>
                </a:ext>
              </a:extLst>
            </p:cNvPr>
            <p:cNvCxnSpPr>
              <a:cxnSpLocks/>
              <a:stCxn id="152" idx="3"/>
              <a:endCxn id="158" idx="6"/>
            </p:cNvCxnSpPr>
            <p:nvPr/>
          </p:nvCxnSpPr>
          <p:spPr>
            <a:xfrm>
              <a:off x="11016000" y="4464000"/>
              <a:ext cx="9395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连接符: 肘形 154">
              <a:extLst>
                <a:ext uri="{FF2B5EF4-FFF2-40B4-BE49-F238E27FC236}">
                  <a16:creationId xmlns:a16="http://schemas.microsoft.com/office/drawing/2014/main" id="{21FF941A-1BC3-41FB-4315-4A906CBAA3A6}"/>
                </a:ext>
              </a:extLst>
            </p:cNvPr>
            <p:cNvCxnSpPr>
              <a:cxnSpLocks/>
              <a:endCxn id="153" idx="3"/>
            </p:cNvCxnSpPr>
            <p:nvPr/>
          </p:nvCxnSpPr>
          <p:spPr>
            <a:xfrm rot="5400000">
              <a:off x="10726386" y="4763818"/>
              <a:ext cx="1140416" cy="56118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8F9516AE-C832-5CFE-14EB-A04A27DB890F}"/>
                </a:ext>
              </a:extLst>
            </p:cNvPr>
            <p:cNvSpPr/>
            <p:nvPr/>
          </p:nvSpPr>
          <p:spPr>
            <a:xfrm>
              <a:off x="11523550" y="441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471C8C48-5367-3645-E9D0-47096B33134F}"/>
                </a:ext>
              </a:extLst>
            </p:cNvPr>
            <p:cNvCxnSpPr>
              <a:cxnSpLocks/>
              <a:stCxn id="152" idx="3"/>
            </p:cNvCxnSpPr>
            <p:nvPr/>
          </p:nvCxnSpPr>
          <p:spPr>
            <a:xfrm>
              <a:off x="11016000" y="4464000"/>
              <a:ext cx="42062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F763C1EE-9C52-A6D5-7AC9-185462B824B9}"/>
                </a:ext>
              </a:extLst>
            </p:cNvPr>
            <p:cNvSpPr/>
            <p:nvPr/>
          </p:nvSpPr>
          <p:spPr>
            <a:xfrm>
              <a:off x="11811550" y="4392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8EABBE47-8D2F-6BD1-BE7B-4E6FD890FB6D}"/>
                    </a:ext>
                  </a:extLst>
                </p:cNvPr>
                <p:cNvSpPr txBox="1"/>
                <p:nvPr/>
              </p:nvSpPr>
              <p:spPr>
                <a:xfrm>
                  <a:off x="11808000" y="444562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en-US" altLang="zh-CN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8EABBE47-8D2F-6BD1-BE7B-4E6FD890F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8000" y="4445620"/>
                  <a:ext cx="360000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0B28D9A8-6D6C-534D-89D2-560A97694196}"/>
                </a:ext>
              </a:extLst>
            </p:cNvPr>
            <p:cNvSpPr/>
            <p:nvPr/>
          </p:nvSpPr>
          <p:spPr>
            <a:xfrm>
              <a:off x="9018000" y="40176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B2A32EC-5AFE-7502-8209-8C2124DAE89A}"/>
                    </a:ext>
                  </a:extLst>
                </p:cNvPr>
                <p:cNvSpPr txBox="1"/>
                <p:nvPr/>
              </p:nvSpPr>
              <p:spPr>
                <a:xfrm>
                  <a:off x="9126000" y="3528000"/>
                  <a:ext cx="39543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B2A32EC-5AFE-7502-8209-8C2124DAE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6000" y="3528000"/>
                  <a:ext cx="395432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21875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4CA86475-E552-2C0B-3968-6DDAFC3449EF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00" y="3960000"/>
              <a:ext cx="411521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6AC881ED-C589-A490-8955-7AC87E0467A4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0" y="4853353"/>
              <a:ext cx="0" cy="11543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B45C6D83-13D8-3966-F38E-1FBCA807B5E8}"/>
                </a:ext>
              </a:extLst>
            </p:cNvPr>
            <p:cNvSpPr/>
            <p:nvPr/>
          </p:nvSpPr>
          <p:spPr>
            <a:xfrm>
              <a:off x="8766000" y="47952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610F7593-FEBA-43F6-6416-E6DBE3F45400}"/>
                    </a:ext>
                  </a:extLst>
                </p:cNvPr>
                <p:cNvSpPr txBox="1"/>
                <p:nvPr/>
              </p:nvSpPr>
              <p:spPr>
                <a:xfrm>
                  <a:off x="8580336" y="3528000"/>
                  <a:ext cx="39543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610F7593-FEBA-43F6-6416-E6DBE3F454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0336" y="3528000"/>
                  <a:ext cx="395432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4615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B5582FF1-874F-00BB-0D85-90483271B650}"/>
                </a:ext>
              </a:extLst>
            </p:cNvPr>
            <p:cNvCxnSpPr>
              <a:cxnSpLocks/>
            </p:cNvCxnSpPr>
            <p:nvPr/>
          </p:nvCxnSpPr>
          <p:spPr>
            <a:xfrm>
              <a:off x="8580336" y="3960000"/>
              <a:ext cx="411521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2329BBCF-223B-DAE7-3D5A-1285EAB7C92B}"/>
                </a:ext>
              </a:extLst>
            </p:cNvPr>
            <p:cNvSpPr/>
            <p:nvPr/>
          </p:nvSpPr>
          <p:spPr>
            <a:xfrm>
              <a:off x="7758000" y="4795200"/>
              <a:ext cx="108000" cy="108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2FDC8D66-8A98-4442-DE5E-15B0E3B08FA5}"/>
                </a:ext>
              </a:extLst>
            </p:cNvPr>
            <p:cNvCxnSpPr>
              <a:cxnSpLocks/>
            </p:cNvCxnSpPr>
            <p:nvPr/>
          </p:nvCxnSpPr>
          <p:spPr>
            <a:xfrm>
              <a:off x="7668000" y="514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536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2ED1-D509-1078-E5D0-8FE56636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B2E1C-F5F0-93B5-9E30-041224E8905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</a:t>
            </a:r>
            <a:endParaRPr lang="en-US" altLang="zh-CN" sz="3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3C20BC2-7925-211B-B99F-FC995F14632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150AF91-F9A1-69B9-512E-68B12BABE4A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AADBA97F-6FD3-5EB3-0BC1-1C3AB034251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8C0FA565-3844-D4CB-A7E1-1F96D85A560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76F5BCEB-FEE9-819F-8852-8D3E8040E3E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19515F-C0E8-716F-60DC-D3D0F187D180}"/>
                  </a:ext>
                </a:extLst>
              </p:cNvPr>
              <p:cNvSpPr txBox="1"/>
              <p:nvPr/>
            </p:nvSpPr>
            <p:spPr>
              <a:xfrm>
                <a:off x="360002" y="828000"/>
                <a:ext cx="6764510" cy="4880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反馈的分类：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电压反馈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反馈信号与输出电压成比例，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反馈电路直接从输出端引出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将输出电压“短路”，反馈信号将为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endParaRPr kumimoji="1"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电流反馈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反馈信号与输出电流成比例，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反馈电路从负载电阻靠“地”一端引出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将输出电压“短路”，反馈信号仍然存在</a:t>
                </a:r>
                <a:endParaRPr kumimoji="1"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319515F-C0E8-716F-60DC-D3D0F187D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828000"/>
                <a:ext cx="6764510" cy="4880695"/>
              </a:xfrm>
              <a:prstGeom prst="rect">
                <a:avLst/>
              </a:prstGeom>
              <a:blipFill>
                <a:blip r:embed="rId3"/>
                <a:stretch>
                  <a:fillRect l="-1802" t="-500"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7B818C13-A7A1-8C18-31DA-069C240F8233}"/>
              </a:ext>
            </a:extLst>
          </p:cNvPr>
          <p:cNvGrpSpPr/>
          <p:nvPr/>
        </p:nvGrpSpPr>
        <p:grpSpPr>
          <a:xfrm>
            <a:off x="7020000" y="900000"/>
            <a:ext cx="5039112" cy="2196000"/>
            <a:chOff x="7020000" y="1260000"/>
            <a:chExt cx="5039112" cy="2196000"/>
          </a:xfrm>
        </p:grpSpPr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7FDB7927-3436-4226-37F5-FDBA02225EA0}"/>
                </a:ext>
              </a:extLst>
            </p:cNvPr>
            <p:cNvSpPr/>
            <p:nvPr/>
          </p:nvSpPr>
          <p:spPr>
            <a:xfrm>
              <a:off x="9000000" y="126000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放大电路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0490EB27-D257-A519-7BE2-A2C6C818BE1E}"/>
                </a:ext>
              </a:extLst>
            </p:cNvPr>
            <p:cNvSpPr/>
            <p:nvPr/>
          </p:nvSpPr>
          <p:spPr>
            <a:xfrm>
              <a:off x="9000000" y="244800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反馈网络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BDE96C88-4B14-6459-FC54-B11B17F6FDA7}"/>
                    </a:ext>
                  </a:extLst>
                </p:cNvPr>
                <p:cNvSpPr/>
                <p:nvPr/>
              </p:nvSpPr>
              <p:spPr>
                <a:xfrm>
                  <a:off x="7560000" y="1404000"/>
                  <a:ext cx="720000" cy="720000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BDE96C88-4B14-6459-FC54-B11B17F6FD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0000" y="1404000"/>
                  <a:ext cx="720000" cy="720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5E5F2B23-74EF-8663-57C7-70D927380184}"/>
                </a:ext>
              </a:extLst>
            </p:cNvPr>
            <p:cNvCxnSpPr>
              <a:cxnSpLocks/>
              <a:stCxn id="117" idx="6"/>
              <a:endCxn id="115" idx="1"/>
            </p:cNvCxnSpPr>
            <p:nvPr/>
          </p:nvCxnSpPr>
          <p:spPr>
            <a:xfrm>
              <a:off x="8280000" y="1764000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31C4CEF1-89C6-65A6-95EF-F313684A1C5E}"/>
                </a:ext>
              </a:extLst>
            </p:cNvPr>
            <p:cNvCxnSpPr>
              <a:cxnSpLocks/>
              <a:endCxn id="117" idx="2"/>
            </p:cNvCxnSpPr>
            <p:nvPr/>
          </p:nvCxnSpPr>
          <p:spPr>
            <a:xfrm>
              <a:off x="7020000" y="1764000"/>
              <a:ext cx="5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连接符: 肘形 121">
              <a:extLst>
                <a:ext uri="{FF2B5EF4-FFF2-40B4-BE49-F238E27FC236}">
                  <a16:creationId xmlns:a16="http://schemas.microsoft.com/office/drawing/2014/main" id="{BC6CEA32-8175-0CBB-FD06-863BA1D56E72}"/>
                </a:ext>
              </a:extLst>
            </p:cNvPr>
            <p:cNvCxnSpPr>
              <a:cxnSpLocks/>
              <a:stCxn id="116" idx="1"/>
              <a:endCxn id="117" idx="4"/>
            </p:cNvCxnSpPr>
            <p:nvPr/>
          </p:nvCxnSpPr>
          <p:spPr>
            <a:xfrm rot="10800000">
              <a:off x="7920000" y="2124000"/>
              <a:ext cx="1080000" cy="82800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F2B00EF-F4E2-2C20-CC7C-7A1C3A1ABE4B}"/>
                    </a:ext>
                  </a:extLst>
                </p:cNvPr>
                <p:cNvSpPr txBox="1"/>
                <p:nvPr/>
              </p:nvSpPr>
              <p:spPr>
                <a:xfrm>
                  <a:off x="7020000" y="133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F2B00EF-F4E2-2C20-CC7C-7A1C3A1ABE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000" y="1332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29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7C5EF0AA-1A45-801C-F036-9741AD75E73A}"/>
                    </a:ext>
                  </a:extLst>
                </p:cNvPr>
                <p:cNvSpPr txBox="1"/>
                <p:nvPr/>
              </p:nvSpPr>
              <p:spPr>
                <a:xfrm>
                  <a:off x="8028000" y="216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7C5EF0AA-1A45-801C-F036-9741AD75E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000" y="2160000"/>
                  <a:ext cx="432000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2817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1679B902-7337-D15C-910D-D52F5E6EEA27}"/>
                    </a:ext>
                  </a:extLst>
                </p:cNvPr>
                <p:cNvSpPr txBox="1"/>
                <p:nvPr/>
              </p:nvSpPr>
              <p:spPr>
                <a:xfrm>
                  <a:off x="7524000" y="2016000"/>
                  <a:ext cx="45578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1679B902-7337-D15C-910D-D52F5E6EE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000" y="2016000"/>
                  <a:ext cx="455788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3C802799-1531-0DC5-D0B1-07C547EAE834}"/>
                </a:ext>
              </a:extLst>
            </p:cNvPr>
            <p:cNvSpPr/>
            <p:nvPr/>
          </p:nvSpPr>
          <p:spPr>
            <a:xfrm>
              <a:off x="10907523" y="2016000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B1DCB39F-4D87-7001-F2CB-BDFFBDD168A2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1440001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99D7D52-E625-70CD-9EDA-075246F45D40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2088001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64AD4260-0199-E62F-5C45-790457BE8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19045" y="1440000"/>
              <a:ext cx="0" cy="64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E2724561-48A6-42D0-BD17-957CE698830B}"/>
                </a:ext>
              </a:extLst>
            </p:cNvPr>
            <p:cNvSpPr/>
            <p:nvPr/>
          </p:nvSpPr>
          <p:spPr>
            <a:xfrm>
              <a:off x="11454245" y="1540801"/>
              <a:ext cx="129600" cy="4464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5B663015-33A9-9C0C-9051-5643D3D434EC}"/>
                    </a:ext>
                  </a:extLst>
                </p:cNvPr>
                <p:cNvSpPr txBox="1"/>
                <p:nvPr/>
              </p:nvSpPr>
              <p:spPr>
                <a:xfrm>
                  <a:off x="11022978" y="1543552"/>
                  <a:ext cx="504000" cy="446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5B663015-33A9-9C0C-9051-5643D3D43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2978" y="1543552"/>
                  <a:ext cx="504000" cy="446400"/>
                </a:xfrm>
                <a:prstGeom prst="rect">
                  <a:avLst/>
                </a:prstGeom>
                <a:blipFill>
                  <a:blip r:embed="rId8"/>
                  <a:stretch>
                    <a:fillRect l="-7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A8325E31-3373-FA24-BAC0-FE87C6790D2A}"/>
                    </a:ext>
                  </a:extLst>
                </p:cNvPr>
                <p:cNvSpPr txBox="1"/>
                <p:nvPr/>
              </p:nvSpPr>
              <p:spPr>
                <a:xfrm>
                  <a:off x="11627045" y="1540800"/>
                  <a:ext cx="432067" cy="446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A8325E31-3373-FA24-BAC0-FE87C6790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7045" y="1540800"/>
                  <a:ext cx="432067" cy="446400"/>
                </a:xfrm>
                <a:prstGeom prst="rect">
                  <a:avLst/>
                </a:prstGeom>
                <a:blipFill>
                  <a:blip r:embed="rId9"/>
                  <a:stretch>
                    <a:fillRect l="-5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BB5FC987-99B8-814D-CF42-995070DB13CC}"/>
                    </a:ext>
                  </a:extLst>
                </p:cNvPr>
                <p:cNvSpPr txBox="1"/>
                <p:nvPr/>
              </p:nvSpPr>
              <p:spPr>
                <a:xfrm>
                  <a:off x="11591045" y="1260000"/>
                  <a:ext cx="432067" cy="446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BB5FC987-99B8-814D-CF42-995070DB1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1045" y="1260000"/>
                  <a:ext cx="432067" cy="446400"/>
                </a:xfrm>
                <a:prstGeom prst="rect">
                  <a:avLst/>
                </a:prstGeom>
                <a:blipFill>
                  <a:blip r:embed="rId10"/>
                  <a:stretch>
                    <a:fillRect l="-42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924018D-74A8-47C2-8E17-AFBEBFBFB401}"/>
                    </a:ext>
                  </a:extLst>
                </p:cNvPr>
                <p:cNvSpPr txBox="1"/>
                <p:nvPr/>
              </p:nvSpPr>
              <p:spPr>
                <a:xfrm>
                  <a:off x="11591045" y="1858429"/>
                  <a:ext cx="432067" cy="446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924018D-74A8-47C2-8E17-AFBEBFBFB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1045" y="1858429"/>
                  <a:ext cx="432067" cy="4464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E0E106B5-0623-F726-A4AC-6C4F4224E4F5}"/>
                    </a:ext>
                  </a:extLst>
                </p:cNvPr>
                <p:cNvSpPr txBox="1"/>
                <p:nvPr/>
              </p:nvSpPr>
              <p:spPr>
                <a:xfrm>
                  <a:off x="8424000" y="133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E0E106B5-0623-F726-A4AC-6C4F4224E4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1332000"/>
                  <a:ext cx="432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5493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42DC8C6F-C4A6-490A-6ECB-029E0247DC5D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2628000"/>
              <a:ext cx="1791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C8D5CE50-615C-5B7D-44E5-983397776D4B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3276000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668C353C-0DA8-5366-CB5A-6A3EACA77358}"/>
                </a:ext>
              </a:extLst>
            </p:cNvPr>
            <p:cNvCxnSpPr>
              <a:cxnSpLocks/>
            </p:cNvCxnSpPr>
            <p:nvPr/>
          </p:nvCxnSpPr>
          <p:spPr>
            <a:xfrm>
              <a:off x="10619112" y="1440000"/>
              <a:ext cx="0" cy="11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07E0308B-A9BF-4986-03FB-A70711CC76C4}"/>
                </a:ext>
              </a:extLst>
            </p:cNvPr>
            <p:cNvCxnSpPr>
              <a:cxnSpLocks/>
            </p:cNvCxnSpPr>
            <p:nvPr/>
          </p:nvCxnSpPr>
          <p:spPr>
            <a:xfrm>
              <a:off x="10980000" y="2088000"/>
              <a:ext cx="0" cy="11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C55BE9D3-5088-626F-1395-D785CA6E4B73}"/>
                </a:ext>
              </a:extLst>
            </p:cNvPr>
            <p:cNvSpPr/>
            <p:nvPr/>
          </p:nvSpPr>
          <p:spPr>
            <a:xfrm>
              <a:off x="10548000" y="1368000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B2878981-AB55-A531-96B2-19563DFD50E7}"/>
              </a:ext>
            </a:extLst>
          </p:cNvPr>
          <p:cNvGrpSpPr/>
          <p:nvPr/>
        </p:nvGrpSpPr>
        <p:grpSpPr>
          <a:xfrm>
            <a:off x="7020000" y="3780000"/>
            <a:ext cx="4563845" cy="2556000"/>
            <a:chOff x="7020000" y="3420000"/>
            <a:chExt cx="4563845" cy="2556000"/>
          </a:xfrm>
        </p:grpSpPr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792B0FC9-61C9-FC31-B363-8DEB51BABF36}"/>
                </a:ext>
              </a:extLst>
            </p:cNvPr>
            <p:cNvSpPr/>
            <p:nvPr/>
          </p:nvSpPr>
          <p:spPr>
            <a:xfrm>
              <a:off x="9000000" y="378000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放大电路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5A43A768-9C33-8664-8CEC-C0E9A4A4F482}"/>
                </a:ext>
              </a:extLst>
            </p:cNvPr>
            <p:cNvSpPr/>
            <p:nvPr/>
          </p:nvSpPr>
          <p:spPr>
            <a:xfrm>
              <a:off x="9000000" y="496800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反馈网络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椭圆 179">
                  <a:extLst>
                    <a:ext uri="{FF2B5EF4-FFF2-40B4-BE49-F238E27FC236}">
                      <a16:creationId xmlns:a16="http://schemas.microsoft.com/office/drawing/2014/main" id="{83EDB805-F2C0-8E32-CA7C-20C482405BBA}"/>
                    </a:ext>
                  </a:extLst>
                </p:cNvPr>
                <p:cNvSpPr/>
                <p:nvPr/>
              </p:nvSpPr>
              <p:spPr>
                <a:xfrm>
                  <a:off x="7560000" y="3924000"/>
                  <a:ext cx="720000" cy="720000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椭圆 179">
                  <a:extLst>
                    <a:ext uri="{FF2B5EF4-FFF2-40B4-BE49-F238E27FC236}">
                      <a16:creationId xmlns:a16="http://schemas.microsoft.com/office/drawing/2014/main" id="{83EDB805-F2C0-8E32-CA7C-20C482405B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0000" y="3924000"/>
                  <a:ext cx="720000" cy="720000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F339409B-32A3-D004-FDFD-6A5CC9F434F5}"/>
                </a:ext>
              </a:extLst>
            </p:cNvPr>
            <p:cNvCxnSpPr>
              <a:cxnSpLocks/>
              <a:stCxn id="180" idx="6"/>
              <a:endCxn id="178" idx="1"/>
            </p:cNvCxnSpPr>
            <p:nvPr/>
          </p:nvCxnSpPr>
          <p:spPr>
            <a:xfrm>
              <a:off x="8280000" y="4284000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99C5B03C-B8EE-1AAC-3A01-63CFE05C0A9D}"/>
                </a:ext>
              </a:extLst>
            </p:cNvPr>
            <p:cNvCxnSpPr>
              <a:cxnSpLocks/>
              <a:endCxn id="180" idx="2"/>
            </p:cNvCxnSpPr>
            <p:nvPr/>
          </p:nvCxnSpPr>
          <p:spPr>
            <a:xfrm>
              <a:off x="7020000" y="4284000"/>
              <a:ext cx="5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>
              <a:extLst>
                <a:ext uri="{FF2B5EF4-FFF2-40B4-BE49-F238E27FC236}">
                  <a16:creationId xmlns:a16="http://schemas.microsoft.com/office/drawing/2014/main" id="{81339C5E-55F3-25BF-03E6-A33A9ACC222A}"/>
                </a:ext>
              </a:extLst>
            </p:cNvPr>
            <p:cNvCxnSpPr>
              <a:cxnSpLocks/>
              <a:stCxn id="179" idx="1"/>
              <a:endCxn id="180" idx="4"/>
            </p:cNvCxnSpPr>
            <p:nvPr/>
          </p:nvCxnSpPr>
          <p:spPr>
            <a:xfrm rot="10800000">
              <a:off x="7920000" y="4644000"/>
              <a:ext cx="1080000" cy="82800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EDD2BBB4-D9AB-510E-3559-18CAB41E6145}"/>
                    </a:ext>
                  </a:extLst>
                </p:cNvPr>
                <p:cNvSpPr txBox="1"/>
                <p:nvPr/>
              </p:nvSpPr>
              <p:spPr>
                <a:xfrm>
                  <a:off x="7020000" y="385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EDD2BBB4-D9AB-510E-3559-18CAB41E6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000" y="3852000"/>
                  <a:ext cx="43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9ED11EAE-B153-AF39-B061-8A047CE8AB38}"/>
                    </a:ext>
                  </a:extLst>
                </p:cNvPr>
                <p:cNvSpPr txBox="1"/>
                <p:nvPr/>
              </p:nvSpPr>
              <p:spPr>
                <a:xfrm>
                  <a:off x="8028000" y="46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9ED11EAE-B153-AF39-B061-8A047CE8A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000" y="4680000"/>
                  <a:ext cx="432000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2817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6828B547-CBCA-F22F-D96D-8003485D0289}"/>
                    </a:ext>
                  </a:extLst>
                </p:cNvPr>
                <p:cNvSpPr txBox="1"/>
                <p:nvPr/>
              </p:nvSpPr>
              <p:spPr>
                <a:xfrm>
                  <a:off x="7524000" y="4536000"/>
                  <a:ext cx="45578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6828B547-CBCA-F22F-D96D-8003485D0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000" y="4536000"/>
                  <a:ext cx="455788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F391D707-56A7-A769-BDEB-7DA461B9250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3960001"/>
              <a:ext cx="10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80475D58-9032-FA18-5A46-5FA4F489AC87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4608001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84FF4B67-A49F-25AC-761A-A2804DEFA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19045" y="3960000"/>
              <a:ext cx="0" cy="183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946148B6-47AF-B38B-A95A-8A9C9F795137}"/>
                </a:ext>
              </a:extLst>
            </p:cNvPr>
            <p:cNvSpPr/>
            <p:nvPr/>
          </p:nvSpPr>
          <p:spPr>
            <a:xfrm>
              <a:off x="11454245" y="4653425"/>
              <a:ext cx="129600" cy="4464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FD03FF47-6B8C-18B9-860B-4DAE2D345897}"/>
                    </a:ext>
                  </a:extLst>
                </p:cNvPr>
                <p:cNvSpPr txBox="1"/>
                <p:nvPr/>
              </p:nvSpPr>
              <p:spPr>
                <a:xfrm>
                  <a:off x="11022978" y="4656176"/>
                  <a:ext cx="504000" cy="446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FD03FF47-6B8C-18B9-860B-4DAE2D345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2978" y="4656176"/>
                  <a:ext cx="504000" cy="446400"/>
                </a:xfrm>
                <a:prstGeom prst="rect">
                  <a:avLst/>
                </a:prstGeom>
                <a:blipFill>
                  <a:blip r:embed="rId17"/>
                  <a:stretch>
                    <a:fillRect l="-7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ABF558DD-8898-C69F-803F-E4A631EFF8BD}"/>
                    </a:ext>
                  </a:extLst>
                </p:cNvPr>
                <p:cNvSpPr txBox="1"/>
                <p:nvPr/>
              </p:nvSpPr>
              <p:spPr>
                <a:xfrm>
                  <a:off x="8424000" y="385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ABF558DD-8898-C69F-803F-E4A631EFF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000" y="3852000"/>
                  <a:ext cx="432000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154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FA2CDBEA-903B-D268-B830-AD14EF84790B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5148000"/>
              <a:ext cx="3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CE64ADD7-391A-7B8B-769D-185DF2454B7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0000" y="5796000"/>
              <a:ext cx="10790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9E06E08B-2D59-E67C-1729-C65E12FF4D9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460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8681619E-8342-E8C9-BD6D-557C0012DCE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852000"/>
              <a:ext cx="41152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8A01C72F-D9A2-42F7-70D5-530E73CBB132}"/>
                    </a:ext>
                  </a:extLst>
                </p:cNvPr>
                <p:cNvSpPr txBox="1"/>
                <p:nvPr/>
              </p:nvSpPr>
              <p:spPr>
                <a:xfrm>
                  <a:off x="10836000" y="3420000"/>
                  <a:ext cx="294002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8A01C72F-D9A2-42F7-70D5-530E73CBB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3420000"/>
                  <a:ext cx="294002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3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00090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1FD1-0514-FF1F-53BE-92882C87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FAA27-51EC-1CCD-87A2-A8933375CC2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</a:t>
            </a:r>
            <a:endParaRPr lang="en-US" altLang="zh-CN" sz="3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C04142B-D036-C69F-D532-52425712616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8C52368-C178-BC44-F8C7-5CFF11B6EF6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94E7CE77-DA96-1B7B-1DEF-C4114D08477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298C1223-FE9C-8047-55EE-A729CDA0F0F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555B2615-A721-1C74-C0E2-D3038BCBEFA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1F7DD80-815B-DCBE-E987-0692965FC246}"/>
              </a:ext>
            </a:extLst>
          </p:cNvPr>
          <p:cNvSpPr txBox="1"/>
          <p:nvPr/>
        </p:nvSpPr>
        <p:spPr>
          <a:xfrm>
            <a:off x="360002" y="828000"/>
            <a:ext cx="360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反馈的分类</a:t>
            </a:r>
            <a:r>
              <a:rPr kumimoji="1"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BAD1878-177C-6385-08C6-512696E63994}"/>
              </a:ext>
            </a:extLst>
          </p:cNvPr>
          <p:cNvGrpSpPr/>
          <p:nvPr/>
        </p:nvGrpSpPr>
        <p:grpSpPr>
          <a:xfrm>
            <a:off x="7560000" y="720000"/>
            <a:ext cx="4464421" cy="2158620"/>
            <a:chOff x="6551579" y="3600000"/>
            <a:chExt cx="4464421" cy="215862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0F9E6FB-19AD-6580-172E-3A745CE1A8C4}"/>
                </a:ext>
              </a:extLst>
            </p:cNvPr>
            <p:cNvSpPr/>
            <p:nvPr/>
          </p:nvSpPr>
          <p:spPr>
            <a:xfrm>
              <a:off x="8568000" y="360000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放大电路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44C6761-0175-BA99-1C47-E345F39688BB}"/>
                </a:ext>
              </a:extLst>
            </p:cNvPr>
            <p:cNvSpPr/>
            <p:nvPr/>
          </p:nvSpPr>
          <p:spPr>
            <a:xfrm>
              <a:off x="8568000" y="4750620"/>
              <a:ext cx="1440000" cy="1008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反馈网络</a:t>
              </a:r>
              <a:endPara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2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35C65029-4327-24CF-D36F-C2D82B7000C8}"/>
                    </a:ext>
                  </a:extLst>
                </p:cNvPr>
                <p:cNvSpPr/>
                <p:nvPr/>
              </p:nvSpPr>
              <p:spPr>
                <a:xfrm>
                  <a:off x="7200000" y="3744000"/>
                  <a:ext cx="720000" cy="720000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25F70EE5-6811-DEF1-7419-A544F58E79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3744000"/>
                  <a:ext cx="720000" cy="7200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DC9EAA2-0ECB-0147-B5A1-906FD46B9BB3}"/>
                </a:ext>
              </a:extLst>
            </p:cNvPr>
            <p:cNvCxnSpPr>
              <a:cxnSpLocks/>
              <a:stCxn id="13" idx="6"/>
              <a:endCxn id="11" idx="1"/>
            </p:cNvCxnSpPr>
            <p:nvPr/>
          </p:nvCxnSpPr>
          <p:spPr>
            <a:xfrm>
              <a:off x="7920000" y="4104000"/>
              <a:ext cx="648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2AF9106-5DF6-A483-3994-641FC0A7330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0008000" y="4104000"/>
              <a:ext cx="95290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DCF00D1-531F-9E40-9E93-50FFB442DD14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6551579" y="4104000"/>
              <a:ext cx="64842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F524A430-3828-400E-AFBB-8FC55EA56152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rot="5400000">
              <a:off x="9612690" y="4463310"/>
              <a:ext cx="1186620" cy="39600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F8CD32FD-C1AB-9970-A6C2-6FB53C80A14D}"/>
                </a:ext>
              </a:extLst>
            </p:cNvPr>
            <p:cNvCxnSpPr>
              <a:cxnSpLocks/>
              <a:stCxn id="12" idx="1"/>
              <a:endCxn id="13" idx="4"/>
            </p:cNvCxnSpPr>
            <p:nvPr/>
          </p:nvCxnSpPr>
          <p:spPr>
            <a:xfrm rot="10800000">
              <a:off x="7560000" y="4464000"/>
              <a:ext cx="1008000" cy="79062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528A655-B5CB-E9E3-3610-D5404EA84FBB}"/>
                    </a:ext>
                  </a:extLst>
                </p:cNvPr>
                <p:cNvSpPr txBox="1"/>
                <p:nvPr/>
              </p:nvSpPr>
              <p:spPr>
                <a:xfrm>
                  <a:off x="6597209" y="3600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A97E5E1-F292-83D3-9E33-B52AF2382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7209" y="3600000"/>
                  <a:ext cx="57600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E690F77-5122-C972-6B31-6EE3EAE2AA93}"/>
                    </a:ext>
                  </a:extLst>
                </p:cNvPr>
                <p:cNvSpPr txBox="1"/>
                <p:nvPr/>
              </p:nvSpPr>
              <p:spPr>
                <a:xfrm>
                  <a:off x="7920000" y="475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7C5B7B-8539-C769-4044-4D1540317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4752000"/>
                  <a:ext cx="576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E177FA7-34B8-F460-5F7B-06DD2B60E5A1}"/>
                    </a:ext>
                  </a:extLst>
                </p:cNvPr>
                <p:cNvSpPr txBox="1"/>
                <p:nvPr/>
              </p:nvSpPr>
              <p:spPr>
                <a:xfrm>
                  <a:off x="10440000" y="3600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0BFE2EA-7936-6816-2786-1ACEC076D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0000" y="3600000"/>
                  <a:ext cx="576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B5A9CDE-26A6-4363-D84B-77011A05DA50}"/>
                    </a:ext>
                  </a:extLst>
                </p:cNvPr>
                <p:cNvSpPr txBox="1"/>
                <p:nvPr/>
              </p:nvSpPr>
              <p:spPr>
                <a:xfrm>
                  <a:off x="7164000" y="4392000"/>
                  <a:ext cx="455788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82B06FB7-CDE3-6D77-9D37-81498232D8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000" y="4392000"/>
                  <a:ext cx="455788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C76790B-0B31-4543-D12B-80C9C1BDFC37}"/>
                    </a:ext>
                  </a:extLst>
                </p:cNvPr>
                <p:cNvSpPr txBox="1"/>
                <p:nvPr/>
              </p:nvSpPr>
              <p:spPr>
                <a:xfrm>
                  <a:off x="7920000" y="3600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ID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93DA362-39E8-4189-2C52-77E016F83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3600000"/>
                  <a:ext cx="576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21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FA767A2-996A-46DD-1883-E50C6504DF58}"/>
                </a:ext>
              </a:extLst>
            </p:cNvPr>
            <p:cNvSpPr/>
            <p:nvPr/>
          </p:nvSpPr>
          <p:spPr>
            <a:xfrm>
              <a:off x="10332000" y="4032000"/>
              <a:ext cx="144000" cy="144000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D12FE276-EBE5-26C9-61F6-F3BBDAAC2E7C}"/>
              </a:ext>
            </a:extLst>
          </p:cNvPr>
          <p:cNvGrpSpPr/>
          <p:nvPr/>
        </p:nvGrpSpPr>
        <p:grpSpPr>
          <a:xfrm>
            <a:off x="1800000" y="4176000"/>
            <a:ext cx="2520000" cy="2341380"/>
            <a:chOff x="720000" y="1870620"/>
            <a:chExt cx="2520000" cy="2341380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D8BA5D9A-1A02-0750-C8C9-EF93759826F4}"/>
                </a:ext>
              </a:extLst>
            </p:cNvPr>
            <p:cNvSpPr/>
            <p:nvPr/>
          </p:nvSpPr>
          <p:spPr>
            <a:xfrm>
              <a:off x="900000" y="1870620"/>
              <a:ext cx="2160000" cy="828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反馈使得</a:t>
              </a:r>
              <a:endPara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输出值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40EE7F88-082E-2C9D-3E51-B80198C0782A}"/>
                </a:ext>
              </a:extLst>
            </p:cNvPr>
            <p:cNvSpPr txBox="1"/>
            <p:nvPr/>
          </p:nvSpPr>
          <p:spPr>
            <a:xfrm>
              <a:off x="720000" y="2772000"/>
              <a:ext cx="93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增加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6A1901F-7DCC-7FAF-06AA-3FC47FA212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C51ED408-52A0-9870-371D-3C5D1B8290DE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465DD8D6-6986-FC60-E667-E0BB2E731BE0}"/>
                </a:ext>
              </a:extLst>
            </p:cNvPr>
            <p:cNvSpPr txBox="1"/>
            <p:nvPr/>
          </p:nvSpPr>
          <p:spPr>
            <a:xfrm>
              <a:off x="2304000" y="2772000"/>
              <a:ext cx="93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减小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DBA63C79-3FF5-A420-3080-655CCDBB0C81}"/>
                </a:ext>
              </a:extLst>
            </p:cNvPr>
            <p:cNvSpPr/>
            <p:nvPr/>
          </p:nvSpPr>
          <p:spPr>
            <a:xfrm>
              <a:off x="828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</a:t>
              </a:r>
              <a:endPara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</a:t>
              </a:r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CAF0802B-0C6F-3BC3-68D3-F654320EF8C1}"/>
                </a:ext>
              </a:extLst>
            </p:cNvPr>
            <p:cNvSpPr/>
            <p:nvPr/>
          </p:nvSpPr>
          <p:spPr>
            <a:xfrm>
              <a:off x="2052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</a:t>
              </a:r>
              <a:endPara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</a:t>
              </a: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3ED11CF1-FB97-5F1B-D5BD-07F53A88C471}"/>
              </a:ext>
            </a:extLst>
          </p:cNvPr>
          <p:cNvGrpSpPr/>
          <p:nvPr/>
        </p:nvGrpSpPr>
        <p:grpSpPr>
          <a:xfrm>
            <a:off x="360000" y="1620000"/>
            <a:ext cx="3384000" cy="2341380"/>
            <a:chOff x="288000" y="1870620"/>
            <a:chExt cx="3384000" cy="2341380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F21E7111-4E9E-92F0-341B-FFFC24921C64}"/>
                </a:ext>
              </a:extLst>
            </p:cNvPr>
            <p:cNvSpPr/>
            <p:nvPr/>
          </p:nvSpPr>
          <p:spPr>
            <a:xfrm>
              <a:off x="900000" y="1870620"/>
              <a:ext cx="2160000" cy="828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哪种通路</a:t>
              </a:r>
              <a:endPara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存在反馈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719354E-F628-165D-F118-85A6A2CF95CC}"/>
                </a:ext>
              </a:extLst>
            </p:cNvPr>
            <p:cNvSpPr txBox="1"/>
            <p:nvPr/>
          </p:nvSpPr>
          <p:spPr>
            <a:xfrm>
              <a:off x="288000" y="2772000"/>
              <a:ext cx="12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直流通路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B3CBD424-A10B-C069-DB8B-970232439C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D9C4E314-32F4-A9E4-A3C3-BFEB29B73A54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6C9BEC07-2228-41FB-5717-494DC76DDFF7}"/>
                </a:ext>
              </a:extLst>
            </p:cNvPr>
            <p:cNvSpPr txBox="1"/>
            <p:nvPr/>
          </p:nvSpPr>
          <p:spPr>
            <a:xfrm>
              <a:off x="2376000" y="2772000"/>
              <a:ext cx="12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交流通路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FF48621A-AFD0-BBFC-585E-17F5138EEE4E}"/>
                </a:ext>
              </a:extLst>
            </p:cNvPr>
            <p:cNvSpPr/>
            <p:nvPr/>
          </p:nvSpPr>
          <p:spPr>
            <a:xfrm>
              <a:off x="828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直流反馈</a:t>
              </a:r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FEA73909-431D-9A8C-30C8-0D029B8843E4}"/>
                </a:ext>
              </a:extLst>
            </p:cNvPr>
            <p:cNvSpPr/>
            <p:nvPr/>
          </p:nvSpPr>
          <p:spPr>
            <a:xfrm>
              <a:off x="2052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交流反馈</a:t>
              </a: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66B3BF3-6F38-0339-20FA-FE75A94FFEED}"/>
              </a:ext>
            </a:extLst>
          </p:cNvPr>
          <p:cNvGrpSpPr/>
          <p:nvPr/>
        </p:nvGrpSpPr>
        <p:grpSpPr>
          <a:xfrm>
            <a:off x="5760000" y="4176000"/>
            <a:ext cx="2520000" cy="2341380"/>
            <a:chOff x="720000" y="1870620"/>
            <a:chExt cx="2520000" cy="2341380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B3A4A9D0-60F8-C67C-83BC-052E36C37365}"/>
                </a:ext>
              </a:extLst>
            </p:cNvPr>
            <p:cNvSpPr/>
            <p:nvPr/>
          </p:nvSpPr>
          <p:spPr>
            <a:xfrm>
              <a:off x="900000" y="1870620"/>
              <a:ext cx="2160000" cy="828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反馈与哪种</a:t>
              </a:r>
              <a:endPara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输出成比例</a:t>
              </a: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64055C1-24E5-DBFD-39D4-2E5812AB96B6}"/>
                </a:ext>
              </a:extLst>
            </p:cNvPr>
            <p:cNvSpPr txBox="1"/>
            <p:nvPr/>
          </p:nvSpPr>
          <p:spPr>
            <a:xfrm>
              <a:off x="720000" y="2772000"/>
              <a:ext cx="93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46D0D421-57BA-B879-FB9A-669ACA6613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3A9FF90E-8AF0-6501-BE39-64A2FD75226B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D93786A-D783-99A1-0AAB-32E60ACE8257}"/>
                </a:ext>
              </a:extLst>
            </p:cNvPr>
            <p:cNvSpPr txBox="1"/>
            <p:nvPr/>
          </p:nvSpPr>
          <p:spPr>
            <a:xfrm>
              <a:off x="2304000" y="2772000"/>
              <a:ext cx="93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电流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5FA413B0-3B97-6700-1EBA-83FB9BE0A5AB}"/>
                </a:ext>
              </a:extLst>
            </p:cNvPr>
            <p:cNvSpPr/>
            <p:nvPr/>
          </p:nvSpPr>
          <p:spPr>
            <a:xfrm>
              <a:off x="828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</a:t>
              </a:r>
              <a:endPara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</a:t>
              </a:r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38225AA5-1C57-3D09-3AB0-EE9036755F91}"/>
                </a:ext>
              </a:extLst>
            </p:cNvPr>
            <p:cNvSpPr/>
            <p:nvPr/>
          </p:nvSpPr>
          <p:spPr>
            <a:xfrm>
              <a:off x="2052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电流</a:t>
              </a:r>
              <a:endPara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168B67E-0E88-7EF8-0300-09228292F68A}"/>
              </a:ext>
            </a:extLst>
          </p:cNvPr>
          <p:cNvGrpSpPr/>
          <p:nvPr/>
        </p:nvGrpSpPr>
        <p:grpSpPr>
          <a:xfrm>
            <a:off x="8280000" y="4176000"/>
            <a:ext cx="3384000" cy="2341380"/>
            <a:chOff x="288000" y="1870620"/>
            <a:chExt cx="3384000" cy="2341380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C18179B4-9AAD-51E9-E1E4-6CE5E5A16038}"/>
                </a:ext>
              </a:extLst>
            </p:cNvPr>
            <p:cNvSpPr/>
            <p:nvPr/>
          </p:nvSpPr>
          <p:spPr>
            <a:xfrm>
              <a:off x="900000" y="1870620"/>
              <a:ext cx="2160000" cy="828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输出电压短路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AA3196E6-4C0A-AB7F-34E7-6728163F9E71}"/>
                </a:ext>
              </a:extLst>
            </p:cNvPr>
            <p:cNvSpPr txBox="1"/>
            <p:nvPr/>
          </p:nvSpPr>
          <p:spPr>
            <a:xfrm>
              <a:off x="288000" y="2772000"/>
              <a:ext cx="12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反馈为零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732A319-A05D-8FBF-8306-9BF3236781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380B7FD-86FC-5514-4998-E4C9D7421EC0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137824F-E8C0-7757-7C3E-0E52E7ACBFC8}"/>
                </a:ext>
              </a:extLst>
            </p:cNvPr>
            <p:cNvSpPr txBox="1"/>
            <p:nvPr/>
          </p:nvSpPr>
          <p:spPr>
            <a:xfrm>
              <a:off x="2376000" y="2772000"/>
              <a:ext cx="12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反馈仍在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43DF8C5-2E04-0A9A-FB5C-5D0FF9B10A56}"/>
                </a:ext>
              </a:extLst>
            </p:cNvPr>
            <p:cNvSpPr/>
            <p:nvPr/>
          </p:nvSpPr>
          <p:spPr>
            <a:xfrm>
              <a:off x="828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电压反馈</a:t>
              </a: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5E295C36-A9A4-D966-8089-6C433B6D95F5}"/>
                </a:ext>
              </a:extLst>
            </p:cNvPr>
            <p:cNvSpPr/>
            <p:nvPr/>
          </p:nvSpPr>
          <p:spPr>
            <a:xfrm>
              <a:off x="2052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电流反馈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76E5EA3-2671-6ECB-5A02-63670570A64F}"/>
              </a:ext>
            </a:extLst>
          </p:cNvPr>
          <p:cNvGrpSpPr/>
          <p:nvPr/>
        </p:nvGrpSpPr>
        <p:grpSpPr>
          <a:xfrm>
            <a:off x="4320000" y="1620000"/>
            <a:ext cx="3384000" cy="2341380"/>
            <a:chOff x="288000" y="1870620"/>
            <a:chExt cx="3384000" cy="2341380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FE994943-B00B-A376-6A7B-FCE1F9589FEF}"/>
                </a:ext>
              </a:extLst>
            </p:cNvPr>
            <p:cNvSpPr/>
            <p:nvPr/>
          </p:nvSpPr>
          <p:spPr>
            <a:xfrm>
              <a:off x="900000" y="1870620"/>
              <a:ext cx="2160000" cy="828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反馈与</a:t>
              </a:r>
              <a:endPara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输入的位置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E5290F1-A714-9DA0-F526-7E5F1A82A84A}"/>
                </a:ext>
              </a:extLst>
            </p:cNvPr>
            <p:cNvSpPr txBox="1"/>
            <p:nvPr/>
          </p:nvSpPr>
          <p:spPr>
            <a:xfrm>
              <a:off x="288000" y="2772000"/>
              <a:ext cx="129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同一电极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49A7AEDA-FD80-78AB-CDD2-29CE88DA32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61E4D8CD-0A53-9E06-A43C-D5C52C4A3CA6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2700000"/>
              <a:ext cx="36000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4E35E23-905A-D56C-1354-311448538440}"/>
                </a:ext>
              </a:extLst>
            </p:cNvPr>
            <p:cNvSpPr txBox="1"/>
            <p:nvPr/>
          </p:nvSpPr>
          <p:spPr>
            <a:xfrm>
              <a:off x="2376000" y="2772000"/>
              <a:ext cx="1296000" cy="399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不同电极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039C85D7-DDDD-8479-A2C0-6ABD53F45537}"/>
                </a:ext>
              </a:extLst>
            </p:cNvPr>
            <p:cNvSpPr/>
            <p:nvPr/>
          </p:nvSpPr>
          <p:spPr>
            <a:xfrm>
              <a:off x="828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并联</a:t>
              </a:r>
              <a:endPara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81D332C2-53ED-0023-DB07-5D89DE09FD44}"/>
                </a:ext>
              </a:extLst>
            </p:cNvPr>
            <p:cNvSpPr/>
            <p:nvPr/>
          </p:nvSpPr>
          <p:spPr>
            <a:xfrm>
              <a:off x="2052000" y="3420000"/>
              <a:ext cx="1080000" cy="792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串联反馈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4150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F43F-CF38-EA35-5DAF-028049B8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D4648846-8925-717A-34EE-946654CEA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0" y="1080000"/>
            <a:ext cx="3924000" cy="552575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9F8D32F-A947-DFB5-A0E7-2B41F0880A0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1D87FC-E789-26F1-87E4-A88373186D38}"/>
              </a:ext>
            </a:extLst>
          </p:cNvPr>
          <p:cNvSpPr txBox="1"/>
          <p:nvPr/>
        </p:nvSpPr>
        <p:spPr>
          <a:xfrm>
            <a:off x="360002" y="828000"/>
            <a:ext cx="179953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示例一：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1ED26D7-D6BF-FFFE-F409-7AE480CC7F19}"/>
                  </a:ext>
                </a:extLst>
              </p:cNvPr>
              <p:cNvSpPr txBox="1"/>
              <p:nvPr/>
            </p:nvSpPr>
            <p:spPr>
              <a:xfrm>
                <a:off x="2772000" y="2520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1ED26D7-D6BF-FFFE-F409-7AE480CC7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000" y="2520000"/>
                <a:ext cx="66364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586AA21-A69B-446F-B21F-7A475A11812B}"/>
                  </a:ext>
                </a:extLst>
              </p:cNvPr>
              <p:cNvSpPr txBox="1"/>
              <p:nvPr/>
            </p:nvSpPr>
            <p:spPr>
              <a:xfrm>
                <a:off x="2628000" y="4068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586AA21-A69B-446F-B21F-7A475A11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000" y="4068000"/>
                <a:ext cx="6636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F7CFA7D5-9971-7939-4826-C609F211414E}"/>
              </a:ext>
            </a:extLst>
          </p:cNvPr>
          <p:cNvGrpSpPr/>
          <p:nvPr/>
        </p:nvGrpSpPr>
        <p:grpSpPr>
          <a:xfrm>
            <a:off x="719999" y="1548000"/>
            <a:ext cx="5328001" cy="3058887"/>
            <a:chOff x="1007999" y="1800000"/>
            <a:chExt cx="5328001" cy="305888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C061DD8-74EB-F1D8-302C-D6F2FD9C1BFC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>
              <a:off x="5256000" y="3780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76E3615-D321-992E-B389-8D2916EDA80D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3276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B3BFDE6-29CB-9CED-912A-1BA79A7FF510}"/>
                </a:ext>
              </a:extLst>
            </p:cNvPr>
            <p:cNvCxnSpPr/>
            <p:nvPr/>
          </p:nvCxnSpPr>
          <p:spPr>
            <a:xfrm>
              <a:off x="1440000" y="4284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等腰三角形 2">
              <a:extLst>
                <a:ext uri="{FF2B5EF4-FFF2-40B4-BE49-F238E27FC236}">
                  <a16:creationId xmlns:a16="http://schemas.microsoft.com/office/drawing/2014/main" id="{618EDE8E-C410-176D-3F10-48998CE54876}"/>
                </a:ext>
              </a:extLst>
            </p:cNvPr>
            <p:cNvSpPr/>
            <p:nvPr/>
          </p:nvSpPr>
          <p:spPr>
            <a:xfrm rot="5400000">
              <a:off x="3600000" y="3024000"/>
              <a:ext cx="1800000" cy="1512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C9A9BB2-E6A8-0D82-7F1C-08C29BC0C67A}"/>
                </a:ext>
              </a:extLst>
            </p:cNvPr>
            <p:cNvSpPr/>
            <p:nvPr/>
          </p:nvSpPr>
          <p:spPr>
            <a:xfrm>
              <a:off x="1872000" y="3168000"/>
              <a:ext cx="720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3EC5420-999E-F4FE-2D2A-872935767C6B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3276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0FC00CD-C366-E9D4-3271-EF26E70692D6}"/>
                </a:ext>
              </a:extLst>
            </p:cNvPr>
            <p:cNvCxnSpPr>
              <a:cxnSpLocks/>
            </p:cNvCxnSpPr>
            <p:nvPr/>
          </p:nvCxnSpPr>
          <p:spPr>
            <a:xfrm>
              <a:off x="1224000" y="3600000"/>
              <a:ext cx="432000" cy="0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72CF178-AE8A-7522-D6B8-398ABE54B663}"/>
                    </a:ext>
                  </a:extLst>
                </p:cNvPr>
                <p:cNvSpPr txBox="1"/>
                <p:nvPr/>
              </p:nvSpPr>
              <p:spPr>
                <a:xfrm>
                  <a:off x="1007999" y="4068000"/>
                  <a:ext cx="468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72CF178-AE8A-7522-D6B8-398ABE54B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999" y="4068000"/>
                  <a:ext cx="468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18D9349-1937-3A59-5C55-310272667DC2}"/>
                </a:ext>
              </a:extLst>
            </p:cNvPr>
            <p:cNvSpPr/>
            <p:nvPr/>
          </p:nvSpPr>
          <p:spPr>
            <a:xfrm>
              <a:off x="1872000" y="4176000"/>
              <a:ext cx="720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4239C1D-80C0-110A-13E1-F0906623C0EF}"/>
                    </a:ext>
                  </a:extLst>
                </p:cNvPr>
                <p:cNvSpPr txBox="1"/>
                <p:nvPr/>
              </p:nvSpPr>
              <p:spPr>
                <a:xfrm>
                  <a:off x="3780000" y="3060000"/>
                  <a:ext cx="3654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4239C1D-80C0-110A-13E1-F0906623C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000" y="3060000"/>
                  <a:ext cx="365485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4B94954-CC71-EB5F-29D8-E486F24A65A4}"/>
                    </a:ext>
                  </a:extLst>
                </p:cNvPr>
                <p:cNvSpPr txBox="1"/>
                <p:nvPr/>
              </p:nvSpPr>
              <p:spPr>
                <a:xfrm>
                  <a:off x="3780000" y="4068000"/>
                  <a:ext cx="3654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4B94954-CC71-EB5F-29D8-E486F24A6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000" y="4068000"/>
                  <a:ext cx="365485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0D01C21-115E-2A1A-7442-9DF475693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6000" y="2412000"/>
              <a:ext cx="0" cy="1368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FE6AFA9-D681-2A0B-F923-C29FB94DA0E3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2412000"/>
              <a:ext cx="2376000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1FF0F3C7-1A80-6950-4CFD-1B62ADAB9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000" y="2412000"/>
              <a:ext cx="0" cy="864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BF4FF31-2C63-9D7B-D7D9-4699DCE5919D}"/>
                    </a:ext>
                  </a:extLst>
                </p:cNvPr>
                <p:cNvSpPr txBox="1"/>
                <p:nvPr/>
              </p:nvSpPr>
              <p:spPr>
                <a:xfrm>
                  <a:off x="1980000" y="2664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BF4FF31-2C63-9D7B-D7D9-4699DCE59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000" y="2664000"/>
                  <a:ext cx="540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E8CFC14-BF65-38B3-06ED-DC670553315E}"/>
                    </a:ext>
                  </a:extLst>
                </p:cNvPr>
                <p:cNvSpPr txBox="1"/>
                <p:nvPr/>
              </p:nvSpPr>
              <p:spPr>
                <a:xfrm>
                  <a:off x="1980000" y="442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E8CFC14-BF65-38B3-06ED-DC6705533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000" y="4428000"/>
                  <a:ext cx="540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6760670-B31B-9BAA-AD31-211651B925A1}"/>
                </a:ext>
              </a:extLst>
            </p:cNvPr>
            <p:cNvSpPr/>
            <p:nvPr/>
          </p:nvSpPr>
          <p:spPr>
            <a:xfrm>
              <a:off x="3960000" y="2304000"/>
              <a:ext cx="720000" cy="21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45F97B0-C458-7F5D-88F6-C69DBEB6F155}"/>
                    </a:ext>
                  </a:extLst>
                </p:cNvPr>
                <p:cNvSpPr txBox="1"/>
                <p:nvPr/>
              </p:nvSpPr>
              <p:spPr>
                <a:xfrm>
                  <a:off x="4031999" y="1800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45F97B0-C458-7F5D-88F6-C69DBEB6F1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999" y="1800000"/>
                  <a:ext cx="540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750E119-4593-5D35-8222-12F563C5503B}"/>
                </a:ext>
              </a:extLst>
            </p:cNvPr>
            <p:cNvSpPr/>
            <p:nvPr/>
          </p:nvSpPr>
          <p:spPr>
            <a:xfrm>
              <a:off x="2988000" y="3204000"/>
              <a:ext cx="144000" cy="14400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100F7ECA-8B89-6B26-223D-FBCBFDCE6221}"/>
                </a:ext>
              </a:extLst>
            </p:cNvPr>
            <p:cNvSpPr/>
            <p:nvPr/>
          </p:nvSpPr>
          <p:spPr>
            <a:xfrm>
              <a:off x="5364000" y="3708000"/>
              <a:ext cx="144000" cy="14400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8580EF2-5670-9C13-232F-1EBC0887B595}"/>
                    </a:ext>
                  </a:extLst>
                </p:cNvPr>
                <p:cNvSpPr txBox="1"/>
                <p:nvPr/>
              </p:nvSpPr>
              <p:spPr>
                <a:xfrm>
                  <a:off x="5868000" y="3564000"/>
                  <a:ext cx="468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8580EF2-5670-9C13-232F-1EBC0887B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8000" y="3564000"/>
                  <a:ext cx="468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8E9FAE5-3F56-D877-5866-4BFFB00797A9}"/>
                  </a:ext>
                </a:extLst>
              </p:cNvPr>
              <p:cNvSpPr txBox="1"/>
              <p:nvPr/>
            </p:nvSpPr>
            <p:spPr>
              <a:xfrm>
                <a:off x="4932000" y="3564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8E9FAE5-3F56-D877-5866-4BFFB007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00" y="3564000"/>
                <a:ext cx="663643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82F996F1-43B4-103C-D334-9B368BFA72B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BFDEC699-3895-85A9-511D-F4A8531808B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4" name="箭头: 五边形 43">
                <a:extLst>
                  <a:ext uri="{FF2B5EF4-FFF2-40B4-BE49-F238E27FC236}">
                    <a16:creationId xmlns:a16="http://schemas.microsoft.com/office/drawing/2014/main" id="{DF0D4CA5-6967-392B-3BA3-73930291D50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箭头: V 形 44">
                <a:extLst>
                  <a:ext uri="{FF2B5EF4-FFF2-40B4-BE49-F238E27FC236}">
                    <a16:creationId xmlns:a16="http://schemas.microsoft.com/office/drawing/2014/main" id="{65A845F5-DCA2-1E07-7296-21D270C98A4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" name="灯片编号占位符 3">
              <a:extLst>
                <a:ext uri="{FF2B5EF4-FFF2-40B4-BE49-F238E27FC236}">
                  <a16:creationId xmlns:a16="http://schemas.microsoft.com/office/drawing/2014/main" id="{49911400-1B0E-74FD-D04A-8BC4550BBCA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A9669853-4D45-4390-B75D-1B7FDE35D476}"/>
              </a:ext>
            </a:extLst>
          </p:cNvPr>
          <p:cNvSpPr txBox="1"/>
          <p:nvPr/>
        </p:nvSpPr>
        <p:spPr>
          <a:xfrm>
            <a:off x="720000" y="5760000"/>
            <a:ext cx="468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反馈类型：串联、电压、负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392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8" grpId="0"/>
      <p:bldP spid="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D4AD4-0AC4-EAAE-A0F2-612A8C4B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CEBCE6A1-ED36-8128-95C4-058FB2560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0" y="1080000"/>
            <a:ext cx="3924000" cy="552575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1B945C5-099C-D350-308C-62DD5ABDD4B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26C8AE-D198-CF2C-FA18-5F3788B429CD}"/>
              </a:ext>
            </a:extLst>
          </p:cNvPr>
          <p:cNvSpPr txBox="1"/>
          <p:nvPr/>
        </p:nvSpPr>
        <p:spPr>
          <a:xfrm>
            <a:off x="360002" y="828000"/>
            <a:ext cx="179953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示例二：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050BE74-62B9-A0A6-FB27-16E1306672CB}"/>
                  </a:ext>
                </a:extLst>
              </p:cNvPr>
              <p:cNvSpPr txBox="1"/>
              <p:nvPr/>
            </p:nvSpPr>
            <p:spPr>
              <a:xfrm>
                <a:off x="1080000" y="3132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050BE74-62B9-A0A6-FB27-16E130667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" y="3132000"/>
                <a:ext cx="66364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7F66D2E-3B0C-C7BF-0F1B-BDBFF1606BA6}"/>
              </a:ext>
            </a:extLst>
          </p:cNvPr>
          <p:cNvCxnSpPr>
            <a:cxnSpLocks/>
            <a:stCxn id="3" idx="0"/>
          </p:cNvCxnSpPr>
          <p:nvPr/>
        </p:nvCxnSpPr>
        <p:spPr>
          <a:xfrm>
            <a:off x="4968000" y="3528000"/>
            <a:ext cx="9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7DB27F-1F30-B6B3-0F91-3F3DBD44955D}"/>
              </a:ext>
            </a:extLst>
          </p:cNvPr>
          <p:cNvCxnSpPr>
            <a:cxnSpLocks/>
          </p:cNvCxnSpPr>
          <p:nvPr/>
        </p:nvCxnSpPr>
        <p:spPr>
          <a:xfrm>
            <a:off x="1152000" y="3024000"/>
            <a:ext cx="23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E32D145-4752-0D0B-85E9-E999317B57EE}"/>
              </a:ext>
            </a:extLst>
          </p:cNvPr>
          <p:cNvCxnSpPr/>
          <p:nvPr/>
        </p:nvCxnSpPr>
        <p:spPr>
          <a:xfrm>
            <a:off x="1152000" y="4032000"/>
            <a:ext cx="23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44A37BE7-7028-A2AD-5915-09379189768F}"/>
              </a:ext>
            </a:extLst>
          </p:cNvPr>
          <p:cNvSpPr/>
          <p:nvPr/>
        </p:nvSpPr>
        <p:spPr>
          <a:xfrm rot="5400000">
            <a:off x="3312000" y="2772000"/>
            <a:ext cx="1800000" cy="1512000"/>
          </a:xfrm>
          <a:prstGeom prst="triangl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28813F-A0F9-5795-1A79-CD42B2A90A91}"/>
              </a:ext>
            </a:extLst>
          </p:cNvPr>
          <p:cNvSpPr/>
          <p:nvPr/>
        </p:nvSpPr>
        <p:spPr>
          <a:xfrm>
            <a:off x="1584000" y="2916000"/>
            <a:ext cx="720000" cy="21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EC97F09-164E-C363-44FE-7845DC671D42}"/>
              </a:ext>
            </a:extLst>
          </p:cNvPr>
          <p:cNvCxnSpPr>
            <a:cxnSpLocks/>
          </p:cNvCxnSpPr>
          <p:nvPr/>
        </p:nvCxnSpPr>
        <p:spPr>
          <a:xfrm>
            <a:off x="1152000" y="4032504"/>
            <a:ext cx="0" cy="28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7AD41B3-3433-AAA1-E938-3DCA0A77C9FB}"/>
              </a:ext>
            </a:extLst>
          </p:cNvPr>
          <p:cNvCxnSpPr>
            <a:cxnSpLocks/>
          </p:cNvCxnSpPr>
          <p:nvPr/>
        </p:nvCxnSpPr>
        <p:spPr>
          <a:xfrm>
            <a:off x="936000" y="4356504"/>
            <a:ext cx="4320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06EAA6E-BB7F-DC81-898A-0687406AD19C}"/>
                  </a:ext>
                </a:extLst>
              </p:cNvPr>
              <p:cNvSpPr txBox="1"/>
              <p:nvPr/>
            </p:nvSpPr>
            <p:spPr>
              <a:xfrm>
                <a:off x="719999" y="2772000"/>
                <a:ext cx="468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06EAA6E-BB7F-DC81-898A-0687406AD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9" y="2772000"/>
                <a:ext cx="4680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0973D528-9FC7-5613-7609-8046F8528909}"/>
              </a:ext>
            </a:extLst>
          </p:cNvPr>
          <p:cNvSpPr/>
          <p:nvPr/>
        </p:nvSpPr>
        <p:spPr>
          <a:xfrm>
            <a:off x="1584000" y="3924000"/>
            <a:ext cx="720000" cy="216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8D295D1-8641-A737-8BF9-E30133FFF1FD}"/>
                  </a:ext>
                </a:extLst>
              </p:cNvPr>
              <p:cNvSpPr txBox="1"/>
              <p:nvPr/>
            </p:nvSpPr>
            <p:spPr>
              <a:xfrm>
                <a:off x="3492000" y="2808000"/>
                <a:ext cx="365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8D295D1-8641-A737-8BF9-E30133FFF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00" y="2808000"/>
                <a:ext cx="36548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73AB18-AC2D-1676-63F0-919CFEB5D5D1}"/>
                  </a:ext>
                </a:extLst>
              </p:cNvPr>
              <p:cNvSpPr txBox="1"/>
              <p:nvPr/>
            </p:nvSpPr>
            <p:spPr>
              <a:xfrm>
                <a:off x="3492000" y="3816000"/>
                <a:ext cx="365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F73AB18-AC2D-1676-63F0-919CFEB5D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00" y="3816000"/>
                <a:ext cx="36548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64B758B-539D-194D-6F6A-0D131AFFBA07}"/>
              </a:ext>
            </a:extLst>
          </p:cNvPr>
          <p:cNvCxnSpPr>
            <a:cxnSpLocks/>
          </p:cNvCxnSpPr>
          <p:nvPr/>
        </p:nvCxnSpPr>
        <p:spPr>
          <a:xfrm flipV="1">
            <a:off x="5148000" y="2160000"/>
            <a:ext cx="0" cy="239400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C4043F0-C32A-D959-EE87-E557FD6CB419}"/>
              </a:ext>
            </a:extLst>
          </p:cNvPr>
          <p:cNvCxnSpPr>
            <a:cxnSpLocks/>
          </p:cNvCxnSpPr>
          <p:nvPr/>
        </p:nvCxnSpPr>
        <p:spPr>
          <a:xfrm>
            <a:off x="2772000" y="2160000"/>
            <a:ext cx="2376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C5194DF-C644-DD50-8289-7C2E0F259CD4}"/>
              </a:ext>
            </a:extLst>
          </p:cNvPr>
          <p:cNvCxnSpPr>
            <a:cxnSpLocks/>
          </p:cNvCxnSpPr>
          <p:nvPr/>
        </p:nvCxnSpPr>
        <p:spPr>
          <a:xfrm flipV="1">
            <a:off x="2772000" y="2160000"/>
            <a:ext cx="0" cy="86400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417B7E5-41B7-580B-E713-A228573CBBD9}"/>
                  </a:ext>
                </a:extLst>
              </p:cNvPr>
              <p:cNvSpPr txBox="1"/>
              <p:nvPr/>
            </p:nvSpPr>
            <p:spPr>
              <a:xfrm>
                <a:off x="1692000" y="2412000"/>
                <a:ext cx="540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417B7E5-41B7-580B-E713-A228573CB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000" y="2412000"/>
                <a:ext cx="5400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3CA821F-EF2F-484B-DDBE-0AEABC07729D}"/>
                  </a:ext>
                </a:extLst>
              </p:cNvPr>
              <p:cNvSpPr txBox="1"/>
              <p:nvPr/>
            </p:nvSpPr>
            <p:spPr>
              <a:xfrm>
                <a:off x="1692000" y="4176000"/>
                <a:ext cx="540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3CA821F-EF2F-484B-DDBE-0AEABC077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000" y="4176000"/>
                <a:ext cx="54000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6EE609C8-3A83-E817-91F6-8B3D1CD6D323}"/>
              </a:ext>
            </a:extLst>
          </p:cNvPr>
          <p:cNvSpPr/>
          <p:nvPr/>
        </p:nvSpPr>
        <p:spPr>
          <a:xfrm>
            <a:off x="3672000" y="2052000"/>
            <a:ext cx="720000" cy="21600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942E81B-45A4-B160-D3F0-13CA6A11FC2C}"/>
                  </a:ext>
                </a:extLst>
              </p:cNvPr>
              <p:cNvSpPr txBox="1"/>
              <p:nvPr/>
            </p:nvSpPr>
            <p:spPr>
              <a:xfrm>
                <a:off x="3743999" y="1548000"/>
                <a:ext cx="540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942E81B-45A4-B160-D3F0-13CA6A11F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99" y="1548000"/>
                <a:ext cx="54000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椭圆 34">
            <a:extLst>
              <a:ext uri="{FF2B5EF4-FFF2-40B4-BE49-F238E27FC236}">
                <a16:creationId xmlns:a16="http://schemas.microsoft.com/office/drawing/2014/main" id="{B9B9294C-60F3-BBC0-FFC0-53EDE74464BF}"/>
              </a:ext>
            </a:extLst>
          </p:cNvPr>
          <p:cNvSpPr/>
          <p:nvPr/>
        </p:nvSpPr>
        <p:spPr>
          <a:xfrm>
            <a:off x="2700000" y="2952000"/>
            <a:ext cx="144000" cy="144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E4AA7AF-67CD-C476-B9B0-A93B893A26B8}"/>
                  </a:ext>
                </a:extLst>
              </p:cNvPr>
              <p:cNvSpPr txBox="1"/>
              <p:nvPr/>
            </p:nvSpPr>
            <p:spPr>
              <a:xfrm>
                <a:off x="6048000" y="3420000"/>
                <a:ext cx="468000" cy="126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E4AA7AF-67CD-C476-B9B0-A93B893A2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000" y="3420000"/>
                <a:ext cx="468000" cy="126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F8FE159B-6AEB-24A6-9CF2-F39C52C8E17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D898F81E-C342-2F16-5DC1-72D57D7AA76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4" name="箭头: 五边形 43">
                <a:extLst>
                  <a:ext uri="{FF2B5EF4-FFF2-40B4-BE49-F238E27FC236}">
                    <a16:creationId xmlns:a16="http://schemas.microsoft.com/office/drawing/2014/main" id="{B577D6D5-2563-6061-5294-3106B77862B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箭头: V 形 44">
                <a:extLst>
                  <a:ext uri="{FF2B5EF4-FFF2-40B4-BE49-F238E27FC236}">
                    <a16:creationId xmlns:a16="http://schemas.microsoft.com/office/drawing/2014/main" id="{9E910F16-0AE1-1AB3-23A5-26F47F325F9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" name="灯片编号占位符 3">
              <a:extLst>
                <a:ext uri="{FF2B5EF4-FFF2-40B4-BE49-F238E27FC236}">
                  <a16:creationId xmlns:a16="http://schemas.microsoft.com/office/drawing/2014/main" id="{F40FFF2E-D3A8-4CD3-89FC-AE8A040D011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6C9F3243-621E-AEA7-B1C9-06279BFC99AF}"/>
              </a:ext>
            </a:extLst>
          </p:cNvPr>
          <p:cNvSpPr txBox="1"/>
          <p:nvPr/>
        </p:nvSpPr>
        <p:spPr>
          <a:xfrm>
            <a:off x="720000" y="5760000"/>
            <a:ext cx="468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反馈类型：并联、电流、负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C0B4A77-A949-6749-C007-2F470F0AB2C1}"/>
              </a:ext>
            </a:extLst>
          </p:cNvPr>
          <p:cNvCxnSpPr>
            <a:cxnSpLocks/>
          </p:cNvCxnSpPr>
          <p:nvPr/>
        </p:nvCxnSpPr>
        <p:spPr>
          <a:xfrm flipV="1">
            <a:off x="5868000" y="3528000"/>
            <a:ext cx="0" cy="2052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09438B32-4B9D-73D1-A946-B34C617CA4E0}"/>
              </a:ext>
            </a:extLst>
          </p:cNvPr>
          <p:cNvSpPr/>
          <p:nvPr/>
        </p:nvSpPr>
        <p:spPr>
          <a:xfrm>
            <a:off x="5760000" y="3672000"/>
            <a:ext cx="216000" cy="7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A6AA8E-512E-9439-8EF1-0498513F82CE}"/>
              </a:ext>
            </a:extLst>
          </p:cNvPr>
          <p:cNvSpPr/>
          <p:nvPr/>
        </p:nvSpPr>
        <p:spPr>
          <a:xfrm>
            <a:off x="5760000" y="4716000"/>
            <a:ext cx="216000" cy="7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37CB257-9D1D-D89D-F9AB-763FA77728DC}"/>
              </a:ext>
            </a:extLst>
          </p:cNvPr>
          <p:cNvCxnSpPr>
            <a:cxnSpLocks/>
          </p:cNvCxnSpPr>
          <p:nvPr/>
        </p:nvCxnSpPr>
        <p:spPr>
          <a:xfrm>
            <a:off x="5688000" y="5616000"/>
            <a:ext cx="3600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3C1C2DB-8F41-3798-1223-8D39864F4052}"/>
              </a:ext>
            </a:extLst>
          </p:cNvPr>
          <p:cNvCxnSpPr>
            <a:cxnSpLocks/>
          </p:cNvCxnSpPr>
          <p:nvPr/>
        </p:nvCxnSpPr>
        <p:spPr>
          <a:xfrm>
            <a:off x="5148000" y="4554000"/>
            <a:ext cx="720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AD08BA3-FD3E-135F-06EC-B8A7093FABD9}"/>
                  </a:ext>
                </a:extLst>
              </p:cNvPr>
              <p:cNvSpPr txBox="1"/>
              <p:nvPr/>
            </p:nvSpPr>
            <p:spPr>
              <a:xfrm>
                <a:off x="5256000" y="3816000"/>
                <a:ext cx="540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AD08BA3-FD3E-135F-06EC-B8A7093FA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000" y="3816000"/>
                <a:ext cx="540000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5246052-ECDC-FBF0-A6B3-A9CCE83070FA}"/>
                  </a:ext>
                </a:extLst>
              </p:cNvPr>
              <p:cNvSpPr txBox="1"/>
              <p:nvPr/>
            </p:nvSpPr>
            <p:spPr>
              <a:xfrm>
                <a:off x="5364000" y="4860000"/>
                <a:ext cx="3600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5246052-ECDC-FBF0-A6B3-A9CCE8307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00" y="4860000"/>
                <a:ext cx="360000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61755B6-67C3-20DC-8E84-5C074DE1AABD}"/>
                  </a:ext>
                </a:extLst>
              </p:cNvPr>
              <p:cNvSpPr txBox="1"/>
              <p:nvPr/>
            </p:nvSpPr>
            <p:spPr>
              <a:xfrm>
                <a:off x="5400000" y="3060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61755B6-67C3-20DC-8E84-5C074DE1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0" y="3060000"/>
                <a:ext cx="66364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2FE11BC-A60B-C51E-11C0-2A87C04FAF98}"/>
                  </a:ext>
                </a:extLst>
              </p:cNvPr>
              <p:cNvSpPr txBox="1"/>
              <p:nvPr/>
            </p:nvSpPr>
            <p:spPr>
              <a:xfrm>
                <a:off x="4500000" y="4320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2FE11BC-A60B-C51E-11C0-2A87C04FA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000" y="4320000"/>
                <a:ext cx="663643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88FE105-58C5-C289-3D44-6F645030312A}"/>
                  </a:ext>
                </a:extLst>
              </p:cNvPr>
              <p:cNvSpPr txBox="1"/>
              <p:nvPr/>
            </p:nvSpPr>
            <p:spPr>
              <a:xfrm>
                <a:off x="2772000" y="2448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88FE105-58C5-C289-3D44-6F6450303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000" y="2448000"/>
                <a:ext cx="66364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椭圆 35">
            <a:extLst>
              <a:ext uri="{FF2B5EF4-FFF2-40B4-BE49-F238E27FC236}">
                <a16:creationId xmlns:a16="http://schemas.microsoft.com/office/drawing/2014/main" id="{D5787FAF-1C3B-1096-F6A8-5AA44849F0C8}"/>
              </a:ext>
            </a:extLst>
          </p:cNvPr>
          <p:cNvSpPr/>
          <p:nvPr/>
        </p:nvSpPr>
        <p:spPr>
          <a:xfrm>
            <a:off x="5796000" y="4482000"/>
            <a:ext cx="144000" cy="144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43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7" grpId="0"/>
      <p:bldP spid="28" grpId="0"/>
      <p:bldP spid="39" grpId="0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FB065-2F1F-76E3-37D7-10FF3BDD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D033FE7-1E76-FEA6-8A1E-9557EDD1F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0" y="1080000"/>
            <a:ext cx="3924000" cy="552575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6C95485-0FBA-3D8E-7789-94E4BDEE02C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集成运算放大器的外部反馈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45E3D8-0215-2A42-2F4C-5A8E983E5450}"/>
              </a:ext>
            </a:extLst>
          </p:cNvPr>
          <p:cNvSpPr txBox="1"/>
          <p:nvPr/>
        </p:nvSpPr>
        <p:spPr>
          <a:xfrm>
            <a:off x="360002" y="828000"/>
            <a:ext cx="179953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1FE141F-F2AA-EB48-9FE8-0D7C439DE14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E5A839F-2C88-CFD4-01BC-1B0CFF4E24F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4" name="箭头: 五边形 43">
                <a:extLst>
                  <a:ext uri="{FF2B5EF4-FFF2-40B4-BE49-F238E27FC236}">
                    <a16:creationId xmlns:a16="http://schemas.microsoft.com/office/drawing/2014/main" id="{3B016ADD-01B4-1F57-6421-1213F3AEECC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箭头: V 形 44">
                <a:extLst>
                  <a:ext uri="{FF2B5EF4-FFF2-40B4-BE49-F238E27FC236}">
                    <a16:creationId xmlns:a16="http://schemas.microsoft.com/office/drawing/2014/main" id="{CD9B2A66-7661-539D-F84F-D4B58A569D5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" name="灯片编号占位符 3">
              <a:extLst>
                <a:ext uri="{FF2B5EF4-FFF2-40B4-BE49-F238E27FC236}">
                  <a16:creationId xmlns:a16="http://schemas.microsoft.com/office/drawing/2014/main" id="{B7A12AD3-018F-44EB-C489-1D8DC87A7B3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3A4B3734-68B2-D88B-264E-D42320755BA6}"/>
              </a:ext>
            </a:extLst>
          </p:cNvPr>
          <p:cNvSpPr txBox="1"/>
          <p:nvPr/>
        </p:nvSpPr>
        <p:spPr>
          <a:xfrm>
            <a:off x="720000" y="5760000"/>
            <a:ext cx="4680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反馈类型：串联、电压、正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95F476C9-FA59-30E3-210C-E19735752BC3}"/>
                  </a:ext>
                </a:extLst>
              </p:cNvPr>
              <p:cNvSpPr txBox="1"/>
              <p:nvPr/>
            </p:nvSpPr>
            <p:spPr>
              <a:xfrm>
                <a:off x="1512000" y="3960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95F476C9-FA59-30E3-210C-E19735752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3960000"/>
                <a:ext cx="66364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C87D682-565B-72D2-B6C0-02ACE73989C6}"/>
                  </a:ext>
                </a:extLst>
              </p:cNvPr>
              <p:cNvSpPr txBox="1"/>
              <p:nvPr/>
            </p:nvSpPr>
            <p:spPr>
              <a:xfrm>
                <a:off x="3600000" y="2736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(+)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C87D682-565B-72D2-B6C0-02ACE7398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0" y="2736000"/>
                <a:ext cx="6636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B64B3F2D-FC74-4307-BC79-C67D52D4093D}"/>
                  </a:ext>
                </a:extLst>
              </p:cNvPr>
              <p:cNvSpPr txBox="1"/>
              <p:nvPr/>
            </p:nvSpPr>
            <p:spPr>
              <a:xfrm>
                <a:off x="6660000" y="3636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B64B3F2D-FC74-4307-BC79-C67D52D4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000" y="3636000"/>
                <a:ext cx="66364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44131EE-6421-E274-B15F-94B4F910273B}"/>
                  </a:ext>
                </a:extLst>
              </p:cNvPr>
              <p:cNvSpPr txBox="1"/>
              <p:nvPr/>
            </p:nvSpPr>
            <p:spPr>
              <a:xfrm>
                <a:off x="1512000" y="3240000"/>
                <a:ext cx="6636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(−)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44131EE-6421-E274-B15F-94B4F9102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3240000"/>
                <a:ext cx="66364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3FE759B5-8DE3-0B6F-CC08-29DC033409F5}"/>
              </a:ext>
            </a:extLst>
          </p:cNvPr>
          <p:cNvGrpSpPr/>
          <p:nvPr/>
        </p:nvGrpSpPr>
        <p:grpSpPr>
          <a:xfrm>
            <a:off x="360000" y="1440000"/>
            <a:ext cx="7380000" cy="2950887"/>
            <a:chOff x="252000" y="1440000"/>
            <a:chExt cx="7380000" cy="2950887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B222ACE3-6C17-3BFF-16D4-E15A16BA769F}"/>
                </a:ext>
              </a:extLst>
            </p:cNvPr>
            <p:cNvCxnSpPr>
              <a:cxnSpLocks/>
            </p:cNvCxnSpPr>
            <p:nvPr/>
          </p:nvCxnSpPr>
          <p:spPr>
            <a:xfrm>
              <a:off x="4068001" y="3924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99388BA-5D61-1353-5F0B-EA536F422700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>
              <a:off x="3240001" y="3564000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CA2D900-D2E6-4E55-5A7B-3085D5C2B5A3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" y="3204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1EC61BC-C190-51C6-9D09-8E7B59CC2313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" y="3924000"/>
              <a:ext cx="14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等腰三角形 2">
              <a:extLst>
                <a:ext uri="{FF2B5EF4-FFF2-40B4-BE49-F238E27FC236}">
                  <a16:creationId xmlns:a16="http://schemas.microsoft.com/office/drawing/2014/main" id="{8D86EBF3-F74D-ED65-2E0C-9424AFAEAECB}"/>
                </a:ext>
              </a:extLst>
            </p:cNvPr>
            <p:cNvSpPr/>
            <p:nvPr/>
          </p:nvSpPr>
          <p:spPr>
            <a:xfrm rot="5400000">
              <a:off x="1908001" y="2952000"/>
              <a:ext cx="1440000" cy="1224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C95250D-115C-563C-6944-A3EB2364CF48}"/>
                </a:ext>
              </a:extLst>
            </p:cNvPr>
            <p:cNvSpPr/>
            <p:nvPr/>
          </p:nvSpPr>
          <p:spPr>
            <a:xfrm>
              <a:off x="936000" y="313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71E8032D-5649-B6DB-DF30-E5D512754948}"/>
                </a:ext>
              </a:extLst>
            </p:cNvPr>
            <p:cNvSpPr/>
            <p:nvPr/>
          </p:nvSpPr>
          <p:spPr>
            <a:xfrm>
              <a:off x="936000" y="385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431E523-F1E0-4D33-FF7E-876A236187F4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" y="3204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81D83A1-9EE1-6774-C976-1D807F1FBC83}"/>
                </a:ext>
              </a:extLst>
            </p:cNvPr>
            <p:cNvCxnSpPr>
              <a:cxnSpLocks/>
            </p:cNvCxnSpPr>
            <p:nvPr/>
          </p:nvCxnSpPr>
          <p:spPr>
            <a:xfrm>
              <a:off x="576000" y="349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B88D2D1-2656-C2C8-BDC8-C51A96E4AB59}"/>
                </a:ext>
              </a:extLst>
            </p:cNvPr>
            <p:cNvCxnSpPr>
              <a:cxnSpLocks/>
            </p:cNvCxnSpPr>
            <p:nvPr/>
          </p:nvCxnSpPr>
          <p:spPr>
            <a:xfrm>
              <a:off x="3528001" y="2484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0FB63DB-1DF9-749B-22C4-40743166C572}"/>
                </a:ext>
              </a:extLst>
            </p:cNvPr>
            <p:cNvCxnSpPr>
              <a:cxnSpLocks/>
            </p:cNvCxnSpPr>
            <p:nvPr/>
          </p:nvCxnSpPr>
          <p:spPr>
            <a:xfrm>
              <a:off x="1782001" y="2484000"/>
              <a:ext cx="174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11268AB-C712-2C0E-0BAA-A20DEBFDDD35}"/>
                </a:ext>
              </a:extLst>
            </p:cNvPr>
            <p:cNvCxnSpPr>
              <a:cxnSpLocks/>
            </p:cNvCxnSpPr>
            <p:nvPr/>
          </p:nvCxnSpPr>
          <p:spPr>
            <a:xfrm>
              <a:off x="1782001" y="1980000"/>
              <a:ext cx="0" cy="1224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5E709612-BA10-13F6-6538-E32068DB6BEB}"/>
                </a:ext>
              </a:extLst>
            </p:cNvPr>
            <p:cNvSpPr/>
            <p:nvPr/>
          </p:nvSpPr>
          <p:spPr>
            <a:xfrm>
              <a:off x="1710001" y="3132000"/>
              <a:ext cx="144000" cy="14400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CEEE80BE-A472-FDA1-DB32-4DF004BB5F11}"/>
                </a:ext>
              </a:extLst>
            </p:cNvPr>
            <p:cNvCxnSpPr>
              <a:cxnSpLocks/>
            </p:cNvCxnSpPr>
            <p:nvPr/>
          </p:nvCxnSpPr>
          <p:spPr>
            <a:xfrm>
              <a:off x="1782001" y="1980000"/>
              <a:ext cx="5112000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4C5BA105-CE00-38CB-85F8-2A8003107E9E}"/>
                </a:ext>
              </a:extLst>
            </p:cNvPr>
            <p:cNvSpPr/>
            <p:nvPr/>
          </p:nvSpPr>
          <p:spPr>
            <a:xfrm>
              <a:off x="1710001" y="2412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B92BB1A-B08B-A158-990C-089D91B40654}"/>
                </a:ext>
              </a:extLst>
            </p:cNvPr>
            <p:cNvCxnSpPr>
              <a:cxnSpLocks/>
            </p:cNvCxnSpPr>
            <p:nvPr/>
          </p:nvCxnSpPr>
          <p:spPr>
            <a:xfrm>
              <a:off x="3528001" y="3204000"/>
              <a:ext cx="19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4691C389-9A85-7EF6-BA91-B46162500350}"/>
                </a:ext>
              </a:extLst>
            </p:cNvPr>
            <p:cNvSpPr/>
            <p:nvPr/>
          </p:nvSpPr>
          <p:spPr>
            <a:xfrm rot="5400000">
              <a:off x="5364001" y="2952000"/>
              <a:ext cx="1440000" cy="1224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02B2029-47B0-4274-C3A9-A5F488D2CB8C}"/>
                </a:ext>
              </a:extLst>
            </p:cNvPr>
            <p:cNvCxnSpPr>
              <a:cxnSpLocks/>
            </p:cNvCxnSpPr>
            <p:nvPr/>
          </p:nvCxnSpPr>
          <p:spPr>
            <a:xfrm>
              <a:off x="4068001" y="3924000"/>
              <a:ext cx="0" cy="28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2A7D3660-DC57-CB98-02AF-EB18A858FE6E}"/>
                </a:ext>
              </a:extLst>
            </p:cNvPr>
            <p:cNvCxnSpPr>
              <a:cxnSpLocks/>
            </p:cNvCxnSpPr>
            <p:nvPr/>
          </p:nvCxnSpPr>
          <p:spPr>
            <a:xfrm>
              <a:off x="3924001" y="421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C7FC5B34-97BF-781B-7DE3-58CA19127335}"/>
                </a:ext>
              </a:extLst>
            </p:cNvPr>
            <p:cNvSpPr/>
            <p:nvPr/>
          </p:nvSpPr>
          <p:spPr>
            <a:xfrm>
              <a:off x="3456001" y="3132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9E229DA3-56E6-B88A-080A-6983AF07EB24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>
              <a:off x="6696001" y="3564000"/>
              <a:ext cx="46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B14D728A-7015-7885-88C1-0466F2C669B8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01" y="1980000"/>
              <a:ext cx="0" cy="1584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A78AC849-51D8-7222-659A-C2412894D73C}"/>
                </a:ext>
              </a:extLst>
            </p:cNvPr>
            <p:cNvSpPr/>
            <p:nvPr/>
          </p:nvSpPr>
          <p:spPr>
            <a:xfrm>
              <a:off x="6822001" y="3492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D88EF42-B4CD-535A-FCCC-D1886A2969B8}"/>
                </a:ext>
              </a:extLst>
            </p:cNvPr>
            <p:cNvSpPr/>
            <p:nvPr/>
          </p:nvSpPr>
          <p:spPr>
            <a:xfrm>
              <a:off x="4068001" y="1908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94809A9-4FCC-54CD-E77D-179A40937AA8}"/>
                </a:ext>
              </a:extLst>
            </p:cNvPr>
            <p:cNvSpPr/>
            <p:nvPr/>
          </p:nvSpPr>
          <p:spPr>
            <a:xfrm>
              <a:off x="2448001" y="241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3593ADA9-C2A0-C7E1-BDA0-F6F5F315CBDA}"/>
                </a:ext>
              </a:extLst>
            </p:cNvPr>
            <p:cNvSpPr/>
            <p:nvPr/>
          </p:nvSpPr>
          <p:spPr>
            <a:xfrm>
              <a:off x="4176001" y="313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B41F8B26-A0B7-6109-1506-29CE42818D5E}"/>
                </a:ext>
              </a:extLst>
            </p:cNvPr>
            <p:cNvCxnSpPr>
              <a:cxnSpLocks/>
            </p:cNvCxnSpPr>
            <p:nvPr/>
          </p:nvCxnSpPr>
          <p:spPr>
            <a:xfrm>
              <a:off x="5238001" y="2484000"/>
              <a:ext cx="165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98C92828-7064-01BB-9DBF-B7DCD22B7E4D}"/>
                </a:ext>
              </a:extLst>
            </p:cNvPr>
            <p:cNvCxnSpPr>
              <a:cxnSpLocks/>
            </p:cNvCxnSpPr>
            <p:nvPr/>
          </p:nvCxnSpPr>
          <p:spPr>
            <a:xfrm>
              <a:off x="5238001" y="2484000"/>
              <a:ext cx="0" cy="72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5E83B656-0283-CEA6-7AF5-8055290F4D8F}"/>
                </a:ext>
              </a:extLst>
            </p:cNvPr>
            <p:cNvSpPr/>
            <p:nvPr/>
          </p:nvSpPr>
          <p:spPr>
            <a:xfrm>
              <a:off x="5166001" y="3132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B3A3DCEE-9265-B912-D9A4-A264F1FB91C5}"/>
                </a:ext>
              </a:extLst>
            </p:cNvPr>
            <p:cNvSpPr/>
            <p:nvPr/>
          </p:nvSpPr>
          <p:spPr>
            <a:xfrm>
              <a:off x="4500001" y="385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3808736C-0C08-32C2-0A05-8EE7F4791368}"/>
                </a:ext>
              </a:extLst>
            </p:cNvPr>
            <p:cNvSpPr/>
            <p:nvPr/>
          </p:nvSpPr>
          <p:spPr>
            <a:xfrm>
              <a:off x="5832001" y="2412000"/>
              <a:ext cx="504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92F6DB4E-DF75-CB38-E8ED-C4BC5DCEE511}"/>
                </a:ext>
              </a:extLst>
            </p:cNvPr>
            <p:cNvSpPr/>
            <p:nvPr/>
          </p:nvSpPr>
          <p:spPr>
            <a:xfrm>
              <a:off x="6822001" y="2412000"/>
              <a:ext cx="144000" cy="14400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06BD2C2-0FEA-89F5-F718-AB574306F952}"/>
                    </a:ext>
                  </a:extLst>
                </p:cNvPr>
                <p:cNvSpPr txBox="1"/>
                <p:nvPr/>
              </p:nvSpPr>
              <p:spPr>
                <a:xfrm>
                  <a:off x="4104001" y="1440000"/>
                  <a:ext cx="42870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06BD2C2-0FEA-89F5-F718-AB574306F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4001" y="1440000"/>
                  <a:ext cx="42870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BCD49992-B28F-F357-BD51-99F3EA94C788}"/>
                    </a:ext>
                  </a:extLst>
                </p:cNvPr>
                <p:cNvSpPr txBox="1"/>
                <p:nvPr/>
              </p:nvSpPr>
              <p:spPr>
                <a:xfrm>
                  <a:off x="252000" y="3672000"/>
                  <a:ext cx="468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BCD49992-B28F-F357-BD51-99F3EA94C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00" y="3672000"/>
                  <a:ext cx="468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97A6EE1-C3D7-E61B-C30E-233E4457A404}"/>
                    </a:ext>
                  </a:extLst>
                </p:cNvPr>
                <p:cNvSpPr txBox="1"/>
                <p:nvPr/>
              </p:nvSpPr>
              <p:spPr>
                <a:xfrm>
                  <a:off x="864000" y="2664000"/>
                  <a:ext cx="63203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97A6EE1-C3D7-E61B-C30E-233E4457A4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" y="2664000"/>
                  <a:ext cx="632033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4974B11-1EB4-8BF1-6D9D-7FFC9FF8C1BD}"/>
                    </a:ext>
                  </a:extLst>
                </p:cNvPr>
                <p:cNvSpPr txBox="1"/>
                <p:nvPr/>
              </p:nvSpPr>
              <p:spPr>
                <a:xfrm>
                  <a:off x="864000" y="3384000"/>
                  <a:ext cx="63203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4974B11-1EB4-8BF1-6D9D-7FFC9FF8C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00" y="3384000"/>
                  <a:ext cx="632033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68BE774-5C8E-7865-4472-A956B2D861C3}"/>
                    </a:ext>
                  </a:extLst>
                </p:cNvPr>
                <p:cNvSpPr txBox="1"/>
                <p:nvPr/>
              </p:nvSpPr>
              <p:spPr>
                <a:xfrm>
                  <a:off x="2484001" y="2520000"/>
                  <a:ext cx="58099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68BE774-5C8E-7865-4472-A956B2D86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4001" y="2520000"/>
                  <a:ext cx="580993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BFFF2DEE-A9EF-230D-C458-4666087A1E00}"/>
                    </a:ext>
                  </a:extLst>
                </p:cNvPr>
                <p:cNvSpPr txBox="1"/>
                <p:nvPr/>
              </p:nvSpPr>
              <p:spPr>
                <a:xfrm>
                  <a:off x="5868001" y="2520000"/>
                  <a:ext cx="58099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BFFF2DEE-A9EF-230D-C458-4666087A1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8001" y="2520000"/>
                  <a:ext cx="580993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8E059630-451F-1F8C-83AF-C8A2B053D28F}"/>
                    </a:ext>
                  </a:extLst>
                </p:cNvPr>
                <p:cNvSpPr txBox="1"/>
                <p:nvPr/>
              </p:nvSpPr>
              <p:spPr>
                <a:xfrm>
                  <a:off x="4428001" y="3960000"/>
                  <a:ext cx="640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8E059630-451F-1F8C-83AF-C8A2B053D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8001" y="3960000"/>
                  <a:ext cx="640303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5579CDF8-75DD-3DC0-9A6F-93ABA6B71B63}"/>
                    </a:ext>
                  </a:extLst>
                </p:cNvPr>
                <p:cNvSpPr txBox="1"/>
                <p:nvPr/>
              </p:nvSpPr>
              <p:spPr>
                <a:xfrm>
                  <a:off x="4126994" y="2664000"/>
                  <a:ext cx="640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5579CDF8-75DD-3DC0-9A6F-93ABA6B71B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994" y="2664000"/>
                  <a:ext cx="640303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70E76F43-6156-262A-CF30-8C61391837E1}"/>
                    </a:ext>
                  </a:extLst>
                </p:cNvPr>
                <p:cNvSpPr txBox="1"/>
                <p:nvPr/>
              </p:nvSpPr>
              <p:spPr>
                <a:xfrm>
                  <a:off x="7164000" y="3312000"/>
                  <a:ext cx="468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70E76F43-6156-262A-CF30-8C6139183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4000" y="3312000"/>
                  <a:ext cx="468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7C1F9DC1-9785-4644-BC97-BB600E3616D2}"/>
                    </a:ext>
                  </a:extLst>
                </p:cNvPr>
                <p:cNvSpPr txBox="1"/>
                <p:nvPr/>
              </p:nvSpPr>
              <p:spPr>
                <a:xfrm>
                  <a:off x="3240001" y="3492000"/>
                  <a:ext cx="628826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7C1F9DC1-9785-4644-BC97-BB600E361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001" y="3492000"/>
                  <a:ext cx="628826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D4C47713-2861-435D-3EFD-67A168107B88}"/>
                    </a:ext>
                  </a:extLst>
                </p:cNvPr>
                <p:cNvSpPr txBox="1"/>
                <p:nvPr/>
              </p:nvSpPr>
              <p:spPr>
                <a:xfrm>
                  <a:off x="2052001" y="2988000"/>
                  <a:ext cx="3654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D4C47713-2861-435D-3EFD-67A168107B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2001" y="2988000"/>
                  <a:ext cx="365485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AE55359A-8FAB-0BD0-EEC8-E63967544CBE}"/>
                    </a:ext>
                  </a:extLst>
                </p:cNvPr>
                <p:cNvSpPr txBox="1"/>
                <p:nvPr/>
              </p:nvSpPr>
              <p:spPr>
                <a:xfrm>
                  <a:off x="2052001" y="3708000"/>
                  <a:ext cx="3654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AE55359A-8FAB-0BD0-EEC8-E63967544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2001" y="3708000"/>
                  <a:ext cx="365485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8568C849-3331-02DF-8D54-D21DE20561DF}"/>
                    </a:ext>
                  </a:extLst>
                </p:cNvPr>
                <p:cNvSpPr txBox="1"/>
                <p:nvPr/>
              </p:nvSpPr>
              <p:spPr>
                <a:xfrm>
                  <a:off x="5508001" y="2988000"/>
                  <a:ext cx="3654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8568C849-3331-02DF-8D54-D21DE2056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001" y="2988000"/>
                  <a:ext cx="365485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CF8FB3CF-559B-53F8-87D9-B8DF52440BC2}"/>
                    </a:ext>
                  </a:extLst>
                </p:cNvPr>
                <p:cNvSpPr txBox="1"/>
                <p:nvPr/>
              </p:nvSpPr>
              <p:spPr>
                <a:xfrm>
                  <a:off x="5508001" y="3708000"/>
                  <a:ext cx="36548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CF8FB3CF-559B-53F8-87D9-B8DF52440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001" y="3708000"/>
                  <a:ext cx="365485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3EB9FF1-33ED-BB73-9EF5-38591A8F51F3}"/>
                    </a:ext>
                  </a:extLst>
                </p:cNvPr>
                <p:cNvSpPr txBox="1"/>
                <p:nvPr/>
              </p:nvSpPr>
              <p:spPr>
                <a:xfrm>
                  <a:off x="2376001" y="3312000"/>
                  <a:ext cx="4843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3EB9FF1-33ED-BB73-9EF5-38591A8F5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1" y="3312000"/>
                  <a:ext cx="484300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D628835A-AA91-9B24-FD9B-38240D7D6E5C}"/>
                    </a:ext>
                  </a:extLst>
                </p:cNvPr>
                <p:cNvSpPr txBox="1"/>
                <p:nvPr/>
              </p:nvSpPr>
              <p:spPr>
                <a:xfrm>
                  <a:off x="5868001" y="3312000"/>
                  <a:ext cx="49257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D628835A-AA91-9B24-FD9B-38240D7D6E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8001" y="3312000"/>
                  <a:ext cx="492571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644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102" grpId="0"/>
      <p:bldP spid="103" grpId="0"/>
      <p:bldP spid="104" grpId="0"/>
      <p:bldP spid="10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A42380-8898-A38B-1AF3-3D523B4AC40F}"/>
              </a:ext>
            </a:extLst>
          </p:cNvPr>
          <p:cNvSpPr txBox="1"/>
          <p:nvPr/>
        </p:nvSpPr>
        <p:spPr>
          <a:xfrm>
            <a:off x="360001" y="828000"/>
            <a:ext cx="5760000" cy="41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电子技术基础（模拟部分）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P43 - 44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P348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8.1.1(c)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40266</TotalTime>
  <Words>2567</Words>
  <Application>Microsoft Office PowerPoint</Application>
  <PresentationFormat>宽屏</PresentationFormat>
  <Paragraphs>601</Paragraphs>
  <Slides>23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等线</vt:lpstr>
      <vt:lpstr>微软雅黑</vt:lpstr>
      <vt:lpstr>Arial</vt:lpstr>
      <vt:lpstr>Cambria Math</vt:lpstr>
      <vt:lpstr>Candara</vt:lpstr>
      <vt:lpstr>Symbol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1761</cp:revision>
  <dcterms:created xsi:type="dcterms:W3CDTF">2024-12-23T04:28:42Z</dcterms:created>
  <dcterms:modified xsi:type="dcterms:W3CDTF">2026-01-02T08:09:09Z</dcterms:modified>
</cp:coreProperties>
</file>