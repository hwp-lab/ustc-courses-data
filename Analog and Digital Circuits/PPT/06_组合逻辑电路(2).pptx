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1354" r:id="rId2"/>
    <p:sldId id="6935" r:id="rId3"/>
    <p:sldId id="6958" r:id="rId4"/>
    <p:sldId id="6971" r:id="rId5"/>
    <p:sldId id="7002" r:id="rId6"/>
    <p:sldId id="7003" r:id="rId7"/>
    <p:sldId id="6974" r:id="rId8"/>
    <p:sldId id="7000" r:id="rId9"/>
    <p:sldId id="7001" r:id="rId10"/>
    <p:sldId id="6976" r:id="rId11"/>
    <p:sldId id="6977" r:id="rId12"/>
    <p:sldId id="6985" r:id="rId13"/>
    <p:sldId id="6984" r:id="rId14"/>
    <p:sldId id="7009" r:id="rId15"/>
    <p:sldId id="7010" r:id="rId16"/>
    <p:sldId id="6982" r:id="rId17"/>
    <p:sldId id="7004" r:id="rId18"/>
    <p:sldId id="7005" r:id="rId19"/>
    <p:sldId id="6979" r:id="rId20"/>
    <p:sldId id="6988" r:id="rId21"/>
    <p:sldId id="6989" r:id="rId22"/>
    <p:sldId id="6992" r:id="rId23"/>
    <p:sldId id="6993" r:id="rId24"/>
    <p:sldId id="7006" r:id="rId25"/>
    <p:sldId id="6994" r:id="rId26"/>
    <p:sldId id="6990" r:id="rId27"/>
    <p:sldId id="6991" r:id="rId28"/>
    <p:sldId id="7007" r:id="rId29"/>
    <p:sldId id="6978" r:id="rId30"/>
    <p:sldId id="6995" r:id="rId31"/>
    <p:sldId id="6996" r:id="rId32"/>
    <p:sldId id="6998" r:id="rId33"/>
    <p:sldId id="6997" r:id="rId34"/>
    <p:sldId id="6999" r:id="rId35"/>
    <p:sldId id="7011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63" autoAdjust="0"/>
    <p:restoredTop sz="42392" autoAdjust="0"/>
  </p:normalViewPr>
  <p:slideViewPr>
    <p:cSldViewPr snapToGrid="0">
      <p:cViewPr varScale="1">
        <p:scale>
          <a:sx n="32" d="100"/>
          <a:sy n="32" d="100"/>
        </p:scale>
        <p:origin x="57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00"/>
                </a:solidFill>
              </a:rPr>
              <a:t>编码器是一个可以将不同的输入状态转化成二进制代码输出的器件</a:t>
            </a:r>
            <a:endParaRPr lang="zh-CN" altLang="en-US" dirty="0"/>
          </a:p>
          <a:p>
            <a:r>
              <a:rPr lang="zh-CN" altLang="en-US" dirty="0"/>
              <a:t>译码器是实现编码逆过程的器件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dirty="0">
                <a:solidFill>
                  <a:srgbClr val="000000"/>
                </a:solidFill>
              </a:rPr>
              <a:t>编码器是一个可以将不同的输入状态转化成二进制代码输出的器件，是具有</a:t>
            </a:r>
            <a:r>
              <a:rPr lang="zh-CN" altLang="en-US" dirty="0">
                <a:solidFill>
                  <a:srgbClr val="000066"/>
                </a:solidFill>
              </a:rPr>
              <a:t>编码功能的逻辑电路</a:t>
            </a:r>
            <a:endParaRPr lang="zh-CN" altLang="en-US" dirty="0"/>
          </a:p>
          <a:p>
            <a:pPr eaLnBrk="1" hangingPunct="1">
              <a:lnSpc>
                <a:spcPct val="11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二进制代码的位数 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，与待编码事物或状态的个数 </a:t>
            </a:r>
            <a:r>
              <a:rPr lang="en-US" altLang="zh-CN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之间应满足 </a:t>
            </a:r>
            <a:r>
              <a:rPr kumimoji="1" lang="en-US" altLang="zh-CN" sz="14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1400" baseline="42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≥</a:t>
            </a:r>
            <a:r>
              <a:rPr kumimoji="1" lang="en-US" altLang="zh-CN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lang="zh-CN" altLang="en-US" dirty="0">
              <a:solidFill>
                <a:srgbClr val="000066"/>
              </a:solidFill>
            </a:endParaRPr>
          </a:p>
          <a:p>
            <a:pPr eaLnBrk="1" hangingPunct="1"/>
            <a:endParaRPr lang="en-US" altLang="zh-CN" dirty="0">
              <a:solidFill>
                <a:srgbClr val="000066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66"/>
                </a:solidFill>
              </a:rPr>
              <a:t>8 </a:t>
            </a:r>
            <a:r>
              <a:rPr lang="zh-CN" altLang="en-US" dirty="0">
                <a:solidFill>
                  <a:srgbClr val="000066"/>
                </a:solidFill>
              </a:rPr>
              <a:t>线 </a:t>
            </a:r>
            <a:r>
              <a:rPr lang="en-US" altLang="zh-CN" dirty="0">
                <a:solidFill>
                  <a:srgbClr val="000066"/>
                </a:solidFill>
              </a:rPr>
              <a:t>– 3 </a:t>
            </a:r>
            <a:r>
              <a:rPr lang="zh-CN" altLang="en-US" dirty="0">
                <a:solidFill>
                  <a:srgbClr val="000066"/>
                </a:solidFill>
              </a:rPr>
              <a:t>线编码器：将 </a:t>
            </a:r>
            <a:r>
              <a:rPr lang="en-US" altLang="zh-CN" dirty="0">
                <a:solidFill>
                  <a:srgbClr val="000066"/>
                </a:solidFill>
              </a:rPr>
              <a:t>8 </a:t>
            </a:r>
            <a:r>
              <a:rPr lang="zh-CN" altLang="en-US" dirty="0">
                <a:solidFill>
                  <a:srgbClr val="000066"/>
                </a:solidFill>
              </a:rPr>
              <a:t>个输入信号分别编码成 </a:t>
            </a:r>
            <a:r>
              <a:rPr lang="en-US" altLang="zh-CN" dirty="0">
                <a:solidFill>
                  <a:srgbClr val="000066"/>
                </a:solidFill>
              </a:rPr>
              <a:t>8 </a:t>
            </a:r>
            <a:r>
              <a:rPr lang="zh-CN" altLang="en-US" dirty="0">
                <a:solidFill>
                  <a:srgbClr val="000066"/>
                </a:solidFill>
              </a:rPr>
              <a:t>个 </a:t>
            </a:r>
            <a:r>
              <a:rPr lang="en-US" altLang="zh-CN" dirty="0">
                <a:solidFill>
                  <a:srgbClr val="000066"/>
                </a:solidFill>
              </a:rPr>
              <a:t>3 </a:t>
            </a:r>
            <a:r>
              <a:rPr lang="zh-CN" altLang="en-US" dirty="0">
                <a:solidFill>
                  <a:srgbClr val="000066"/>
                </a:solidFill>
              </a:rPr>
              <a:t>位二进制数码输出</a:t>
            </a:r>
            <a:endParaRPr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66"/>
                </a:solidFill>
              </a:rPr>
              <a:t>BCD </a:t>
            </a:r>
            <a:r>
              <a:rPr lang="zh-CN" altLang="en-US" dirty="0">
                <a:solidFill>
                  <a:srgbClr val="000066"/>
                </a:solidFill>
              </a:rPr>
              <a:t>编码器：将 </a:t>
            </a:r>
            <a:r>
              <a:rPr lang="en-US" altLang="zh-CN" dirty="0">
                <a:solidFill>
                  <a:srgbClr val="000066"/>
                </a:solidFill>
              </a:rPr>
              <a:t>10 </a:t>
            </a:r>
            <a:r>
              <a:rPr lang="zh-CN" altLang="en-US" dirty="0">
                <a:solidFill>
                  <a:srgbClr val="000066"/>
                </a:solidFill>
              </a:rPr>
              <a:t>个输入信号分别编码成 </a:t>
            </a:r>
            <a:r>
              <a:rPr lang="en-US" altLang="zh-CN" dirty="0">
                <a:solidFill>
                  <a:srgbClr val="000066"/>
                </a:solidFill>
              </a:rPr>
              <a:t>10 </a:t>
            </a:r>
            <a:r>
              <a:rPr lang="zh-CN" altLang="en-US" dirty="0">
                <a:solidFill>
                  <a:srgbClr val="000066"/>
                </a:solidFill>
              </a:rPr>
              <a:t>个 </a:t>
            </a:r>
            <a:r>
              <a:rPr lang="en-US" altLang="zh-CN" dirty="0">
                <a:solidFill>
                  <a:srgbClr val="000066"/>
                </a:solidFill>
              </a:rPr>
              <a:t>4 </a:t>
            </a:r>
            <a:r>
              <a:rPr lang="zh-CN" altLang="en-US" dirty="0">
                <a:solidFill>
                  <a:srgbClr val="000066"/>
                </a:solidFill>
              </a:rPr>
              <a:t>位码输出</a:t>
            </a:r>
            <a:endParaRPr lang="en-US" altLang="zh-CN" dirty="0">
              <a:solidFill>
                <a:srgbClr val="0000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53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142A3-F779-CF8E-8387-8106737D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EBB88C-AB38-CBAA-E30C-0758EE185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EE9A1-EDD5-0A3E-5133-7CB5B9BD8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04B332-1343-9270-0E02-9CEDB846D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346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3042-D7E9-8E51-0134-291DF4B4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9922BC-579A-FC73-5A37-86DF9E457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9AE7CA-2E06-5FD8-54E1-135A3FF2B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编码需要讲究唯一性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BB077-E9C9-01F3-6A35-9AE23ECD5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09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当某一时刻有多个请求服务信号时，能识别请求信号优先级别，并只对其中优先级别最高者进行编码的逻辑部件称为优先编码器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zh-CN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/>
              <a:t>当同时输入几个有效编码信号时，优先编码器能按预先设定的优先级别，只对其中优先权最高的一个进行编码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r>
              <a:rPr lang="en-US" altLang="zh-CN" dirty="0"/>
              <a:t>GS</a:t>
            </a:r>
            <a:r>
              <a:rPr lang="zh-CN" altLang="en-US" dirty="0"/>
              <a:t> 是状态标志信号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07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B4F89-590E-EF21-AF6A-9D32DA14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10B068-28EF-C78F-F677-DB2E8CDEF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C77274-1C81-4E0C-6082-FBF673C6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BB7CB-A580-F1FD-DB5D-D48BCA481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000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F683-504B-C6F1-BE70-6854A4F9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47E471-A519-2B5E-DBD5-556C379A8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EEDDA4-5B97-4818-E23D-624AE14D5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D39363-573D-9B98-560B-795F192E4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66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如果用低电平有效的 </a:t>
            </a:r>
            <a:r>
              <a:rPr lang="en-US" altLang="zh-CN" dirty="0"/>
              <a:t>8 </a:t>
            </a:r>
            <a:r>
              <a:rPr lang="zh-CN" altLang="en-US" dirty="0"/>
              <a:t>线 </a:t>
            </a:r>
            <a:r>
              <a:rPr lang="en-US" altLang="zh-CN" dirty="0"/>
              <a:t>– 3 </a:t>
            </a:r>
            <a:r>
              <a:rPr lang="zh-CN" altLang="en-US" dirty="0"/>
              <a:t>线优先编码器（</a:t>
            </a:r>
            <a:r>
              <a:rPr lang="en-US" altLang="zh-CN" dirty="0"/>
              <a:t>74x148</a:t>
            </a:r>
            <a:r>
              <a:rPr lang="zh-CN" altLang="en-US" dirty="0"/>
              <a:t>）实现 </a:t>
            </a:r>
            <a:r>
              <a:rPr lang="en-US" altLang="zh-CN" dirty="0"/>
              <a:t>16 </a:t>
            </a:r>
            <a:r>
              <a:rPr lang="zh-CN" altLang="en-US" dirty="0"/>
              <a:t>线 </a:t>
            </a:r>
            <a:r>
              <a:rPr lang="en-US" altLang="zh-CN" dirty="0"/>
              <a:t>– 4 </a:t>
            </a:r>
            <a:r>
              <a:rPr lang="zh-CN" altLang="en-US" dirty="0"/>
              <a:t>线的优先编码器呢？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85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译码器是实现编码逆过程的器件</a:t>
            </a:r>
          </a:p>
          <a:p>
            <a:endParaRPr lang="en-US" altLang="zh-CN" dirty="0"/>
          </a:p>
          <a:p>
            <a:r>
              <a:rPr lang="zh-CN" altLang="en-US" dirty="0"/>
              <a:t>二进制译码器常用于计算机中存储单元或其它一些设备的地址译码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54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m_i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A_1 </a:t>
            </a:r>
            <a:r>
              <a:rPr lang="zh-CN" altLang="en-US" dirty="0"/>
              <a:t>和 </a:t>
            </a:r>
            <a:r>
              <a:rPr lang="en-US" altLang="zh-CN" dirty="0"/>
              <a:t>A_2 </a:t>
            </a:r>
            <a:r>
              <a:rPr lang="zh-CN" altLang="en-US" dirty="0"/>
              <a:t>组成的最小项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78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该译码器包含了三位所有最小项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354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二进制译码器能产生输入信号的全部最小项，而所有组合逻辑函数均可写成最小项之和</a:t>
            </a:r>
            <a:r>
              <a:rPr kumimoji="1" lang="zh-CN" altLang="en-US"/>
              <a:t>的形式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128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550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5C27-AF8D-69B0-B847-9FEFEFDC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71A5EF-593C-2457-7B9A-F8BA9963D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19D720-FEDC-ACBA-D01C-A9BA8D358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99"/>
                </a:solidFill>
              </a:rPr>
              <a:t>对于 </a:t>
            </a:r>
            <a:r>
              <a:rPr lang="en-US" altLang="zh-CN" dirty="0">
                <a:solidFill>
                  <a:srgbClr val="000099"/>
                </a:solidFill>
              </a:rPr>
              <a:t>BCD </a:t>
            </a:r>
            <a:r>
              <a:rPr lang="zh-CN" altLang="en-US" dirty="0">
                <a:solidFill>
                  <a:srgbClr val="000099"/>
                </a:solidFill>
              </a:rPr>
              <a:t>代码以外的伪码（</a:t>
            </a:r>
            <a:r>
              <a:rPr lang="en-US" altLang="zh-CN" dirty="0">
                <a:solidFill>
                  <a:srgbClr val="000099"/>
                </a:solidFill>
              </a:rPr>
              <a:t>1010</a:t>
            </a:r>
            <a:r>
              <a:rPr lang="zh-CN" altLang="en-US" dirty="0">
                <a:solidFill>
                  <a:srgbClr val="000099"/>
                </a:solidFill>
              </a:rPr>
              <a:t>～</a:t>
            </a:r>
            <a:r>
              <a:rPr lang="en-US" altLang="zh-CN" dirty="0">
                <a:solidFill>
                  <a:srgbClr val="000099"/>
                </a:solidFill>
              </a:rPr>
              <a:t>1111 </a:t>
            </a:r>
            <a:r>
              <a:rPr lang="zh-CN" altLang="en-US" dirty="0">
                <a:solidFill>
                  <a:srgbClr val="000099"/>
                </a:solidFill>
              </a:rPr>
              <a:t>这 </a:t>
            </a:r>
            <a:r>
              <a:rPr lang="en-US" altLang="zh-CN" dirty="0">
                <a:solidFill>
                  <a:srgbClr val="000099"/>
                </a:solidFill>
              </a:rPr>
              <a:t>6 </a:t>
            </a:r>
            <a:r>
              <a:rPr lang="zh-CN" altLang="en-US" dirty="0">
                <a:solidFill>
                  <a:srgbClr val="000099"/>
                </a:solidFill>
              </a:rPr>
              <a:t>个代码）</a:t>
            </a:r>
            <a:r>
              <a:rPr lang="en-US" altLang="zh-CN" dirty="0">
                <a:solidFill>
                  <a:srgbClr val="000099"/>
                </a:solidFill>
              </a:rPr>
              <a:t>/Y0 </a:t>
            </a:r>
            <a:r>
              <a:rPr lang="zh-CN" altLang="en-US" dirty="0">
                <a:solidFill>
                  <a:srgbClr val="000099"/>
                </a:solidFill>
              </a:rPr>
              <a:t>～</a:t>
            </a:r>
            <a:r>
              <a:rPr lang="en-US" altLang="zh-CN" dirty="0">
                <a:solidFill>
                  <a:srgbClr val="000099"/>
                </a:solidFill>
              </a:rPr>
              <a:t>/Y9 </a:t>
            </a:r>
            <a:r>
              <a:rPr lang="zh-CN" altLang="en-US" dirty="0">
                <a:solidFill>
                  <a:srgbClr val="000099"/>
                </a:solidFill>
              </a:rPr>
              <a:t>均为高电平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877FB-3375-EC41-7C47-EA5547801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0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在数字系统中，常常需要将某些数字或运算的结果显示出来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数字显示电路通常由译码器、驱动器和显示器三部分组成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目前常用的显示器有半导体数码管和液晶显示器两种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/>
              <a:t>这里可以粗略地认为二极管如果电压降方向和二极管箭头方向一致，就导通发光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861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位选信号 </a:t>
            </a:r>
            <a:r>
              <a:rPr lang="en-US" altLang="zh-CN" dirty="0"/>
              <a:t>A_1 ~ A_0 </a:t>
            </a:r>
            <a:r>
              <a:rPr lang="zh-CN" altLang="en-US" dirty="0"/>
              <a:t>要与数据 </a:t>
            </a:r>
            <a:r>
              <a:rPr lang="en-US" altLang="zh-CN" dirty="0"/>
              <a:t>D_3 ~ D_0 </a:t>
            </a:r>
            <a:r>
              <a:rPr lang="zh-CN" altLang="en-US"/>
              <a:t>同步变化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986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A_19 ~ A_16 = 0000</a:t>
            </a:r>
            <a:r>
              <a:rPr lang="zh-CN" altLang="en-US" dirty="0"/>
              <a:t>，</a:t>
            </a:r>
            <a:r>
              <a:rPr lang="en-US" altLang="zh-CN" dirty="0"/>
              <a:t>E_1=E_2=0 </a:t>
            </a:r>
            <a:r>
              <a:rPr lang="zh-CN" altLang="en-US" dirty="0"/>
              <a:t>且 </a:t>
            </a:r>
            <a:r>
              <a:rPr lang="en-US" altLang="zh-CN" dirty="0"/>
              <a:t>E_3 = 1</a:t>
            </a:r>
            <a:r>
              <a:rPr lang="zh-CN" altLang="en-US" dirty="0"/>
              <a:t>时，</a:t>
            </a:r>
            <a:r>
              <a:rPr lang="en-US" altLang="zh-CN" dirty="0"/>
              <a:t>Y_0 ~ Y_7 </a:t>
            </a:r>
            <a:r>
              <a:rPr lang="zh-CN" altLang="en-US" dirty="0"/>
              <a:t>可以给出有效输出（低电平），此时每次会有一个外设被选中（</a:t>
            </a:r>
            <a:r>
              <a:rPr lang="en-US" altLang="zh-CN" dirty="0"/>
              <a:t>CS</a:t>
            </a:r>
            <a:r>
              <a:rPr lang="zh-CN" altLang="en-US" dirty="0"/>
              <a:t>：片选信号）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每个外设地址为 </a:t>
            </a:r>
            <a:r>
              <a:rPr lang="en-US" altLang="zh-CN" dirty="0"/>
              <a:t>13 </a:t>
            </a:r>
            <a:r>
              <a:rPr lang="zh-CN" altLang="en-US" dirty="0"/>
              <a:t>位二进制码，每个地址对应 </a:t>
            </a:r>
            <a:r>
              <a:rPr lang="en-US" altLang="zh-CN" dirty="0"/>
              <a:t>8 </a:t>
            </a:r>
            <a:r>
              <a:rPr lang="zh-CN" altLang="en-US" dirty="0"/>
              <a:t>位数据总线（一个地址对应一个 </a:t>
            </a:r>
            <a:r>
              <a:rPr lang="en-US" altLang="zh-CN" dirty="0"/>
              <a:t>char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外设的地址范围如下：</a:t>
            </a:r>
            <a:endParaRPr lang="en-US" altLang="zh-CN" dirty="0"/>
          </a:p>
          <a:p>
            <a:r>
              <a:rPr lang="en-US" altLang="zh-CN" dirty="0"/>
              <a:t>(0 0000 0000 0000)_B</a:t>
            </a:r>
            <a:r>
              <a:rPr lang="zh-CN" altLang="en-US" dirty="0"/>
              <a:t> </a:t>
            </a:r>
            <a:r>
              <a:rPr lang="en-US" altLang="zh-CN" dirty="0"/>
              <a:t>~</a:t>
            </a:r>
            <a:r>
              <a:rPr lang="zh-CN" altLang="en-US" dirty="0"/>
              <a:t> </a:t>
            </a:r>
            <a:r>
              <a:rPr lang="en-US" altLang="zh-CN" dirty="0"/>
              <a:t>(1 1111 1111 1111)_B</a:t>
            </a:r>
          </a:p>
          <a:p>
            <a:r>
              <a:rPr lang="zh-CN" altLang="en-US" dirty="0"/>
              <a:t>即 </a:t>
            </a:r>
            <a:r>
              <a:rPr lang="en-US" altLang="zh-CN" dirty="0"/>
              <a:t>(0000)_H ~ (1FFF)_H</a:t>
            </a:r>
            <a:r>
              <a:rPr lang="zh-CN" altLang="en-US" dirty="0"/>
              <a:t>，也可表示为 </a:t>
            </a:r>
            <a:r>
              <a:rPr lang="en-US" altLang="zh-CN" dirty="0"/>
              <a:t>0x0000 ~ 0x1FFF</a:t>
            </a:r>
            <a:r>
              <a:rPr lang="zh-CN" altLang="en-US" dirty="0"/>
              <a:t>，“</a:t>
            </a:r>
            <a:r>
              <a:rPr lang="en-US" altLang="zh-CN" dirty="0"/>
              <a:t>0x</a:t>
            </a:r>
            <a:r>
              <a:rPr lang="zh-CN" altLang="en-US" dirty="0"/>
              <a:t>”为定义十六进制数的前缀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A_15 ~ A_13 = 000</a:t>
            </a:r>
            <a:r>
              <a:rPr lang="zh-CN" altLang="en-US" dirty="0"/>
              <a:t>，选中外设 </a:t>
            </a:r>
            <a:r>
              <a:rPr lang="en-US" altLang="zh-CN" dirty="0"/>
              <a:t>0</a:t>
            </a:r>
            <a:r>
              <a:rPr lang="zh-CN" altLang="en-US" dirty="0"/>
              <a:t>，对应的 </a:t>
            </a:r>
            <a:r>
              <a:rPr lang="en-US" altLang="zh-CN" dirty="0"/>
              <a:t>A_19 ~ A_0 </a:t>
            </a:r>
            <a:r>
              <a:rPr lang="zh-CN" altLang="en-US" dirty="0"/>
              <a:t>为：</a:t>
            </a:r>
            <a:endParaRPr lang="en-US" altLang="zh-CN" dirty="0"/>
          </a:p>
          <a:p>
            <a:r>
              <a:rPr lang="en-US" altLang="zh-CN" dirty="0"/>
              <a:t>(0000 000 0 0000 0000 0000)_B ~ (0000 000 1 1111 1111 1111)_B </a:t>
            </a:r>
          </a:p>
          <a:p>
            <a:r>
              <a:rPr lang="zh-CN" altLang="en-US" dirty="0"/>
              <a:t>即 </a:t>
            </a:r>
            <a:r>
              <a:rPr lang="en-US" altLang="zh-CN" dirty="0"/>
              <a:t>(00000)_H ~ (01FFF)_H</a:t>
            </a:r>
          </a:p>
          <a:p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A_15 ~ A_13 = 001</a:t>
            </a:r>
            <a:r>
              <a:rPr lang="zh-CN" altLang="en-US" dirty="0"/>
              <a:t>，选中外设 </a:t>
            </a:r>
            <a:r>
              <a:rPr lang="en-US" altLang="zh-CN" dirty="0"/>
              <a:t>1</a:t>
            </a:r>
            <a:r>
              <a:rPr lang="zh-CN" altLang="en-US" dirty="0"/>
              <a:t>，对应的 </a:t>
            </a:r>
            <a:r>
              <a:rPr lang="en-US" altLang="zh-CN" dirty="0"/>
              <a:t>A_19 ~ A_0 </a:t>
            </a:r>
            <a:r>
              <a:rPr lang="zh-CN" altLang="en-US" dirty="0"/>
              <a:t>为：</a:t>
            </a:r>
            <a:endParaRPr lang="en-US" altLang="zh-CN" dirty="0"/>
          </a:p>
          <a:p>
            <a:r>
              <a:rPr lang="en-US" altLang="zh-CN" dirty="0"/>
              <a:t>(0000 001 0 0000 0000 0000)_B ~ (0000 001 1 1111 1111 1111)_B </a:t>
            </a:r>
          </a:p>
          <a:p>
            <a:r>
              <a:rPr lang="zh-CN" altLang="en-US" dirty="0"/>
              <a:t>即 </a:t>
            </a:r>
            <a:r>
              <a:rPr lang="en-US" altLang="zh-CN" dirty="0"/>
              <a:t>(02000)_H ~ (03FFF)_H</a:t>
            </a:r>
          </a:p>
          <a:p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A_15 ~ A_13 = 010</a:t>
            </a:r>
            <a:r>
              <a:rPr lang="zh-CN" altLang="en-US" dirty="0"/>
              <a:t>，选中外设 </a:t>
            </a:r>
            <a:r>
              <a:rPr lang="en-US" altLang="zh-CN" dirty="0"/>
              <a:t>2</a:t>
            </a:r>
            <a:r>
              <a:rPr lang="zh-CN" altLang="en-US" dirty="0"/>
              <a:t>，对应的 </a:t>
            </a:r>
            <a:r>
              <a:rPr lang="en-US" altLang="zh-CN" dirty="0"/>
              <a:t>A_19 ~ A_0 </a:t>
            </a:r>
            <a:r>
              <a:rPr lang="zh-CN" altLang="en-US" dirty="0"/>
              <a:t>为：</a:t>
            </a:r>
            <a:endParaRPr lang="en-US" altLang="zh-CN" dirty="0"/>
          </a:p>
          <a:p>
            <a:r>
              <a:rPr lang="en-US" altLang="zh-CN" dirty="0"/>
              <a:t>(0000 010 0 0000 0000 0000)_B ~ (0000 010 1 1111 1111 1111)_B </a:t>
            </a:r>
          </a:p>
          <a:p>
            <a:r>
              <a:rPr lang="zh-CN" altLang="en-US" dirty="0"/>
              <a:t>即 </a:t>
            </a:r>
            <a:r>
              <a:rPr lang="en-US" altLang="zh-CN" dirty="0"/>
              <a:t>(04000)_H ~ (05FFF)_H</a:t>
            </a:r>
          </a:p>
          <a:p>
            <a:endParaRPr lang="en-US" altLang="zh-CN" dirty="0"/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A_15 ~ A_13 = 111</a:t>
            </a:r>
            <a:r>
              <a:rPr lang="zh-CN" altLang="en-US" dirty="0"/>
              <a:t>，选中外设 </a:t>
            </a:r>
            <a:r>
              <a:rPr lang="en-US" altLang="zh-CN" dirty="0"/>
              <a:t>7</a:t>
            </a:r>
            <a:r>
              <a:rPr lang="zh-CN" altLang="en-US" dirty="0"/>
              <a:t>，对应的 </a:t>
            </a:r>
            <a:r>
              <a:rPr lang="en-US" altLang="zh-CN" dirty="0"/>
              <a:t>A_19 ~ A_0 </a:t>
            </a:r>
            <a:r>
              <a:rPr lang="zh-CN" altLang="en-US" dirty="0"/>
              <a:t>为：</a:t>
            </a:r>
            <a:endParaRPr lang="en-US" altLang="zh-CN" dirty="0"/>
          </a:p>
          <a:p>
            <a:r>
              <a:rPr lang="en-US" altLang="zh-CN" dirty="0"/>
              <a:t>(0000 111 0 0000 0000 0000)_B ~ (0000 111 1 1111 1111 1111)_B </a:t>
            </a:r>
          </a:p>
          <a:p>
            <a:r>
              <a:rPr lang="zh-CN" altLang="en-US" dirty="0"/>
              <a:t>即 </a:t>
            </a:r>
            <a:r>
              <a:rPr lang="en-US" altLang="zh-CN" dirty="0"/>
              <a:t>(0E000)_H ~ (0FFFF)_H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93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0.png"/><Relationship Id="rId3" Type="http://schemas.openxmlformats.org/officeDocument/2006/relationships/image" Target="../media/image13.png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11.png"/><Relationship Id="rId15" Type="http://schemas.openxmlformats.org/officeDocument/2006/relationships/image" Target="../media/image16.png"/><Relationship Id="rId4" Type="http://schemas.openxmlformats.org/officeDocument/2006/relationships/image" Target="../media/image14.png"/><Relationship Id="rId14" Type="http://schemas.openxmlformats.org/officeDocument/2006/relationships/image" Target="../media/image1510.png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4.png"/><Relationship Id="rId3" Type="http://schemas.openxmlformats.org/officeDocument/2006/relationships/image" Target="../media/image19.png"/><Relationship Id="rId21" Type="http://schemas.openxmlformats.org/officeDocument/2006/relationships/image" Target="../media/image27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15" Type="http://schemas.openxmlformats.org/officeDocument/2006/relationships/image" Target="../media/image33.png"/><Relationship Id="rId23" Type="http://schemas.openxmlformats.org/officeDocument/2006/relationships/image" Target="../media/image29.png"/><Relationship Id="rId19" Type="http://schemas.openxmlformats.org/officeDocument/2006/relationships/image" Target="../media/image25.png"/><Relationship Id="rId4" Type="http://schemas.openxmlformats.org/officeDocument/2006/relationships/image" Target="../media/image21.png"/><Relationship Id="rId22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7.png"/><Relationship Id="rId3" Type="http://schemas.openxmlformats.org/officeDocument/2006/relationships/image" Target="../media/image30.png"/><Relationship Id="rId21" Type="http://schemas.openxmlformats.org/officeDocument/2006/relationships/image" Target="../media/image40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8.png"/><Relationship Id="rId6" Type="http://schemas.openxmlformats.org/officeDocument/2006/relationships/image" Target="../media/image20.png"/><Relationship Id="rId23" Type="http://schemas.openxmlformats.org/officeDocument/2006/relationships/image" Target="../media/image32.png"/><Relationship Id="rId15" Type="http://schemas.openxmlformats.org/officeDocument/2006/relationships/image" Target="../media/image33.png"/><Relationship Id="rId19" Type="http://schemas.openxmlformats.org/officeDocument/2006/relationships/image" Target="../media/image38.png"/><Relationship Id="rId4" Type="http://schemas.openxmlformats.org/officeDocument/2006/relationships/image" Target="../media/image34.png"/><Relationship Id="rId22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13" Type="http://schemas.openxmlformats.org/officeDocument/2006/relationships/image" Target="../media/image46.png"/><Relationship Id="rId3" Type="http://schemas.openxmlformats.org/officeDocument/2006/relationships/image" Target="../media/image1910.png"/><Relationship Id="rId7" Type="http://schemas.openxmlformats.org/officeDocument/2006/relationships/image" Target="../media/image391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0.png"/><Relationship Id="rId11" Type="http://schemas.openxmlformats.org/officeDocument/2006/relationships/image" Target="../media/image42.png"/><Relationship Id="rId5" Type="http://schemas.openxmlformats.org/officeDocument/2006/relationships/image" Target="../media/image371.png"/><Relationship Id="rId10" Type="http://schemas.openxmlformats.org/officeDocument/2006/relationships/image" Target="../media/image41.png"/><Relationship Id="rId4" Type="http://schemas.openxmlformats.org/officeDocument/2006/relationships/image" Target="../media/image3610.png"/><Relationship Id="rId9" Type="http://schemas.openxmlformats.org/officeDocument/2006/relationships/image" Target="../media/image4110.pn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0.png"/><Relationship Id="rId21" Type="http://schemas.openxmlformats.org/officeDocument/2006/relationships/image" Target="../media/image65.png"/><Relationship Id="rId42" Type="http://schemas.openxmlformats.org/officeDocument/2006/relationships/image" Target="../media/image86.png"/><Relationship Id="rId47" Type="http://schemas.openxmlformats.org/officeDocument/2006/relationships/image" Target="../media/image91.png"/><Relationship Id="rId63" Type="http://schemas.openxmlformats.org/officeDocument/2006/relationships/image" Target="../media/image107.png"/><Relationship Id="rId68" Type="http://schemas.openxmlformats.org/officeDocument/2006/relationships/image" Target="../media/image112.png"/><Relationship Id="rId84" Type="http://schemas.openxmlformats.org/officeDocument/2006/relationships/image" Target="../media/image100.png"/><Relationship Id="rId16" Type="http://schemas.openxmlformats.org/officeDocument/2006/relationships/image" Target="../media/image60.png"/><Relationship Id="rId11" Type="http://schemas.openxmlformats.org/officeDocument/2006/relationships/image" Target="../media/image55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53" Type="http://schemas.openxmlformats.org/officeDocument/2006/relationships/image" Target="../media/image97.png"/><Relationship Id="rId58" Type="http://schemas.openxmlformats.org/officeDocument/2006/relationships/image" Target="../media/image102.png"/><Relationship Id="rId74" Type="http://schemas.openxmlformats.org/officeDocument/2006/relationships/image" Target="../media/image118.png"/><Relationship Id="rId79" Type="http://schemas.openxmlformats.org/officeDocument/2006/relationships/image" Target="../media/image123.png"/><Relationship Id="rId5" Type="http://schemas.openxmlformats.org/officeDocument/2006/relationships/image" Target="../media/image49.png"/><Relationship Id="rId19" Type="http://schemas.openxmlformats.org/officeDocument/2006/relationships/image" Target="../media/image6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7.png"/><Relationship Id="rId48" Type="http://schemas.openxmlformats.org/officeDocument/2006/relationships/image" Target="../media/image92.png"/><Relationship Id="rId56" Type="http://schemas.openxmlformats.org/officeDocument/2006/relationships/image" Target="../media/image2410.png"/><Relationship Id="rId64" Type="http://schemas.openxmlformats.org/officeDocument/2006/relationships/image" Target="../media/image108.png"/><Relationship Id="rId69" Type="http://schemas.openxmlformats.org/officeDocument/2006/relationships/image" Target="../media/image113.png"/><Relationship Id="rId77" Type="http://schemas.openxmlformats.org/officeDocument/2006/relationships/image" Target="../media/image121.png"/><Relationship Id="rId8" Type="http://schemas.openxmlformats.org/officeDocument/2006/relationships/image" Target="../media/image52.png"/><Relationship Id="rId51" Type="http://schemas.openxmlformats.org/officeDocument/2006/relationships/image" Target="../media/image95.png"/><Relationship Id="rId72" Type="http://schemas.openxmlformats.org/officeDocument/2006/relationships/image" Target="../media/image116.png"/><Relationship Id="rId80" Type="http://schemas.openxmlformats.org/officeDocument/2006/relationships/image" Target="../media/image124.png"/><Relationship Id="rId85" Type="http://schemas.openxmlformats.org/officeDocument/2006/relationships/image" Target="../media/image127.png"/><Relationship Id="rId3" Type="http://schemas.openxmlformats.org/officeDocument/2006/relationships/image" Target="../media/image470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90.png"/><Relationship Id="rId59" Type="http://schemas.openxmlformats.org/officeDocument/2006/relationships/image" Target="../media/image103.png"/><Relationship Id="rId67" Type="http://schemas.openxmlformats.org/officeDocument/2006/relationships/image" Target="../media/image111.png"/><Relationship Id="rId20" Type="http://schemas.openxmlformats.org/officeDocument/2006/relationships/image" Target="../media/image64.png"/><Relationship Id="rId41" Type="http://schemas.openxmlformats.org/officeDocument/2006/relationships/image" Target="../media/image85.png"/><Relationship Id="rId54" Type="http://schemas.openxmlformats.org/officeDocument/2006/relationships/image" Target="../media/image98.png"/><Relationship Id="rId62" Type="http://schemas.openxmlformats.org/officeDocument/2006/relationships/image" Target="../media/image106.png"/><Relationship Id="rId70" Type="http://schemas.openxmlformats.org/officeDocument/2006/relationships/image" Target="../media/image114.png"/><Relationship Id="rId75" Type="http://schemas.openxmlformats.org/officeDocument/2006/relationships/image" Target="../media/image119.png"/><Relationship Id="rId83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49" Type="http://schemas.openxmlformats.org/officeDocument/2006/relationships/image" Target="../media/image93.png"/><Relationship Id="rId57" Type="http://schemas.openxmlformats.org/officeDocument/2006/relationships/image" Target="../media/image101.png"/><Relationship Id="rId10" Type="http://schemas.openxmlformats.org/officeDocument/2006/relationships/image" Target="../media/image54.png"/><Relationship Id="rId31" Type="http://schemas.openxmlformats.org/officeDocument/2006/relationships/image" Target="../media/image75.png"/><Relationship Id="rId44" Type="http://schemas.openxmlformats.org/officeDocument/2006/relationships/image" Target="../media/image88.png"/><Relationship Id="rId52" Type="http://schemas.openxmlformats.org/officeDocument/2006/relationships/image" Target="../media/image96.png"/><Relationship Id="rId60" Type="http://schemas.openxmlformats.org/officeDocument/2006/relationships/image" Target="../media/image104.png"/><Relationship Id="rId65" Type="http://schemas.openxmlformats.org/officeDocument/2006/relationships/image" Target="../media/image109.png"/><Relationship Id="rId73" Type="http://schemas.openxmlformats.org/officeDocument/2006/relationships/image" Target="../media/image117.png"/><Relationship Id="rId78" Type="http://schemas.openxmlformats.org/officeDocument/2006/relationships/image" Target="../media/image122.png"/><Relationship Id="rId81" Type="http://schemas.openxmlformats.org/officeDocument/2006/relationships/image" Target="../media/image125.png"/><Relationship Id="rId86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9" Type="http://schemas.openxmlformats.org/officeDocument/2006/relationships/image" Target="../media/image83.png"/><Relationship Id="rId34" Type="http://schemas.openxmlformats.org/officeDocument/2006/relationships/image" Target="../media/image78.png"/><Relationship Id="rId50" Type="http://schemas.openxmlformats.org/officeDocument/2006/relationships/image" Target="../media/image94.png"/><Relationship Id="rId55" Type="http://schemas.openxmlformats.org/officeDocument/2006/relationships/image" Target="../media/image99.png"/><Relationship Id="rId76" Type="http://schemas.openxmlformats.org/officeDocument/2006/relationships/image" Target="../media/image120.png"/><Relationship Id="rId7" Type="http://schemas.openxmlformats.org/officeDocument/2006/relationships/image" Target="../media/image51.png"/><Relationship Id="rId71" Type="http://schemas.openxmlformats.org/officeDocument/2006/relationships/image" Target="../media/image115.png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73.png"/><Relationship Id="rId24" Type="http://schemas.openxmlformats.org/officeDocument/2006/relationships/image" Target="../media/image68.png"/><Relationship Id="rId40" Type="http://schemas.openxmlformats.org/officeDocument/2006/relationships/image" Target="../media/image84.png"/><Relationship Id="rId45" Type="http://schemas.openxmlformats.org/officeDocument/2006/relationships/image" Target="../media/image89.png"/><Relationship Id="rId66" Type="http://schemas.openxmlformats.org/officeDocument/2006/relationships/image" Target="../media/image110.png"/><Relationship Id="rId87" Type="http://schemas.openxmlformats.org/officeDocument/2006/relationships/image" Target="../media/image44.png"/><Relationship Id="rId61" Type="http://schemas.openxmlformats.org/officeDocument/2006/relationships/image" Target="../media/image105.png"/><Relationship Id="rId82" Type="http://schemas.openxmlformats.org/officeDocument/2006/relationships/image" Target="../media/image12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0.png"/><Relationship Id="rId63" Type="http://schemas.openxmlformats.org/officeDocument/2006/relationships/image" Target="../media/image107.png"/><Relationship Id="rId68" Type="http://schemas.openxmlformats.org/officeDocument/2006/relationships/image" Target="../media/image112.png"/><Relationship Id="rId21" Type="http://schemas.openxmlformats.org/officeDocument/2006/relationships/image" Target="../media/image65.png"/><Relationship Id="rId42" Type="http://schemas.openxmlformats.org/officeDocument/2006/relationships/image" Target="../media/image86.png"/><Relationship Id="rId47" Type="http://schemas.openxmlformats.org/officeDocument/2006/relationships/image" Target="../media/image91.png"/><Relationship Id="rId84" Type="http://schemas.openxmlformats.org/officeDocument/2006/relationships/image" Target="../media/image412.png"/><Relationship Id="rId16" Type="http://schemas.openxmlformats.org/officeDocument/2006/relationships/image" Target="../media/image60.png"/><Relationship Id="rId58" Type="http://schemas.openxmlformats.org/officeDocument/2006/relationships/image" Target="../media/image102.png"/><Relationship Id="rId74" Type="http://schemas.openxmlformats.org/officeDocument/2006/relationships/image" Target="../media/image118.png"/><Relationship Id="rId79" Type="http://schemas.openxmlformats.org/officeDocument/2006/relationships/image" Target="../media/image123.png"/><Relationship Id="rId11" Type="http://schemas.openxmlformats.org/officeDocument/2006/relationships/image" Target="../media/image55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53" Type="http://schemas.openxmlformats.org/officeDocument/2006/relationships/image" Target="../media/image97.png"/><Relationship Id="rId5" Type="http://schemas.openxmlformats.org/officeDocument/2006/relationships/image" Target="../media/image49.png"/><Relationship Id="rId19" Type="http://schemas.openxmlformats.org/officeDocument/2006/relationships/image" Target="../media/image63.png"/><Relationship Id="rId64" Type="http://schemas.openxmlformats.org/officeDocument/2006/relationships/image" Target="../media/image108.png"/><Relationship Id="rId69" Type="http://schemas.openxmlformats.org/officeDocument/2006/relationships/image" Target="../media/image113.png"/><Relationship Id="rId77" Type="http://schemas.openxmlformats.org/officeDocument/2006/relationships/image" Target="../media/image121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7.png"/><Relationship Id="rId48" Type="http://schemas.openxmlformats.org/officeDocument/2006/relationships/image" Target="../media/image92.png"/><Relationship Id="rId56" Type="http://schemas.openxmlformats.org/officeDocument/2006/relationships/image" Target="../media/image2410.png"/><Relationship Id="rId72" Type="http://schemas.openxmlformats.org/officeDocument/2006/relationships/image" Target="../media/image116.png"/><Relationship Id="rId80" Type="http://schemas.openxmlformats.org/officeDocument/2006/relationships/image" Target="../media/image124.png"/><Relationship Id="rId8" Type="http://schemas.openxmlformats.org/officeDocument/2006/relationships/image" Target="../media/image52.png"/><Relationship Id="rId51" Type="http://schemas.openxmlformats.org/officeDocument/2006/relationships/image" Target="../media/image95.png"/><Relationship Id="rId85" Type="http://schemas.openxmlformats.org/officeDocument/2006/relationships/image" Target="../media/image128.png"/><Relationship Id="rId3" Type="http://schemas.openxmlformats.org/officeDocument/2006/relationships/image" Target="../media/image470.png"/><Relationship Id="rId59" Type="http://schemas.openxmlformats.org/officeDocument/2006/relationships/image" Target="../media/image103.png"/><Relationship Id="rId67" Type="http://schemas.openxmlformats.org/officeDocument/2006/relationships/image" Target="../media/image11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90.png"/><Relationship Id="rId62" Type="http://schemas.openxmlformats.org/officeDocument/2006/relationships/image" Target="../media/image106.png"/><Relationship Id="rId70" Type="http://schemas.openxmlformats.org/officeDocument/2006/relationships/image" Target="../media/image114.png"/><Relationship Id="rId75" Type="http://schemas.openxmlformats.org/officeDocument/2006/relationships/image" Target="../media/image119.png"/><Relationship Id="rId83" Type="http://schemas.openxmlformats.org/officeDocument/2006/relationships/image" Target="../media/image424.png"/><Relationship Id="rId20" Type="http://schemas.openxmlformats.org/officeDocument/2006/relationships/image" Target="../media/image64.png"/><Relationship Id="rId41" Type="http://schemas.openxmlformats.org/officeDocument/2006/relationships/image" Target="../media/image85.png"/><Relationship Id="rId54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7" Type="http://schemas.openxmlformats.org/officeDocument/2006/relationships/image" Target="../media/image101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49" Type="http://schemas.openxmlformats.org/officeDocument/2006/relationships/image" Target="../media/image93.png"/><Relationship Id="rId60" Type="http://schemas.openxmlformats.org/officeDocument/2006/relationships/image" Target="../media/image104.png"/><Relationship Id="rId65" Type="http://schemas.openxmlformats.org/officeDocument/2006/relationships/image" Target="../media/image109.png"/><Relationship Id="rId73" Type="http://schemas.openxmlformats.org/officeDocument/2006/relationships/image" Target="../media/image117.png"/><Relationship Id="rId78" Type="http://schemas.openxmlformats.org/officeDocument/2006/relationships/image" Target="../media/image122.png"/><Relationship Id="rId81" Type="http://schemas.openxmlformats.org/officeDocument/2006/relationships/image" Target="../media/image125.png"/><Relationship Id="rId10" Type="http://schemas.openxmlformats.org/officeDocument/2006/relationships/image" Target="../media/image54.png"/><Relationship Id="rId31" Type="http://schemas.openxmlformats.org/officeDocument/2006/relationships/image" Target="../media/image75.png"/><Relationship Id="rId44" Type="http://schemas.openxmlformats.org/officeDocument/2006/relationships/image" Target="../media/image88.png"/><Relationship Id="rId52" Type="http://schemas.openxmlformats.org/officeDocument/2006/relationships/image" Target="../media/image96.png"/><Relationship Id="rId86" Type="http://schemas.openxmlformats.org/officeDocument/2006/relationships/image" Target="../media/image12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9" Type="http://schemas.openxmlformats.org/officeDocument/2006/relationships/image" Target="../media/image83.png"/><Relationship Id="rId76" Type="http://schemas.openxmlformats.org/officeDocument/2006/relationships/image" Target="../media/image120.png"/><Relationship Id="rId34" Type="http://schemas.openxmlformats.org/officeDocument/2006/relationships/image" Target="../media/image78.png"/><Relationship Id="rId50" Type="http://schemas.openxmlformats.org/officeDocument/2006/relationships/image" Target="../media/image94.png"/><Relationship Id="rId55" Type="http://schemas.openxmlformats.org/officeDocument/2006/relationships/image" Target="../media/image99.png"/><Relationship Id="rId71" Type="http://schemas.openxmlformats.org/officeDocument/2006/relationships/image" Target="../media/image11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73.png"/><Relationship Id="rId66" Type="http://schemas.openxmlformats.org/officeDocument/2006/relationships/image" Target="../media/image110.png"/><Relationship Id="rId24" Type="http://schemas.openxmlformats.org/officeDocument/2006/relationships/image" Target="../media/image68.png"/><Relationship Id="rId40" Type="http://schemas.openxmlformats.org/officeDocument/2006/relationships/image" Target="../media/image84.png"/><Relationship Id="rId45" Type="http://schemas.openxmlformats.org/officeDocument/2006/relationships/image" Target="../media/image89.png"/><Relationship Id="rId61" Type="http://schemas.openxmlformats.org/officeDocument/2006/relationships/image" Target="../media/image105.png"/><Relationship Id="rId82" Type="http://schemas.openxmlformats.org/officeDocument/2006/relationships/image" Target="../media/image1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2" Type="http://schemas.openxmlformats.org/officeDocument/2006/relationships/image" Target="../media/image140.png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image" Target="../media/image1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690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image" Target="../media/image1681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11" Type="http://schemas.openxmlformats.org/officeDocument/2006/relationships/image" Target="../media/image144.png"/><Relationship Id="rId5" Type="http://schemas.openxmlformats.org/officeDocument/2006/relationships/image" Target="../media/image171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700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26" Type="http://schemas.openxmlformats.org/officeDocument/2006/relationships/image" Target="../media/image197.png"/><Relationship Id="rId3" Type="http://schemas.openxmlformats.org/officeDocument/2006/relationships/image" Target="../media/image174.png"/><Relationship Id="rId21" Type="http://schemas.openxmlformats.org/officeDocument/2006/relationships/image" Target="../media/image192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5" Type="http://schemas.openxmlformats.org/officeDocument/2006/relationships/image" Target="../media/image196.png"/><Relationship Id="rId2" Type="http://schemas.openxmlformats.org/officeDocument/2006/relationships/image" Target="../media/image173.png"/><Relationship Id="rId16" Type="http://schemas.openxmlformats.org/officeDocument/2006/relationships/image" Target="../media/image187.png"/><Relationship Id="rId20" Type="http://schemas.openxmlformats.org/officeDocument/2006/relationships/image" Target="../media/image191.png"/><Relationship Id="rId29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24" Type="http://schemas.openxmlformats.org/officeDocument/2006/relationships/image" Target="../media/image195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23" Type="http://schemas.openxmlformats.org/officeDocument/2006/relationships/image" Target="../media/image194.png"/><Relationship Id="rId28" Type="http://schemas.openxmlformats.org/officeDocument/2006/relationships/image" Target="../media/image199.png"/><Relationship Id="rId10" Type="http://schemas.openxmlformats.org/officeDocument/2006/relationships/image" Target="../media/image181.png"/><Relationship Id="rId19" Type="http://schemas.openxmlformats.org/officeDocument/2006/relationships/image" Target="../media/image190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Relationship Id="rId22" Type="http://schemas.openxmlformats.org/officeDocument/2006/relationships/image" Target="../media/image193.png"/><Relationship Id="rId27" Type="http://schemas.openxmlformats.org/officeDocument/2006/relationships/image" Target="../media/image198.png"/><Relationship Id="rId30" Type="http://schemas.openxmlformats.org/officeDocument/2006/relationships/image" Target="../media/image20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26" Type="http://schemas.openxmlformats.org/officeDocument/2006/relationships/image" Target="../media/image197.png"/><Relationship Id="rId3" Type="http://schemas.openxmlformats.org/officeDocument/2006/relationships/image" Target="../media/image174.png"/><Relationship Id="rId21" Type="http://schemas.openxmlformats.org/officeDocument/2006/relationships/image" Target="../media/image192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5" Type="http://schemas.openxmlformats.org/officeDocument/2006/relationships/image" Target="../media/image196.png"/><Relationship Id="rId16" Type="http://schemas.openxmlformats.org/officeDocument/2006/relationships/image" Target="../media/image187.png"/><Relationship Id="rId20" Type="http://schemas.openxmlformats.org/officeDocument/2006/relationships/image" Target="../media/image191.png"/><Relationship Id="rId29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24" Type="http://schemas.openxmlformats.org/officeDocument/2006/relationships/image" Target="../media/image195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23" Type="http://schemas.openxmlformats.org/officeDocument/2006/relationships/image" Target="../media/image194.png"/><Relationship Id="rId28" Type="http://schemas.openxmlformats.org/officeDocument/2006/relationships/image" Target="../media/image199.png"/><Relationship Id="rId10" Type="http://schemas.openxmlformats.org/officeDocument/2006/relationships/image" Target="../media/image181.png"/><Relationship Id="rId19" Type="http://schemas.openxmlformats.org/officeDocument/2006/relationships/image" Target="../media/image190.png"/><Relationship Id="rId31" Type="http://schemas.openxmlformats.org/officeDocument/2006/relationships/image" Target="../media/image1650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Relationship Id="rId22" Type="http://schemas.openxmlformats.org/officeDocument/2006/relationships/image" Target="../media/image193.png"/><Relationship Id="rId27" Type="http://schemas.openxmlformats.org/officeDocument/2006/relationships/image" Target="../media/image198.png"/><Relationship Id="rId30" Type="http://schemas.openxmlformats.org/officeDocument/2006/relationships/image" Target="../media/image20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0.png"/><Relationship Id="rId18" Type="http://schemas.openxmlformats.org/officeDocument/2006/relationships/image" Target="../media/image1730.png"/><Relationship Id="rId26" Type="http://schemas.openxmlformats.org/officeDocument/2006/relationships/image" Target="../media/image213.png"/><Relationship Id="rId3" Type="http://schemas.openxmlformats.org/officeDocument/2006/relationships/image" Target="../media/image1680.png"/><Relationship Id="rId21" Type="http://schemas.openxmlformats.org/officeDocument/2006/relationships/image" Target="../media/image208.png"/><Relationship Id="rId34" Type="http://schemas.openxmlformats.org/officeDocument/2006/relationships/image" Target="../media/image221.png"/><Relationship Id="rId7" Type="http://schemas.openxmlformats.org/officeDocument/2006/relationships/image" Target="../media/image1720.png"/><Relationship Id="rId12" Type="http://schemas.openxmlformats.org/officeDocument/2006/relationships/image" Target="../media/image1840.png"/><Relationship Id="rId17" Type="http://schemas.openxmlformats.org/officeDocument/2006/relationships/image" Target="../media/image1660.png"/><Relationship Id="rId25" Type="http://schemas.openxmlformats.org/officeDocument/2006/relationships/image" Target="../media/image212.png"/><Relationship Id="rId33" Type="http://schemas.openxmlformats.org/officeDocument/2006/relationships/image" Target="../media/image22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5.png"/><Relationship Id="rId20" Type="http://schemas.openxmlformats.org/officeDocument/2006/relationships/image" Target="../media/image207.png"/><Relationship Id="rId29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0.png"/><Relationship Id="rId11" Type="http://schemas.openxmlformats.org/officeDocument/2006/relationships/image" Target="../media/image1830.png"/><Relationship Id="rId24" Type="http://schemas.openxmlformats.org/officeDocument/2006/relationships/image" Target="../media/image211.png"/><Relationship Id="rId32" Type="http://schemas.openxmlformats.org/officeDocument/2006/relationships/image" Target="../media/image219.png"/><Relationship Id="rId5" Type="http://schemas.openxmlformats.org/officeDocument/2006/relationships/image" Target="../media/image1770.png"/><Relationship Id="rId15" Type="http://schemas.openxmlformats.org/officeDocument/2006/relationships/image" Target="../media/image204.png"/><Relationship Id="rId23" Type="http://schemas.openxmlformats.org/officeDocument/2006/relationships/image" Target="../media/image210.png"/><Relationship Id="rId28" Type="http://schemas.openxmlformats.org/officeDocument/2006/relationships/image" Target="../media/image215.png"/><Relationship Id="rId10" Type="http://schemas.openxmlformats.org/officeDocument/2006/relationships/image" Target="../media/image1210.png"/><Relationship Id="rId19" Type="http://schemas.openxmlformats.org/officeDocument/2006/relationships/image" Target="../media/image206.png"/><Relationship Id="rId31" Type="http://schemas.openxmlformats.org/officeDocument/2006/relationships/image" Target="../media/image218.png"/><Relationship Id="rId4" Type="http://schemas.openxmlformats.org/officeDocument/2006/relationships/image" Target="../media/image1760.png"/><Relationship Id="rId9" Type="http://schemas.openxmlformats.org/officeDocument/2006/relationships/image" Target="../media/image203.png"/><Relationship Id="rId14" Type="http://schemas.openxmlformats.org/officeDocument/2006/relationships/image" Target="../media/image1820.png"/><Relationship Id="rId22" Type="http://schemas.openxmlformats.org/officeDocument/2006/relationships/image" Target="../media/image209.png"/><Relationship Id="rId27" Type="http://schemas.openxmlformats.org/officeDocument/2006/relationships/image" Target="../media/image214.png"/><Relationship Id="rId30" Type="http://schemas.openxmlformats.org/officeDocument/2006/relationships/image" Target="../media/image217.png"/><Relationship Id="rId8" Type="http://schemas.openxmlformats.org/officeDocument/2006/relationships/image" Target="../media/image20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060.png"/><Relationship Id="rId7" Type="http://schemas.openxmlformats.org/officeDocument/2006/relationships/image" Target="NULL"/><Relationship Id="rId12" Type="http://schemas.openxmlformats.org/officeDocument/2006/relationships/image" Target="../media/image17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740.png"/><Relationship Id="rId5" Type="http://schemas.openxmlformats.org/officeDocument/2006/relationships/image" Target="../media/image2080.png"/><Relationship Id="rId10" Type="http://schemas.openxmlformats.org/officeDocument/2006/relationships/image" Target="../media/image10.png"/><Relationship Id="rId4" Type="http://schemas.openxmlformats.org/officeDocument/2006/relationships/image" Target="../media/image2070.png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0.png"/><Relationship Id="rId13" Type="http://schemas.openxmlformats.org/officeDocument/2006/relationships/image" Target="../media/image2190.png"/><Relationship Id="rId18" Type="http://schemas.openxmlformats.org/officeDocument/2006/relationships/image" Target="../media/image225.png"/><Relationship Id="rId26" Type="http://schemas.openxmlformats.org/officeDocument/2006/relationships/image" Target="../media/image233.png"/><Relationship Id="rId3" Type="http://schemas.openxmlformats.org/officeDocument/2006/relationships/image" Target="../media/image222.png"/><Relationship Id="rId21" Type="http://schemas.openxmlformats.org/officeDocument/2006/relationships/image" Target="../media/image2220.png"/><Relationship Id="rId7" Type="http://schemas.openxmlformats.org/officeDocument/2006/relationships/image" Target="../media/image2150.png"/><Relationship Id="rId12" Type="http://schemas.openxmlformats.org/officeDocument/2006/relationships/image" Target="../media/image2180.png"/><Relationship Id="rId17" Type="http://schemas.openxmlformats.org/officeDocument/2006/relationships/image" Target="../media/image223.png"/><Relationship Id="rId25" Type="http://schemas.openxmlformats.org/officeDocument/2006/relationships/image" Target="../media/image23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21.png"/><Relationship Id="rId20" Type="http://schemas.openxmlformats.org/officeDocument/2006/relationships/image" Target="../media/image2210.png"/><Relationship Id="rId29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0.png"/><Relationship Id="rId11" Type="http://schemas.openxmlformats.org/officeDocument/2006/relationships/image" Target="../media/image2110.png"/><Relationship Id="rId24" Type="http://schemas.openxmlformats.org/officeDocument/2006/relationships/image" Target="../media/image224.png"/><Relationship Id="rId32" Type="http://schemas.openxmlformats.org/officeDocument/2006/relationships/image" Target="../media/image228.png"/><Relationship Id="rId5" Type="http://schemas.openxmlformats.org/officeDocument/2006/relationships/image" Target="../media/image2130.png"/><Relationship Id="rId15" Type="http://schemas.openxmlformats.org/officeDocument/2006/relationships/image" Target="../media/image2211.png"/><Relationship Id="rId23" Type="http://schemas.openxmlformats.org/officeDocument/2006/relationships/image" Target="../media/image227.png"/><Relationship Id="rId28" Type="http://schemas.openxmlformats.org/officeDocument/2006/relationships/image" Target="../media/image229.png"/><Relationship Id="rId10" Type="http://schemas.openxmlformats.org/officeDocument/2006/relationships/image" Target="../media/image2100.png"/><Relationship Id="rId19" Type="http://schemas.openxmlformats.org/officeDocument/2006/relationships/image" Target="../media/image226.png"/><Relationship Id="rId31" Type="http://schemas.openxmlformats.org/officeDocument/2006/relationships/image" Target="../media/image235.png"/><Relationship Id="rId4" Type="http://schemas.openxmlformats.org/officeDocument/2006/relationships/image" Target="../media/image2120.png"/><Relationship Id="rId9" Type="http://schemas.openxmlformats.org/officeDocument/2006/relationships/image" Target="../media/image2170.png"/><Relationship Id="rId14" Type="http://schemas.openxmlformats.org/officeDocument/2006/relationships/image" Target="../media/image2200.png"/><Relationship Id="rId22" Type="http://schemas.openxmlformats.org/officeDocument/2006/relationships/image" Target="../media/image2230.png"/><Relationship Id="rId27" Type="http://schemas.openxmlformats.org/officeDocument/2006/relationships/image" Target="../media/image234.png"/><Relationship Id="rId30" Type="http://schemas.openxmlformats.org/officeDocument/2006/relationships/image" Target="../media/image2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6.png"/><Relationship Id="rId18" Type="http://schemas.openxmlformats.org/officeDocument/2006/relationships/image" Target="../media/image245.png"/><Relationship Id="rId26" Type="http://schemas.openxmlformats.org/officeDocument/2006/relationships/image" Target="../media/image258.png"/><Relationship Id="rId3" Type="http://schemas.openxmlformats.org/officeDocument/2006/relationships/image" Target="../media/image237.png"/><Relationship Id="rId21" Type="http://schemas.openxmlformats.org/officeDocument/2006/relationships/image" Target="../media/image254.png"/><Relationship Id="rId7" Type="http://schemas.openxmlformats.org/officeDocument/2006/relationships/image" Target="../media/image241.png"/><Relationship Id="rId12" Type="http://schemas.openxmlformats.org/officeDocument/2006/relationships/image" Target="../media/image244.png"/><Relationship Id="rId17" Type="http://schemas.openxmlformats.org/officeDocument/2006/relationships/image" Target="../media/image250.png"/><Relationship Id="rId25" Type="http://schemas.openxmlformats.org/officeDocument/2006/relationships/image" Target="../media/image257.png"/><Relationship Id="rId2" Type="http://schemas.openxmlformats.org/officeDocument/2006/relationships/image" Target="../media/image2280.png"/><Relationship Id="rId16" Type="http://schemas.openxmlformats.org/officeDocument/2006/relationships/image" Target="../media/image249.png"/><Relationship Id="rId20" Type="http://schemas.openxmlformats.org/officeDocument/2006/relationships/image" Target="../media/image251.png"/><Relationship Id="rId29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36.png"/><Relationship Id="rId24" Type="http://schemas.openxmlformats.org/officeDocument/2006/relationships/image" Target="../media/image256.png"/><Relationship Id="rId5" Type="http://schemas.openxmlformats.org/officeDocument/2006/relationships/image" Target="../media/image239.png"/><Relationship Id="rId15" Type="http://schemas.openxmlformats.org/officeDocument/2006/relationships/image" Target="../media/image248.png"/><Relationship Id="rId23" Type="http://schemas.openxmlformats.org/officeDocument/2006/relationships/image" Target="../media/image255.png"/><Relationship Id="rId28" Type="http://schemas.openxmlformats.org/officeDocument/2006/relationships/image" Target="../media/image260.png"/><Relationship Id="rId10" Type="http://schemas.openxmlformats.org/officeDocument/2006/relationships/image" Target="../media/image2281.png"/><Relationship Id="rId19" Type="http://schemas.openxmlformats.org/officeDocument/2006/relationships/image" Target="../media/image252.png"/><Relationship Id="rId4" Type="http://schemas.openxmlformats.org/officeDocument/2006/relationships/image" Target="../media/image238.png"/><Relationship Id="rId9" Type="http://schemas.openxmlformats.org/officeDocument/2006/relationships/image" Target="../media/image243.png"/><Relationship Id="rId14" Type="http://schemas.openxmlformats.org/officeDocument/2006/relationships/image" Target="../media/image247.png"/><Relationship Id="rId22" Type="http://schemas.openxmlformats.org/officeDocument/2006/relationships/image" Target="../media/image253.png"/><Relationship Id="rId27" Type="http://schemas.openxmlformats.org/officeDocument/2006/relationships/image" Target="../media/image259.png"/><Relationship Id="rId30" Type="http://schemas.openxmlformats.org/officeDocument/2006/relationships/image" Target="../media/image2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2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8.png"/><Relationship Id="rId18" Type="http://schemas.openxmlformats.org/officeDocument/2006/relationships/image" Target="../media/image245.png"/><Relationship Id="rId26" Type="http://schemas.openxmlformats.org/officeDocument/2006/relationships/image" Target="../media/image258.png"/><Relationship Id="rId39" Type="http://schemas.openxmlformats.org/officeDocument/2006/relationships/image" Target="../media/image273.png"/><Relationship Id="rId21" Type="http://schemas.openxmlformats.org/officeDocument/2006/relationships/image" Target="../media/image254.png"/><Relationship Id="rId34" Type="http://schemas.openxmlformats.org/officeDocument/2006/relationships/image" Target="../media/image2681.png"/><Relationship Id="rId42" Type="http://schemas.openxmlformats.org/officeDocument/2006/relationships/image" Target="../media/image276.png"/><Relationship Id="rId7" Type="http://schemas.openxmlformats.org/officeDocument/2006/relationships/image" Target="../media/image241.png"/><Relationship Id="rId2" Type="http://schemas.openxmlformats.org/officeDocument/2006/relationships/image" Target="../media/image1641.png"/><Relationship Id="rId16" Type="http://schemas.openxmlformats.org/officeDocument/2006/relationships/image" Target="../media/image271.png"/><Relationship Id="rId20" Type="http://schemas.openxmlformats.org/officeDocument/2006/relationships/image" Target="../media/image251.png"/><Relationship Id="rId29" Type="http://schemas.openxmlformats.org/officeDocument/2006/relationships/image" Target="../media/image261.png"/><Relationship Id="rId41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6.png"/><Relationship Id="rId24" Type="http://schemas.openxmlformats.org/officeDocument/2006/relationships/image" Target="../media/image256.png"/><Relationship Id="rId32" Type="http://schemas.openxmlformats.org/officeDocument/2006/relationships/image" Target="../media/image2662.png"/><Relationship Id="rId37" Type="http://schemas.openxmlformats.org/officeDocument/2006/relationships/image" Target="../media/image2711.png"/><Relationship Id="rId40" Type="http://schemas.openxmlformats.org/officeDocument/2006/relationships/image" Target="../media/image274.png"/><Relationship Id="rId45" Type="http://schemas.openxmlformats.org/officeDocument/2006/relationships/image" Target="../media/image2282.png"/><Relationship Id="rId5" Type="http://schemas.openxmlformats.org/officeDocument/2006/relationships/image" Target="../media/image267.png"/><Relationship Id="rId15" Type="http://schemas.openxmlformats.org/officeDocument/2006/relationships/image" Target="../media/image270.png"/><Relationship Id="rId23" Type="http://schemas.openxmlformats.org/officeDocument/2006/relationships/image" Target="../media/image255.png"/><Relationship Id="rId28" Type="http://schemas.openxmlformats.org/officeDocument/2006/relationships/image" Target="../media/image260.png"/><Relationship Id="rId36" Type="http://schemas.openxmlformats.org/officeDocument/2006/relationships/image" Target="../media/image2701.png"/><Relationship Id="rId10" Type="http://schemas.openxmlformats.org/officeDocument/2006/relationships/image" Target="../media/image2281.png"/><Relationship Id="rId19" Type="http://schemas.openxmlformats.org/officeDocument/2006/relationships/image" Target="../media/image252.png"/><Relationship Id="rId31" Type="http://schemas.openxmlformats.org/officeDocument/2006/relationships/image" Target="../media/image2651.png"/><Relationship Id="rId44" Type="http://schemas.openxmlformats.org/officeDocument/2006/relationships/image" Target="../media/image278.png"/><Relationship Id="rId4" Type="http://schemas.openxmlformats.org/officeDocument/2006/relationships/image" Target="../media/image266.png"/><Relationship Id="rId9" Type="http://schemas.openxmlformats.org/officeDocument/2006/relationships/image" Target="../media/image243.png"/><Relationship Id="rId14" Type="http://schemas.openxmlformats.org/officeDocument/2006/relationships/image" Target="../media/image269.png"/><Relationship Id="rId22" Type="http://schemas.openxmlformats.org/officeDocument/2006/relationships/image" Target="../media/image253.png"/><Relationship Id="rId27" Type="http://schemas.openxmlformats.org/officeDocument/2006/relationships/image" Target="../media/image259.png"/><Relationship Id="rId30" Type="http://schemas.openxmlformats.org/officeDocument/2006/relationships/image" Target="../media/image262.png"/><Relationship Id="rId35" Type="http://schemas.openxmlformats.org/officeDocument/2006/relationships/image" Target="../media/image2691.png"/><Relationship Id="rId43" Type="http://schemas.openxmlformats.org/officeDocument/2006/relationships/image" Target="../media/image277.png"/><Relationship Id="rId8" Type="http://schemas.openxmlformats.org/officeDocument/2006/relationships/image" Target="../media/image242.png"/><Relationship Id="rId3" Type="http://schemas.openxmlformats.org/officeDocument/2006/relationships/image" Target="../media/image265.png"/><Relationship Id="rId12" Type="http://schemas.openxmlformats.org/officeDocument/2006/relationships/image" Target="../media/image244.png"/><Relationship Id="rId17" Type="http://schemas.openxmlformats.org/officeDocument/2006/relationships/image" Target="../media/image250.png"/><Relationship Id="rId25" Type="http://schemas.openxmlformats.org/officeDocument/2006/relationships/image" Target="../media/image257.png"/><Relationship Id="rId33" Type="http://schemas.openxmlformats.org/officeDocument/2006/relationships/image" Target="../media/image2671.png"/><Relationship Id="rId38" Type="http://schemas.openxmlformats.org/officeDocument/2006/relationships/image" Target="../media/image272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0.png"/><Relationship Id="rId18" Type="http://schemas.openxmlformats.org/officeDocument/2006/relationships/image" Target="../media/image2790.png"/><Relationship Id="rId26" Type="http://schemas.openxmlformats.org/officeDocument/2006/relationships/image" Target="../media/image287.png"/><Relationship Id="rId39" Type="http://schemas.openxmlformats.org/officeDocument/2006/relationships/image" Target="../media/image300.png"/><Relationship Id="rId21" Type="http://schemas.openxmlformats.org/officeDocument/2006/relationships/image" Target="../media/image282.png"/><Relationship Id="rId34" Type="http://schemas.openxmlformats.org/officeDocument/2006/relationships/image" Target="../media/image295.png"/><Relationship Id="rId42" Type="http://schemas.openxmlformats.org/officeDocument/2006/relationships/image" Target="../media/image303.png"/><Relationship Id="rId47" Type="http://schemas.openxmlformats.org/officeDocument/2006/relationships/image" Target="../media/image308.png"/><Relationship Id="rId50" Type="http://schemas.openxmlformats.org/officeDocument/2006/relationships/image" Target="../media/image311.png"/><Relationship Id="rId55" Type="http://schemas.openxmlformats.org/officeDocument/2006/relationships/image" Target="../media/image314.png"/><Relationship Id="rId7" Type="http://schemas.openxmlformats.org/officeDocument/2006/relationships/image" Target="../media/image2680.png"/><Relationship Id="rId2" Type="http://schemas.openxmlformats.org/officeDocument/2006/relationships/image" Target="../media/image279.png"/><Relationship Id="rId16" Type="http://schemas.openxmlformats.org/officeDocument/2006/relationships/image" Target="../media/image2770.png"/><Relationship Id="rId29" Type="http://schemas.openxmlformats.org/officeDocument/2006/relationships/image" Target="../media/image290.png"/><Relationship Id="rId11" Type="http://schemas.openxmlformats.org/officeDocument/2006/relationships/image" Target="../media/image2720.png"/><Relationship Id="rId24" Type="http://schemas.openxmlformats.org/officeDocument/2006/relationships/image" Target="../media/image285.png"/><Relationship Id="rId32" Type="http://schemas.openxmlformats.org/officeDocument/2006/relationships/image" Target="../media/image293.png"/><Relationship Id="rId37" Type="http://schemas.openxmlformats.org/officeDocument/2006/relationships/image" Target="../media/image298.png"/><Relationship Id="rId40" Type="http://schemas.openxmlformats.org/officeDocument/2006/relationships/image" Target="../media/image301.png"/><Relationship Id="rId45" Type="http://schemas.openxmlformats.org/officeDocument/2006/relationships/image" Target="../media/image306.png"/><Relationship Id="rId53" Type="http://schemas.openxmlformats.org/officeDocument/2006/relationships/image" Target="../media/image312.png"/><Relationship Id="rId58" Type="http://schemas.openxmlformats.org/officeDocument/2006/relationships/image" Target="../media/image325.png"/><Relationship Id="rId5" Type="http://schemas.openxmlformats.org/officeDocument/2006/relationships/image" Target="../media/image2661.png"/><Relationship Id="rId19" Type="http://schemas.openxmlformats.org/officeDocument/2006/relationships/image" Target="../media/image280.png"/><Relationship Id="rId4" Type="http://schemas.openxmlformats.org/officeDocument/2006/relationships/image" Target="../media/image2650.png"/><Relationship Id="rId9" Type="http://schemas.openxmlformats.org/officeDocument/2006/relationships/image" Target="../media/image2700.png"/><Relationship Id="rId14" Type="http://schemas.openxmlformats.org/officeDocument/2006/relationships/image" Target="../media/image2750.png"/><Relationship Id="rId22" Type="http://schemas.openxmlformats.org/officeDocument/2006/relationships/image" Target="../media/image283.png"/><Relationship Id="rId27" Type="http://schemas.openxmlformats.org/officeDocument/2006/relationships/image" Target="../media/image288.png"/><Relationship Id="rId30" Type="http://schemas.openxmlformats.org/officeDocument/2006/relationships/image" Target="../media/image291.png"/><Relationship Id="rId35" Type="http://schemas.openxmlformats.org/officeDocument/2006/relationships/image" Target="../media/image296.png"/><Relationship Id="rId43" Type="http://schemas.openxmlformats.org/officeDocument/2006/relationships/image" Target="../media/image304.png"/><Relationship Id="rId48" Type="http://schemas.openxmlformats.org/officeDocument/2006/relationships/image" Target="../media/image309.png"/><Relationship Id="rId56" Type="http://schemas.openxmlformats.org/officeDocument/2006/relationships/image" Target="../media/image323.png"/><Relationship Id="rId8" Type="http://schemas.openxmlformats.org/officeDocument/2006/relationships/image" Target="../media/image2690.png"/><Relationship Id="rId51" Type="http://schemas.openxmlformats.org/officeDocument/2006/relationships/image" Target="../media/image318.png"/><Relationship Id="rId3" Type="http://schemas.openxmlformats.org/officeDocument/2006/relationships/image" Target="../media/image2630.png"/><Relationship Id="rId12" Type="http://schemas.openxmlformats.org/officeDocument/2006/relationships/image" Target="../media/image2730.png"/><Relationship Id="rId17" Type="http://schemas.openxmlformats.org/officeDocument/2006/relationships/image" Target="../media/image2780.png"/><Relationship Id="rId25" Type="http://schemas.openxmlformats.org/officeDocument/2006/relationships/image" Target="../media/image286.png"/><Relationship Id="rId33" Type="http://schemas.openxmlformats.org/officeDocument/2006/relationships/image" Target="../media/image294.png"/><Relationship Id="rId38" Type="http://schemas.openxmlformats.org/officeDocument/2006/relationships/image" Target="../media/image299.png"/><Relationship Id="rId46" Type="http://schemas.openxmlformats.org/officeDocument/2006/relationships/image" Target="../media/image307.png"/><Relationship Id="rId59" Type="http://schemas.openxmlformats.org/officeDocument/2006/relationships/image" Target="../media/image315.png"/><Relationship Id="rId20" Type="http://schemas.openxmlformats.org/officeDocument/2006/relationships/image" Target="../media/image281.png"/><Relationship Id="rId41" Type="http://schemas.openxmlformats.org/officeDocument/2006/relationships/image" Target="../media/image302.png"/><Relationship Id="rId54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0.png"/><Relationship Id="rId15" Type="http://schemas.openxmlformats.org/officeDocument/2006/relationships/image" Target="../media/image2760.png"/><Relationship Id="rId23" Type="http://schemas.openxmlformats.org/officeDocument/2006/relationships/image" Target="../media/image284.png"/><Relationship Id="rId28" Type="http://schemas.openxmlformats.org/officeDocument/2006/relationships/image" Target="../media/image289.png"/><Relationship Id="rId36" Type="http://schemas.openxmlformats.org/officeDocument/2006/relationships/image" Target="../media/image297.png"/><Relationship Id="rId49" Type="http://schemas.openxmlformats.org/officeDocument/2006/relationships/image" Target="../media/image310.png"/><Relationship Id="rId57" Type="http://schemas.openxmlformats.org/officeDocument/2006/relationships/image" Target="../media/image3140.png"/><Relationship Id="rId10" Type="http://schemas.openxmlformats.org/officeDocument/2006/relationships/image" Target="../media/image2710.png"/><Relationship Id="rId31" Type="http://schemas.openxmlformats.org/officeDocument/2006/relationships/image" Target="../media/image292.png"/><Relationship Id="rId44" Type="http://schemas.openxmlformats.org/officeDocument/2006/relationships/image" Target="../media/image305.png"/><Relationship Id="rId52" Type="http://schemas.openxmlformats.org/officeDocument/2006/relationships/image" Target="../media/image319.png"/><Relationship Id="rId60" Type="http://schemas.openxmlformats.org/officeDocument/2006/relationships/image" Target="../media/image3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13" Type="http://schemas.openxmlformats.org/officeDocument/2006/relationships/image" Target="../media/image3170.png"/><Relationship Id="rId18" Type="http://schemas.openxmlformats.org/officeDocument/2006/relationships/image" Target="../media/image329.png"/><Relationship Id="rId26" Type="http://schemas.openxmlformats.org/officeDocument/2006/relationships/image" Target="../media/image331.png"/><Relationship Id="rId3" Type="http://schemas.openxmlformats.org/officeDocument/2006/relationships/image" Target="../media/image316.png"/><Relationship Id="rId21" Type="http://schemas.openxmlformats.org/officeDocument/2006/relationships/image" Target="../media/image345.png"/><Relationship Id="rId7" Type="http://schemas.openxmlformats.org/officeDocument/2006/relationships/image" Target="../media/image320.png"/><Relationship Id="rId12" Type="http://schemas.openxmlformats.org/officeDocument/2006/relationships/image" Target="../media/image336.png"/><Relationship Id="rId17" Type="http://schemas.openxmlformats.org/officeDocument/2006/relationships/image" Target="../media/image328.png"/><Relationship Id="rId25" Type="http://schemas.openxmlformats.org/officeDocument/2006/relationships/image" Target="../media/image33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26.png"/><Relationship Id="rId20" Type="http://schemas.openxmlformats.org/officeDocument/2006/relationships/image" Target="../media/image344.png"/><Relationship Id="rId29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7.png"/><Relationship Id="rId11" Type="http://schemas.openxmlformats.org/officeDocument/2006/relationships/image" Target="../media/image335.png"/><Relationship Id="rId24" Type="http://schemas.openxmlformats.org/officeDocument/2006/relationships/image" Target="../media/image264.png"/><Relationship Id="rId5" Type="http://schemas.openxmlformats.org/officeDocument/2006/relationships/image" Target="../media/image3160.png"/><Relationship Id="rId15" Type="http://schemas.openxmlformats.org/officeDocument/2006/relationships/image" Target="../media/image324.png"/><Relationship Id="rId23" Type="http://schemas.openxmlformats.org/officeDocument/2006/relationships/image" Target="../media/image3240.png"/><Relationship Id="rId28" Type="http://schemas.openxmlformats.org/officeDocument/2006/relationships/image" Target="../media/image333.png"/><Relationship Id="rId10" Type="http://schemas.openxmlformats.org/officeDocument/2006/relationships/image" Target="../media/image334.png"/><Relationship Id="rId19" Type="http://schemas.openxmlformats.org/officeDocument/2006/relationships/image" Target="../media/image343.png"/><Relationship Id="rId4" Type="http://schemas.openxmlformats.org/officeDocument/2006/relationships/image" Target="../media/image2660.png"/><Relationship Id="rId9" Type="http://schemas.openxmlformats.org/officeDocument/2006/relationships/image" Target="../media/image322.png"/><Relationship Id="rId14" Type="http://schemas.openxmlformats.org/officeDocument/2006/relationships/image" Target="../media/image3200.png"/><Relationship Id="rId22" Type="http://schemas.openxmlformats.org/officeDocument/2006/relationships/image" Target="../media/image3220.png"/><Relationship Id="rId27" Type="http://schemas.openxmlformats.org/officeDocument/2006/relationships/image" Target="../media/image332.png"/><Relationship Id="rId30" Type="http://schemas.openxmlformats.org/officeDocument/2006/relationships/image" Target="../media/image3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1.png"/><Relationship Id="rId13" Type="http://schemas.openxmlformats.org/officeDocument/2006/relationships/image" Target="../media/image358.png"/><Relationship Id="rId18" Type="http://schemas.openxmlformats.org/officeDocument/2006/relationships/image" Target="../media/image351.png"/><Relationship Id="rId3" Type="http://schemas.openxmlformats.org/officeDocument/2006/relationships/image" Target="../media/image3210.png"/><Relationship Id="rId7" Type="http://schemas.openxmlformats.org/officeDocument/2006/relationships/image" Target="../media/image3371.png"/><Relationship Id="rId12" Type="http://schemas.openxmlformats.org/officeDocument/2006/relationships/image" Target="../media/image349.png"/><Relationship Id="rId17" Type="http://schemas.openxmlformats.org/officeDocument/2006/relationships/image" Target="../media/image330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1.png"/><Relationship Id="rId11" Type="http://schemas.openxmlformats.org/officeDocument/2006/relationships/image" Target="../media/image348.png"/><Relationship Id="rId5" Type="http://schemas.openxmlformats.org/officeDocument/2006/relationships/image" Target="../media/image3280.png"/><Relationship Id="rId15" Type="http://schemas.openxmlformats.org/officeDocument/2006/relationships/image" Target="../media/image360.png"/><Relationship Id="rId10" Type="http://schemas.openxmlformats.org/officeDocument/2006/relationships/image" Target="../media/image347.png"/><Relationship Id="rId4" Type="http://schemas.openxmlformats.org/officeDocument/2006/relationships/image" Target="../media/image3262.png"/><Relationship Id="rId9" Type="http://schemas.openxmlformats.org/officeDocument/2006/relationships/image" Target="../media/image346.png"/><Relationship Id="rId14" Type="http://schemas.openxmlformats.org/officeDocument/2006/relationships/image" Target="../media/image3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image" Target="../media/image365.png"/><Relationship Id="rId18" Type="http://schemas.openxmlformats.org/officeDocument/2006/relationships/image" Target="../media/image370.png"/><Relationship Id="rId3" Type="http://schemas.openxmlformats.org/officeDocument/2006/relationships/image" Target="../media/image339.png"/><Relationship Id="rId7" Type="http://schemas.openxmlformats.org/officeDocument/2006/relationships/image" Target="../media/image355.png"/><Relationship Id="rId12" Type="http://schemas.openxmlformats.org/officeDocument/2006/relationships/image" Target="../media/image364.png"/><Relationship Id="rId17" Type="http://schemas.openxmlformats.org/officeDocument/2006/relationships/image" Target="../media/image36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.png"/><Relationship Id="rId11" Type="http://schemas.openxmlformats.org/officeDocument/2006/relationships/image" Target="../media/image363.png"/><Relationship Id="rId5" Type="http://schemas.openxmlformats.org/officeDocument/2006/relationships/image" Target="../media/image341.wmf"/><Relationship Id="rId15" Type="http://schemas.openxmlformats.org/officeDocument/2006/relationships/image" Target="../media/image367.png"/><Relationship Id="rId10" Type="http://schemas.openxmlformats.org/officeDocument/2006/relationships/image" Target="../media/image362.png"/><Relationship Id="rId19" Type="http://schemas.openxmlformats.org/officeDocument/2006/relationships/image" Target="../media/image372.png"/><Relationship Id="rId4" Type="http://schemas.openxmlformats.org/officeDocument/2006/relationships/image" Target="../media/image340.wmf"/><Relationship Id="rId9" Type="http://schemas.openxmlformats.org/officeDocument/2006/relationships/image" Target="../media/image357.png"/><Relationship Id="rId14" Type="http://schemas.openxmlformats.org/officeDocument/2006/relationships/image" Target="../media/image3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0.png"/><Relationship Id="rId13" Type="http://schemas.openxmlformats.org/officeDocument/2006/relationships/image" Target="../media/image375.png"/><Relationship Id="rId18" Type="http://schemas.openxmlformats.org/officeDocument/2006/relationships/image" Target="../media/image380.png"/><Relationship Id="rId26" Type="http://schemas.openxmlformats.org/officeDocument/2006/relationships/image" Target="../media/image388.png"/><Relationship Id="rId3" Type="http://schemas.openxmlformats.org/officeDocument/2006/relationships/image" Target="../media/image3650.png"/><Relationship Id="rId21" Type="http://schemas.openxmlformats.org/officeDocument/2006/relationships/image" Target="../media/image383.png"/><Relationship Id="rId7" Type="http://schemas.openxmlformats.org/officeDocument/2006/relationships/image" Target="../media/image3331.png"/><Relationship Id="rId12" Type="http://schemas.openxmlformats.org/officeDocument/2006/relationships/image" Target="../media/image3370.png"/><Relationship Id="rId17" Type="http://schemas.openxmlformats.org/officeDocument/2006/relationships/image" Target="../media/image379.png"/><Relationship Id="rId25" Type="http://schemas.openxmlformats.org/officeDocument/2006/relationships/image" Target="../media/image387.png"/><Relationship Id="rId2" Type="http://schemas.openxmlformats.org/officeDocument/2006/relationships/image" Target="../media/image3640.png"/><Relationship Id="rId16" Type="http://schemas.openxmlformats.org/officeDocument/2006/relationships/image" Target="../media/image378.png"/><Relationship Id="rId20" Type="http://schemas.openxmlformats.org/officeDocument/2006/relationships/image" Target="../media/image3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1.png"/><Relationship Id="rId11" Type="http://schemas.openxmlformats.org/officeDocument/2006/relationships/image" Target="../media/image373.png"/><Relationship Id="rId24" Type="http://schemas.openxmlformats.org/officeDocument/2006/relationships/image" Target="../media/image386.png"/><Relationship Id="rId5" Type="http://schemas.openxmlformats.org/officeDocument/2006/relationships/image" Target="../media/image3261.png"/><Relationship Id="rId15" Type="http://schemas.openxmlformats.org/officeDocument/2006/relationships/image" Target="../media/image377.png"/><Relationship Id="rId23" Type="http://schemas.openxmlformats.org/officeDocument/2006/relationships/image" Target="../media/image385.png"/><Relationship Id="rId10" Type="http://schemas.openxmlformats.org/officeDocument/2006/relationships/image" Target="../media/image3720.png"/><Relationship Id="rId19" Type="http://schemas.openxmlformats.org/officeDocument/2006/relationships/image" Target="../media/image381.png"/><Relationship Id="rId4" Type="http://schemas.openxmlformats.org/officeDocument/2006/relationships/image" Target="../media/image3660.png"/><Relationship Id="rId9" Type="http://schemas.openxmlformats.org/officeDocument/2006/relationships/image" Target="../media/image3290.png"/><Relationship Id="rId14" Type="http://schemas.openxmlformats.org/officeDocument/2006/relationships/image" Target="../media/image376.png"/><Relationship Id="rId22" Type="http://schemas.openxmlformats.org/officeDocument/2006/relationships/image" Target="../media/image384.png"/><Relationship Id="rId27" Type="http://schemas.openxmlformats.org/officeDocument/2006/relationships/image" Target="../media/image3390.png"/></Relationships>
</file>

<file path=ppt/slides/_rels/slide3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90.png"/><Relationship Id="rId26" Type="http://schemas.openxmlformats.org/officeDocument/2006/relationships/image" Target="../media/image398.png"/><Relationship Id="rId21" Type="http://schemas.openxmlformats.org/officeDocument/2006/relationships/image" Target="../media/image393.png"/><Relationship Id="rId17" Type="http://schemas.openxmlformats.org/officeDocument/2006/relationships/image" Target="../media/image389.png"/><Relationship Id="rId25" Type="http://schemas.openxmlformats.org/officeDocument/2006/relationships/image" Target="../media/image397.png"/><Relationship Id="rId33" Type="http://schemas.openxmlformats.org/officeDocument/2006/relationships/image" Target="../media/image3470.png"/><Relationship Id="rId2" Type="http://schemas.openxmlformats.org/officeDocument/2006/relationships/image" Target="../media/image3260.png"/><Relationship Id="rId20" Type="http://schemas.openxmlformats.org/officeDocument/2006/relationships/image" Target="../media/image392.png"/><Relationship Id="rId29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96.png"/><Relationship Id="rId32" Type="http://schemas.openxmlformats.org/officeDocument/2006/relationships/image" Target="../media/image3460.png"/><Relationship Id="rId23" Type="http://schemas.openxmlformats.org/officeDocument/2006/relationships/image" Target="../media/image395.png"/><Relationship Id="rId28" Type="http://schemas.openxmlformats.org/officeDocument/2006/relationships/image" Target="../media/image400.png"/><Relationship Id="rId19" Type="http://schemas.openxmlformats.org/officeDocument/2006/relationships/image" Target="../media/image391.png"/><Relationship Id="rId31" Type="http://schemas.openxmlformats.org/officeDocument/2006/relationships/image" Target="../media/image3380.png"/><Relationship Id="rId22" Type="http://schemas.openxmlformats.org/officeDocument/2006/relationships/image" Target="../media/image394.png"/><Relationship Id="rId27" Type="http://schemas.openxmlformats.org/officeDocument/2006/relationships/image" Target="../media/image399.png"/><Relationship Id="rId30" Type="http://schemas.openxmlformats.org/officeDocument/2006/relationships/image" Target="../media/image40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680.png"/><Relationship Id="rId18" Type="http://schemas.openxmlformats.org/officeDocument/2006/relationships/image" Target="../media/image416.png"/><Relationship Id="rId26" Type="http://schemas.openxmlformats.org/officeDocument/2006/relationships/image" Target="../media/image341.png"/><Relationship Id="rId3" Type="http://schemas.openxmlformats.org/officeDocument/2006/relationships/image" Target="../media/image4040.png"/><Relationship Id="rId21" Type="http://schemas.openxmlformats.org/officeDocument/2006/relationships/image" Target="../media/image419.png"/><Relationship Id="rId7" Type="http://schemas.openxmlformats.org/officeDocument/2006/relationships/image" Target="../media/image3630.png"/><Relationship Id="rId12" Type="http://schemas.openxmlformats.org/officeDocument/2006/relationships/image" Target="../media/image411.png"/><Relationship Id="rId17" Type="http://schemas.openxmlformats.org/officeDocument/2006/relationships/image" Target="../media/image415.png"/><Relationship Id="rId25" Type="http://schemas.openxmlformats.org/officeDocument/2006/relationships/image" Target="../media/image4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14.png"/><Relationship Id="rId20" Type="http://schemas.openxmlformats.org/officeDocument/2006/relationships/image" Target="../media/image4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20.png"/><Relationship Id="rId11" Type="http://schemas.openxmlformats.org/officeDocument/2006/relationships/image" Target="../media/image410.png"/><Relationship Id="rId24" Type="http://schemas.openxmlformats.org/officeDocument/2006/relationships/image" Target="../media/image422.png"/><Relationship Id="rId5" Type="http://schemas.openxmlformats.org/officeDocument/2006/relationships/image" Target="../media/image4060.png"/><Relationship Id="rId15" Type="http://schemas.openxmlformats.org/officeDocument/2006/relationships/image" Target="../media/image3330.png"/><Relationship Id="rId23" Type="http://schemas.openxmlformats.org/officeDocument/2006/relationships/image" Target="../media/image421.png"/><Relationship Id="rId10" Type="http://schemas.openxmlformats.org/officeDocument/2006/relationships/image" Target="../media/image3670.png"/><Relationship Id="rId19" Type="http://schemas.openxmlformats.org/officeDocument/2006/relationships/image" Target="../media/image417.png"/><Relationship Id="rId4" Type="http://schemas.openxmlformats.org/officeDocument/2006/relationships/image" Target="../media/image4050.png"/><Relationship Id="rId9" Type="http://schemas.openxmlformats.org/officeDocument/2006/relationships/image" Target="../media/image409.png"/><Relationship Id="rId14" Type="http://schemas.openxmlformats.org/officeDocument/2006/relationships/image" Target="../media/image3320.png"/><Relationship Id="rId22" Type="http://schemas.openxmlformats.org/officeDocument/2006/relationships/image" Target="../media/image4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组合逻辑电路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P152 – 166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D02328B-E69A-9E58-0263-B0A665BC12D8}"/>
              </a:ext>
            </a:extLst>
          </p:cNvPr>
          <p:cNvSpPr txBox="1"/>
          <p:nvPr/>
        </p:nvSpPr>
        <p:spPr>
          <a:xfrm>
            <a:off x="1296000" y="1296000"/>
            <a:ext cx="3261848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zh-CN" altLang="en-US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810B45-E70C-372C-52D5-C05B7AC86AFE}"/>
              </a:ext>
            </a:extLst>
          </p:cNvPr>
          <p:cNvSpPr txBox="1"/>
          <p:nvPr/>
        </p:nvSpPr>
        <p:spPr>
          <a:xfrm>
            <a:off x="360000" y="720000"/>
            <a:ext cx="10989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：将输入信号的信息和状态，转换成二进制代码输出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9F056B-2870-7FAE-2560-0AEF6ECE9CED}"/>
              </a:ext>
            </a:extLst>
          </p:cNvPr>
          <p:cNvGrpSpPr/>
          <p:nvPr/>
        </p:nvGrpSpPr>
        <p:grpSpPr>
          <a:xfrm>
            <a:off x="3240000" y="1440000"/>
            <a:ext cx="3566493" cy="1648007"/>
            <a:chOff x="6135929" y="2039410"/>
            <a:chExt cx="3566493" cy="164800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F2676E6-3EAA-E29C-27D2-C0344988E262}"/>
                </a:ext>
              </a:extLst>
            </p:cNvPr>
            <p:cNvSpPr/>
            <p:nvPr/>
          </p:nvSpPr>
          <p:spPr>
            <a:xfrm>
              <a:off x="7325139" y="2047461"/>
              <a:ext cx="1242391" cy="16399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编</a:t>
              </a:r>
              <a:endParaRPr lang="en-US" altLang="zh-CN" sz="28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码</a:t>
              </a:r>
              <a:endParaRPr lang="en-US" altLang="zh-CN" sz="28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器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82555C87-8B32-C7D9-83B0-D10A9BA9EF97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305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98CFC19-5D80-1792-BD0B-C2ED5832306E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D8F114A-93C1-324C-FA9B-E2180B07467B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7DD53CC-3981-C435-2E10-A4E03F684C5A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289313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0FC3CF5-A2CF-6829-545C-C387D9254AB7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840E9F6-8817-4440-B425-A30CFF111C99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7A65C5F-6EBC-59BA-5A1E-B6EBADA1C3A1}"/>
                    </a:ext>
                  </a:extLst>
                </p:cNvPr>
                <p:cNvSpPr txBox="1"/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7A65C5F-6EBC-59BA-5A1E-B6EBADA1C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27F7FF-670F-D073-26C1-4FCA0E63727B}"/>
                    </a:ext>
                  </a:extLst>
                </p:cNvPr>
                <p:cNvSpPr txBox="1"/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27F7FF-670F-D073-26C1-4FCA0E637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10B792E-6435-FE1D-9975-9CD9578B6D58}"/>
                    </a:ext>
                  </a:extLst>
                </p:cNvPr>
                <p:cNvSpPr txBox="1"/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10B792E-6435-FE1D-9975-9CD9578B6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7822" r="-9901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AA5CBD4-4365-53CF-71C1-C5300EA82B5F}"/>
                    </a:ext>
                  </a:extLst>
                </p:cNvPr>
                <p:cNvSpPr txBox="1"/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971BE9-FD3D-DE56-F39F-924085CC8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17A4DC-79E8-C54A-C6A9-E0AA21A221FB}"/>
                    </a:ext>
                  </a:extLst>
                </p:cNvPr>
                <p:cNvSpPr txBox="1"/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3296B5-AF23-F118-CA7F-8900F13B5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090E83D-802E-3944-BD95-B42231EBDDB6}"/>
                    </a:ext>
                  </a:extLst>
                </p:cNvPr>
                <p:cNvSpPr txBox="1"/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090E83D-802E-3944-BD95-B42231EBD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0003628-CEEE-26E2-4090-896E4437B997}"/>
                    </a:ext>
                  </a:extLst>
                </p:cNvPr>
                <p:cNvSpPr txBox="1"/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0003628-CEEE-26E2-4090-896E4437B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7D3C07-469F-4562-7B49-6258138A743D}"/>
                    </a:ext>
                  </a:extLst>
                </p:cNvPr>
                <p:cNvSpPr txBox="1"/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7D3C07-469F-4562-7B49-6258138A7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86" r="-7843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E3FAF4C-0B0E-0D4E-5521-8A7550B2B50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C7E743C-264C-8118-FF4A-504925E386B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5" name="箭头: 五边形 24">
                <a:extLst>
                  <a:ext uri="{FF2B5EF4-FFF2-40B4-BE49-F238E27FC236}">
                    <a16:creationId xmlns:a16="http://schemas.microsoft.com/office/drawing/2014/main" id="{56A23B37-9A9C-4749-99A6-AC9ABF4DED9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58CC741A-E8A3-3774-B40E-C75F2EC6A29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灯片编号占位符 3">
              <a:extLst>
                <a:ext uri="{FF2B5EF4-FFF2-40B4-BE49-F238E27FC236}">
                  <a16:creationId xmlns:a16="http://schemas.microsoft.com/office/drawing/2014/main" id="{FC954A4F-0F20-CFD6-CC8D-C342595170E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BE6DC15-9FF2-DF40-869C-A23EF9AEF1A3}"/>
                  </a:ext>
                </a:extLst>
              </p:cNvPr>
              <p:cNvSpPr txBox="1"/>
              <p:nvPr/>
            </p:nvSpPr>
            <p:spPr>
              <a:xfrm>
                <a:off x="7200000" y="1800000"/>
                <a:ext cx="39836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编码器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BE6DC15-9FF2-DF40-869C-A23EF9AEF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1800000"/>
                <a:ext cx="3983650" cy="954107"/>
              </a:xfrm>
              <a:prstGeom prst="rect">
                <a:avLst/>
              </a:prstGeom>
              <a:blipFill>
                <a:blip r:embed="rId11"/>
                <a:stretch>
                  <a:fillRect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3C4E5B57-6205-1983-73A2-4DF496D3B6B6}"/>
              </a:ext>
            </a:extLst>
          </p:cNvPr>
          <p:cNvSpPr txBox="1"/>
          <p:nvPr/>
        </p:nvSpPr>
        <p:spPr>
          <a:xfrm>
            <a:off x="360000" y="2880000"/>
            <a:ext cx="396544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编码器分类：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普通编码器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优先编码器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204363D-8735-E559-609D-F55946FCB0CA}"/>
              </a:ext>
            </a:extLst>
          </p:cNvPr>
          <p:cNvSpPr txBox="1"/>
          <p:nvPr/>
        </p:nvSpPr>
        <p:spPr>
          <a:xfrm>
            <a:off x="360000" y="4320000"/>
            <a:ext cx="82292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常见编码器：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2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线编码器</a:t>
            </a:r>
            <a:endParaRPr lang="en-US" altLang="zh-CN" sz="2400" i="1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线编码器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4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8421BCD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码编码器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A7EB09F-9C65-7D61-FAA0-3B3FEAA522E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1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1DD0A9-3C44-1C12-F751-4712B45AE724}"/>
              </a:ext>
            </a:extLst>
          </p:cNvPr>
          <p:cNvSpPr txBox="1"/>
          <p:nvPr/>
        </p:nvSpPr>
        <p:spPr>
          <a:xfrm>
            <a:off x="360000" y="720000"/>
            <a:ext cx="8456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普通编码器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：任何时刻只允许一个输入信号有效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22C54E-660C-356D-CEF8-84921F5CD1ED}"/>
              </a:ext>
            </a:extLst>
          </p:cNvPr>
          <p:cNvSpPr txBox="1"/>
          <p:nvPr/>
        </p:nvSpPr>
        <p:spPr>
          <a:xfrm>
            <a:off x="360000" y="1440000"/>
            <a:ext cx="966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2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线普通编码器（输入采取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为有效状态）</a:t>
            </a:r>
            <a:endParaRPr lang="en-US" altLang="zh-CN" sz="2800" i="1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E9232F6-587C-046B-0B8E-B6EA2F0FFBA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62A21FBA-CB86-DC22-9CD2-1E08D12F15D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0" name="箭头: 五边形 79">
                <a:extLst>
                  <a:ext uri="{FF2B5EF4-FFF2-40B4-BE49-F238E27FC236}">
                    <a16:creationId xmlns:a16="http://schemas.microsoft.com/office/drawing/2014/main" id="{E0DD0FC5-3F60-4807-109C-8F3120E09BB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箭头: V 形 80">
                <a:extLst>
                  <a:ext uri="{FF2B5EF4-FFF2-40B4-BE49-F238E27FC236}">
                    <a16:creationId xmlns:a16="http://schemas.microsoft.com/office/drawing/2014/main" id="{3D01CE71-66A8-94C1-7AF9-D5AA2E13E4E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灯片编号占位符 3">
              <a:extLst>
                <a:ext uri="{FF2B5EF4-FFF2-40B4-BE49-F238E27FC236}">
                  <a16:creationId xmlns:a16="http://schemas.microsoft.com/office/drawing/2014/main" id="{F7F31A76-8263-4749-A5A2-2483986416D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80638B-ADCC-7309-75AE-8F87E7A58BB1}"/>
              </a:ext>
            </a:extLst>
          </p:cNvPr>
          <p:cNvGrpSpPr/>
          <p:nvPr/>
        </p:nvGrpSpPr>
        <p:grpSpPr>
          <a:xfrm>
            <a:off x="7920000" y="2520000"/>
            <a:ext cx="2964877" cy="3424238"/>
            <a:chOff x="7893978" y="2471856"/>
            <a:chExt cx="2964877" cy="3424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 Box 5">
                  <a:extLst>
                    <a:ext uri="{FF2B5EF4-FFF2-40B4-BE49-F238E27FC236}">
                      <a16:creationId xmlns:a16="http://schemas.microsoft.com/office/drawing/2014/main" id="{6838B780-C35E-BEF9-48CE-9568417A66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70252" y="4024431"/>
                  <a:ext cx="2666621" cy="18161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    0    0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kumimoji="1" lang="en-US" altLang="zh-CN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    0    1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    1    0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    1    1</a:t>
                  </a:r>
                  <a:endParaRPr kumimoji="1" lang="en-US" altLang="zh-CN" b="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Text Box 5">
                  <a:extLst>
                    <a:ext uri="{FF2B5EF4-FFF2-40B4-BE49-F238E27FC236}">
                      <a16:creationId xmlns:a16="http://schemas.microsoft.com/office/drawing/2014/main" id="{6838B780-C35E-BEF9-48CE-9568417A66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0252" y="4024431"/>
                  <a:ext cx="2666621" cy="1816100"/>
                </a:xfrm>
                <a:prstGeom prst="rect">
                  <a:avLst/>
                </a:prstGeom>
                <a:blipFill>
                  <a:blip r:embed="rId2"/>
                  <a:stretch>
                    <a:fillRect t="-3356" b="-83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7294C37D-C19C-EC28-B63D-500F6E748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8663" y="3016369"/>
              <a:ext cx="0" cy="285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">
              <a:extLst>
                <a:ext uri="{FF2B5EF4-FFF2-40B4-BE49-F238E27FC236}">
                  <a16:creationId xmlns:a16="http://schemas.microsoft.com/office/drawing/2014/main" id="{2A9A5CA0-0EDC-8A05-FC00-1FFA5BE21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3978" y="3987919"/>
              <a:ext cx="29428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8">
              <a:extLst>
                <a:ext uri="{FF2B5EF4-FFF2-40B4-BE49-F238E27FC236}">
                  <a16:creationId xmlns:a16="http://schemas.microsoft.com/office/drawing/2014/main" id="{051BFAEE-3F73-A82B-7E96-487E5D990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3978" y="5896094"/>
              <a:ext cx="29648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9">
              <a:extLst>
                <a:ext uri="{FF2B5EF4-FFF2-40B4-BE49-F238E27FC236}">
                  <a16:creationId xmlns:a16="http://schemas.microsoft.com/office/drawing/2014/main" id="{546341F0-0FCD-F318-FE02-A9C85B8FE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3978" y="3016369"/>
              <a:ext cx="29428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10">
              <a:extLst>
                <a:ext uri="{FF2B5EF4-FFF2-40B4-BE49-F238E27FC236}">
                  <a16:creationId xmlns:a16="http://schemas.microsoft.com/office/drawing/2014/main" id="{39D46077-8825-B8DC-446B-57D90D1F9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3978" y="3279894"/>
              <a:ext cx="143468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输入有效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4FB760D-9622-44EA-A281-2EABF2C53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933" y="2471856"/>
              <a:ext cx="147346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 码 表</a:t>
              </a:r>
              <a:endPara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 Box 10">
                  <a:extLst>
                    <a:ext uri="{FF2B5EF4-FFF2-40B4-BE49-F238E27FC236}">
                      <a16:creationId xmlns:a16="http://schemas.microsoft.com/office/drawing/2014/main" id="{E4068F54-DE1D-C570-5A58-2A2FC5EC91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54101" y="3249265"/>
                  <a:ext cx="141854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2" name="Text Box 10">
                  <a:extLst>
                    <a:ext uri="{FF2B5EF4-FFF2-40B4-BE49-F238E27FC236}">
                      <a16:creationId xmlns:a16="http://schemas.microsoft.com/office/drawing/2014/main" id="{E4068F54-DE1D-C570-5A58-2A2FC5EC9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54101" y="3249265"/>
                  <a:ext cx="1418545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6C42FA6E-C593-5053-FF1C-372A65D8DA06}"/>
              </a:ext>
            </a:extLst>
          </p:cNvPr>
          <p:cNvGrpSpPr/>
          <p:nvPr/>
        </p:nvGrpSpPr>
        <p:grpSpPr>
          <a:xfrm>
            <a:off x="828000" y="2454913"/>
            <a:ext cx="5460438" cy="3419476"/>
            <a:chOff x="547263" y="2752754"/>
            <a:chExt cx="5460438" cy="3419476"/>
          </a:xfrm>
        </p:grpSpPr>
        <p:grpSp>
          <p:nvGrpSpPr>
            <p:cNvPr id="69" name="Group 77">
              <a:extLst>
                <a:ext uri="{FF2B5EF4-FFF2-40B4-BE49-F238E27FC236}">
                  <a16:creationId xmlns:a16="http://schemas.microsoft.com/office/drawing/2014/main" id="{50B9C38C-8415-11DC-C3BD-2C6D7EA685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263" y="2752754"/>
              <a:ext cx="2755358" cy="3419476"/>
              <a:chOff x="511" y="1696"/>
              <a:chExt cx="1517" cy="2154"/>
            </a:xfrm>
          </p:grpSpPr>
          <p:sp>
            <p:nvSpPr>
              <p:cNvPr id="94" name="Text Box 11">
                <a:extLst>
                  <a:ext uri="{FF2B5EF4-FFF2-40B4-BE49-F238E27FC236}">
                    <a16:creationId xmlns:a16="http://schemas.microsoft.com/office/drawing/2014/main" id="{18AF7B0E-DD4B-B419-5EA6-773CA8F118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" y="2149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 dirty="0"/>
                  <a:t>S</a:t>
                </a:r>
                <a:r>
                  <a:rPr lang="en-US" altLang="zh-CN" sz="1600" b="0" dirty="0"/>
                  <a:t>3</a:t>
                </a:r>
              </a:p>
            </p:txBody>
          </p:sp>
          <p:sp>
            <p:nvSpPr>
              <p:cNvPr id="95" name="Text Box 12">
                <a:extLst>
                  <a:ext uri="{FF2B5EF4-FFF2-40B4-BE49-F238E27FC236}">
                    <a16:creationId xmlns:a16="http://schemas.microsoft.com/office/drawing/2014/main" id="{6A400620-C097-3D4F-B01C-62798C1F5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" y="2512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/>
                  <a:t>S</a:t>
                </a:r>
                <a:r>
                  <a:rPr lang="en-US" altLang="zh-CN" sz="1600" b="0"/>
                  <a:t>2</a:t>
                </a:r>
              </a:p>
            </p:txBody>
          </p:sp>
          <p:sp>
            <p:nvSpPr>
              <p:cNvPr id="96" name="Text Box 13">
                <a:extLst>
                  <a:ext uri="{FF2B5EF4-FFF2-40B4-BE49-F238E27FC236}">
                    <a16:creationId xmlns:a16="http://schemas.microsoft.com/office/drawing/2014/main" id="{9D422FD7-26D7-8F44-E6CF-66F9313168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" y="2875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/>
                  <a:t>S</a:t>
                </a:r>
                <a:r>
                  <a:rPr lang="en-US" altLang="zh-CN" sz="1600" b="0"/>
                  <a:t>1</a:t>
                </a:r>
              </a:p>
            </p:txBody>
          </p:sp>
          <p:sp>
            <p:nvSpPr>
              <p:cNvPr id="97" name="Text Box 14">
                <a:extLst>
                  <a:ext uri="{FF2B5EF4-FFF2-40B4-BE49-F238E27FC236}">
                    <a16:creationId xmlns:a16="http://schemas.microsoft.com/office/drawing/2014/main" id="{D56467E8-BA91-F981-4149-1763DD90E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" y="3238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/>
                  <a:t>S</a:t>
                </a:r>
                <a:r>
                  <a:rPr lang="en-US" altLang="zh-CN" sz="1600" b="0"/>
                  <a:t>0</a:t>
                </a:r>
              </a:p>
            </p:txBody>
          </p:sp>
          <p:sp>
            <p:nvSpPr>
              <p:cNvPr id="98" name="Oval 15">
                <a:extLst>
                  <a:ext uri="{FF2B5EF4-FFF2-40B4-BE49-F238E27FC236}">
                    <a16:creationId xmlns:a16="http://schemas.microsoft.com/office/drawing/2014/main" id="{01D9E555-D31D-7E51-8596-DCA116750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2491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99" name="Line 16">
                <a:extLst>
                  <a:ext uri="{FF2B5EF4-FFF2-40B4-BE49-F238E27FC236}">
                    <a16:creationId xmlns:a16="http://schemas.microsoft.com/office/drawing/2014/main" id="{16B0E334-5539-44FF-B70E-37F5E94E6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53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Oval 17">
                <a:extLst>
                  <a:ext uri="{FF2B5EF4-FFF2-40B4-BE49-F238E27FC236}">
                    <a16:creationId xmlns:a16="http://schemas.microsoft.com/office/drawing/2014/main" id="{CCB25BE6-7BFC-38BD-0AC3-5ABA4BD34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2491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01" name="Line 18">
                <a:extLst>
                  <a:ext uri="{FF2B5EF4-FFF2-40B4-BE49-F238E27FC236}">
                    <a16:creationId xmlns:a16="http://schemas.microsoft.com/office/drawing/2014/main" id="{707F40DC-CC03-73D9-EEF9-905C7ABA7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8" y="2444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Line 19">
                <a:extLst>
                  <a:ext uri="{FF2B5EF4-FFF2-40B4-BE49-F238E27FC236}">
                    <a16:creationId xmlns:a16="http://schemas.microsoft.com/office/drawing/2014/main" id="{14C4BEC0-C752-1B68-4241-41AEDA603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413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20">
                <a:extLst>
                  <a:ext uri="{FF2B5EF4-FFF2-40B4-BE49-F238E27FC236}">
                    <a16:creationId xmlns:a16="http://schemas.microsoft.com/office/drawing/2014/main" id="{2B98212F-0767-D9DD-E786-0AF2BBB74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253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4" name="Group 21">
                <a:extLst>
                  <a:ext uri="{FF2B5EF4-FFF2-40B4-BE49-F238E27FC236}">
                    <a16:creationId xmlns:a16="http://schemas.microsoft.com/office/drawing/2014/main" id="{B93627F0-3B2E-4795-48E3-3D9E8F5E46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" y="1696"/>
                <a:ext cx="1112" cy="1927"/>
                <a:chOff x="1223" y="1049"/>
                <a:chExt cx="1112" cy="1927"/>
              </a:xfrm>
            </p:grpSpPr>
            <p:sp>
              <p:nvSpPr>
                <p:cNvPr id="134" name="Line 22">
                  <a:extLst>
                    <a:ext uri="{FF2B5EF4-FFF2-40B4-BE49-F238E27FC236}">
                      <a16:creationId xmlns:a16="http://schemas.microsoft.com/office/drawing/2014/main" id="{AD4E9A3C-A91D-D308-948C-496944B87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1405" y="1548"/>
                  <a:ext cx="681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" name="Rectangle 23">
                  <a:extLst>
                    <a:ext uri="{FF2B5EF4-FFF2-40B4-BE49-F238E27FC236}">
                      <a16:creationId xmlns:a16="http://schemas.microsoft.com/office/drawing/2014/main" id="{0DA9CF1A-D72B-412E-E27C-9229DA485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1700" y="1412"/>
                  <a:ext cx="91" cy="2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136" name="Line 24">
                  <a:extLst>
                    <a:ext uri="{FF2B5EF4-FFF2-40B4-BE49-F238E27FC236}">
                      <a16:creationId xmlns:a16="http://schemas.microsoft.com/office/drawing/2014/main" id="{A493C429-D6C6-656F-B87D-40CC6762DB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1610" y="1211"/>
                  <a:ext cx="6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 Box 25">
                      <a:extLst>
                        <a:ext uri="{FF2B5EF4-FFF2-40B4-BE49-F238E27FC236}">
                          <a16:creationId xmlns:a16="http://schemas.microsoft.com/office/drawing/2014/main" id="{E8AB95E0-17EF-1955-2787-8BBB99C41C2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23" y="1049"/>
                      <a:ext cx="292" cy="2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 anchor="ctr" anchorCtr="1">
                      <a:spAutoFit/>
                    </a:bodyPr>
                    <a:lstStyle>
                      <a:lvl1pPr>
                        <a:spcAft>
                          <a:spcPct val="20000"/>
                        </a:spcAft>
                        <a:buChar char="•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Aft>
                          <a:spcPct val="20000"/>
                        </a:spcAft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Aft>
                          <a:spcPct val="20000"/>
                        </a:spcAft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Aft>
                          <a:spcPct val="2000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Aft>
                          <a:spcPct val="2000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Aft>
                          <a:spcPct val="0"/>
                        </a:spcAft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CC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3600" b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华康简宋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37" name="Text Box 25">
                      <a:extLst>
                        <a:ext uri="{FF2B5EF4-FFF2-40B4-BE49-F238E27FC236}">
                          <a16:creationId xmlns:a16="http://schemas.microsoft.com/office/drawing/2014/main" id="{E8AB95E0-17EF-1955-2787-8BBB99C41C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223" y="1049"/>
                      <a:ext cx="292" cy="23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9540" b="-18333"/>
                      </a:stretch>
                    </a:blipFill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8" name="Oval 26">
                  <a:extLst>
                    <a:ext uri="{FF2B5EF4-FFF2-40B4-BE49-F238E27FC236}">
                      <a16:creationId xmlns:a16="http://schemas.microsoft.com/office/drawing/2014/main" id="{DDCA4D0F-1258-85F4-B3EF-6C9B4AB2D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166"/>
                  <a:ext cx="77" cy="8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139" name="Line 27">
                  <a:extLst>
                    <a:ext uri="{FF2B5EF4-FFF2-40B4-BE49-F238E27FC236}">
                      <a16:creationId xmlns:a16="http://schemas.microsoft.com/office/drawing/2014/main" id="{E0ACC2EC-B113-3E96-D4D3-8791629695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1405" y="1729"/>
                  <a:ext cx="10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" name="Rectangle 28">
                  <a:extLst>
                    <a:ext uri="{FF2B5EF4-FFF2-40B4-BE49-F238E27FC236}">
                      <a16:creationId xmlns:a16="http://schemas.microsoft.com/office/drawing/2014/main" id="{105FDEC6-A594-7537-BEE4-A06E5CB4DA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1881" y="1412"/>
                  <a:ext cx="91" cy="2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141" name="Line 29">
                  <a:extLst>
                    <a:ext uri="{FF2B5EF4-FFF2-40B4-BE49-F238E27FC236}">
                      <a16:creationId xmlns:a16="http://schemas.microsoft.com/office/drawing/2014/main" id="{74D00808-A108-5F2B-E1EB-00299F852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1405" y="1911"/>
                  <a:ext cx="1407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" name="Rectangle 30">
                  <a:extLst>
                    <a:ext uri="{FF2B5EF4-FFF2-40B4-BE49-F238E27FC236}">
                      <a16:creationId xmlns:a16="http://schemas.microsoft.com/office/drawing/2014/main" id="{69B7CFFD-E482-2DB2-95C8-9ED403FA9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063" y="1412"/>
                  <a:ext cx="91" cy="2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143" name="Line 31">
                  <a:extLst>
                    <a:ext uri="{FF2B5EF4-FFF2-40B4-BE49-F238E27FC236}">
                      <a16:creationId xmlns:a16="http://schemas.microsoft.com/office/drawing/2014/main" id="{8B06D8F6-7D8B-1765-1BD8-8254C7B32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1405" y="2092"/>
                  <a:ext cx="176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Rectangle 32">
                  <a:extLst>
                    <a:ext uri="{FF2B5EF4-FFF2-40B4-BE49-F238E27FC236}">
                      <a16:creationId xmlns:a16="http://schemas.microsoft.com/office/drawing/2014/main" id="{E565AA22-F92A-111C-0DDA-5172CB1B92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244" y="1412"/>
                  <a:ext cx="91" cy="2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</p:grpSp>
          <p:grpSp>
            <p:nvGrpSpPr>
              <p:cNvPr id="105" name="Group 33">
                <a:extLst>
                  <a:ext uri="{FF2B5EF4-FFF2-40B4-BE49-F238E27FC236}">
                    <a16:creationId xmlns:a16="http://schemas.microsoft.com/office/drawing/2014/main" id="{3D1A010E-5E57-9F8B-2FD2-13DEBDA816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2" y="2535"/>
                <a:ext cx="836" cy="1089"/>
                <a:chOff x="1473" y="1888"/>
                <a:chExt cx="853" cy="1089"/>
              </a:xfrm>
            </p:grpSpPr>
            <p:sp>
              <p:nvSpPr>
                <p:cNvPr id="130" name="Line 34">
                  <a:extLst>
                    <a:ext uri="{FF2B5EF4-FFF2-40B4-BE49-F238E27FC236}">
                      <a16:creationId xmlns:a16="http://schemas.microsoft.com/office/drawing/2014/main" id="{BF7A741D-740B-FDEA-2713-183C01EE6C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73" y="1888"/>
                  <a:ext cx="853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1" name="Line 35">
                  <a:extLst>
                    <a:ext uri="{FF2B5EF4-FFF2-40B4-BE49-F238E27FC236}">
                      <a16:creationId xmlns:a16="http://schemas.microsoft.com/office/drawing/2014/main" id="{AD85ABA8-661C-F487-962C-5146D06BB4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74" y="2251"/>
                  <a:ext cx="85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2" name="Line 36">
                  <a:extLst>
                    <a:ext uri="{FF2B5EF4-FFF2-40B4-BE49-F238E27FC236}">
                      <a16:creationId xmlns:a16="http://schemas.microsoft.com/office/drawing/2014/main" id="{4B06FBF7-721C-F47E-97EF-CDA37DB4C2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74" y="2614"/>
                  <a:ext cx="85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" name="Line 37">
                  <a:extLst>
                    <a:ext uri="{FF2B5EF4-FFF2-40B4-BE49-F238E27FC236}">
                      <a16:creationId xmlns:a16="http://schemas.microsoft.com/office/drawing/2014/main" id="{43EC0608-A012-4C0B-D741-1CAC56D90B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74" y="2977"/>
                  <a:ext cx="85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6" name="Oval 38">
                <a:extLst>
                  <a:ext uri="{FF2B5EF4-FFF2-40B4-BE49-F238E27FC236}">
                    <a16:creationId xmlns:a16="http://schemas.microsoft.com/office/drawing/2014/main" id="{08F5CF3E-CB96-C6A6-E1FD-1F45D580E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2854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07" name="Line 39">
                <a:extLst>
                  <a:ext uri="{FF2B5EF4-FFF2-40B4-BE49-F238E27FC236}">
                    <a16:creationId xmlns:a16="http://schemas.microsoft.com/office/drawing/2014/main" id="{B5BC48E6-06F7-0DFC-2294-66FF4A03B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898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Oval 40">
                <a:extLst>
                  <a:ext uri="{FF2B5EF4-FFF2-40B4-BE49-F238E27FC236}">
                    <a16:creationId xmlns:a16="http://schemas.microsoft.com/office/drawing/2014/main" id="{858651E6-895D-3817-BC8F-DE19B3EDD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2854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09" name="Line 41">
                <a:extLst>
                  <a:ext uri="{FF2B5EF4-FFF2-40B4-BE49-F238E27FC236}">
                    <a16:creationId xmlns:a16="http://schemas.microsoft.com/office/drawing/2014/main" id="{A28D9906-5F74-7AFA-47EF-874A651FA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8" y="2807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42">
                <a:extLst>
                  <a:ext uri="{FF2B5EF4-FFF2-40B4-BE49-F238E27FC236}">
                    <a16:creationId xmlns:a16="http://schemas.microsoft.com/office/drawing/2014/main" id="{CBFE1F1D-AED4-F7B3-A33D-DB0A4A1D6B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784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43">
                <a:extLst>
                  <a:ext uri="{FF2B5EF4-FFF2-40B4-BE49-F238E27FC236}">
                    <a16:creationId xmlns:a16="http://schemas.microsoft.com/office/drawing/2014/main" id="{44A9C379-4670-399B-708C-F7B14B8E7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2898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44">
                <a:extLst>
                  <a:ext uri="{FF2B5EF4-FFF2-40B4-BE49-F238E27FC236}">
                    <a16:creationId xmlns:a16="http://schemas.microsoft.com/office/drawing/2014/main" id="{FDFD62BC-DEED-C7C4-7EFC-13DC442F7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2535"/>
                <a:ext cx="0" cy="131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Oval 45">
                <a:extLst>
                  <a:ext uri="{FF2B5EF4-FFF2-40B4-BE49-F238E27FC236}">
                    <a16:creationId xmlns:a16="http://schemas.microsoft.com/office/drawing/2014/main" id="{BEBC7A72-6E4C-9BD8-4960-ACC436865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3217"/>
                <a:ext cx="68" cy="6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14" name="Line 46">
                <a:extLst>
                  <a:ext uri="{FF2B5EF4-FFF2-40B4-BE49-F238E27FC236}">
                    <a16:creationId xmlns:a16="http://schemas.microsoft.com/office/drawing/2014/main" id="{657EF69E-F154-6DF9-1210-262C048E9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32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Oval 47">
                <a:extLst>
                  <a:ext uri="{FF2B5EF4-FFF2-40B4-BE49-F238E27FC236}">
                    <a16:creationId xmlns:a16="http://schemas.microsoft.com/office/drawing/2014/main" id="{6AD12824-CBE1-9573-831A-28F10892C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3217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16" name="Line 48">
                <a:extLst>
                  <a:ext uri="{FF2B5EF4-FFF2-40B4-BE49-F238E27FC236}">
                    <a16:creationId xmlns:a16="http://schemas.microsoft.com/office/drawing/2014/main" id="{764F2A26-ED97-48F1-FB2B-97CF24F27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8" y="3170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Line 49">
                <a:extLst>
                  <a:ext uri="{FF2B5EF4-FFF2-40B4-BE49-F238E27FC236}">
                    <a16:creationId xmlns:a16="http://schemas.microsoft.com/office/drawing/2014/main" id="{60E6E050-40AE-E0EB-FD24-F24A09F44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3147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Line 50">
                <a:extLst>
                  <a:ext uri="{FF2B5EF4-FFF2-40B4-BE49-F238E27FC236}">
                    <a16:creationId xmlns:a16="http://schemas.microsoft.com/office/drawing/2014/main" id="{A2882C1D-3ABD-5FCC-172A-C9A968BEC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32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Oval 51">
                <a:extLst>
                  <a:ext uri="{FF2B5EF4-FFF2-40B4-BE49-F238E27FC236}">
                    <a16:creationId xmlns:a16="http://schemas.microsoft.com/office/drawing/2014/main" id="{562B08E6-9432-478F-E11E-EEB7BC01A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3580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20" name="Line 52">
                <a:extLst>
                  <a:ext uri="{FF2B5EF4-FFF2-40B4-BE49-F238E27FC236}">
                    <a16:creationId xmlns:a16="http://schemas.microsoft.com/office/drawing/2014/main" id="{553A0BDD-5ECE-7FC2-2A46-DB8E26AC1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362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Oval 53">
                <a:extLst>
                  <a:ext uri="{FF2B5EF4-FFF2-40B4-BE49-F238E27FC236}">
                    <a16:creationId xmlns:a16="http://schemas.microsoft.com/office/drawing/2014/main" id="{D7F1CD27-2F64-AC3B-966C-D5458F777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3580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22" name="Line 54">
                <a:extLst>
                  <a:ext uri="{FF2B5EF4-FFF2-40B4-BE49-F238E27FC236}">
                    <a16:creationId xmlns:a16="http://schemas.microsoft.com/office/drawing/2014/main" id="{B8F3831C-5561-AE8F-8840-BE6CEABD4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8" y="3533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55">
                <a:extLst>
                  <a:ext uri="{FF2B5EF4-FFF2-40B4-BE49-F238E27FC236}">
                    <a16:creationId xmlns:a16="http://schemas.microsoft.com/office/drawing/2014/main" id="{60DD25D0-4DBC-4DD5-CE9A-9796DED18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3510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56">
                <a:extLst>
                  <a:ext uri="{FF2B5EF4-FFF2-40B4-BE49-F238E27FC236}">
                    <a16:creationId xmlns:a16="http://schemas.microsoft.com/office/drawing/2014/main" id="{89EBFD16-4B6F-7FB6-EBA1-FACDC52F1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2" y="362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57">
                <a:extLst>
                  <a:ext uri="{FF2B5EF4-FFF2-40B4-BE49-F238E27FC236}">
                    <a16:creationId xmlns:a16="http://schemas.microsoft.com/office/drawing/2014/main" id="{F4748AD1-3C1E-2615-B085-712175E2C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" y="3850"/>
                <a:ext cx="18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Oval 61">
                <a:extLst>
                  <a:ext uri="{FF2B5EF4-FFF2-40B4-BE49-F238E27FC236}">
                    <a16:creationId xmlns:a16="http://schemas.microsoft.com/office/drawing/2014/main" id="{294E08F0-DEF2-BBE7-4BF9-00F62B4FC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3217"/>
                <a:ext cx="68" cy="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27" name="Line 62">
                <a:extLst>
                  <a:ext uri="{FF2B5EF4-FFF2-40B4-BE49-F238E27FC236}">
                    <a16:creationId xmlns:a16="http://schemas.microsoft.com/office/drawing/2014/main" id="{2DA881A9-F2E6-0E2F-743A-471062BF2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0" y="3147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63">
                <a:extLst>
                  <a:ext uri="{FF2B5EF4-FFF2-40B4-BE49-F238E27FC236}">
                    <a16:creationId xmlns:a16="http://schemas.microsoft.com/office/drawing/2014/main" id="{C39BBD65-E597-190D-C1F3-D20F830A07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32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64">
                <a:extLst>
                  <a:ext uri="{FF2B5EF4-FFF2-40B4-BE49-F238E27FC236}">
                    <a16:creationId xmlns:a16="http://schemas.microsoft.com/office/drawing/2014/main" id="{F8809778-DBD6-8AC7-4762-661394AA3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0" y="3510"/>
                <a:ext cx="136" cy="0"/>
              </a:xfrm>
              <a:prstGeom prst="line">
                <a:avLst/>
              </a:prstGeom>
              <a:noFill/>
              <a:ln w="1016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" name="Group 80">
              <a:extLst>
                <a:ext uri="{FF2B5EF4-FFF2-40B4-BE49-F238E27FC236}">
                  <a16:creationId xmlns:a16="http://schemas.microsoft.com/office/drawing/2014/main" id="{9C149B0B-92CB-5C7A-E22B-7BEF0C9C3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551" y="3739609"/>
              <a:ext cx="2724150" cy="2382841"/>
              <a:chOff x="1971" y="2228"/>
              <a:chExt cx="1716" cy="1501"/>
            </a:xfrm>
          </p:grpSpPr>
          <p:sp>
            <p:nvSpPr>
              <p:cNvPr id="85" name="Text Box 58">
                <a:extLst>
                  <a:ext uri="{FF2B5EF4-FFF2-40B4-BE49-F238E27FC236}">
                    <a16:creationId xmlns:a16="http://schemas.microsoft.com/office/drawing/2014/main" id="{5E9DC476-DDF1-D2E3-08E0-376B1E44F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2" y="2228"/>
                <a:ext cx="1496" cy="15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Aft>
                    <a:spcPct val="0"/>
                  </a:spcAft>
                  <a:buNone/>
                </a:pP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2 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</a:p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普通</a:t>
                </a:r>
              </a:p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编码器</a:t>
                </a:r>
              </a:p>
            </p:txBody>
          </p:sp>
          <p:sp>
            <p:nvSpPr>
              <p:cNvPr id="86" name="Line 59">
                <a:extLst>
                  <a:ext uri="{FF2B5EF4-FFF2-40B4-BE49-F238E27FC236}">
                    <a16:creationId xmlns:a16="http://schemas.microsoft.com/office/drawing/2014/main" id="{0564F05D-DB19-4D29-D17F-9B5CBEA15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2822"/>
                <a:ext cx="2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7" name="Line 60">
                <a:extLst>
                  <a:ext uri="{FF2B5EF4-FFF2-40B4-BE49-F238E27FC236}">
                    <a16:creationId xmlns:a16="http://schemas.microsoft.com/office/drawing/2014/main" id="{09B3FD04-1C39-D855-EF24-EDF958552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3185"/>
                <a:ext cx="2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 Box 65">
                    <a:extLst>
                      <a:ext uri="{FF2B5EF4-FFF2-40B4-BE49-F238E27FC236}">
                        <a16:creationId xmlns:a16="http://schemas.microsoft.com/office/drawing/2014/main" id="{879CDE11-FF58-00AA-8748-3F2B35FD5E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1" y="2299"/>
                    <a:ext cx="32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 Box 65">
                    <a:extLst>
                      <a:ext uri="{FF2B5EF4-FFF2-40B4-BE49-F238E27FC236}">
                        <a16:creationId xmlns:a16="http://schemas.microsoft.com/office/drawing/2014/main" id="{879CDE11-FF58-00AA-8748-3F2B35FD5E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71" y="2299"/>
                    <a:ext cx="328" cy="29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632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 Box 66">
                    <a:extLst>
                      <a:ext uri="{FF2B5EF4-FFF2-40B4-BE49-F238E27FC236}">
                        <a16:creationId xmlns:a16="http://schemas.microsoft.com/office/drawing/2014/main" id="{F1F0AB45-78DF-A125-C4EC-5F27A314A0D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1" y="2662"/>
                    <a:ext cx="31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 Box 66">
                    <a:extLst>
                      <a:ext uri="{FF2B5EF4-FFF2-40B4-BE49-F238E27FC236}">
                        <a16:creationId xmlns:a16="http://schemas.microsoft.com/office/drawing/2014/main" id="{F1F0AB45-78DF-A125-C4EC-5F27A314A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71" y="2662"/>
                    <a:ext cx="317" cy="29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667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 Box 67">
                    <a:extLst>
                      <a:ext uri="{FF2B5EF4-FFF2-40B4-BE49-F238E27FC236}">
                        <a16:creationId xmlns:a16="http://schemas.microsoft.com/office/drawing/2014/main" id="{134435D6-01D5-C93F-6CFE-4E8B88EB72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2" y="3025"/>
                    <a:ext cx="31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0" name="Text Box 67">
                    <a:extLst>
                      <a:ext uri="{FF2B5EF4-FFF2-40B4-BE49-F238E27FC236}">
                        <a16:creationId xmlns:a16="http://schemas.microsoft.com/office/drawing/2014/main" id="{134435D6-01D5-C93F-6CFE-4E8B88EB7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72" y="3025"/>
                    <a:ext cx="313" cy="29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632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 Box 68">
                    <a:extLst>
                      <a:ext uri="{FF2B5EF4-FFF2-40B4-BE49-F238E27FC236}">
                        <a16:creationId xmlns:a16="http://schemas.microsoft.com/office/drawing/2014/main" id="{727CE9CD-D0B8-A692-12BC-8AE3582735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72" y="3388"/>
                    <a:ext cx="32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1" name="Text Box 68">
                    <a:extLst>
                      <a:ext uri="{FF2B5EF4-FFF2-40B4-BE49-F238E27FC236}">
                        <a16:creationId xmlns:a16="http://schemas.microsoft.com/office/drawing/2014/main" id="{727CE9CD-D0B8-A692-12BC-8AE3582735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72" y="3388"/>
                    <a:ext cx="328" cy="29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316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 Box 69">
                    <a:extLst>
                      <a:ext uri="{FF2B5EF4-FFF2-40B4-BE49-F238E27FC236}">
                        <a16:creationId xmlns:a16="http://schemas.microsoft.com/office/drawing/2014/main" id="{CE970ADB-F278-C39A-4847-DEAC100F89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" y="2674"/>
                    <a:ext cx="34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2" name="Text Box 69">
                    <a:extLst>
                      <a:ext uri="{FF2B5EF4-FFF2-40B4-BE49-F238E27FC236}">
                        <a16:creationId xmlns:a16="http://schemas.microsoft.com/office/drawing/2014/main" id="{CE970ADB-F278-C39A-4847-DEAC100F89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76" y="2674"/>
                    <a:ext cx="347" cy="29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316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 Box 70">
                    <a:extLst>
                      <a:ext uri="{FF2B5EF4-FFF2-40B4-BE49-F238E27FC236}">
                        <a16:creationId xmlns:a16="http://schemas.microsoft.com/office/drawing/2014/main" id="{218F758E-3091-15C0-3DC7-D1691B3AF3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76" y="3037"/>
                    <a:ext cx="3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Aft>
                        <a:spcPct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0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 Box 70">
                    <a:extLst>
                      <a:ext uri="{FF2B5EF4-FFF2-40B4-BE49-F238E27FC236}">
                        <a16:creationId xmlns:a16="http://schemas.microsoft.com/office/drawing/2014/main" id="{218F758E-3091-15C0-3DC7-D1691B3AF3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76" y="3037"/>
                    <a:ext cx="363" cy="29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2667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27B319FD-BB84-FEFC-3623-40FC32583C4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普通编码器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01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7EC5-7FEF-531D-DACB-699140C9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表格 85">
            <a:extLst>
              <a:ext uri="{FF2B5EF4-FFF2-40B4-BE49-F238E27FC236}">
                <a16:creationId xmlns:a16="http://schemas.microsoft.com/office/drawing/2014/main" id="{51816112-D060-18FC-2E90-37D92AD00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28757"/>
              </p:ext>
            </p:extLst>
          </p:nvPr>
        </p:nvGraphicFramePr>
        <p:xfrm>
          <a:off x="6392673" y="4664611"/>
          <a:ext cx="2375556" cy="193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38289572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197958658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789184696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917243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907200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789580"/>
                  </a:ext>
                </a:extLst>
              </a:tr>
            </a:tbl>
          </a:graphicData>
        </a:graphic>
      </p:graphicFrame>
      <p:graphicFrame>
        <p:nvGraphicFramePr>
          <p:cNvPr id="87" name="表格 86">
            <a:extLst>
              <a:ext uri="{FF2B5EF4-FFF2-40B4-BE49-F238E27FC236}">
                <a16:creationId xmlns:a16="http://schemas.microsoft.com/office/drawing/2014/main" id="{64EE4804-625E-A7FD-ED69-D1DCBDC0E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1940"/>
              </p:ext>
            </p:extLst>
          </p:nvPr>
        </p:nvGraphicFramePr>
        <p:xfrm>
          <a:off x="6392380" y="4270512"/>
          <a:ext cx="2375556" cy="484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38289572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197958658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789184696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74380D8F-79B6-46A0-8EF8-19B9C8F71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43233"/>
              </p:ext>
            </p:extLst>
          </p:nvPr>
        </p:nvGraphicFramePr>
        <p:xfrm>
          <a:off x="5888849" y="4664611"/>
          <a:ext cx="593889" cy="193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917243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907200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1789580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E632A2D6-7896-6068-9612-30E19C9FA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978150"/>
              </p:ext>
            </p:extLst>
          </p:nvPr>
        </p:nvGraphicFramePr>
        <p:xfrm>
          <a:off x="6375666" y="1617388"/>
          <a:ext cx="2375556" cy="193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38289572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197958658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789184696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917243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907200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789580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EFF1E283-AC87-1E7D-F515-33C220557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55726"/>
              </p:ext>
            </p:extLst>
          </p:nvPr>
        </p:nvGraphicFramePr>
        <p:xfrm>
          <a:off x="6385764" y="1223289"/>
          <a:ext cx="2375556" cy="484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38289572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197958658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1789184696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D241655D-CF28-F5FD-0EBB-29B65B367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590602"/>
              </p:ext>
            </p:extLst>
          </p:nvPr>
        </p:nvGraphicFramePr>
        <p:xfrm>
          <a:off x="5871842" y="1617388"/>
          <a:ext cx="593889" cy="193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889">
                  <a:extLst>
                    <a:ext uri="{9D8B030D-6E8A-4147-A177-3AD203B41FA5}">
                      <a16:colId xmlns:a16="http://schemas.microsoft.com/office/drawing/2014/main" val="87499364"/>
                    </a:ext>
                  </a:extLst>
                </a:gridCol>
              </a:tblGrid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700202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917243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907200"/>
                  </a:ext>
                </a:extLst>
              </a:tr>
              <a:tr h="48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1789580"/>
                  </a:ext>
                </a:extLst>
              </a:tr>
            </a:tbl>
          </a:graphicData>
        </a:graphic>
      </p:graphicFrame>
      <p:grpSp>
        <p:nvGrpSpPr>
          <p:cNvPr id="95" name="组合 94">
            <a:extLst>
              <a:ext uri="{FF2B5EF4-FFF2-40B4-BE49-F238E27FC236}">
                <a16:creationId xmlns:a16="http://schemas.microsoft.com/office/drawing/2014/main" id="{A94EEA29-4171-45D6-352F-1A45353F8BC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93D7A568-D2A1-967F-2707-D888B165C70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8" name="箭头: 五边形 97">
                <a:extLst>
                  <a:ext uri="{FF2B5EF4-FFF2-40B4-BE49-F238E27FC236}">
                    <a16:creationId xmlns:a16="http://schemas.microsoft.com/office/drawing/2014/main" id="{95CAAE37-EAE9-9B9F-FCD4-CEB173CAF7B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箭头: V 形 98">
                <a:extLst>
                  <a:ext uri="{FF2B5EF4-FFF2-40B4-BE49-F238E27FC236}">
                    <a16:creationId xmlns:a16="http://schemas.microsoft.com/office/drawing/2014/main" id="{DE50DED4-4044-66F2-88B3-0C39237D179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灯片编号占位符 3">
              <a:extLst>
                <a:ext uri="{FF2B5EF4-FFF2-40B4-BE49-F238E27FC236}">
                  <a16:creationId xmlns:a16="http://schemas.microsoft.com/office/drawing/2014/main" id="{8024123B-916E-D977-8C47-6C5C42AEBF0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ECD480-9E14-3648-1747-2043EA437410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43574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ECD480-9E14-3648-1747-2043EA437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435747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FCB0F77-FB59-041B-6220-ED2C0B8BF823}"/>
                  </a:ext>
                </a:extLst>
              </p:cNvPr>
              <p:cNvSpPr txBox="1"/>
              <p:nvPr/>
            </p:nvSpPr>
            <p:spPr>
              <a:xfrm>
                <a:off x="360000" y="5040000"/>
                <a:ext cx="43574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FCB0F77-FB59-041B-6220-ED2C0B8BF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40000"/>
                <a:ext cx="43574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4FA147D3-3666-8F65-AB52-8324BE311E7F}"/>
              </a:ext>
            </a:extLst>
          </p:cNvPr>
          <p:cNvGrpSpPr/>
          <p:nvPr/>
        </p:nvGrpSpPr>
        <p:grpSpPr>
          <a:xfrm>
            <a:off x="360000" y="720000"/>
            <a:ext cx="5035380" cy="2928937"/>
            <a:chOff x="385755" y="605789"/>
            <a:chExt cx="5035380" cy="29289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Box 10">
                  <a:extLst>
                    <a:ext uri="{FF2B5EF4-FFF2-40B4-BE49-F238E27FC236}">
                      <a16:creationId xmlns:a16="http://schemas.microsoft.com/office/drawing/2014/main" id="{50352E19-AC43-0B5F-A23C-9D9FAFE44B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6525" y="1072514"/>
                  <a:ext cx="16446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" name="Text Box 10">
                  <a:extLst>
                    <a:ext uri="{FF2B5EF4-FFF2-40B4-BE49-F238E27FC236}">
                      <a16:creationId xmlns:a16="http://schemas.microsoft.com/office/drawing/2014/main" id="{50352E19-AC43-0B5F-A23C-9D9FAFE44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76525" y="1072514"/>
                  <a:ext cx="164461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10">
                  <a:extLst>
                    <a:ext uri="{FF2B5EF4-FFF2-40B4-BE49-F238E27FC236}">
                      <a16:creationId xmlns:a16="http://schemas.microsoft.com/office/drawing/2014/main" id="{7277A1D5-2088-8B35-E451-55BAA78014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Text Box 10">
                  <a:extLst>
                    <a:ext uri="{FF2B5EF4-FFF2-40B4-BE49-F238E27FC236}">
                      <a16:creationId xmlns:a16="http://schemas.microsoft.com/office/drawing/2014/main" id="{7277A1D5-2088-8B35-E451-55BAA7801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F75296C6-515A-F3CF-C53D-0F9C01719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072514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75">
              <a:extLst>
                <a:ext uri="{FF2B5EF4-FFF2-40B4-BE49-F238E27FC236}">
                  <a16:creationId xmlns:a16="http://schemas.microsoft.com/office/drawing/2014/main" id="{6FDF96A6-4AFB-4D45-C80F-29E969F2F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3539" y="605789"/>
              <a:ext cx="12907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 值 表</a:t>
              </a: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5E3958B6-3467-6DDE-B947-5D8449F9F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597060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36BD7FFD-1266-5E0A-B828-B6EC406BA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3501637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66CAB23B-8EC3-DBCA-1D4B-AEA387AE8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799" y="1072514"/>
              <a:ext cx="0" cy="2429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10">
              <a:extLst>
                <a:ext uri="{FF2B5EF4-FFF2-40B4-BE49-F238E27FC236}">
                  <a16:creationId xmlns:a16="http://schemas.microsoft.com/office/drawing/2014/main" id="{24E88202-CDB2-6623-FC0D-2B25678D9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75" y="1595734"/>
              <a:ext cx="323229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1	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	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	1	1</a:t>
              </a: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0">
                  <a:extLst>
                    <a:ext uri="{FF2B5EF4-FFF2-40B4-BE49-F238E27FC236}">
                      <a16:creationId xmlns:a16="http://schemas.microsoft.com/office/drawing/2014/main" id="{4842E20C-BCC5-886B-6385-2108CCA20B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0564" y="1595734"/>
                  <a:ext cx="1384446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Text Box 10">
                  <a:extLst>
                    <a:ext uri="{FF2B5EF4-FFF2-40B4-BE49-F238E27FC236}">
                      <a16:creationId xmlns:a16="http://schemas.microsoft.com/office/drawing/2014/main" id="{705DE014-4855-BD65-E00E-E7B322E67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0564" y="1595734"/>
                  <a:ext cx="1384446" cy="1938992"/>
                </a:xfrm>
                <a:prstGeom prst="rect">
                  <a:avLst/>
                </a:prstGeom>
                <a:blipFill>
                  <a:blip r:embed="rId15"/>
                  <a:stretch>
                    <a:fillRect l="-6608" t="-25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C92F899F-6482-9DCD-C85E-F3B8ED2F42A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普通编码器（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2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9ED7C74-DCDD-E369-5BDF-77AF8C457AFC}"/>
              </a:ext>
            </a:extLst>
          </p:cNvPr>
          <p:cNvSpPr/>
          <p:nvPr/>
        </p:nvSpPr>
        <p:spPr>
          <a:xfrm>
            <a:off x="6375373" y="1617388"/>
            <a:ext cx="2375556" cy="19389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DF4521B-6BE5-9048-2D79-B2ADE8A4CC3E}"/>
              </a:ext>
            </a:extLst>
          </p:cNvPr>
          <p:cNvCxnSpPr>
            <a:cxnSpLocks/>
          </p:cNvCxnSpPr>
          <p:nvPr/>
        </p:nvCxnSpPr>
        <p:spPr>
          <a:xfrm>
            <a:off x="5991288" y="1104173"/>
            <a:ext cx="383792" cy="5132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1D68C89F-90A3-6633-3D14-302F9AA72392}"/>
                  </a:ext>
                </a:extLst>
              </p:cNvPr>
              <p:cNvSpPr txBox="1"/>
              <p:nvPr/>
            </p:nvSpPr>
            <p:spPr>
              <a:xfrm>
                <a:off x="6034860" y="880270"/>
                <a:ext cx="6807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1D68C89F-90A3-6633-3D14-302F9AA72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860" y="880270"/>
                <a:ext cx="680734" cy="461665"/>
              </a:xfrm>
              <a:prstGeom prst="rect">
                <a:avLst/>
              </a:prstGeom>
              <a:blipFill>
                <a:blip r:embed="rId16"/>
                <a:stretch>
                  <a:fillRect l="-2679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CF53F53-84F2-B22B-82FE-4F0EDF355DAD}"/>
                  </a:ext>
                </a:extLst>
              </p:cNvPr>
              <p:cNvSpPr txBox="1"/>
              <p:nvPr/>
            </p:nvSpPr>
            <p:spPr>
              <a:xfrm>
                <a:off x="5596265" y="1129948"/>
                <a:ext cx="70430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CF53F53-84F2-B22B-82FE-4F0EDF355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265" y="1129948"/>
                <a:ext cx="704309" cy="461665"/>
              </a:xfrm>
              <a:prstGeom prst="rect">
                <a:avLst/>
              </a:prstGeom>
              <a:blipFill>
                <a:blip r:embed="rId17"/>
                <a:stretch>
                  <a:fillRect l="-1724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55FD28C-5C4F-C36B-3015-C3C9B94B0883}"/>
                  </a:ext>
                </a:extLst>
              </p:cNvPr>
              <p:cNvSpPr txBox="1"/>
              <p:nvPr/>
            </p:nvSpPr>
            <p:spPr>
              <a:xfrm>
                <a:off x="5613272" y="672383"/>
                <a:ext cx="473293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55FD28C-5C4F-C36B-3015-C3C9B94B0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272" y="672383"/>
                <a:ext cx="473293" cy="461665"/>
              </a:xfrm>
              <a:prstGeom prst="rect">
                <a:avLst/>
              </a:prstGeom>
              <a:blipFill>
                <a:blip r:embed="rId18"/>
                <a:stretch>
                  <a:fillRect l="-3896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>
            <a:extLst>
              <a:ext uri="{FF2B5EF4-FFF2-40B4-BE49-F238E27FC236}">
                <a16:creationId xmlns:a16="http://schemas.microsoft.com/office/drawing/2014/main" id="{9741E5A1-0564-2D42-C040-4CC30B0103D4}"/>
              </a:ext>
            </a:extLst>
          </p:cNvPr>
          <p:cNvSpPr/>
          <p:nvPr/>
        </p:nvSpPr>
        <p:spPr>
          <a:xfrm>
            <a:off x="6392380" y="4664611"/>
            <a:ext cx="2375556" cy="19389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365E371-2871-D392-A65F-4B175BF374B1}"/>
              </a:ext>
            </a:extLst>
          </p:cNvPr>
          <p:cNvCxnSpPr>
            <a:cxnSpLocks/>
          </p:cNvCxnSpPr>
          <p:nvPr/>
        </p:nvCxnSpPr>
        <p:spPr>
          <a:xfrm>
            <a:off x="6008295" y="4151396"/>
            <a:ext cx="383792" cy="5132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2C00F2B-F5A7-A269-9F46-C4755B68338F}"/>
                  </a:ext>
                </a:extLst>
              </p:cNvPr>
              <p:cNvSpPr txBox="1"/>
              <p:nvPr/>
            </p:nvSpPr>
            <p:spPr>
              <a:xfrm>
                <a:off x="6051867" y="3927493"/>
                <a:ext cx="6807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2C00F2B-F5A7-A269-9F46-C4755B683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67" y="3927493"/>
                <a:ext cx="680734" cy="461665"/>
              </a:xfrm>
              <a:prstGeom prst="rect">
                <a:avLst/>
              </a:prstGeom>
              <a:blipFill>
                <a:blip r:embed="rId19"/>
                <a:stretch>
                  <a:fillRect l="-2703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99943510-9675-EE0E-3D50-0EA0CA441050}"/>
                  </a:ext>
                </a:extLst>
              </p:cNvPr>
              <p:cNvSpPr txBox="1"/>
              <p:nvPr/>
            </p:nvSpPr>
            <p:spPr>
              <a:xfrm>
                <a:off x="5613272" y="4177171"/>
                <a:ext cx="70430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99943510-9675-EE0E-3D50-0EA0CA441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272" y="4177171"/>
                <a:ext cx="704309" cy="461665"/>
              </a:xfrm>
              <a:prstGeom prst="rect">
                <a:avLst/>
              </a:prstGeom>
              <a:blipFill>
                <a:blip r:embed="rId20"/>
                <a:stretch>
                  <a:fillRect l="-2609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02C92D4-E92A-FE78-6337-BC42245AFF1F}"/>
                  </a:ext>
                </a:extLst>
              </p:cNvPr>
              <p:cNvSpPr txBox="1"/>
              <p:nvPr/>
            </p:nvSpPr>
            <p:spPr>
              <a:xfrm>
                <a:off x="5630279" y="3719606"/>
                <a:ext cx="473293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02C92D4-E92A-FE78-6337-BC42245AF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279" y="3719606"/>
                <a:ext cx="473293" cy="461665"/>
              </a:xfrm>
              <a:prstGeom prst="rect">
                <a:avLst/>
              </a:prstGeom>
              <a:blipFill>
                <a:blip r:embed="rId21"/>
                <a:stretch>
                  <a:fillRect l="-3896" b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E3CCF8F-F11C-BCC7-7291-2E880E43930A}"/>
                  </a:ext>
                </a:extLst>
              </p:cNvPr>
              <p:cNvSpPr txBox="1"/>
              <p:nvPr/>
            </p:nvSpPr>
            <p:spPr>
              <a:xfrm>
                <a:off x="9000000" y="1620000"/>
                <a:ext cx="265531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E3CCF8F-F11C-BCC7-7291-2E880E439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000" y="1620000"/>
                <a:ext cx="2655314" cy="95410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54F67BB7-B765-0FAE-2194-40D298C1D4BC}"/>
                  </a:ext>
                </a:extLst>
              </p:cNvPr>
              <p:cNvSpPr txBox="1"/>
              <p:nvPr/>
            </p:nvSpPr>
            <p:spPr>
              <a:xfrm>
                <a:off x="9000000" y="4680000"/>
                <a:ext cx="265531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54F67BB7-B765-0FAE-2194-40D298C1D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000" y="4680000"/>
                <a:ext cx="2655314" cy="95410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矩形 105">
            <a:extLst>
              <a:ext uri="{FF2B5EF4-FFF2-40B4-BE49-F238E27FC236}">
                <a16:creationId xmlns:a16="http://schemas.microsoft.com/office/drawing/2014/main" id="{AAADFC12-E7A6-F1A2-9AC8-E69014611666}"/>
              </a:ext>
            </a:extLst>
          </p:cNvPr>
          <p:cNvSpPr/>
          <p:nvPr/>
        </p:nvSpPr>
        <p:spPr>
          <a:xfrm>
            <a:off x="6554211" y="1774326"/>
            <a:ext cx="2017879" cy="697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左中括号 106">
            <a:extLst>
              <a:ext uri="{FF2B5EF4-FFF2-40B4-BE49-F238E27FC236}">
                <a16:creationId xmlns:a16="http://schemas.microsoft.com/office/drawing/2014/main" id="{EBAA7D24-E52A-ABC1-6CD6-9CB64B7FF0EF}"/>
              </a:ext>
            </a:extLst>
          </p:cNvPr>
          <p:cNvSpPr/>
          <p:nvPr/>
        </p:nvSpPr>
        <p:spPr>
          <a:xfrm rot="5400000" flipH="1">
            <a:off x="7292335" y="669542"/>
            <a:ext cx="541630" cy="2209568"/>
          </a:xfrm>
          <a:prstGeom prst="leftBracket">
            <a:avLst>
              <a:gd name="adj" fmla="val 0"/>
            </a:avLst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左中括号 107">
            <a:extLst>
              <a:ext uri="{FF2B5EF4-FFF2-40B4-BE49-F238E27FC236}">
                <a16:creationId xmlns:a16="http://schemas.microsoft.com/office/drawing/2014/main" id="{17E37BDA-8977-45B9-0519-B591280A12A0}"/>
              </a:ext>
            </a:extLst>
          </p:cNvPr>
          <p:cNvSpPr/>
          <p:nvPr/>
        </p:nvSpPr>
        <p:spPr>
          <a:xfrm rot="16200000" flipH="1" flipV="1">
            <a:off x="7292335" y="2294658"/>
            <a:ext cx="541630" cy="2209568"/>
          </a:xfrm>
          <a:prstGeom prst="leftBracket">
            <a:avLst>
              <a:gd name="adj" fmla="val 0"/>
            </a:avLst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D092021-DBD5-901F-3976-98D09D2D9EA4}"/>
              </a:ext>
            </a:extLst>
          </p:cNvPr>
          <p:cNvSpPr/>
          <p:nvPr/>
        </p:nvSpPr>
        <p:spPr>
          <a:xfrm>
            <a:off x="6572547" y="4821641"/>
            <a:ext cx="2017879" cy="697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B548DAA-0964-17E0-F95D-ADDEBA28FE43}"/>
              </a:ext>
            </a:extLst>
          </p:cNvPr>
          <p:cNvSpPr/>
          <p:nvPr/>
        </p:nvSpPr>
        <p:spPr>
          <a:xfrm>
            <a:off x="6480447" y="4753742"/>
            <a:ext cx="1012752" cy="1763634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07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106" grpId="0" animBg="1"/>
      <p:bldP spid="107" grpId="0" animBg="1"/>
      <p:bldP spid="108" grpId="0" animBg="1"/>
      <p:bldP spid="109" grpId="0" animBg="1"/>
      <p:bldP spid="1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FE57-F140-9AD4-D993-71DF7441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>
            <a:extLst>
              <a:ext uri="{FF2B5EF4-FFF2-40B4-BE49-F238E27FC236}">
                <a16:creationId xmlns:a16="http://schemas.microsoft.com/office/drawing/2014/main" id="{2F959E02-2B04-F898-BA67-69865EA4F17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55054037-EA9A-7149-322F-F9B48BE1810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8" name="箭头: 五边形 97">
                <a:extLst>
                  <a:ext uri="{FF2B5EF4-FFF2-40B4-BE49-F238E27FC236}">
                    <a16:creationId xmlns:a16="http://schemas.microsoft.com/office/drawing/2014/main" id="{35204BD8-FD21-3B31-1534-D6E5C880D40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箭头: V 形 98">
                <a:extLst>
                  <a:ext uri="{FF2B5EF4-FFF2-40B4-BE49-F238E27FC236}">
                    <a16:creationId xmlns:a16="http://schemas.microsoft.com/office/drawing/2014/main" id="{A9A6C502-AEE9-A319-6CB2-5DF79E27CD0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灯片编号占位符 3">
              <a:extLst>
                <a:ext uri="{FF2B5EF4-FFF2-40B4-BE49-F238E27FC236}">
                  <a16:creationId xmlns:a16="http://schemas.microsoft.com/office/drawing/2014/main" id="{A14F6CC3-0704-E76F-6321-985E2DE542F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7A6689-FC22-C057-BF2D-55517037CEB3}"/>
                  </a:ext>
                </a:extLst>
              </p:cNvPr>
              <p:cNvSpPr txBox="1"/>
              <p:nvPr/>
            </p:nvSpPr>
            <p:spPr>
              <a:xfrm>
                <a:off x="360001" y="4320000"/>
                <a:ext cx="18177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7A6689-FC22-C057-BF2D-55517037C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4320000"/>
                <a:ext cx="181778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928CBAF-6FF7-35AD-A955-BA1AF6EE9D17}"/>
                  </a:ext>
                </a:extLst>
              </p:cNvPr>
              <p:cNvSpPr txBox="1"/>
              <p:nvPr/>
            </p:nvSpPr>
            <p:spPr>
              <a:xfrm>
                <a:off x="360000" y="5040000"/>
                <a:ext cx="20909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928CBAF-6FF7-35AD-A955-BA1AF6EE9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40000"/>
                <a:ext cx="209096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F9F54552-C13D-AF9C-3DBE-58A3999D594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普通编码器（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2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4BD959F-EB62-7F7D-8C30-0F1DF3297488}"/>
              </a:ext>
            </a:extLst>
          </p:cNvPr>
          <p:cNvGrpSpPr/>
          <p:nvPr/>
        </p:nvGrpSpPr>
        <p:grpSpPr>
          <a:xfrm>
            <a:off x="2772000" y="4032000"/>
            <a:ext cx="3496405" cy="2359628"/>
            <a:chOff x="358231" y="4248918"/>
            <a:chExt cx="2670311" cy="1802119"/>
          </a:xfrm>
        </p:grpSpPr>
        <p:sp>
          <p:nvSpPr>
            <p:cNvPr id="5" name="Line 27">
              <a:extLst>
                <a:ext uri="{FF2B5EF4-FFF2-40B4-BE49-F238E27FC236}">
                  <a16:creationId xmlns:a16="http://schemas.microsoft.com/office/drawing/2014/main" id="{764E03DC-595E-FCC6-6D60-8AC143BDFB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5347" y="4896592"/>
              <a:ext cx="7207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E83BC7E0-0D56-9C69-6B1A-AB257702E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3482" y="4697524"/>
              <a:ext cx="4085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流程图: 延期 9">
              <a:extLst>
                <a:ext uri="{FF2B5EF4-FFF2-40B4-BE49-F238E27FC236}">
                  <a16:creationId xmlns:a16="http://schemas.microsoft.com/office/drawing/2014/main" id="{5ACC66D9-AA9D-3E1A-7BD0-D0027D45C024}"/>
                </a:ext>
              </a:extLst>
            </p:cNvPr>
            <p:cNvSpPr/>
            <p:nvPr/>
          </p:nvSpPr>
          <p:spPr>
            <a:xfrm>
              <a:off x="1687615" y="4404522"/>
              <a:ext cx="555866" cy="586004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F5EBE8F7-5248-9258-FA7D-BBFAAF2BC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198" y="4537730"/>
              <a:ext cx="9020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0281D8F-F61D-1C53-32F1-33DFB4CBD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196" y="5416735"/>
              <a:ext cx="4078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7" name="流程图: 延期 16">
              <a:extLst>
                <a:ext uri="{FF2B5EF4-FFF2-40B4-BE49-F238E27FC236}">
                  <a16:creationId xmlns:a16="http://schemas.microsoft.com/office/drawing/2014/main" id="{BA059F92-F93B-5D33-E418-6B978BC3C215}"/>
                </a:ext>
              </a:extLst>
            </p:cNvPr>
            <p:cNvSpPr/>
            <p:nvPr/>
          </p:nvSpPr>
          <p:spPr>
            <a:xfrm>
              <a:off x="1688330" y="5120195"/>
              <a:ext cx="555867" cy="586004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66CDC831-BB54-0910-A5FF-737947822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198" y="5579945"/>
              <a:ext cx="9027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E89DF7BF-A9AE-4ECD-929F-FD90BEBBA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089" y="5256941"/>
              <a:ext cx="367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2A17980-0243-EE95-48A8-3DF6D3FEE203}"/>
                </a:ext>
              </a:extLst>
            </p:cNvPr>
            <p:cNvSpPr/>
            <p:nvPr/>
          </p:nvSpPr>
          <p:spPr>
            <a:xfrm>
              <a:off x="1278020" y="4488379"/>
              <a:ext cx="95627" cy="9562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1E59D44-95B0-4725-23E5-CD5399FB0EEC}"/>
                </a:ext>
              </a:extLst>
            </p:cNvPr>
            <p:cNvSpPr/>
            <p:nvPr/>
          </p:nvSpPr>
          <p:spPr>
            <a:xfrm>
              <a:off x="2250801" y="4639622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98C951F-EF06-2A0E-9F8E-8E82E826F001}"/>
                </a:ext>
              </a:extLst>
            </p:cNvPr>
            <p:cNvSpPr/>
            <p:nvPr/>
          </p:nvSpPr>
          <p:spPr>
            <a:xfrm>
              <a:off x="2248543" y="5357500"/>
              <a:ext cx="111395" cy="11139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8DA2344-9237-1064-7C1A-B88362B75A14}"/>
                    </a:ext>
                  </a:extLst>
                </p:cNvPr>
                <p:cNvSpPr txBox="1"/>
                <p:nvPr/>
              </p:nvSpPr>
              <p:spPr>
                <a:xfrm>
                  <a:off x="360171" y="4630087"/>
                  <a:ext cx="412881" cy="3525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8DA2344-9237-1064-7C1A-B88362B75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71" y="4630087"/>
                  <a:ext cx="412881" cy="352588"/>
                </a:xfrm>
                <a:prstGeom prst="rect">
                  <a:avLst/>
                </a:prstGeom>
                <a:blipFill>
                  <a:blip r:embed="rId1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8E9332-9967-3195-149C-FFF815B423C7}"/>
                    </a:ext>
                  </a:extLst>
                </p:cNvPr>
                <p:cNvSpPr txBox="1"/>
                <p:nvPr/>
              </p:nvSpPr>
              <p:spPr>
                <a:xfrm>
                  <a:off x="360171" y="5344910"/>
                  <a:ext cx="412881" cy="3525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8E9332-9967-3195-149C-FFF815B42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71" y="5344910"/>
                  <a:ext cx="412881" cy="35258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9B42856-A90B-C131-75DA-D00F60BDA181}"/>
                    </a:ext>
                  </a:extLst>
                </p:cNvPr>
                <p:cNvSpPr txBox="1"/>
                <p:nvPr/>
              </p:nvSpPr>
              <p:spPr>
                <a:xfrm>
                  <a:off x="360171" y="4248918"/>
                  <a:ext cx="412881" cy="3525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9B42856-A90B-C131-75DA-D00F60BDA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71" y="4248918"/>
                  <a:ext cx="412881" cy="352588"/>
                </a:xfrm>
                <a:prstGeom prst="rect">
                  <a:avLst/>
                </a:prstGeom>
                <a:blipFill>
                  <a:blip r:embed="rId1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121A365-2BC4-9E0B-B6B3-056959E3C35C}"/>
                    </a:ext>
                  </a:extLst>
                </p:cNvPr>
                <p:cNvSpPr txBox="1"/>
                <p:nvPr/>
              </p:nvSpPr>
              <p:spPr>
                <a:xfrm>
                  <a:off x="358231" y="5698449"/>
                  <a:ext cx="412881" cy="3525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121A365-2BC4-9E0B-B6B3-056959E3C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31" y="5698449"/>
                  <a:ext cx="412881" cy="352588"/>
                </a:xfrm>
                <a:prstGeom prst="rect">
                  <a:avLst/>
                </a:prstGeom>
                <a:blipFill>
                  <a:blip r:embed="rId1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0F20B913-DD5B-7D89-AC19-4D00329FC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02" y="5914584"/>
              <a:ext cx="10719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A83D766-41FB-60C8-1AE1-5F797C861600}"/>
                    </a:ext>
                  </a:extLst>
                </p:cNvPr>
                <p:cNvSpPr txBox="1"/>
                <p:nvPr/>
              </p:nvSpPr>
              <p:spPr>
                <a:xfrm>
                  <a:off x="2652065" y="4508065"/>
                  <a:ext cx="376477" cy="3525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A83D766-41FB-60C8-1AE1-5F797C861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065" y="4508065"/>
                  <a:ext cx="376477" cy="352587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E6532F9-5BEE-3E30-6953-F6DF3868B499}"/>
                    </a:ext>
                  </a:extLst>
                </p:cNvPr>
                <p:cNvSpPr txBox="1"/>
                <p:nvPr/>
              </p:nvSpPr>
              <p:spPr>
                <a:xfrm>
                  <a:off x="2652065" y="5220295"/>
                  <a:ext cx="376477" cy="3525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E6532F9-5BEE-3E30-6953-F6DF3868B4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065" y="5220295"/>
                  <a:ext cx="376477" cy="352587"/>
                </a:xfrm>
                <a:prstGeom prst="rect">
                  <a:avLst/>
                </a:prstGeom>
                <a:blipFill>
                  <a:blip r:embed="rId21"/>
                  <a:stretch>
                    <a:fillRect l="-1235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B3323AD4-85C4-E0E1-6B24-ADD83E125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483" y="4860651"/>
              <a:ext cx="9027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E6F57AD-C2A9-7368-1CD6-D4BEE8EE31AB}"/>
              </a:ext>
            </a:extLst>
          </p:cNvPr>
          <p:cNvGrpSpPr/>
          <p:nvPr/>
        </p:nvGrpSpPr>
        <p:grpSpPr>
          <a:xfrm>
            <a:off x="7920000" y="3600000"/>
            <a:ext cx="2921685" cy="2941201"/>
            <a:chOff x="385755" y="624811"/>
            <a:chExt cx="2921685" cy="29412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0">
                  <a:extLst>
                    <a:ext uri="{FF2B5EF4-FFF2-40B4-BE49-F238E27FC236}">
                      <a16:creationId xmlns:a16="http://schemas.microsoft.com/office/drawing/2014/main" id="{228B8957-F505-6A09-A902-A3D9CF99BE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1042" y="1016817"/>
                  <a:ext cx="1056398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2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Text Box 10">
                  <a:extLst>
                    <a:ext uri="{FF2B5EF4-FFF2-40B4-BE49-F238E27FC236}">
                      <a16:creationId xmlns:a16="http://schemas.microsoft.com/office/drawing/2014/main" id="{228B8957-F505-6A09-A902-A3D9CF99B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1042" y="1016817"/>
                  <a:ext cx="1056398" cy="430887"/>
                </a:xfrm>
                <a:prstGeom prst="rect">
                  <a:avLst/>
                </a:prstGeom>
                <a:blipFill>
                  <a:blip r:embed="rId22"/>
                  <a:stretch>
                    <a:fillRect l="-5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10">
                  <a:extLst>
                    <a:ext uri="{FF2B5EF4-FFF2-40B4-BE49-F238E27FC236}">
                      <a16:creationId xmlns:a16="http://schemas.microsoft.com/office/drawing/2014/main" id="{4DA8A49B-FDDE-3511-AE9C-96657882D1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186" y="1025323"/>
                  <a:ext cx="172456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10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2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Text Box 10">
                  <a:extLst>
                    <a:ext uri="{FF2B5EF4-FFF2-40B4-BE49-F238E27FC236}">
                      <a16:creationId xmlns:a16="http://schemas.microsoft.com/office/drawing/2014/main" id="{4DA8A49B-FDDE-3511-AE9C-96657882D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186" y="1025323"/>
                  <a:ext cx="1724561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35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4FF52E00-E654-E29E-A2AD-CB850719E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072514"/>
              <a:ext cx="29216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75">
              <a:extLst>
                <a:ext uri="{FF2B5EF4-FFF2-40B4-BE49-F238E27FC236}">
                  <a16:creationId xmlns:a16="http://schemas.microsoft.com/office/drawing/2014/main" id="{1B29BD73-D503-09F1-7756-98C9298B1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942" y="624811"/>
              <a:ext cx="159530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部分真值表</a:t>
              </a:r>
              <a:endPara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DE2053D8-C1AF-DCC6-480E-909FC5E3A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461381"/>
              <a:ext cx="29216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1987BDAE-00AF-6607-A528-4B846E8A7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3495738"/>
              <a:ext cx="29216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02062FBB-8DD4-B8C2-C476-268B1393D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189" y="1072514"/>
              <a:ext cx="0" cy="2423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10">
              <a:extLst>
                <a:ext uri="{FF2B5EF4-FFF2-40B4-BE49-F238E27FC236}">
                  <a16:creationId xmlns:a16="http://schemas.microsoft.com/office/drawing/2014/main" id="{68D1B4B3-F5D0-0C16-9FA9-EB7BDC5CC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75" y="1442354"/>
              <a:ext cx="1728675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0   1   1   1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1   0   0   0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1   0   1   1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1   0   1   0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1   1   1   0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1   1   1   1</a:t>
              </a:r>
            </a:p>
          </p:txBody>
        </p:sp>
        <p:sp>
          <p:nvSpPr>
            <p:cNvPr id="44" name="Text Box 10">
              <a:extLst>
                <a:ext uri="{FF2B5EF4-FFF2-40B4-BE49-F238E27FC236}">
                  <a16:creationId xmlns:a16="http://schemas.microsoft.com/office/drawing/2014/main" id="{5DFA12C1-D17E-CC3F-F1FD-3B7E65BC1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892" y="1432726"/>
              <a:ext cx="906975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2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</a:t>
              </a:r>
            </a:p>
          </p:txBody>
        </p:sp>
      </p:grpSp>
      <p:sp>
        <p:nvSpPr>
          <p:cNvPr id="45" name="箭头: 右 44">
            <a:extLst>
              <a:ext uri="{FF2B5EF4-FFF2-40B4-BE49-F238E27FC236}">
                <a16:creationId xmlns:a16="http://schemas.microsoft.com/office/drawing/2014/main" id="{C7166474-5DAC-B7BE-103E-69223B51EDD7}"/>
              </a:ext>
            </a:extLst>
          </p:cNvPr>
          <p:cNvSpPr/>
          <p:nvPr/>
        </p:nvSpPr>
        <p:spPr>
          <a:xfrm>
            <a:off x="6765139" y="5040000"/>
            <a:ext cx="422718" cy="33015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64B45FF-45E5-FB06-3A9F-5261ACBD0D14}"/>
              </a:ext>
            </a:extLst>
          </p:cNvPr>
          <p:cNvSpPr txBox="1"/>
          <p:nvPr/>
        </p:nvSpPr>
        <p:spPr>
          <a:xfrm>
            <a:off x="6479998" y="1440000"/>
            <a:ext cx="5112000" cy="14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普通编码器的限制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不能区分有效输入和无效输入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不能处理多输入同时有效的情况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D324DA3-D48E-9E84-6E3D-0BAE7F19AD32}"/>
              </a:ext>
            </a:extLst>
          </p:cNvPr>
          <p:cNvGrpSpPr/>
          <p:nvPr/>
        </p:nvGrpSpPr>
        <p:grpSpPr>
          <a:xfrm>
            <a:off x="360000" y="720000"/>
            <a:ext cx="5035380" cy="2928937"/>
            <a:chOff x="385755" y="605789"/>
            <a:chExt cx="5035380" cy="29289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 Box 10">
                  <a:extLst>
                    <a:ext uri="{FF2B5EF4-FFF2-40B4-BE49-F238E27FC236}">
                      <a16:creationId xmlns:a16="http://schemas.microsoft.com/office/drawing/2014/main" id="{47BAE233-C8A6-2F81-EB37-7ABA8D7E26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6525" y="1072514"/>
                  <a:ext cx="16446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Text Box 10">
                  <a:extLst>
                    <a:ext uri="{FF2B5EF4-FFF2-40B4-BE49-F238E27FC236}">
                      <a16:creationId xmlns:a16="http://schemas.microsoft.com/office/drawing/2014/main" id="{47BAE233-C8A6-2F81-EB37-7ABA8D7E2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76525" y="1072514"/>
                  <a:ext cx="1644610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Box 10">
                  <a:extLst>
                    <a:ext uri="{FF2B5EF4-FFF2-40B4-BE49-F238E27FC236}">
                      <a16:creationId xmlns:a16="http://schemas.microsoft.com/office/drawing/2014/main" id="{CD74F139-1F4A-E5FD-E512-920CAEC3A1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Text Box 10">
                  <a:extLst>
                    <a:ext uri="{FF2B5EF4-FFF2-40B4-BE49-F238E27FC236}">
                      <a16:creationId xmlns:a16="http://schemas.microsoft.com/office/drawing/2014/main" id="{7277A1D5-2088-8B35-E451-55BAA7801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90BE9E6B-B124-8E6E-CACA-F942418D7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072514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75">
              <a:extLst>
                <a:ext uri="{FF2B5EF4-FFF2-40B4-BE49-F238E27FC236}">
                  <a16:creationId xmlns:a16="http://schemas.microsoft.com/office/drawing/2014/main" id="{44D84470-A618-39E7-F360-DC8A70F86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3539" y="605789"/>
              <a:ext cx="12907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 值 表</a:t>
              </a: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64039F23-7A02-93E5-1EF5-D41D536EE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1597060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9">
              <a:extLst>
                <a:ext uri="{FF2B5EF4-FFF2-40B4-BE49-F238E27FC236}">
                  <a16:creationId xmlns:a16="http://schemas.microsoft.com/office/drawing/2014/main" id="{5AF9B428-1E2C-953C-4262-32A5E4514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3501637"/>
              <a:ext cx="5004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6">
              <a:extLst>
                <a:ext uri="{FF2B5EF4-FFF2-40B4-BE49-F238E27FC236}">
                  <a16:creationId xmlns:a16="http://schemas.microsoft.com/office/drawing/2014/main" id="{5BACD9CA-50A7-2266-2FD7-2CD43A77F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799" y="1072514"/>
              <a:ext cx="0" cy="2429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 Box 10">
              <a:extLst>
                <a:ext uri="{FF2B5EF4-FFF2-40B4-BE49-F238E27FC236}">
                  <a16:creationId xmlns:a16="http://schemas.microsoft.com/office/drawing/2014/main" id="{B734DEF3-989C-9A70-D238-7374A4C72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75" y="1595734"/>
              <a:ext cx="323229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1	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	</a:t>
              </a: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	1</a:t>
              </a:r>
            </a:p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1	1	1</a:t>
              </a: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10">
                  <a:extLst>
                    <a:ext uri="{FF2B5EF4-FFF2-40B4-BE49-F238E27FC236}">
                      <a16:creationId xmlns:a16="http://schemas.microsoft.com/office/drawing/2014/main" id="{7468ACD0-F0A7-4F45-9E75-D02CEB0F80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0564" y="1595734"/>
                  <a:ext cx="1384446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Text Box 10">
                  <a:extLst>
                    <a:ext uri="{FF2B5EF4-FFF2-40B4-BE49-F238E27FC236}">
                      <a16:creationId xmlns:a16="http://schemas.microsoft.com/office/drawing/2014/main" id="{705DE014-4855-BD65-E00E-E7B322E67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0564" y="1595734"/>
                  <a:ext cx="1384446" cy="1938992"/>
                </a:xfrm>
                <a:prstGeom prst="rect">
                  <a:avLst/>
                </a:prstGeom>
                <a:blipFill>
                  <a:blip r:embed="rId15"/>
                  <a:stretch>
                    <a:fillRect l="-6608" t="-25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5495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B83ED21-B6AD-2A7B-D877-C637DD335D5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8F9797-3C5E-8148-8047-4FC7483DA9D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2C0C9D9-3BF1-31E7-76B9-138F00A059E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4F3B4B8A-0F12-F1B4-12C4-637B92097AD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A5A2DA0A-E6E8-1ADF-7A2B-AB5908C25A0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8CCDC4-75D5-F1A9-76C5-A48FE06287A6}"/>
              </a:ext>
            </a:extLst>
          </p:cNvPr>
          <p:cNvSpPr txBox="1"/>
          <p:nvPr/>
        </p:nvSpPr>
        <p:spPr>
          <a:xfrm>
            <a:off x="360000" y="720000"/>
            <a:ext cx="2264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优先编码器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8044F4-DF9F-5308-0C5B-859D800D822B}"/>
              </a:ext>
            </a:extLst>
          </p:cNvPr>
          <p:cNvSpPr txBox="1"/>
          <p:nvPr/>
        </p:nvSpPr>
        <p:spPr>
          <a:xfrm>
            <a:off x="360000" y="1800000"/>
            <a:ext cx="9574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2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线优先编码器（输入输出均为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有效）</a:t>
            </a:r>
            <a:endParaRPr lang="en-US" altLang="zh-CN" sz="2800" i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0902E0A-4653-CE0C-607B-F6FAF03EBC68}"/>
              </a:ext>
            </a:extLst>
          </p:cNvPr>
          <p:cNvGrpSpPr/>
          <p:nvPr/>
        </p:nvGrpSpPr>
        <p:grpSpPr>
          <a:xfrm>
            <a:off x="720000" y="2880000"/>
            <a:ext cx="3847735" cy="3004804"/>
            <a:chOff x="581106" y="2793830"/>
            <a:chExt cx="3847735" cy="3004804"/>
          </a:xfrm>
        </p:grpSpPr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5F53EA2E-4A34-6D96-31D4-1CEB6EB96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437" y="3560452"/>
              <a:ext cx="425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529C843B-48D5-B77D-5EA3-CE8802661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797" y="4200184"/>
              <a:ext cx="425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EA43853C-B469-3D58-5905-D0887EF60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797" y="4839916"/>
              <a:ext cx="425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05CF95A0-BB1B-1B0B-8AE0-3EF679778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797" y="5479648"/>
              <a:ext cx="425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9B46B8ED-17C8-624D-563E-0B1993E45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166" y="3153349"/>
              <a:ext cx="2086634" cy="264528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2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22">
                  <a:extLst>
                    <a:ext uri="{FF2B5EF4-FFF2-40B4-BE49-F238E27FC236}">
                      <a16:creationId xmlns:a16="http://schemas.microsoft.com/office/drawing/2014/main" id="{6D6370EC-2E87-0E3D-00CA-3C22A831D2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4418" y="3326377"/>
                  <a:ext cx="5035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22">
                  <a:extLst>
                    <a:ext uri="{FF2B5EF4-FFF2-40B4-BE49-F238E27FC236}">
                      <a16:creationId xmlns:a16="http://schemas.microsoft.com/office/drawing/2014/main" id="{6D6370EC-2E87-0E3D-00CA-3C22A831D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4418" y="3326377"/>
                  <a:ext cx="503599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23">
                  <a:extLst>
                    <a:ext uri="{FF2B5EF4-FFF2-40B4-BE49-F238E27FC236}">
                      <a16:creationId xmlns:a16="http://schemas.microsoft.com/office/drawing/2014/main" id="{6A9816D3-E014-542C-D62F-F398603586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4418" y="3966110"/>
                  <a:ext cx="5035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23">
                  <a:extLst>
                    <a:ext uri="{FF2B5EF4-FFF2-40B4-BE49-F238E27FC236}">
                      <a16:creationId xmlns:a16="http://schemas.microsoft.com/office/drawing/2014/main" id="{6A9816D3-E014-542C-D62F-F39860358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4418" y="3966110"/>
                  <a:ext cx="50359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4">
                  <a:extLst>
                    <a:ext uri="{FF2B5EF4-FFF2-40B4-BE49-F238E27FC236}">
                      <a16:creationId xmlns:a16="http://schemas.microsoft.com/office/drawing/2014/main" id="{7442FF0B-CF65-62AA-277A-5D003054A7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6215" y="4605841"/>
                  <a:ext cx="49648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4">
                  <a:extLst>
                    <a:ext uri="{FF2B5EF4-FFF2-40B4-BE49-F238E27FC236}">
                      <a16:creationId xmlns:a16="http://schemas.microsoft.com/office/drawing/2014/main" id="{7442FF0B-CF65-62AA-277A-5D003054A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6215" y="4605841"/>
                  <a:ext cx="49648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5">
                  <a:extLst>
                    <a:ext uri="{FF2B5EF4-FFF2-40B4-BE49-F238E27FC236}">
                      <a16:creationId xmlns:a16="http://schemas.microsoft.com/office/drawing/2014/main" id="{639C22C1-734E-3B47-E26A-B879F6DFC8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6215" y="5245574"/>
                  <a:ext cx="5035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25">
                  <a:extLst>
                    <a:ext uri="{FF2B5EF4-FFF2-40B4-BE49-F238E27FC236}">
                      <a16:creationId xmlns:a16="http://schemas.microsoft.com/office/drawing/2014/main" id="{639C22C1-734E-3B47-E26A-B879F6DFC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6215" y="5245574"/>
                  <a:ext cx="50359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6">
                  <a:extLst>
                    <a:ext uri="{FF2B5EF4-FFF2-40B4-BE49-F238E27FC236}">
                      <a16:creationId xmlns:a16="http://schemas.microsoft.com/office/drawing/2014/main" id="{9930623D-1021-80E3-5F26-0C6A47F672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1715" y="4261500"/>
                  <a:ext cx="60571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26">
                  <a:extLst>
                    <a:ext uri="{FF2B5EF4-FFF2-40B4-BE49-F238E27FC236}">
                      <a16:creationId xmlns:a16="http://schemas.microsoft.com/office/drawing/2014/main" id="{9930623D-1021-80E3-5F26-0C6A47F67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91715" y="4261500"/>
                  <a:ext cx="60571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7">
                  <a:extLst>
                    <a:ext uri="{FF2B5EF4-FFF2-40B4-BE49-F238E27FC236}">
                      <a16:creationId xmlns:a16="http://schemas.microsoft.com/office/drawing/2014/main" id="{0C0CCA2B-0A5C-3DB9-B724-CE8FBE2702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1333" y="4901233"/>
                  <a:ext cx="6060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27">
                  <a:extLst>
                    <a:ext uri="{FF2B5EF4-FFF2-40B4-BE49-F238E27FC236}">
                      <a16:creationId xmlns:a16="http://schemas.microsoft.com/office/drawing/2014/main" id="{0C0CCA2B-0A5C-3DB9-B724-CE8FBE270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91333" y="4901233"/>
                  <a:ext cx="606099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9872655C-99EE-DC59-9523-52A21059D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656" y="4512120"/>
              <a:ext cx="3301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C0E6B65C-469C-43C5-7D1F-9D230DF37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656" y="5151852"/>
              <a:ext cx="3301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DBCE9884-6B03-93D6-D14C-A8F0DB376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7800" y="3752547"/>
              <a:ext cx="3301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29">
                  <a:extLst>
                    <a:ext uri="{FF2B5EF4-FFF2-40B4-BE49-F238E27FC236}">
                      <a16:creationId xmlns:a16="http://schemas.microsoft.com/office/drawing/2014/main" id="{682A93CC-1E1D-4F8E-3212-23C855B5DC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1332" y="3501929"/>
                  <a:ext cx="6061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en-US" altLang="zh-CN" sz="1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 Box 29">
                  <a:extLst>
                    <a:ext uri="{FF2B5EF4-FFF2-40B4-BE49-F238E27FC236}">
                      <a16:creationId xmlns:a16="http://schemas.microsoft.com/office/drawing/2014/main" id="{682A93CC-1E1D-4F8E-3212-23C855B5DC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91332" y="3501929"/>
                  <a:ext cx="606101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30">
              <a:extLst>
                <a:ext uri="{FF2B5EF4-FFF2-40B4-BE49-F238E27FC236}">
                  <a16:creationId xmlns:a16="http://schemas.microsoft.com/office/drawing/2014/main" id="{028220A4-9C17-AF84-3144-0D2F2CD057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1918" y="3432476"/>
              <a:ext cx="0" cy="2118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id="{8022C473-9CB4-B362-D54F-3B5BA6506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06" y="2793830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优先级</a:t>
              </a:r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9E8D0BF3-1934-8AEC-806D-E6EDA3678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68" y="3391267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099FCDEB-0F20-681C-7482-A6C0B2451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68" y="509369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9047852-6632-9892-57B3-FFBA07E537D6}"/>
              </a:ext>
            </a:extLst>
          </p:cNvPr>
          <p:cNvGrpSpPr/>
          <p:nvPr/>
        </p:nvGrpSpPr>
        <p:grpSpPr>
          <a:xfrm>
            <a:off x="5976000" y="2880000"/>
            <a:ext cx="5933298" cy="2928700"/>
            <a:chOff x="385754" y="606026"/>
            <a:chExt cx="5933298" cy="2928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10">
                  <a:extLst>
                    <a:ext uri="{FF2B5EF4-FFF2-40B4-BE49-F238E27FC236}">
                      <a16:creationId xmlns:a16="http://schemas.microsoft.com/office/drawing/2014/main" id="{201EABE5-B0AF-F9B4-ADBB-75AC0DF54B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0069" y="1072514"/>
                  <a:ext cx="249898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GS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Text Box 10">
                  <a:extLst>
                    <a:ext uri="{FF2B5EF4-FFF2-40B4-BE49-F238E27FC236}">
                      <a16:creationId xmlns:a16="http://schemas.microsoft.com/office/drawing/2014/main" id="{201EABE5-B0AF-F9B4-ADBB-75AC0DF54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20069" y="1072514"/>
                  <a:ext cx="2498983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732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 Box 10">
                  <a:extLst>
                    <a:ext uri="{FF2B5EF4-FFF2-40B4-BE49-F238E27FC236}">
                      <a16:creationId xmlns:a16="http://schemas.microsoft.com/office/drawing/2014/main" id="{6417EFE4-79C1-66AF-2D55-EF6CCF9DEB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Text Box 10">
                  <a:extLst>
                    <a:ext uri="{FF2B5EF4-FFF2-40B4-BE49-F238E27FC236}">
                      <a16:creationId xmlns:a16="http://schemas.microsoft.com/office/drawing/2014/main" id="{6417EFE4-79C1-66AF-2D55-EF6CCF9DE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D159ED67-BDEC-A486-A4C3-A9AF925B5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4" y="1072514"/>
              <a:ext cx="5816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Rectangle 75">
              <a:extLst>
                <a:ext uri="{FF2B5EF4-FFF2-40B4-BE49-F238E27FC236}">
                  <a16:creationId xmlns:a16="http://schemas.microsoft.com/office/drawing/2014/main" id="{4A54D4DD-7DAF-9522-D988-F87660AD4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735" y="606026"/>
              <a:ext cx="12907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 值 表</a:t>
              </a: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9">
              <a:extLst>
                <a:ext uri="{FF2B5EF4-FFF2-40B4-BE49-F238E27FC236}">
                  <a16:creationId xmlns:a16="http://schemas.microsoft.com/office/drawing/2014/main" id="{CAA48D89-E23B-8728-C3A4-795C8FE37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4" y="1597060"/>
              <a:ext cx="5816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9">
              <a:extLst>
                <a:ext uri="{FF2B5EF4-FFF2-40B4-BE49-F238E27FC236}">
                  <a16:creationId xmlns:a16="http://schemas.microsoft.com/office/drawing/2014/main" id="{E5FD3F5C-C83D-5A45-44CB-CB8922435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3501637"/>
              <a:ext cx="5816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">
              <a:extLst>
                <a:ext uri="{FF2B5EF4-FFF2-40B4-BE49-F238E27FC236}">
                  <a16:creationId xmlns:a16="http://schemas.microsoft.com/office/drawing/2014/main" id="{BD049271-FC0B-BA6B-1B3D-B109B018A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799" y="1072514"/>
              <a:ext cx="0" cy="2429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 Box 10">
                  <a:extLst>
                    <a:ext uri="{FF2B5EF4-FFF2-40B4-BE49-F238E27FC236}">
                      <a16:creationId xmlns:a16="http://schemas.microsoft.com/office/drawing/2014/main" id="{26FA341A-FFAF-27CD-8445-DAC12C74BA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75" y="1595734"/>
                  <a:ext cx="3232293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1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ea typeface="Cambria Math" panose="02040503050406030204" pitchFamily="18" charset="0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1	0</a:t>
                  </a:r>
                </a:p>
              </p:txBody>
            </p:sp>
          </mc:Choice>
          <mc:Fallback xmlns="">
            <p:sp>
              <p:nvSpPr>
                <p:cNvPr id="65" name="Text Box 10">
                  <a:extLst>
                    <a:ext uri="{FF2B5EF4-FFF2-40B4-BE49-F238E27FC236}">
                      <a16:creationId xmlns:a16="http://schemas.microsoft.com/office/drawing/2014/main" id="{26FA341A-FFAF-27CD-8445-DAC12C74B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075" y="1595734"/>
                  <a:ext cx="3232293" cy="1938992"/>
                </a:xfrm>
                <a:prstGeom prst="rect">
                  <a:avLst/>
                </a:prstGeom>
                <a:blipFill>
                  <a:blip r:embed="rId12"/>
                  <a:stretch>
                    <a:fillRect l="-2830" t="-2516" b="-62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 Box 10">
                  <a:extLst>
                    <a:ext uri="{FF2B5EF4-FFF2-40B4-BE49-F238E27FC236}">
                      <a16:creationId xmlns:a16="http://schemas.microsoft.com/office/drawing/2014/main" id="{6850517D-A093-2103-393B-170EBCB291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2369" y="1595734"/>
                  <a:ext cx="2262978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	1</a:t>
                  </a:r>
                </a:p>
              </p:txBody>
            </p:sp>
          </mc:Choice>
          <mc:Fallback xmlns="">
            <p:sp>
              <p:nvSpPr>
                <p:cNvPr id="66" name="Text Box 10">
                  <a:extLst>
                    <a:ext uri="{FF2B5EF4-FFF2-40B4-BE49-F238E27FC236}">
                      <a16:creationId xmlns:a16="http://schemas.microsoft.com/office/drawing/2014/main" id="{6850517D-A093-2103-393B-170EBCB29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2369" y="1595734"/>
                  <a:ext cx="2262978" cy="1938992"/>
                </a:xfrm>
                <a:prstGeom prst="rect">
                  <a:avLst/>
                </a:prstGeom>
                <a:blipFill>
                  <a:blip r:embed="rId13"/>
                  <a:stretch>
                    <a:fillRect l="-4313" t="-2516" r="-809" b="-62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C53C32E-D331-4062-4D30-486F630F77DE}"/>
                  </a:ext>
                </a:extLst>
              </p:cNvPr>
              <p:cNvSpPr txBox="1"/>
              <p:nvPr/>
            </p:nvSpPr>
            <p:spPr>
              <a:xfrm>
                <a:off x="5998087" y="5995788"/>
                <a:ext cx="43920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GS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表示输入信号无效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C53C32E-D331-4062-4D30-486F630F7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087" y="5995788"/>
                <a:ext cx="4392086" cy="461665"/>
              </a:xfrm>
              <a:prstGeom prst="rect">
                <a:avLst/>
              </a:prstGeom>
              <a:blipFill>
                <a:blip r:embed="rId14"/>
                <a:stretch>
                  <a:fillRect l="-417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C60FE496-522A-B82A-FDFE-EB53D8706D0C}"/>
              </a:ext>
            </a:extLst>
          </p:cNvPr>
          <p:cNvSpPr txBox="1"/>
          <p:nvPr/>
        </p:nvSpPr>
        <p:spPr>
          <a:xfrm>
            <a:off x="2475776" y="720000"/>
            <a:ext cx="91057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允许两个以上输入信号同时有效，并对其中优先级最高的一个进行编码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5108764-3BEF-1C01-5F62-5A2459277A2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9461-EBD0-F9FD-BF4E-2FED1A93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A2392677-BFEA-5122-188E-DF96AD6BD5E6}"/>
              </a:ext>
            </a:extLst>
          </p:cNvPr>
          <p:cNvGrpSpPr/>
          <p:nvPr/>
        </p:nvGrpSpPr>
        <p:grpSpPr>
          <a:xfrm>
            <a:off x="135821" y="762745"/>
            <a:ext cx="3880992" cy="2983133"/>
            <a:chOff x="178025" y="674050"/>
            <a:chExt cx="3880992" cy="29831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7043D58-8882-7B16-E65B-C35F95B1DC0F}"/>
                    </a:ext>
                  </a:extLst>
                </p:cNvPr>
                <p:cNvSpPr txBox="1"/>
                <p:nvPr/>
              </p:nvSpPr>
              <p:spPr>
                <a:xfrm>
                  <a:off x="197132" y="133324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61BA475-616E-F403-0F8F-4C4509C06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132" y="1333244"/>
                  <a:ext cx="704309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724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4770C15-A529-C7E1-1795-81EA19771BE7}"/>
                </a:ext>
              </a:extLst>
            </p:cNvPr>
            <p:cNvCxnSpPr>
              <a:cxnSpLocks/>
            </p:cNvCxnSpPr>
            <p:nvPr/>
          </p:nvCxnSpPr>
          <p:spPr>
            <a:xfrm>
              <a:off x="509192" y="109216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262D4EF-E527-7619-B2DE-BAB6C2BEAE51}"/>
                    </a:ext>
                  </a:extLst>
                </p:cNvPr>
                <p:cNvSpPr txBox="1"/>
                <p:nvPr/>
              </p:nvSpPr>
              <p:spPr>
                <a:xfrm>
                  <a:off x="719947" y="108892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6B8FFC7-D365-9C76-7E40-6F66AA574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47" y="1088920"/>
                  <a:ext cx="680734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0C12145-EA83-8C98-A185-07C3C802D613}"/>
                    </a:ext>
                  </a:extLst>
                </p:cNvPr>
                <p:cNvSpPr txBox="1"/>
                <p:nvPr/>
              </p:nvSpPr>
              <p:spPr>
                <a:xfrm>
                  <a:off x="511392" y="179287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C45FBF1-8B81-D7C4-DAD0-20039774A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1792874"/>
                  <a:ext cx="35343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09E1DB4-A8E9-62B3-0E16-24DA77C7BF5D}"/>
                    </a:ext>
                  </a:extLst>
                </p:cNvPr>
                <p:cNvSpPr txBox="1"/>
                <p:nvPr/>
              </p:nvSpPr>
              <p:spPr>
                <a:xfrm>
                  <a:off x="511628" y="225909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D17DD3A-400B-6D29-A313-AA5B8822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" y="2259099"/>
                  <a:ext cx="353012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F36EB6D-F62B-5606-1764-CAEECD1F8966}"/>
                    </a:ext>
                  </a:extLst>
                </p:cNvPr>
                <p:cNvSpPr txBox="1"/>
                <p:nvPr/>
              </p:nvSpPr>
              <p:spPr>
                <a:xfrm>
                  <a:off x="511392" y="272713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45D2C3D-C717-AD3C-8A86-05345662E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2727135"/>
                  <a:ext cx="35343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D6CEF8C-CF77-790E-4E1E-0DC769BD7D65}"/>
                    </a:ext>
                  </a:extLst>
                </p:cNvPr>
                <p:cNvSpPr txBox="1"/>
                <p:nvPr/>
              </p:nvSpPr>
              <p:spPr>
                <a:xfrm>
                  <a:off x="511392" y="319376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0C8B6E8-DAAC-24AC-B083-4F72F6786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3193760"/>
                  <a:ext cx="35343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FD7A01A-17D1-05C7-E027-3ED27763F796}"/>
                    </a:ext>
                  </a:extLst>
                </p:cNvPr>
                <p:cNvSpPr txBox="1"/>
                <p:nvPr/>
              </p:nvSpPr>
              <p:spPr>
                <a:xfrm>
                  <a:off x="996916" y="179286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1F1022-957C-E292-5C35-B2AA354E8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1792862"/>
                  <a:ext cx="763581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11FD239-6E75-C3EA-AAFD-16AC4097FE2A}"/>
                    </a:ext>
                  </a:extLst>
                </p:cNvPr>
                <p:cNvSpPr txBox="1"/>
                <p:nvPr/>
              </p:nvSpPr>
              <p:spPr>
                <a:xfrm>
                  <a:off x="1763285" y="179333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5BBDBEB-88A7-88A0-0513-275087B57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1793334"/>
                  <a:ext cx="763581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94F2DF5-ECFA-715F-A2DB-2E6A82C6D661}"/>
                    </a:ext>
                  </a:extLst>
                </p:cNvPr>
                <p:cNvSpPr txBox="1"/>
                <p:nvPr/>
              </p:nvSpPr>
              <p:spPr>
                <a:xfrm>
                  <a:off x="2529066" y="179446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C7C5BE0-F5C9-F9AF-68BF-DDEEB9CFE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1794468"/>
                  <a:ext cx="763581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30B6C66-CC4C-AAEB-B729-75730064804E}"/>
                    </a:ext>
                  </a:extLst>
                </p:cNvPr>
                <p:cNvSpPr txBox="1"/>
                <p:nvPr/>
              </p:nvSpPr>
              <p:spPr>
                <a:xfrm>
                  <a:off x="3295436" y="179494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EC03FC8-2C37-9A1E-A991-F3CD8316C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1794940"/>
                  <a:ext cx="763581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4F5B26F-EFFC-1851-036B-CDE74146F3FE}"/>
                    </a:ext>
                  </a:extLst>
                </p:cNvPr>
                <p:cNvSpPr txBox="1"/>
                <p:nvPr/>
              </p:nvSpPr>
              <p:spPr>
                <a:xfrm>
                  <a:off x="996916" y="225925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912456E-FD06-C0C2-5E3D-1334F836D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2259252"/>
                  <a:ext cx="763581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E92A9E0-5196-7E0A-7526-E2E7D7594BEF}"/>
                    </a:ext>
                  </a:extLst>
                </p:cNvPr>
                <p:cNvSpPr txBox="1"/>
                <p:nvPr/>
              </p:nvSpPr>
              <p:spPr>
                <a:xfrm>
                  <a:off x="1763285" y="225972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C1E135B-CF9B-FFEA-4E76-2FEAE7208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2259724"/>
                  <a:ext cx="763581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E9B15C5-BB1D-CEF8-347A-F103F45B9936}"/>
                    </a:ext>
                  </a:extLst>
                </p:cNvPr>
                <p:cNvSpPr txBox="1"/>
                <p:nvPr/>
              </p:nvSpPr>
              <p:spPr>
                <a:xfrm>
                  <a:off x="2529066" y="226085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339D44E-4BC0-7474-6AB3-4086A3287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2260858"/>
                  <a:ext cx="763581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BBA93CC-81DC-4B96-A51B-F0EBE67CAED9}"/>
                    </a:ext>
                  </a:extLst>
                </p:cNvPr>
                <p:cNvSpPr txBox="1"/>
                <p:nvPr/>
              </p:nvSpPr>
              <p:spPr>
                <a:xfrm>
                  <a:off x="3295436" y="226133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63B4E1A-AB30-344B-BFCD-096C7B8C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2261330"/>
                  <a:ext cx="763581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38C7E3F-3FF6-C1A0-2E84-77C48474A782}"/>
                    </a:ext>
                  </a:extLst>
                </p:cNvPr>
                <p:cNvSpPr txBox="1"/>
                <p:nvPr/>
              </p:nvSpPr>
              <p:spPr>
                <a:xfrm>
                  <a:off x="996916" y="27270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00AD86D-2DE3-8355-208C-8BB9A60ED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2727050"/>
                  <a:ext cx="763581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CEFC857-EE33-993F-A626-9D348D67BBAD}"/>
                    </a:ext>
                  </a:extLst>
                </p:cNvPr>
                <p:cNvSpPr txBox="1"/>
                <p:nvPr/>
              </p:nvSpPr>
              <p:spPr>
                <a:xfrm>
                  <a:off x="1763285" y="272752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1C4647F-2B89-8A4E-DB50-2F7CF7625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2727522"/>
                  <a:ext cx="763581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131B8A6-1B6F-E62F-7A82-E55547E262C6}"/>
                    </a:ext>
                  </a:extLst>
                </p:cNvPr>
                <p:cNvSpPr txBox="1"/>
                <p:nvPr/>
              </p:nvSpPr>
              <p:spPr>
                <a:xfrm>
                  <a:off x="2529066" y="272865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A3CB9BA-787A-6F4F-AF76-A06FB1E2E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2728656"/>
                  <a:ext cx="7635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E18676A-F8DA-3C5C-746C-6A8C6BD8CD7A}"/>
                    </a:ext>
                  </a:extLst>
                </p:cNvPr>
                <p:cNvSpPr txBox="1"/>
                <p:nvPr/>
              </p:nvSpPr>
              <p:spPr>
                <a:xfrm>
                  <a:off x="3295436" y="272912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7482E4E-AA24-A205-E050-691FDBA28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2729128"/>
                  <a:ext cx="763581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C62769C-2EE9-43A8-5EEF-7D4646F6BBA9}"/>
                    </a:ext>
                  </a:extLst>
                </p:cNvPr>
                <p:cNvSpPr txBox="1"/>
                <p:nvPr/>
              </p:nvSpPr>
              <p:spPr>
                <a:xfrm>
                  <a:off x="996916" y="319344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C7ADD81-18DC-63EE-423C-5B1061F51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3193440"/>
                  <a:ext cx="763581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18E20BC-CC80-C2D7-709A-8300820AFA3E}"/>
                    </a:ext>
                  </a:extLst>
                </p:cNvPr>
                <p:cNvSpPr txBox="1"/>
                <p:nvPr/>
              </p:nvSpPr>
              <p:spPr>
                <a:xfrm>
                  <a:off x="1763285" y="319391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797D6AE-3015-D0F0-DC74-88427C932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3193912"/>
                  <a:ext cx="763581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13E6ABF-A75A-1BD4-1DA8-8E38BC0CB259}"/>
                    </a:ext>
                  </a:extLst>
                </p:cNvPr>
                <p:cNvSpPr txBox="1"/>
                <p:nvPr/>
              </p:nvSpPr>
              <p:spPr>
                <a:xfrm>
                  <a:off x="2529066" y="319504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143414C-E9FC-9141-6EE5-DD6A10702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3195046"/>
                  <a:ext cx="763581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865B2F4-E738-69D8-8011-794060B3F35A}"/>
                    </a:ext>
                  </a:extLst>
                </p:cNvPr>
                <p:cNvSpPr txBox="1"/>
                <p:nvPr/>
              </p:nvSpPr>
              <p:spPr>
                <a:xfrm>
                  <a:off x="3295436" y="319551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DE4589B-C37A-3C76-3BA4-994FA0334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3195518"/>
                  <a:ext cx="763581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E89C519-23F5-DC39-26AC-8D637032482F}"/>
                </a:ext>
              </a:extLst>
            </p:cNvPr>
            <p:cNvCxnSpPr>
              <a:cxnSpLocks/>
            </p:cNvCxnSpPr>
            <p:nvPr/>
          </p:nvCxnSpPr>
          <p:spPr>
            <a:xfrm>
              <a:off x="2526572" y="179286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C7DF858-89DD-7663-7CDE-B4EE675902B4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7" y="272436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EED6DA6-5797-F1B5-9E04-6CEEF0FA7EE9}"/>
                </a:ext>
              </a:extLst>
            </p:cNvPr>
            <p:cNvCxnSpPr>
              <a:cxnSpLocks/>
            </p:cNvCxnSpPr>
            <p:nvPr/>
          </p:nvCxnSpPr>
          <p:spPr>
            <a:xfrm>
              <a:off x="1760497" y="179286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C9750C1-B225-69FC-499D-893DCB193720}"/>
                </a:ext>
              </a:extLst>
            </p:cNvPr>
            <p:cNvCxnSpPr>
              <a:cxnSpLocks/>
            </p:cNvCxnSpPr>
            <p:nvPr/>
          </p:nvCxnSpPr>
          <p:spPr>
            <a:xfrm>
              <a:off x="3292647" y="179018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A19B71A-4DAA-6C5A-BA59-37ADE37F2CF1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7" y="225529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DDF25AB-CCB7-D7FC-F7BE-AF31C7E278EE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6" y="318948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E5DCFD8-7F88-04D5-0267-71ADDEB080CD}"/>
                </a:ext>
              </a:extLst>
            </p:cNvPr>
            <p:cNvSpPr/>
            <p:nvPr/>
          </p:nvSpPr>
          <p:spPr>
            <a:xfrm>
              <a:off x="994127" y="179286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B2E85881-5FD5-4425-5320-7B29B38BAF5E}"/>
                    </a:ext>
                  </a:extLst>
                </p:cNvPr>
                <p:cNvSpPr txBox="1"/>
                <p:nvPr/>
              </p:nvSpPr>
              <p:spPr>
                <a:xfrm>
                  <a:off x="1083819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9E61829-93A4-F4DF-17BE-13E924BB4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819" y="1412072"/>
                  <a:ext cx="325592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D003758-4CA7-3E06-D307-6BBAC4A3755E}"/>
                    </a:ext>
                  </a:extLst>
                </p:cNvPr>
                <p:cNvSpPr txBox="1"/>
                <p:nvPr/>
              </p:nvSpPr>
              <p:spPr>
                <a:xfrm>
                  <a:off x="1852975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31705B2-5713-AF70-F4C8-8DC415211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975" y="1412072"/>
                  <a:ext cx="325592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025495F-AA70-9951-6C0B-B9397A88F6EE}"/>
                    </a:ext>
                  </a:extLst>
                </p:cNvPr>
                <p:cNvSpPr txBox="1"/>
                <p:nvPr/>
              </p:nvSpPr>
              <p:spPr>
                <a:xfrm>
                  <a:off x="2618756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8D32D85-46E3-C634-FD52-86AA799D4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756" y="1412072"/>
                  <a:ext cx="325592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5138D6B-A314-8B2D-4567-B65194FDDBB8}"/>
                    </a:ext>
                  </a:extLst>
                </p:cNvPr>
                <p:cNvSpPr txBox="1"/>
                <p:nvPr/>
              </p:nvSpPr>
              <p:spPr>
                <a:xfrm>
                  <a:off x="3385126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F04832F-8391-4F3A-3BFB-0C81281A6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126" y="1412072"/>
                  <a:ext cx="325592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C16C812-3976-A6B2-CC0E-1AD42CB07B94}"/>
                    </a:ext>
                  </a:extLst>
                </p:cNvPr>
                <p:cNvSpPr txBox="1"/>
                <p:nvPr/>
              </p:nvSpPr>
              <p:spPr>
                <a:xfrm>
                  <a:off x="178025" y="674050"/>
                  <a:ext cx="48752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638DD53-D959-0ED6-E46F-3FFD76583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5" y="674050"/>
                  <a:ext cx="487521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500" r="-1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E781677-B6B0-3AE7-CEB9-2797BE661C27}"/>
              </a:ext>
            </a:extLst>
          </p:cNvPr>
          <p:cNvGrpSpPr/>
          <p:nvPr/>
        </p:nvGrpSpPr>
        <p:grpSpPr>
          <a:xfrm>
            <a:off x="8211672" y="731923"/>
            <a:ext cx="3866266" cy="3013955"/>
            <a:chOff x="594897" y="972048"/>
            <a:chExt cx="3866266" cy="3013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FA34E6C2-3BFF-370B-578F-122FA2DC77CF}"/>
                    </a:ext>
                  </a:extLst>
                </p:cNvPr>
                <p:cNvSpPr txBox="1"/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E4F25A8-855E-7FD3-F686-6155DC240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blipFill>
                  <a:blip r:embed="rId30"/>
                  <a:stretch>
                    <a:fillRect l="-2609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98E6DF1-63F9-0587-9900-E99881399671}"/>
                </a:ext>
              </a:extLst>
            </p:cNvPr>
            <p:cNvCxnSpPr>
              <a:cxnSpLocks/>
            </p:cNvCxnSpPr>
            <p:nvPr/>
          </p:nvCxnSpPr>
          <p:spPr>
            <a:xfrm>
              <a:off x="911338" y="142098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71B6EA7-80E7-1482-1602-ED9AF469804D}"/>
                    </a:ext>
                  </a:extLst>
                </p:cNvPr>
                <p:cNvSpPr txBox="1"/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046B930-EE06-7969-7464-C54FACA79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5C01BBE-0310-051F-4E39-68A046872EAD}"/>
                    </a:ext>
                  </a:extLst>
                </p:cNvPr>
                <p:cNvSpPr txBox="1"/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ADE5DF6-C2D6-7EED-1C71-65F661B4D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blipFill>
                  <a:blip r:embed="rId32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09D2866F-A5A7-EF69-CCD1-90E83DDAF727}"/>
                    </a:ext>
                  </a:extLst>
                </p:cNvPr>
                <p:cNvSpPr txBox="1"/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7612A09-D34F-9698-FA38-52FBA5C7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27487EA-15ED-0CD3-E742-A3B8C94F32BC}"/>
                    </a:ext>
                  </a:extLst>
                </p:cNvPr>
                <p:cNvSpPr txBox="1"/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64982983-7E87-C047-8CFA-E852E1CA8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4D91FAC-9D56-BBB1-EBF3-4C0CBBCB628B}"/>
                    </a:ext>
                  </a:extLst>
                </p:cNvPr>
                <p:cNvSpPr txBox="1"/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6817446-84BE-A069-B6EB-C1EA9F137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E628138-B590-DC20-4456-5BC94B373D3C}"/>
                    </a:ext>
                  </a:extLst>
                </p:cNvPr>
                <p:cNvSpPr txBox="1"/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A038828-7C23-8297-62E8-61C8928F5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E8C6F32-0186-6301-702D-CF96C7E58254}"/>
                    </a:ext>
                  </a:extLst>
                </p:cNvPr>
                <p:cNvSpPr txBox="1"/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CB516FC-A343-C408-9E8F-002AD28AE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6119073-358A-3146-E3DE-310DF0EBD114}"/>
                    </a:ext>
                  </a:extLst>
                </p:cNvPr>
                <p:cNvSpPr txBox="1"/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ACB50D-654E-FB47-590A-41D801DC9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A7BF17C-ECA9-FD76-09FF-500F06152475}"/>
                    </a:ext>
                  </a:extLst>
                </p:cNvPr>
                <p:cNvSpPr txBox="1"/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577B46A-ABB3-87EE-C591-15E1E607D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2DC0383-DBBF-F6A2-B998-87B98780C4E9}"/>
                    </a:ext>
                  </a:extLst>
                </p:cNvPr>
                <p:cNvSpPr txBox="1"/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99F93C1-92B6-BBE6-851C-468381ABB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53C527D8-7940-8627-03EB-B97B54474039}"/>
                    </a:ext>
                  </a:extLst>
                </p:cNvPr>
                <p:cNvSpPr txBox="1"/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F74E3F0-DCD6-B0E3-EA1E-469DB3436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BE3EA698-DDE6-A1E4-C561-13AD953C64F5}"/>
                    </a:ext>
                  </a:extLst>
                </p:cNvPr>
                <p:cNvSpPr txBox="1"/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DC21677-830D-4078-C7BE-304D57935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6702A1B-1D1C-A6A3-0F15-6E5B135CB24F}"/>
                    </a:ext>
                  </a:extLst>
                </p:cNvPr>
                <p:cNvSpPr txBox="1"/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26554C4-ADA1-16F5-DEAC-8CCF32D9B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877EFAE-80CA-5ED4-F61A-F59335156A7D}"/>
                    </a:ext>
                  </a:extLst>
                </p:cNvPr>
                <p:cNvSpPr txBox="1"/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2CBA011-B11A-77A3-C8B7-3A3F6CB83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8054AA98-BFA1-8125-AB24-F5F3055190F8}"/>
                    </a:ext>
                  </a:extLst>
                </p:cNvPr>
                <p:cNvSpPr txBox="1"/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F46DCD1-3A42-6F8C-78CB-C87F9FF88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48E25FD-88B3-5E49-1A99-8C69F98CCA2E}"/>
                    </a:ext>
                  </a:extLst>
                </p:cNvPr>
                <p:cNvSpPr txBox="1"/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6406966-0DA6-29D5-ECCC-7B13FCC81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3CAF34F5-5649-CA63-1CD4-BC0EEED22095}"/>
                    </a:ext>
                  </a:extLst>
                </p:cNvPr>
                <p:cNvSpPr txBox="1"/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6530952-09DF-C565-4630-BB4EEFFD1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0AB9169-82B9-6116-CBF1-359E1E8A3BB8}"/>
                    </a:ext>
                  </a:extLst>
                </p:cNvPr>
                <p:cNvSpPr txBox="1"/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0DF8626-9A91-B5F3-CC46-2F4E334AC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A14B04A-C013-1415-57CE-F79A23809164}"/>
                    </a:ext>
                  </a:extLst>
                </p:cNvPr>
                <p:cNvSpPr txBox="1"/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494912B-791A-B15A-F3A1-396D974B1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91E8830-C878-070E-64E9-EF2887491D20}"/>
                    </a:ext>
                  </a:extLst>
                </p:cNvPr>
                <p:cNvSpPr txBox="1"/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EF839FE-9786-95EC-1C59-0032452A4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2E87663-A52A-64F9-237F-A81DD0D65336}"/>
                    </a:ext>
                  </a:extLst>
                </p:cNvPr>
                <p:cNvSpPr txBox="1"/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31EA0A9-333F-8E1C-7803-80ABAA3E8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110636C-F568-282E-71BD-BEE6F26F7FC3}"/>
                </a:ext>
              </a:extLst>
            </p:cNvPr>
            <p:cNvCxnSpPr>
              <a:cxnSpLocks/>
            </p:cNvCxnSpPr>
            <p:nvPr/>
          </p:nvCxnSpPr>
          <p:spPr>
            <a:xfrm>
              <a:off x="2928718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A4EFE8B-9655-7214-CD12-1627E224627D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305318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BC0FCBA-B26E-3CF8-78DA-93E9A2C0639A}"/>
                </a:ext>
              </a:extLst>
            </p:cNvPr>
            <p:cNvCxnSpPr>
              <a:cxnSpLocks/>
            </p:cNvCxnSpPr>
            <p:nvPr/>
          </p:nvCxnSpPr>
          <p:spPr>
            <a:xfrm>
              <a:off x="2162643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31D6A17-FE1B-7996-EA28-547AC35273B3}"/>
                </a:ext>
              </a:extLst>
            </p:cNvPr>
            <p:cNvCxnSpPr>
              <a:cxnSpLocks/>
            </p:cNvCxnSpPr>
            <p:nvPr/>
          </p:nvCxnSpPr>
          <p:spPr>
            <a:xfrm>
              <a:off x="3694793" y="211900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BBD0B07-C9FD-E2EA-8330-9DBC868C4991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258411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4402EA8-B7FF-DCF0-2114-F26AE7E3445F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2" y="351830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F364E62-7F14-B468-163C-6485CB633960}"/>
                </a:ext>
              </a:extLst>
            </p:cNvPr>
            <p:cNvSpPr/>
            <p:nvPr/>
          </p:nvSpPr>
          <p:spPr>
            <a:xfrm>
              <a:off x="1396273" y="212168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15314A7F-E004-D126-D873-B9D7C6796015}"/>
                    </a:ext>
                  </a:extLst>
                </p:cNvPr>
                <p:cNvSpPr txBox="1"/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1DC8B6A-8192-C841-1F15-CAFE09B2D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blipFill>
                  <a:blip r:embed="rId52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104E9810-33B1-B802-F00E-0E08D4AB3643}"/>
                    </a:ext>
                  </a:extLst>
                </p:cNvPr>
                <p:cNvSpPr txBox="1"/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A1EFE64-EC76-A3E5-35B5-595241EF2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blipFill>
                  <a:blip r:embed="rId53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5AF5967-E18C-F4B2-440B-213CF06C4AFD}"/>
                    </a:ext>
                  </a:extLst>
                </p:cNvPr>
                <p:cNvSpPr txBox="1"/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A9899CC-EB81-ABF3-BDAB-2ECCB9590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blipFill>
                  <a:blip r:embed="rId54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2136575-E31B-34EE-A352-D86BC7E41F77}"/>
                    </a:ext>
                  </a:extLst>
                </p:cNvPr>
                <p:cNvSpPr txBox="1"/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B887F84-D17E-748E-963D-CC30F8259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blipFill>
                  <a:blip r:embed="rId55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85D2D28-0179-AB98-8E48-2C45FBCB7357}"/>
                    </a:ext>
                  </a:extLst>
                </p:cNvPr>
                <p:cNvSpPr txBox="1"/>
                <p:nvPr/>
              </p:nvSpPr>
              <p:spPr>
                <a:xfrm>
                  <a:off x="594897" y="972048"/>
                  <a:ext cx="47279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DC2FDE4-07DF-5961-BA62-600809568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97" y="972048"/>
                  <a:ext cx="472795" cy="461665"/>
                </a:xfrm>
                <a:prstGeom prst="rect">
                  <a:avLst/>
                </a:prstGeom>
                <a:blipFill>
                  <a:blip r:embed="rId56"/>
                  <a:stretch>
                    <a:fillRect l="-2564" b="-131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6491995-5D6F-877E-5511-EC0BE417DAF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D870B126-EA89-AADA-F6E8-2C6CB132CFC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0" name="箭头: 五边形 79">
                <a:extLst>
                  <a:ext uri="{FF2B5EF4-FFF2-40B4-BE49-F238E27FC236}">
                    <a16:creationId xmlns:a16="http://schemas.microsoft.com/office/drawing/2014/main" id="{3F2D1CC3-8EA8-33AC-0C8A-EDD852BD073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箭头: V 形 80">
                <a:extLst>
                  <a:ext uri="{FF2B5EF4-FFF2-40B4-BE49-F238E27FC236}">
                    <a16:creationId xmlns:a16="http://schemas.microsoft.com/office/drawing/2014/main" id="{2A49AA00-7A82-51E0-38D5-203D1CFD687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灯片编号占位符 3">
              <a:extLst>
                <a:ext uri="{FF2B5EF4-FFF2-40B4-BE49-F238E27FC236}">
                  <a16:creationId xmlns:a16="http://schemas.microsoft.com/office/drawing/2014/main" id="{C4055836-C853-7032-7359-E86A2754413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FA803E4-48C1-AEFE-5279-4802F2F3D94C}"/>
              </a:ext>
            </a:extLst>
          </p:cNvPr>
          <p:cNvGrpSpPr/>
          <p:nvPr/>
        </p:nvGrpSpPr>
        <p:grpSpPr>
          <a:xfrm>
            <a:off x="4162618" y="731923"/>
            <a:ext cx="3866764" cy="3013955"/>
            <a:chOff x="594399" y="972048"/>
            <a:chExt cx="3866764" cy="3013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2F5AC2A3-E162-C086-669F-7B1BBEA06335}"/>
                    </a:ext>
                  </a:extLst>
                </p:cNvPr>
                <p:cNvSpPr txBox="1"/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E12312A-98B2-CA44-97D8-945D9B5B7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blipFill>
                  <a:blip r:embed="rId57"/>
                  <a:stretch>
                    <a:fillRect l="-1724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4CDA3E-430D-644F-B34D-C4B777D0AD24}"/>
                </a:ext>
              </a:extLst>
            </p:cNvPr>
            <p:cNvCxnSpPr>
              <a:cxnSpLocks/>
            </p:cNvCxnSpPr>
            <p:nvPr/>
          </p:nvCxnSpPr>
          <p:spPr>
            <a:xfrm>
              <a:off x="911338" y="142098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A37C242-A90A-EE2E-C438-7942C6095161}"/>
                    </a:ext>
                  </a:extLst>
                </p:cNvPr>
                <p:cNvSpPr txBox="1"/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D63FAA4-52C2-204B-E4BD-C401814B2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blipFill>
                  <a:blip r:embed="rId58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BB7F446-E87E-842D-BC53-DF3F771FAD41}"/>
                    </a:ext>
                  </a:extLst>
                </p:cNvPr>
                <p:cNvSpPr txBox="1"/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9F0472D0-40D3-E7D7-C7C1-612AD5953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blipFill>
                  <a:blip r:embed="rId59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5A4A7E6C-8167-9BBE-E6CE-0965DDC1610B}"/>
                    </a:ext>
                  </a:extLst>
                </p:cNvPr>
                <p:cNvSpPr txBox="1"/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AEA489B-C102-556D-01F5-6F973B937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blipFill>
                  <a:blip r:embed="rId60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D2FE0158-1B7A-AC6D-6766-C5CC347308BA}"/>
                    </a:ext>
                  </a:extLst>
                </p:cNvPr>
                <p:cNvSpPr txBox="1"/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FF9A568-3F69-3A34-E92C-90E8C6A87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blipFill>
                  <a:blip r:embed="rId61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C48D6D06-FFED-A8B5-9A9A-194786AC4BCC}"/>
                    </a:ext>
                  </a:extLst>
                </p:cNvPr>
                <p:cNvSpPr txBox="1"/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4469ADF6-0142-1651-AA4B-719AEDC1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blipFill>
                  <a:blip r:embed="rId62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F9E6D84C-0A4D-C614-FBE1-190B64B6F69C}"/>
                    </a:ext>
                  </a:extLst>
                </p:cNvPr>
                <p:cNvSpPr txBox="1"/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9D1261-2CC6-FFB6-7B83-6CA746BA2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313283C-C9B8-4012-643F-03482DA9166B}"/>
                    </a:ext>
                  </a:extLst>
                </p:cNvPr>
                <p:cNvSpPr txBox="1"/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1E1C3255-130B-5859-FAA1-585D9AC7D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48A722BB-F4A1-1DD6-028C-AC94A1F4962C}"/>
                    </a:ext>
                  </a:extLst>
                </p:cNvPr>
                <p:cNvSpPr txBox="1"/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73B6A118-DEF9-DA92-FB2A-F18A2493C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BA0026A6-21C9-0C43-6A9E-7AD8DFF8F72E}"/>
                    </a:ext>
                  </a:extLst>
                </p:cNvPr>
                <p:cNvSpPr txBox="1"/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6AE5EA3E-572B-3278-0F0E-BEA65BE3A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693CDE0A-49BE-CB0E-337E-7AAE3A1B4A46}"/>
                    </a:ext>
                  </a:extLst>
                </p:cNvPr>
                <p:cNvSpPr txBox="1"/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921954F7-51C5-0F66-0569-6C0A87109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CC806CB-0740-9D42-4EF4-7AA44A3C5C26}"/>
                    </a:ext>
                  </a:extLst>
                </p:cNvPr>
                <p:cNvSpPr txBox="1"/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31AD532-DCF7-47AA-C402-BB8CCDF3D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C0455387-FDE0-D81E-4473-94B1D9A92CF0}"/>
                    </a:ext>
                  </a:extLst>
                </p:cNvPr>
                <p:cNvSpPr txBox="1"/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E83DEF2-C59B-68DF-4FE8-15C3E0DD9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0ABD330E-EFBC-3FF6-55EE-1A4306457B8D}"/>
                    </a:ext>
                  </a:extLst>
                </p:cNvPr>
                <p:cNvSpPr txBox="1"/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DA830D2-C623-5706-92DD-92A5B7700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3F74FEAF-F91E-DC11-7205-7372D76188CE}"/>
                    </a:ext>
                  </a:extLst>
                </p:cNvPr>
                <p:cNvSpPr txBox="1"/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1EEC0441-DED9-C16E-4EB6-E81EF9A7B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F002ADE9-E843-FD51-5EE2-4C5C7D86E6C3}"/>
                    </a:ext>
                  </a:extLst>
                </p:cNvPr>
                <p:cNvSpPr txBox="1"/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FC5E56DD-B4B6-1956-08A1-79472663C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B3781516-357C-52EE-8319-177048540F22}"/>
                    </a:ext>
                  </a:extLst>
                </p:cNvPr>
                <p:cNvSpPr txBox="1"/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CB1B7E6-C082-BE7C-4C66-DF013EB68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3F3B9888-9F88-15C1-01EC-EC5430B506E9}"/>
                    </a:ext>
                  </a:extLst>
                </p:cNvPr>
                <p:cNvSpPr txBox="1"/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6BA4730-4822-BEAF-58D8-4AF74A0E5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D40EBBCE-F124-5704-B50C-461D1BC9BE1F}"/>
                    </a:ext>
                  </a:extLst>
                </p:cNvPr>
                <p:cNvSpPr txBox="1"/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CB4741-E4A4-7C0A-647B-BED3D330A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E051213A-9249-E6DC-E198-17EFAB5EDA0B}"/>
                    </a:ext>
                  </a:extLst>
                </p:cNvPr>
                <p:cNvSpPr txBox="1"/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A5353EB8-B794-92B3-6DD8-08F1739D6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F30A03F5-76BF-0066-3F09-F46976CB805A}"/>
                    </a:ext>
                  </a:extLst>
                </p:cNvPr>
                <p:cNvSpPr txBox="1"/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FA32439-E9DA-7FB7-3411-86DC28CCB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3C17791A-E517-4F4C-4E64-38456A0A903F}"/>
                    </a:ext>
                  </a:extLst>
                </p:cNvPr>
                <p:cNvSpPr txBox="1"/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1741AD8B-381D-8812-5A7C-67DC5305E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6C98D313-5416-50D6-929F-36D16791B204}"/>
                </a:ext>
              </a:extLst>
            </p:cNvPr>
            <p:cNvCxnSpPr>
              <a:cxnSpLocks/>
            </p:cNvCxnSpPr>
            <p:nvPr/>
          </p:nvCxnSpPr>
          <p:spPr>
            <a:xfrm>
              <a:off x="2928718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073495EA-538C-D3D8-5B1E-BD307774A290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305318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8A0FD705-9C5C-9FD6-2AC4-F28AC9C31FFA}"/>
                </a:ext>
              </a:extLst>
            </p:cNvPr>
            <p:cNvCxnSpPr>
              <a:cxnSpLocks/>
            </p:cNvCxnSpPr>
            <p:nvPr/>
          </p:nvCxnSpPr>
          <p:spPr>
            <a:xfrm>
              <a:off x="2162643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721B477-BFCD-ABFD-3B0E-0505C94E823C}"/>
                </a:ext>
              </a:extLst>
            </p:cNvPr>
            <p:cNvCxnSpPr>
              <a:cxnSpLocks/>
            </p:cNvCxnSpPr>
            <p:nvPr/>
          </p:nvCxnSpPr>
          <p:spPr>
            <a:xfrm>
              <a:off x="3694793" y="211900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15A528A3-C6E0-8441-EF38-C26DA775CA85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258411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3CD2842A-10A2-18CF-7899-A958F482F6FA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2" y="351830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27D0271-A820-B6DA-0863-E033898DDA09}"/>
                </a:ext>
              </a:extLst>
            </p:cNvPr>
            <p:cNvSpPr/>
            <p:nvPr/>
          </p:nvSpPr>
          <p:spPr>
            <a:xfrm>
              <a:off x="1396273" y="212168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46683006-62D4-2999-83C8-D3DE0BAE8989}"/>
                    </a:ext>
                  </a:extLst>
                </p:cNvPr>
                <p:cNvSpPr txBox="1"/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CEDA8734-EF84-7B48-3121-61D050E78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blipFill>
                  <a:blip r:embed="rId79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B951054-5F76-DF6B-3B4F-A0F965FA3258}"/>
                    </a:ext>
                  </a:extLst>
                </p:cNvPr>
                <p:cNvSpPr txBox="1"/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62648C1-F993-5264-7367-9F6B3B12B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blipFill>
                  <a:blip r:embed="rId80"/>
                  <a:stretch>
                    <a:fillRect l="-3774" r="-679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A4BFA36-0C9E-BA51-35BD-A58C37D613FD}"/>
                    </a:ext>
                  </a:extLst>
                </p:cNvPr>
                <p:cNvSpPr txBox="1"/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E3118E02-1DBC-C981-A814-933760442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blipFill>
                  <a:blip r:embed="rId81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C5DC0C07-BD60-F294-3F2E-808C074FA3B4}"/>
                    </a:ext>
                  </a:extLst>
                </p:cNvPr>
                <p:cNvSpPr txBox="1"/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B0DA37F-76C5-12F5-1E0E-1DDF3A8B9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blipFill>
                  <a:blip r:embed="rId82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EEEA47D-72D2-A102-82DA-CB22FD6EFB82}"/>
                    </a:ext>
                  </a:extLst>
                </p:cNvPr>
                <p:cNvSpPr txBox="1"/>
                <p:nvPr/>
              </p:nvSpPr>
              <p:spPr>
                <a:xfrm>
                  <a:off x="594399" y="972048"/>
                  <a:ext cx="473293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B7E318E-85B0-F92E-3767-F763F5EDD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99" y="972048"/>
                  <a:ext cx="473293" cy="461665"/>
                </a:xfrm>
                <a:prstGeom prst="rect">
                  <a:avLst/>
                </a:prstGeom>
                <a:blipFill>
                  <a:blip r:embed="rId83"/>
                  <a:stretch>
                    <a:fillRect l="-3896" b="-131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BF280F4-9724-1833-4C15-C9E3A87AC2E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2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F26D669-A179-373F-1BDA-4CF9E1101A8B}"/>
              </a:ext>
            </a:extLst>
          </p:cNvPr>
          <p:cNvGrpSpPr/>
          <p:nvPr/>
        </p:nvGrpSpPr>
        <p:grpSpPr>
          <a:xfrm>
            <a:off x="3546000" y="3960000"/>
            <a:ext cx="5933298" cy="2759904"/>
            <a:chOff x="385754" y="705552"/>
            <a:chExt cx="5933298" cy="27599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 Box 10">
                  <a:extLst>
                    <a:ext uri="{FF2B5EF4-FFF2-40B4-BE49-F238E27FC236}">
                      <a16:creationId xmlns:a16="http://schemas.microsoft.com/office/drawing/2014/main" id="{8F025DC4-FFB5-7977-7BF5-8AABFA6D54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2369" y="1526464"/>
                  <a:ext cx="2262978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0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	0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1	1</a:t>
                  </a:r>
                </a:p>
              </p:txBody>
            </p:sp>
          </mc:Choice>
          <mc:Fallback xmlns="">
            <p:sp>
              <p:nvSpPr>
                <p:cNvPr id="132" name="Text Box 10">
                  <a:extLst>
                    <a:ext uri="{FF2B5EF4-FFF2-40B4-BE49-F238E27FC236}">
                      <a16:creationId xmlns:a16="http://schemas.microsoft.com/office/drawing/2014/main" id="{8F025DC4-FFB5-7977-7BF5-8AABFA6D54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2369" y="1526464"/>
                  <a:ext cx="2262978" cy="1938992"/>
                </a:xfrm>
                <a:prstGeom prst="rect">
                  <a:avLst/>
                </a:prstGeom>
                <a:blipFill>
                  <a:blip r:embed="rId84"/>
                  <a:stretch>
                    <a:fillRect l="-4313" t="-2516" r="-809" b="-62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 Box 10">
                  <a:extLst>
                    <a:ext uri="{FF2B5EF4-FFF2-40B4-BE49-F238E27FC236}">
                      <a16:creationId xmlns:a16="http://schemas.microsoft.com/office/drawing/2014/main" id="{A5666B1D-3982-7F4A-60DE-406C72B1B4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75" y="1526464"/>
                  <a:ext cx="3232293" cy="19389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1	1</a:t>
                  </a: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ea typeface="Cambria Math" panose="02040503050406030204" pitchFamily="18" charset="0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0	</a:t>
                  </a:r>
                  <a14:m>
                    <m:oMath xmlns:m="http://schemas.openxmlformats.org/officeDocument/2006/math">
                      <m:r>
                        <a:rPr lang="en-US" altLang="zh-CN" sz="24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endParaRPr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spcAft>
                      <a:spcPct val="0"/>
                    </a:spcAft>
                    <a:buNone/>
                  </a:pPr>
                  <a:r>
                    <a:rPr lang="en-US" altLang="zh-CN" sz="2400" b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	1	1	0</a:t>
                  </a:r>
                </a:p>
              </p:txBody>
            </p:sp>
          </mc:Choice>
          <mc:Fallback xmlns="">
            <p:sp>
              <p:nvSpPr>
                <p:cNvPr id="131" name="Text Box 10">
                  <a:extLst>
                    <a:ext uri="{FF2B5EF4-FFF2-40B4-BE49-F238E27FC236}">
                      <a16:creationId xmlns:a16="http://schemas.microsoft.com/office/drawing/2014/main" id="{A5666B1D-3982-7F4A-60DE-406C72B1B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075" y="1526464"/>
                  <a:ext cx="3232293" cy="1938992"/>
                </a:xfrm>
                <a:prstGeom prst="rect">
                  <a:avLst/>
                </a:prstGeom>
                <a:blipFill>
                  <a:blip r:embed="rId85"/>
                  <a:stretch>
                    <a:fillRect l="-2830" t="-2516" b="-62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10">
                  <a:extLst>
                    <a:ext uri="{FF2B5EF4-FFF2-40B4-BE49-F238E27FC236}">
                      <a16:creationId xmlns:a16="http://schemas.microsoft.com/office/drawing/2014/main" id="{18655936-08A9-9EF6-C240-5E93528AE9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0069" y="1072514"/>
                  <a:ext cx="249898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GS</m:t>
                      </m:r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Text Box 10">
                  <a:extLst>
                    <a:ext uri="{FF2B5EF4-FFF2-40B4-BE49-F238E27FC236}">
                      <a16:creationId xmlns:a16="http://schemas.microsoft.com/office/drawing/2014/main" id="{201EABE5-B0AF-F9B4-ADBB-75AC0DF54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20069" y="1072514"/>
                  <a:ext cx="2498983" cy="461665"/>
                </a:xfrm>
                <a:prstGeom prst="rect">
                  <a:avLst/>
                </a:prstGeom>
                <a:blipFill>
                  <a:blip r:embed="rId86"/>
                  <a:stretch>
                    <a:fillRect l="-488"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10">
                  <a:extLst>
                    <a:ext uri="{FF2B5EF4-FFF2-40B4-BE49-F238E27FC236}">
                      <a16:creationId xmlns:a16="http://schemas.microsoft.com/office/drawing/2014/main" id="{FF57AA41-0089-EE57-D3D1-60A81017C7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b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Text Box 10">
                  <a:extLst>
                    <a:ext uri="{FF2B5EF4-FFF2-40B4-BE49-F238E27FC236}">
                      <a16:creationId xmlns:a16="http://schemas.microsoft.com/office/drawing/2014/main" id="{6417EFE4-79C1-66AF-2D55-EF6CCF9DE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186" y="1072514"/>
                  <a:ext cx="3232293" cy="461665"/>
                </a:xfrm>
                <a:prstGeom prst="rect">
                  <a:avLst/>
                </a:prstGeom>
                <a:blipFill>
                  <a:blip r:embed="rId87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Line 9">
              <a:extLst>
                <a:ext uri="{FF2B5EF4-FFF2-40B4-BE49-F238E27FC236}">
                  <a16:creationId xmlns:a16="http://schemas.microsoft.com/office/drawing/2014/main" id="{B059B06A-70F2-CCB4-61F3-818064BB2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4" y="1132386"/>
              <a:ext cx="5816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75">
              <a:extLst>
                <a:ext uri="{FF2B5EF4-FFF2-40B4-BE49-F238E27FC236}">
                  <a16:creationId xmlns:a16="http://schemas.microsoft.com/office/drawing/2014/main" id="{F0CACAC3-A464-6C7F-A698-C44A64FB6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735" y="705552"/>
              <a:ext cx="12907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 值 表</a:t>
              </a:r>
              <a:endPara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9">
              <a:extLst>
                <a:ext uri="{FF2B5EF4-FFF2-40B4-BE49-F238E27FC236}">
                  <a16:creationId xmlns:a16="http://schemas.microsoft.com/office/drawing/2014/main" id="{77B16F50-C2C2-82C9-AB7F-1E1764284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4" y="1536242"/>
              <a:ext cx="5816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9">
              <a:extLst>
                <a:ext uri="{FF2B5EF4-FFF2-40B4-BE49-F238E27FC236}">
                  <a16:creationId xmlns:a16="http://schemas.microsoft.com/office/drawing/2014/main" id="{73EB08D2-5BCE-D69F-28D1-EE9A73F37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55" y="3392781"/>
              <a:ext cx="5816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6">
              <a:extLst>
                <a:ext uri="{FF2B5EF4-FFF2-40B4-BE49-F238E27FC236}">
                  <a16:creationId xmlns:a16="http://schemas.microsoft.com/office/drawing/2014/main" id="{FD847E63-702E-A6E2-0175-A09DE2159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799" y="1126977"/>
              <a:ext cx="0" cy="22719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631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0A0B-6C4C-9DBB-B7D0-FC8D48F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4376994D-B80F-66A1-9270-C416CC4B9F16}"/>
              </a:ext>
            </a:extLst>
          </p:cNvPr>
          <p:cNvGrpSpPr/>
          <p:nvPr/>
        </p:nvGrpSpPr>
        <p:grpSpPr>
          <a:xfrm>
            <a:off x="4162618" y="731923"/>
            <a:ext cx="3866764" cy="3013955"/>
            <a:chOff x="594399" y="972048"/>
            <a:chExt cx="3866764" cy="3013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E6D0BCC-3866-D74B-1C03-E1FB8147EC04}"/>
                    </a:ext>
                  </a:extLst>
                </p:cNvPr>
                <p:cNvSpPr txBox="1"/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E12312A-98B2-CA44-97D8-945D9B5B7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blipFill>
                  <a:blip r:embed="rId57"/>
                  <a:stretch>
                    <a:fillRect l="-1724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203877A-91E2-F0D6-9C10-17CFD358882F}"/>
                </a:ext>
              </a:extLst>
            </p:cNvPr>
            <p:cNvCxnSpPr>
              <a:cxnSpLocks/>
            </p:cNvCxnSpPr>
            <p:nvPr/>
          </p:nvCxnSpPr>
          <p:spPr>
            <a:xfrm>
              <a:off x="911338" y="142098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9DE0797-308E-7D30-004C-716D5F048228}"/>
                    </a:ext>
                  </a:extLst>
                </p:cNvPr>
                <p:cNvSpPr txBox="1"/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D63FAA4-52C2-204B-E4BD-C401814B2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blipFill>
                  <a:blip r:embed="rId58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3AFEEDCD-A3E9-DF7B-594A-280154680D67}"/>
                    </a:ext>
                  </a:extLst>
                </p:cNvPr>
                <p:cNvSpPr txBox="1"/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9F0472D0-40D3-E7D7-C7C1-612AD5953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blipFill>
                  <a:blip r:embed="rId59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2948A119-C073-D614-709D-69DEA2E0B902}"/>
                    </a:ext>
                  </a:extLst>
                </p:cNvPr>
                <p:cNvSpPr txBox="1"/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AEA489B-C102-556D-01F5-6F973B937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blipFill>
                  <a:blip r:embed="rId60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78C22A8-0A62-5455-9595-2B0FD25B61AD}"/>
                    </a:ext>
                  </a:extLst>
                </p:cNvPr>
                <p:cNvSpPr txBox="1"/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FF9A568-3F69-3A34-E92C-90E8C6A87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blipFill>
                  <a:blip r:embed="rId61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57FE8B5-9F22-A117-9F28-896B48F6B093}"/>
                    </a:ext>
                  </a:extLst>
                </p:cNvPr>
                <p:cNvSpPr txBox="1"/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4469ADF6-0142-1651-AA4B-719AEDC1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blipFill>
                  <a:blip r:embed="rId62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013E734E-7A49-9256-AFEE-CA193DFC4EC7}"/>
                    </a:ext>
                  </a:extLst>
                </p:cNvPr>
                <p:cNvSpPr txBox="1"/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9D1261-2CC6-FFB6-7B83-6CA746BA2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175F4D0A-DBEB-0F49-C15B-D5DF92C3D462}"/>
                    </a:ext>
                  </a:extLst>
                </p:cNvPr>
                <p:cNvSpPr txBox="1"/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1E1C3255-130B-5859-FAA1-585D9AC7D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76D82D5-CE58-ED9D-1E42-4EED34EADC9A}"/>
                    </a:ext>
                  </a:extLst>
                </p:cNvPr>
                <p:cNvSpPr txBox="1"/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73B6A118-DEF9-DA92-FB2A-F18A2493C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DED52096-2736-9E53-DC9A-C61CD4E19E81}"/>
                    </a:ext>
                  </a:extLst>
                </p:cNvPr>
                <p:cNvSpPr txBox="1"/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6AE5EA3E-572B-3278-0F0E-BEA65BE3A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AFF1286-02B9-1800-1454-502B9C10DAE5}"/>
                    </a:ext>
                  </a:extLst>
                </p:cNvPr>
                <p:cNvSpPr txBox="1"/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921954F7-51C5-0F66-0569-6C0A87109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1360D899-8705-EEBB-D9FA-62483181C5E6}"/>
                    </a:ext>
                  </a:extLst>
                </p:cNvPr>
                <p:cNvSpPr txBox="1"/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31AD532-DCF7-47AA-C402-BB8CCDF3D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F675447-948D-B001-2363-9F93CFAD39B3}"/>
                    </a:ext>
                  </a:extLst>
                </p:cNvPr>
                <p:cNvSpPr txBox="1"/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E83DEF2-C59B-68DF-4FE8-15C3E0DD9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AEC3E2C8-C0D3-1406-D1A3-C7632C89FA66}"/>
                    </a:ext>
                  </a:extLst>
                </p:cNvPr>
                <p:cNvSpPr txBox="1"/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DA830D2-C623-5706-92DD-92A5B7700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5C11729D-367F-9B8B-0007-9FBD8A15E8BD}"/>
                    </a:ext>
                  </a:extLst>
                </p:cNvPr>
                <p:cNvSpPr txBox="1"/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1EEC0441-DED9-C16E-4EB6-E81EF9A7B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3280127C-C2E8-DB3A-B9B7-874E1CD8B84D}"/>
                    </a:ext>
                  </a:extLst>
                </p:cNvPr>
                <p:cNvSpPr txBox="1"/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FC5E56DD-B4B6-1956-08A1-79472663C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A9D3692-23CA-14E1-E76B-FFF04B31B1C9}"/>
                    </a:ext>
                  </a:extLst>
                </p:cNvPr>
                <p:cNvSpPr txBox="1"/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CB1B7E6-C082-BE7C-4C66-DF013EB68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7FC384AD-6256-B402-B55E-9A85374D393D}"/>
                    </a:ext>
                  </a:extLst>
                </p:cNvPr>
                <p:cNvSpPr txBox="1"/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6BA4730-4822-BEAF-58D8-4AF74A0E5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91A761A-9903-2509-B1F2-F8DD55AB8BD8}"/>
                    </a:ext>
                  </a:extLst>
                </p:cNvPr>
                <p:cNvSpPr txBox="1"/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CB4741-E4A4-7C0A-647B-BED3D330A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40D2D0E6-C40D-E548-8B33-0D58F5694A56}"/>
                    </a:ext>
                  </a:extLst>
                </p:cNvPr>
                <p:cNvSpPr txBox="1"/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A5353EB8-B794-92B3-6DD8-08F1739D6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0F8D448A-0776-EA64-BD46-C71FD9734847}"/>
                    </a:ext>
                  </a:extLst>
                </p:cNvPr>
                <p:cNvSpPr txBox="1"/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FA32439-E9DA-7FB7-3411-86DC28CCB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04786C16-CC7C-43CE-8299-0F3BF58908B4}"/>
                    </a:ext>
                  </a:extLst>
                </p:cNvPr>
                <p:cNvSpPr txBox="1"/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1741AD8B-381D-8812-5A7C-67DC5305E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F2E7D19A-5F6D-DD8F-5D2D-121EC99F578E}"/>
                </a:ext>
              </a:extLst>
            </p:cNvPr>
            <p:cNvCxnSpPr>
              <a:cxnSpLocks/>
            </p:cNvCxnSpPr>
            <p:nvPr/>
          </p:nvCxnSpPr>
          <p:spPr>
            <a:xfrm>
              <a:off x="2928718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49D7EC1E-C6A5-70DA-651B-240A7F2DF3A6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305318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F6BEFC67-A070-F30E-A251-6976608C340A}"/>
                </a:ext>
              </a:extLst>
            </p:cNvPr>
            <p:cNvCxnSpPr>
              <a:cxnSpLocks/>
            </p:cNvCxnSpPr>
            <p:nvPr/>
          </p:nvCxnSpPr>
          <p:spPr>
            <a:xfrm>
              <a:off x="2162643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36EBD01F-7A4E-2349-332C-94A8093358FB}"/>
                </a:ext>
              </a:extLst>
            </p:cNvPr>
            <p:cNvCxnSpPr>
              <a:cxnSpLocks/>
            </p:cNvCxnSpPr>
            <p:nvPr/>
          </p:nvCxnSpPr>
          <p:spPr>
            <a:xfrm>
              <a:off x="3694793" y="211900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81891F1-2D9A-1C84-44C8-A8C372D5C2B1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258411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B83813A5-077A-EAC7-ABFC-52005BBB726F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2" y="351830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EE8E9588-30CD-CC16-E193-2D751A11AD57}"/>
                </a:ext>
              </a:extLst>
            </p:cNvPr>
            <p:cNvSpPr/>
            <p:nvPr/>
          </p:nvSpPr>
          <p:spPr>
            <a:xfrm>
              <a:off x="1396273" y="212168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315A3AE7-E823-3F85-F90E-83DE27A70FFF}"/>
                    </a:ext>
                  </a:extLst>
                </p:cNvPr>
                <p:cNvSpPr txBox="1"/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CEDA8734-EF84-7B48-3121-61D050E78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blipFill>
                  <a:blip r:embed="rId79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CAC8FC4B-2551-C9AF-633A-8217C2CEFAD8}"/>
                    </a:ext>
                  </a:extLst>
                </p:cNvPr>
                <p:cNvSpPr txBox="1"/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62648C1-F993-5264-7367-9F6B3B12B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blipFill>
                  <a:blip r:embed="rId80"/>
                  <a:stretch>
                    <a:fillRect l="-3774" r="-679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122045DD-93B3-15D6-B184-294A5DA7648E}"/>
                    </a:ext>
                  </a:extLst>
                </p:cNvPr>
                <p:cNvSpPr txBox="1"/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E3118E02-1DBC-C981-A814-933760442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blipFill>
                  <a:blip r:embed="rId81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B6E0BB2B-6E5B-88D0-46FE-C4BD81805645}"/>
                    </a:ext>
                  </a:extLst>
                </p:cNvPr>
                <p:cNvSpPr txBox="1"/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B0DA37F-76C5-12F5-1E0E-1DDF3A8B9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blipFill>
                  <a:blip r:embed="rId82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D07F195E-9562-37CD-F5F7-7203A2D339DF}"/>
                    </a:ext>
                  </a:extLst>
                </p:cNvPr>
                <p:cNvSpPr txBox="1"/>
                <p:nvPr/>
              </p:nvSpPr>
              <p:spPr>
                <a:xfrm>
                  <a:off x="594399" y="972048"/>
                  <a:ext cx="473293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B7E318E-85B0-F92E-3767-F763F5EDD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99" y="972048"/>
                  <a:ext cx="473293" cy="461665"/>
                </a:xfrm>
                <a:prstGeom prst="rect">
                  <a:avLst/>
                </a:prstGeom>
                <a:blipFill>
                  <a:blip r:embed="rId83"/>
                  <a:stretch>
                    <a:fillRect l="-3896" b="-131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099E1497-EEDB-5B89-F108-00F8E294C805}"/>
              </a:ext>
            </a:extLst>
          </p:cNvPr>
          <p:cNvGrpSpPr/>
          <p:nvPr/>
        </p:nvGrpSpPr>
        <p:grpSpPr>
          <a:xfrm>
            <a:off x="135821" y="762745"/>
            <a:ext cx="3880992" cy="2983133"/>
            <a:chOff x="178025" y="674050"/>
            <a:chExt cx="3880992" cy="29831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47F9B73-2CC0-C29F-0826-58321526723F}"/>
                    </a:ext>
                  </a:extLst>
                </p:cNvPr>
                <p:cNvSpPr txBox="1"/>
                <p:nvPr/>
              </p:nvSpPr>
              <p:spPr>
                <a:xfrm>
                  <a:off x="197132" y="133324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61BA475-616E-F403-0F8F-4C4509C06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132" y="1333244"/>
                  <a:ext cx="704309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724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E2EC5DA-A93E-9C17-CC07-D14ED8CD86A9}"/>
                </a:ext>
              </a:extLst>
            </p:cNvPr>
            <p:cNvCxnSpPr>
              <a:cxnSpLocks/>
            </p:cNvCxnSpPr>
            <p:nvPr/>
          </p:nvCxnSpPr>
          <p:spPr>
            <a:xfrm>
              <a:off x="509192" y="109216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A4D11ED-49FA-F6AB-AF04-D9AB4F6CAFC2}"/>
                    </a:ext>
                  </a:extLst>
                </p:cNvPr>
                <p:cNvSpPr txBox="1"/>
                <p:nvPr/>
              </p:nvSpPr>
              <p:spPr>
                <a:xfrm>
                  <a:off x="719947" y="108892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6B8FFC7-D365-9C76-7E40-6F66AA574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47" y="1088920"/>
                  <a:ext cx="680734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C1CEA4-2A14-3AB1-32B1-06F744D0F675}"/>
                    </a:ext>
                  </a:extLst>
                </p:cNvPr>
                <p:cNvSpPr txBox="1"/>
                <p:nvPr/>
              </p:nvSpPr>
              <p:spPr>
                <a:xfrm>
                  <a:off x="511392" y="179287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C45FBF1-8B81-D7C4-DAD0-20039774A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1792874"/>
                  <a:ext cx="35343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659E6A9-DA3E-85ED-9A76-0EF412ABC111}"/>
                    </a:ext>
                  </a:extLst>
                </p:cNvPr>
                <p:cNvSpPr txBox="1"/>
                <p:nvPr/>
              </p:nvSpPr>
              <p:spPr>
                <a:xfrm>
                  <a:off x="511628" y="225909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D17DD3A-400B-6D29-A313-AA5B8822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" y="2259099"/>
                  <a:ext cx="353012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799E645-C621-46A2-24D8-B0ECDAB6B3AF}"/>
                    </a:ext>
                  </a:extLst>
                </p:cNvPr>
                <p:cNvSpPr txBox="1"/>
                <p:nvPr/>
              </p:nvSpPr>
              <p:spPr>
                <a:xfrm>
                  <a:off x="511392" y="272713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45D2C3D-C717-AD3C-8A86-05345662E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2727135"/>
                  <a:ext cx="35343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B3F065D-E16B-12CF-5927-F4A22DC2A50D}"/>
                    </a:ext>
                  </a:extLst>
                </p:cNvPr>
                <p:cNvSpPr txBox="1"/>
                <p:nvPr/>
              </p:nvSpPr>
              <p:spPr>
                <a:xfrm>
                  <a:off x="511392" y="319376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0C8B6E8-DAAC-24AC-B083-4F72F6786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92" y="3193760"/>
                  <a:ext cx="35343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5172" r="-517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766442B-DAED-535E-F21C-8978A742F053}"/>
                    </a:ext>
                  </a:extLst>
                </p:cNvPr>
                <p:cNvSpPr txBox="1"/>
                <p:nvPr/>
              </p:nvSpPr>
              <p:spPr>
                <a:xfrm>
                  <a:off x="996916" y="179286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1F1022-957C-E292-5C35-B2AA354E8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1792862"/>
                  <a:ext cx="763581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F4FC9DC-735C-F55A-EDFD-EF2D67752ACE}"/>
                    </a:ext>
                  </a:extLst>
                </p:cNvPr>
                <p:cNvSpPr txBox="1"/>
                <p:nvPr/>
              </p:nvSpPr>
              <p:spPr>
                <a:xfrm>
                  <a:off x="1763285" y="179333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5BBDBEB-88A7-88A0-0513-275087B57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1793334"/>
                  <a:ext cx="763581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1589024-F1E4-29B5-FC78-81D11F892740}"/>
                    </a:ext>
                  </a:extLst>
                </p:cNvPr>
                <p:cNvSpPr txBox="1"/>
                <p:nvPr/>
              </p:nvSpPr>
              <p:spPr>
                <a:xfrm>
                  <a:off x="2529066" y="179446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C7C5BE0-F5C9-F9AF-68BF-DDEEB9CFE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1794468"/>
                  <a:ext cx="763581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99F0CD2-5592-6626-9B27-A5339792C782}"/>
                    </a:ext>
                  </a:extLst>
                </p:cNvPr>
                <p:cNvSpPr txBox="1"/>
                <p:nvPr/>
              </p:nvSpPr>
              <p:spPr>
                <a:xfrm>
                  <a:off x="3295436" y="179494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EC03FC8-2C37-9A1E-A991-F3CD8316C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1794940"/>
                  <a:ext cx="763581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756A661-F401-AADA-3E1B-7A2ED155B8F1}"/>
                    </a:ext>
                  </a:extLst>
                </p:cNvPr>
                <p:cNvSpPr txBox="1"/>
                <p:nvPr/>
              </p:nvSpPr>
              <p:spPr>
                <a:xfrm>
                  <a:off x="996916" y="225925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912456E-FD06-C0C2-5E3D-1334F836D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2259252"/>
                  <a:ext cx="763581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02E9632-06F3-0179-8B18-2B679885DC9E}"/>
                    </a:ext>
                  </a:extLst>
                </p:cNvPr>
                <p:cNvSpPr txBox="1"/>
                <p:nvPr/>
              </p:nvSpPr>
              <p:spPr>
                <a:xfrm>
                  <a:off x="1763285" y="225972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C1E135B-CF9B-FFEA-4E76-2FEAE7208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2259724"/>
                  <a:ext cx="763581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54C0B28-4929-A874-2E60-3E38916B51F8}"/>
                    </a:ext>
                  </a:extLst>
                </p:cNvPr>
                <p:cNvSpPr txBox="1"/>
                <p:nvPr/>
              </p:nvSpPr>
              <p:spPr>
                <a:xfrm>
                  <a:off x="2529066" y="226085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339D44E-4BC0-7474-6AB3-4086A3287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2260858"/>
                  <a:ext cx="763581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ADE85BC-3680-ED73-E8EF-23A400BD07ED}"/>
                    </a:ext>
                  </a:extLst>
                </p:cNvPr>
                <p:cNvSpPr txBox="1"/>
                <p:nvPr/>
              </p:nvSpPr>
              <p:spPr>
                <a:xfrm>
                  <a:off x="3295436" y="226133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63B4E1A-AB30-344B-BFCD-096C7B8C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2261330"/>
                  <a:ext cx="763581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5B50E23-145D-329E-BDC3-3F5B675CE755}"/>
                    </a:ext>
                  </a:extLst>
                </p:cNvPr>
                <p:cNvSpPr txBox="1"/>
                <p:nvPr/>
              </p:nvSpPr>
              <p:spPr>
                <a:xfrm>
                  <a:off x="996916" y="27270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00AD86D-2DE3-8355-208C-8BB9A60ED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2727050"/>
                  <a:ext cx="763581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7B07B2B-3439-F547-C09A-C8044F1E2227}"/>
                    </a:ext>
                  </a:extLst>
                </p:cNvPr>
                <p:cNvSpPr txBox="1"/>
                <p:nvPr/>
              </p:nvSpPr>
              <p:spPr>
                <a:xfrm>
                  <a:off x="1763285" y="272752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1C4647F-2B89-8A4E-DB50-2F7CF7625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2727522"/>
                  <a:ext cx="763581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A9CEFC6-5AC5-067A-316D-C53923C0D598}"/>
                    </a:ext>
                  </a:extLst>
                </p:cNvPr>
                <p:cNvSpPr txBox="1"/>
                <p:nvPr/>
              </p:nvSpPr>
              <p:spPr>
                <a:xfrm>
                  <a:off x="2529066" y="272865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A3CB9BA-787A-6F4F-AF76-A06FB1E2E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2728656"/>
                  <a:ext cx="7635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8C92A23-479B-C58D-CAB4-F707719E1796}"/>
                    </a:ext>
                  </a:extLst>
                </p:cNvPr>
                <p:cNvSpPr txBox="1"/>
                <p:nvPr/>
              </p:nvSpPr>
              <p:spPr>
                <a:xfrm>
                  <a:off x="3295436" y="272912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7482E4E-AA24-A205-E050-691FDBA28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2729128"/>
                  <a:ext cx="763581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9C12AE9A-3C4D-CE6B-1630-082932B0F001}"/>
                    </a:ext>
                  </a:extLst>
                </p:cNvPr>
                <p:cNvSpPr txBox="1"/>
                <p:nvPr/>
              </p:nvSpPr>
              <p:spPr>
                <a:xfrm>
                  <a:off x="996916" y="319344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C7ADD81-18DC-63EE-423C-5B1061F51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916" y="3193440"/>
                  <a:ext cx="763581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FCB0FB9-3E44-E0ED-F71B-2C88D2F4D595}"/>
                    </a:ext>
                  </a:extLst>
                </p:cNvPr>
                <p:cNvSpPr txBox="1"/>
                <p:nvPr/>
              </p:nvSpPr>
              <p:spPr>
                <a:xfrm>
                  <a:off x="1763285" y="319391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797D6AE-3015-D0F0-DC74-88427C932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285" y="3193912"/>
                  <a:ext cx="763581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9B237A1-1261-ECC3-CDD5-47A7A467B5A3}"/>
                    </a:ext>
                  </a:extLst>
                </p:cNvPr>
                <p:cNvSpPr txBox="1"/>
                <p:nvPr/>
              </p:nvSpPr>
              <p:spPr>
                <a:xfrm>
                  <a:off x="2529066" y="319504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143414C-E9FC-9141-6EE5-DD6A10702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066" y="3195046"/>
                  <a:ext cx="763581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C3D8A1C-6F62-EBC9-573E-72785CE9D206}"/>
                    </a:ext>
                  </a:extLst>
                </p:cNvPr>
                <p:cNvSpPr txBox="1"/>
                <p:nvPr/>
              </p:nvSpPr>
              <p:spPr>
                <a:xfrm>
                  <a:off x="3295436" y="319551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DE4589B-C37A-3C76-3BA4-994FA0334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436" y="3195518"/>
                  <a:ext cx="763581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C58086F-A3ED-7DD0-EC90-D74F064002A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572" y="179286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28F50BC-4B03-7ABF-3012-23E84EEEFE8D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7" y="272436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DD873B9-E263-138D-D215-006DF0B8F8C2}"/>
                </a:ext>
              </a:extLst>
            </p:cNvPr>
            <p:cNvCxnSpPr>
              <a:cxnSpLocks/>
            </p:cNvCxnSpPr>
            <p:nvPr/>
          </p:nvCxnSpPr>
          <p:spPr>
            <a:xfrm>
              <a:off x="1760497" y="179286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56BFC96-9CA5-4282-B4BB-F7820D332B6F}"/>
                </a:ext>
              </a:extLst>
            </p:cNvPr>
            <p:cNvCxnSpPr>
              <a:cxnSpLocks/>
            </p:cNvCxnSpPr>
            <p:nvPr/>
          </p:nvCxnSpPr>
          <p:spPr>
            <a:xfrm>
              <a:off x="3292647" y="179018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A2445CF-BF63-18E4-B50D-C131BB379CFE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7" y="225529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5FC4625-337A-96BA-1571-9D531E08359E}"/>
                </a:ext>
              </a:extLst>
            </p:cNvPr>
            <p:cNvCxnSpPr>
              <a:cxnSpLocks/>
            </p:cNvCxnSpPr>
            <p:nvPr/>
          </p:nvCxnSpPr>
          <p:spPr>
            <a:xfrm>
              <a:off x="994126" y="318948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792A1EB-4143-4D0F-CD0B-237C6BB2BD96}"/>
                </a:ext>
              </a:extLst>
            </p:cNvPr>
            <p:cNvSpPr/>
            <p:nvPr/>
          </p:nvSpPr>
          <p:spPr>
            <a:xfrm>
              <a:off x="994127" y="179286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747E7504-6548-1588-88FA-C2AC7F017ABD}"/>
                    </a:ext>
                  </a:extLst>
                </p:cNvPr>
                <p:cNvSpPr txBox="1"/>
                <p:nvPr/>
              </p:nvSpPr>
              <p:spPr>
                <a:xfrm>
                  <a:off x="1083819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9E61829-93A4-F4DF-17BE-13E924BB4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819" y="1412072"/>
                  <a:ext cx="325592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161E73C-92BE-DCA8-0674-A39671885263}"/>
                    </a:ext>
                  </a:extLst>
                </p:cNvPr>
                <p:cNvSpPr txBox="1"/>
                <p:nvPr/>
              </p:nvSpPr>
              <p:spPr>
                <a:xfrm>
                  <a:off x="1852975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31705B2-5713-AF70-F4C8-8DC415211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975" y="1412072"/>
                  <a:ext cx="325592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E4E9A9A-0E5E-B32C-4963-96DAC50FF37B}"/>
                    </a:ext>
                  </a:extLst>
                </p:cNvPr>
                <p:cNvSpPr txBox="1"/>
                <p:nvPr/>
              </p:nvSpPr>
              <p:spPr>
                <a:xfrm>
                  <a:off x="2618756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8D32D85-46E3-C634-FD52-86AA799D4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756" y="1412072"/>
                  <a:ext cx="325592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0E8FC57-BE46-6162-1845-9096AABE8676}"/>
                    </a:ext>
                  </a:extLst>
                </p:cNvPr>
                <p:cNvSpPr txBox="1"/>
                <p:nvPr/>
              </p:nvSpPr>
              <p:spPr>
                <a:xfrm>
                  <a:off x="3385126" y="141207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F04832F-8391-4F3A-3BFB-0C81281A6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126" y="1412072"/>
                  <a:ext cx="325592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87DF861-6104-A32A-DBB9-32A25AF6438F}"/>
                    </a:ext>
                  </a:extLst>
                </p:cNvPr>
                <p:cNvSpPr txBox="1"/>
                <p:nvPr/>
              </p:nvSpPr>
              <p:spPr>
                <a:xfrm>
                  <a:off x="178025" y="674050"/>
                  <a:ext cx="48752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638DD53-D959-0ED6-E46F-3FFD76583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5" y="674050"/>
                  <a:ext cx="487521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500" r="-1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E838F01-C221-D1C6-69C1-77FBE63781D6}"/>
              </a:ext>
            </a:extLst>
          </p:cNvPr>
          <p:cNvGrpSpPr/>
          <p:nvPr/>
        </p:nvGrpSpPr>
        <p:grpSpPr>
          <a:xfrm>
            <a:off x="8211672" y="731923"/>
            <a:ext cx="3866266" cy="3013955"/>
            <a:chOff x="594897" y="972048"/>
            <a:chExt cx="3866266" cy="3013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B60DCFB6-8BDF-DC4A-97A0-AA363BB9168B}"/>
                    </a:ext>
                  </a:extLst>
                </p:cNvPr>
                <p:cNvSpPr txBox="1"/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E4F25A8-855E-7FD3-F686-6155DC240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78" y="1662064"/>
                  <a:ext cx="704309" cy="461665"/>
                </a:xfrm>
                <a:prstGeom prst="rect">
                  <a:avLst/>
                </a:prstGeom>
                <a:blipFill>
                  <a:blip r:embed="rId30"/>
                  <a:stretch>
                    <a:fillRect l="-2609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1E37737-3CCD-4043-3F64-7F3D7C9A5692}"/>
                </a:ext>
              </a:extLst>
            </p:cNvPr>
            <p:cNvCxnSpPr>
              <a:cxnSpLocks/>
            </p:cNvCxnSpPr>
            <p:nvPr/>
          </p:nvCxnSpPr>
          <p:spPr>
            <a:xfrm>
              <a:off x="911338" y="1420986"/>
              <a:ext cx="484934" cy="7079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A858F51-E6FA-D9A2-A55F-7F7727ED44F4}"/>
                    </a:ext>
                  </a:extLst>
                </p:cNvPr>
                <p:cNvSpPr txBox="1"/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046B930-EE06-7969-7464-C54FACA79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093" y="1417740"/>
                  <a:ext cx="680734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786" b="-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0DE5C88-C0A1-3BAF-8F4E-A08CE3D2073B}"/>
                    </a:ext>
                  </a:extLst>
                </p:cNvPr>
                <p:cNvSpPr txBox="1"/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ADE5DF6-C2D6-7EED-1C71-65F661B4D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2121694"/>
                  <a:ext cx="353430" cy="461665"/>
                </a:xfrm>
                <a:prstGeom prst="rect">
                  <a:avLst/>
                </a:prstGeom>
                <a:blipFill>
                  <a:blip r:embed="rId32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0BF2701-E858-49E0-4292-EEA36B40B89C}"/>
                    </a:ext>
                  </a:extLst>
                </p:cNvPr>
                <p:cNvSpPr txBox="1"/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7612A09-D34F-9698-FA38-52FBA5C7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74" y="2587919"/>
                  <a:ext cx="353012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D7C7FE9-CE55-863F-91AC-752C42AA3650}"/>
                    </a:ext>
                  </a:extLst>
                </p:cNvPr>
                <p:cNvSpPr txBox="1"/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64982983-7E87-C047-8CFA-E852E1CA8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055955"/>
                  <a:ext cx="353430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A87C056-8430-6949-7639-1210401D35E0}"/>
                    </a:ext>
                  </a:extLst>
                </p:cNvPr>
                <p:cNvSpPr txBox="1"/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6817446-84BE-A069-B6EB-C1EA9F137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538" y="3522580"/>
                  <a:ext cx="353430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3448" r="-534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AB5B4EF-41E8-47BF-E950-1361423D157C}"/>
                    </a:ext>
                  </a:extLst>
                </p:cNvPr>
                <p:cNvSpPr txBox="1"/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A038828-7C23-8297-62E8-61C8928F5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121682"/>
                  <a:ext cx="763581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5BF8A7C-26AD-E016-3919-ADF074691BED}"/>
                    </a:ext>
                  </a:extLst>
                </p:cNvPr>
                <p:cNvSpPr txBox="1"/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CB516FC-A343-C408-9E8F-002AD28AE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122154"/>
                  <a:ext cx="763581" cy="46166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3DB9DD-456D-23E1-591F-76BF31FAA18F}"/>
                    </a:ext>
                  </a:extLst>
                </p:cNvPr>
                <p:cNvSpPr txBox="1"/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ACB50D-654E-FB47-590A-41D801DC9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123288"/>
                  <a:ext cx="763581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13B06BE-9BEE-7BBE-EC35-25C928105D1F}"/>
                    </a:ext>
                  </a:extLst>
                </p:cNvPr>
                <p:cNvSpPr txBox="1"/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577B46A-ABB3-87EE-C591-15E1E607D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123760"/>
                  <a:ext cx="763581" cy="461665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358EFA3-47C1-D340-8CC8-E04EAE6FA85C}"/>
                    </a:ext>
                  </a:extLst>
                </p:cNvPr>
                <p:cNvSpPr txBox="1"/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99F93C1-92B6-BBE6-851C-468381ABB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2588072"/>
                  <a:ext cx="763581" cy="46166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E9B0DBC-9453-BA23-F92A-DE969B4F2F67}"/>
                    </a:ext>
                  </a:extLst>
                </p:cNvPr>
                <p:cNvSpPr txBox="1"/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F74E3F0-DCD6-B0E3-EA1E-469DB3436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2588544"/>
                  <a:ext cx="763581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4410D6C-6B40-BA87-855C-2D5A4632209A}"/>
                    </a:ext>
                  </a:extLst>
                </p:cNvPr>
                <p:cNvSpPr txBox="1"/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DC21677-830D-4078-C7BE-304D57935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2589678"/>
                  <a:ext cx="763581" cy="46166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966EB68-00B0-42B2-37B5-65E3BCF3290A}"/>
                    </a:ext>
                  </a:extLst>
                </p:cNvPr>
                <p:cNvSpPr txBox="1"/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26554C4-ADA1-16F5-DEAC-8CCF32D9B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2590150"/>
                  <a:ext cx="763581" cy="46166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CFDCEDD-44D0-1E13-1B1B-82438668DA6C}"/>
                    </a:ext>
                  </a:extLst>
                </p:cNvPr>
                <p:cNvSpPr txBox="1"/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2CBA011-B11A-77A3-C8B7-3A3F6CB83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055870"/>
                  <a:ext cx="763581" cy="46166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B51FC41-5BC3-D4C6-7E10-CBBD775FE1E8}"/>
                    </a:ext>
                  </a:extLst>
                </p:cNvPr>
                <p:cNvSpPr txBox="1"/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F46DCD1-3A42-6F8C-78CB-C87F9FF88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056342"/>
                  <a:ext cx="763581" cy="46166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5416181-39C9-263E-ABD9-4A63577378F9}"/>
                    </a:ext>
                  </a:extLst>
                </p:cNvPr>
                <p:cNvSpPr txBox="1"/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6406966-0DA6-29D5-ECCC-7B13FCC81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057476"/>
                  <a:ext cx="763581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4B60B77-8E8E-8518-96EC-ACA1A24B2CBA}"/>
                    </a:ext>
                  </a:extLst>
                </p:cNvPr>
                <p:cNvSpPr txBox="1"/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6530952-09DF-C565-4630-BB4EEFFD1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057948"/>
                  <a:ext cx="763581" cy="46166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61B1F0B-E1AD-9968-9554-F52D428D52CC}"/>
                    </a:ext>
                  </a:extLst>
                </p:cNvPr>
                <p:cNvSpPr txBox="1"/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0DF8626-9A91-B5F3-CC46-2F4E334AC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062" y="3522260"/>
                  <a:ext cx="763581" cy="461665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A560D47-D8B4-AA56-106E-1AB24E46ED06}"/>
                    </a:ext>
                  </a:extLst>
                </p:cNvPr>
                <p:cNvSpPr txBox="1"/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494912B-791A-B15A-F3A1-396D974B1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31" y="3522732"/>
                  <a:ext cx="763581" cy="46166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4B19CCD-1112-2974-2EB5-D2539FC57D52}"/>
                    </a:ext>
                  </a:extLst>
                </p:cNvPr>
                <p:cNvSpPr txBox="1"/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EF839FE-9786-95EC-1C59-0032452A4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12" y="3523866"/>
                  <a:ext cx="763581" cy="461665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BFEBD79A-50EE-F9DF-54E2-C0D74B43937A}"/>
                    </a:ext>
                  </a:extLst>
                </p:cNvPr>
                <p:cNvSpPr txBox="1"/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31EA0A9-333F-8E1C-7803-80ABAA3E8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582" y="3524338"/>
                  <a:ext cx="763581" cy="461665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C96955EC-6744-5BC7-6060-CD09894C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718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445D85E-61AF-8E46-6F1E-7825317EB2C5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3053188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3E73D0DC-B8AD-D641-F8BE-B5222146ADAE}"/>
                </a:ext>
              </a:extLst>
            </p:cNvPr>
            <p:cNvCxnSpPr>
              <a:cxnSpLocks/>
            </p:cNvCxnSpPr>
            <p:nvPr/>
          </p:nvCxnSpPr>
          <p:spPr>
            <a:xfrm>
              <a:off x="2162643" y="2121682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8D7430D-8CDC-11A3-74E0-0DD713DA2C29}"/>
                </a:ext>
              </a:extLst>
            </p:cNvPr>
            <p:cNvCxnSpPr>
              <a:cxnSpLocks/>
            </p:cNvCxnSpPr>
            <p:nvPr/>
          </p:nvCxnSpPr>
          <p:spPr>
            <a:xfrm>
              <a:off x="3694793" y="2119000"/>
              <a:ext cx="0" cy="18630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FF63995-1F72-6AD0-825B-5BD5F16742F6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3" y="2584115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2680A40-35A4-9CF5-4E01-B240A376108D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72" y="3518304"/>
              <a:ext cx="30648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2EBC3506-4D5E-85F5-8046-15D5757DDD85}"/>
                </a:ext>
              </a:extLst>
            </p:cNvPr>
            <p:cNvSpPr/>
            <p:nvPr/>
          </p:nvSpPr>
          <p:spPr>
            <a:xfrm>
              <a:off x="1396273" y="2121682"/>
              <a:ext cx="3064890" cy="186301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8E5905F-3C69-0071-0980-B89098E42C0A}"/>
                    </a:ext>
                  </a:extLst>
                </p:cNvPr>
                <p:cNvSpPr txBox="1"/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1DC8B6A-8192-C841-1F15-CAFE09B2D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965" y="1740892"/>
                  <a:ext cx="325592" cy="461665"/>
                </a:xfrm>
                <a:prstGeom prst="rect">
                  <a:avLst/>
                </a:prstGeom>
                <a:blipFill>
                  <a:blip r:embed="rId52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608E1CF-C8FF-80D9-5A6C-21CF1D3DB19A}"/>
                    </a:ext>
                  </a:extLst>
                </p:cNvPr>
                <p:cNvSpPr txBox="1"/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A1EFE64-EC76-A3E5-35B5-595241EF2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121" y="1740892"/>
                  <a:ext cx="325592" cy="461665"/>
                </a:xfrm>
                <a:prstGeom prst="rect">
                  <a:avLst/>
                </a:prstGeom>
                <a:blipFill>
                  <a:blip r:embed="rId53"/>
                  <a:stretch>
                    <a:fillRect l="-3704" r="-648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1B73FD8-D317-0543-4132-2AB6735C295C}"/>
                    </a:ext>
                  </a:extLst>
                </p:cNvPr>
                <p:cNvSpPr txBox="1"/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A9899CC-EB81-ABF3-BDAB-2ECCB9590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902" y="1740892"/>
                  <a:ext cx="325592" cy="461665"/>
                </a:xfrm>
                <a:prstGeom prst="rect">
                  <a:avLst/>
                </a:prstGeom>
                <a:blipFill>
                  <a:blip r:embed="rId54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FCDABA1-C9CB-5D90-D2BD-B99688A09DA6}"/>
                    </a:ext>
                  </a:extLst>
                </p:cNvPr>
                <p:cNvSpPr txBox="1"/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B887F84-D17E-748E-963D-CC30F8259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272" y="1740892"/>
                  <a:ext cx="325592" cy="461665"/>
                </a:xfrm>
                <a:prstGeom prst="rect">
                  <a:avLst/>
                </a:prstGeom>
                <a:blipFill>
                  <a:blip r:embed="rId55"/>
                  <a:stretch>
                    <a:fillRect l="-5660" r="-6603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262EC911-6B5D-6A10-0A1B-008DD8673737}"/>
                    </a:ext>
                  </a:extLst>
                </p:cNvPr>
                <p:cNvSpPr txBox="1"/>
                <p:nvPr/>
              </p:nvSpPr>
              <p:spPr>
                <a:xfrm>
                  <a:off x="594897" y="972048"/>
                  <a:ext cx="47279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DC2FDE4-07DF-5961-BA62-600809568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97" y="972048"/>
                  <a:ext cx="472795" cy="461665"/>
                </a:xfrm>
                <a:prstGeom prst="rect">
                  <a:avLst/>
                </a:prstGeom>
                <a:blipFill>
                  <a:blip r:embed="rId56"/>
                  <a:stretch>
                    <a:fillRect l="-2564" b="-131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976F8A1-06D0-B4A3-9192-88F7F036D2A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03E75E9F-6D58-B1BE-01BA-801A3A13359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0" name="箭头: 五边形 79">
                <a:extLst>
                  <a:ext uri="{FF2B5EF4-FFF2-40B4-BE49-F238E27FC236}">
                    <a16:creationId xmlns:a16="http://schemas.microsoft.com/office/drawing/2014/main" id="{887B4181-8DB1-A72F-76DD-B1EB43DBCF2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箭头: V 形 80">
                <a:extLst>
                  <a:ext uri="{FF2B5EF4-FFF2-40B4-BE49-F238E27FC236}">
                    <a16:creationId xmlns:a16="http://schemas.microsoft.com/office/drawing/2014/main" id="{049AFA31-8FBE-F713-34C4-5E80C977527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灯片编号占位符 3">
              <a:extLst>
                <a:ext uri="{FF2B5EF4-FFF2-40B4-BE49-F238E27FC236}">
                  <a16:creationId xmlns:a16="http://schemas.microsoft.com/office/drawing/2014/main" id="{C251A83C-099D-7CB4-B088-1F271FABF16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DA43C881-1447-9E1B-AF53-F75547270B18}"/>
                  </a:ext>
                </a:extLst>
              </p:cNvPr>
              <p:cNvSpPr txBox="1"/>
              <p:nvPr/>
            </p:nvSpPr>
            <p:spPr>
              <a:xfrm>
                <a:off x="924338" y="4680000"/>
                <a:ext cx="30446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GS</m:t>
                    </m:r>
                    <m:r>
                      <a:rPr lang="en-US" altLang="zh-CN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</a:rPr>
                  <a:t> </a:t>
                </a:r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DA43C881-1447-9E1B-AF53-F75547270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38" y="4680000"/>
                <a:ext cx="3044679" cy="523220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C4E09F2D-A77D-41B7-F749-5AEEF748C0A4}"/>
                  </a:ext>
                </a:extLst>
              </p:cNvPr>
              <p:cNvSpPr txBox="1"/>
              <p:nvPr/>
            </p:nvSpPr>
            <p:spPr>
              <a:xfrm>
                <a:off x="5121760" y="4680000"/>
                <a:ext cx="28516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C4E09F2D-A77D-41B7-F749-5AEEF748C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60" y="4680000"/>
                <a:ext cx="2851680" cy="523220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62198DF3-2B64-BAAA-7D63-F13C2101729B}"/>
              </a:ext>
            </a:extLst>
          </p:cNvPr>
          <p:cNvSpPr/>
          <p:nvPr/>
        </p:nvSpPr>
        <p:spPr>
          <a:xfrm>
            <a:off x="2616494" y="2879192"/>
            <a:ext cx="494405" cy="32582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5BB30908-E7E8-4C3E-0755-35A3AD162898}"/>
              </a:ext>
            </a:extLst>
          </p:cNvPr>
          <p:cNvSpPr/>
          <p:nvPr/>
        </p:nvSpPr>
        <p:spPr>
          <a:xfrm>
            <a:off x="5121796" y="2874854"/>
            <a:ext cx="2767888" cy="32582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E5D58FF1-F9FE-CA3C-502C-BDCCA94E17F2}"/>
              </a:ext>
            </a:extLst>
          </p:cNvPr>
          <p:cNvSpPr/>
          <p:nvPr/>
        </p:nvSpPr>
        <p:spPr>
          <a:xfrm>
            <a:off x="9167770" y="3354784"/>
            <a:ext cx="2767888" cy="32582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0749F8AC-F5F4-F0E8-EF77-5A02782034BC}"/>
              </a:ext>
            </a:extLst>
          </p:cNvPr>
          <p:cNvSpPr/>
          <p:nvPr/>
        </p:nvSpPr>
        <p:spPr>
          <a:xfrm>
            <a:off x="10628671" y="2874853"/>
            <a:ext cx="1351471" cy="76792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2A38DD5-5FCB-F2B9-C2EB-1821C0E81233}"/>
                  </a:ext>
                </a:extLst>
              </p:cNvPr>
              <p:cNvSpPr txBox="1"/>
              <p:nvPr/>
            </p:nvSpPr>
            <p:spPr>
              <a:xfrm>
                <a:off x="9126182" y="4680000"/>
                <a:ext cx="28516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zh-CN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2A38DD5-5FCB-F2B9-C2EB-1821C0E81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182" y="4680000"/>
                <a:ext cx="2851680" cy="523220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8AF679ED-E09D-E8DC-F4E9-CB1D192C16E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2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74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  <p:bldP spid="121" grpId="0" animBg="1"/>
      <p:bldP spid="122" grpId="0" animBg="1"/>
      <p:bldP spid="123" grpId="0" animBg="1"/>
      <p:bldP spid="124" grpId="0" animBg="1"/>
      <p:bldP spid="1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2183F-ADF7-A2B4-979C-389D9F81389C}"/>
                  </a:ext>
                </a:extLst>
              </p:cNvPr>
              <p:cNvSpPr txBox="1"/>
              <p:nvPr/>
            </p:nvSpPr>
            <p:spPr>
              <a:xfrm>
                <a:off x="359999" y="1296000"/>
                <a:ext cx="101782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GS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2183F-ADF7-A2B4-979C-389D9F813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1296000"/>
                <a:ext cx="10178233" cy="584775"/>
              </a:xfrm>
              <a:prstGeom prst="rect">
                <a:avLst/>
              </a:prstGeom>
              <a:blipFill>
                <a:blip r:embed="rId2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DE5BB2C-1CA7-2EAA-2823-91F75B7A40A8}"/>
              </a:ext>
            </a:extLst>
          </p:cNvPr>
          <p:cNvSpPr txBox="1"/>
          <p:nvPr/>
        </p:nvSpPr>
        <p:spPr>
          <a:xfrm>
            <a:off x="360000" y="720000"/>
            <a:ext cx="8456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逻辑式：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CD80F7-2E04-0B0F-166A-8BBB5FF89BE9}"/>
              </a:ext>
            </a:extLst>
          </p:cNvPr>
          <p:cNvSpPr txBox="1"/>
          <p:nvPr/>
        </p:nvSpPr>
        <p:spPr>
          <a:xfrm>
            <a:off x="360000" y="2016000"/>
            <a:ext cx="1876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逻辑图：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A4CEF40-4690-B6CF-5623-8BDA7D5E4FB7}"/>
              </a:ext>
            </a:extLst>
          </p:cNvPr>
          <p:cNvGrpSpPr/>
          <p:nvPr/>
        </p:nvGrpSpPr>
        <p:grpSpPr>
          <a:xfrm>
            <a:off x="360000" y="2592000"/>
            <a:ext cx="6437061" cy="3728384"/>
            <a:chOff x="1984247" y="2589500"/>
            <a:chExt cx="6437061" cy="3728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4">
                  <a:extLst>
                    <a:ext uri="{FF2B5EF4-FFF2-40B4-BE49-F238E27FC236}">
                      <a16:creationId xmlns:a16="http://schemas.microsoft.com/office/drawing/2014/main" id="{8865E38B-7AA4-755E-2237-EFED7052B7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0953" y="2777620"/>
                  <a:ext cx="612219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" name="Text Box 4">
                  <a:extLst>
                    <a:ext uri="{FF2B5EF4-FFF2-40B4-BE49-F238E27FC236}">
                      <a16:creationId xmlns:a16="http://schemas.microsoft.com/office/drawing/2014/main" id="{8865E38B-7AA4-755E-2237-EFED7052B7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40953" y="2777620"/>
                  <a:ext cx="612219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5">
                  <a:extLst>
                    <a:ext uri="{FF2B5EF4-FFF2-40B4-BE49-F238E27FC236}">
                      <a16:creationId xmlns:a16="http://schemas.microsoft.com/office/drawing/2014/main" id="{959FFA6B-B516-5131-536A-65B32B1F54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0953" y="3930145"/>
                  <a:ext cx="62049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9" name="Text Box 5">
                  <a:extLst>
                    <a:ext uri="{FF2B5EF4-FFF2-40B4-BE49-F238E27FC236}">
                      <a16:creationId xmlns:a16="http://schemas.microsoft.com/office/drawing/2014/main" id="{959FFA6B-B516-5131-536A-65B32B1F5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40953" y="3930145"/>
                  <a:ext cx="62049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6">
                  <a:extLst>
                    <a:ext uri="{FF2B5EF4-FFF2-40B4-BE49-F238E27FC236}">
                      <a16:creationId xmlns:a16="http://schemas.microsoft.com/office/drawing/2014/main" id="{A814E06F-9F0E-59E9-B419-228CE117C4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247" y="5794664"/>
                  <a:ext cx="88918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" name="Text Box 6">
                  <a:extLst>
                    <a:ext uri="{FF2B5EF4-FFF2-40B4-BE49-F238E27FC236}">
                      <a16:creationId xmlns:a16="http://schemas.microsoft.com/office/drawing/2014/main" id="{A814E06F-9F0E-59E9-B419-228CE117C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4247" y="5794664"/>
                  <a:ext cx="88918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3">
                  <a:extLst>
                    <a:ext uri="{FF2B5EF4-FFF2-40B4-BE49-F238E27FC236}">
                      <a16:creationId xmlns:a16="http://schemas.microsoft.com/office/drawing/2014/main" id="{281043B5-7BE4-EDBC-0EEB-878B0962A9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247" y="3957925"/>
                  <a:ext cx="888178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1" name="Text Box 13">
                  <a:extLst>
                    <a:ext uri="{FF2B5EF4-FFF2-40B4-BE49-F238E27FC236}">
                      <a16:creationId xmlns:a16="http://schemas.microsoft.com/office/drawing/2014/main" id="{281043B5-7BE4-EDBC-0EEB-878B0962A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4247" y="3957925"/>
                  <a:ext cx="8881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4">
                  <a:extLst>
                    <a:ext uri="{FF2B5EF4-FFF2-40B4-BE49-F238E27FC236}">
                      <a16:creationId xmlns:a16="http://schemas.microsoft.com/office/drawing/2014/main" id="{CB0E127F-8C1D-70C0-E826-ED36AC0377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247" y="4859625"/>
                  <a:ext cx="88920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2" name="Text Box 14">
                  <a:extLst>
                    <a:ext uri="{FF2B5EF4-FFF2-40B4-BE49-F238E27FC236}">
                      <a16:creationId xmlns:a16="http://schemas.microsoft.com/office/drawing/2014/main" id="{CB0E127F-8C1D-70C0-E826-ED36AC037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4247" y="4859625"/>
                  <a:ext cx="8892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58">
                  <a:extLst>
                    <a:ext uri="{FF2B5EF4-FFF2-40B4-BE49-F238E27FC236}">
                      <a16:creationId xmlns:a16="http://schemas.microsoft.com/office/drawing/2014/main" id="{1E55C327-C51C-91C2-0E85-33D24B23BB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247" y="2589500"/>
                  <a:ext cx="887849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3" name="Text Box 58">
                  <a:extLst>
                    <a:ext uri="{FF2B5EF4-FFF2-40B4-BE49-F238E27FC236}">
                      <a16:creationId xmlns:a16="http://schemas.microsoft.com/office/drawing/2014/main" id="{1E55C327-C51C-91C2-0E85-33D24B23B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4247" y="2589500"/>
                  <a:ext cx="88784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59">
                  <a:extLst>
                    <a:ext uri="{FF2B5EF4-FFF2-40B4-BE49-F238E27FC236}">
                      <a16:creationId xmlns:a16="http://schemas.microsoft.com/office/drawing/2014/main" id="{4E41BE82-16AD-53A3-213E-7C11C6A823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9329" y="5498595"/>
                  <a:ext cx="671979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kumimoji="1" lang="en-US" altLang="zh-CN" sz="18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4" name="Text Box 59">
                  <a:extLst>
                    <a:ext uri="{FF2B5EF4-FFF2-40B4-BE49-F238E27FC236}">
                      <a16:creationId xmlns:a16="http://schemas.microsoft.com/office/drawing/2014/main" id="{4E41BE82-16AD-53A3-213E-7C11C6A82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49329" y="5498595"/>
                  <a:ext cx="671979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9EA7393A-4F49-30C3-C912-32713FA4B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9390" y="5128707"/>
              <a:ext cx="21828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B10F6EB8-283C-ACB3-7783-20606BE02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9453" y="5766882"/>
              <a:ext cx="550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6F089D97-DC15-8826-17AF-CD9E2FCCC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9553" y="2850645"/>
              <a:ext cx="2147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7AA17F23-D91D-C0B2-99FA-0BE541126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428" y="3030032"/>
              <a:ext cx="2160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AutoShape 26">
              <a:extLst>
                <a:ext uri="{FF2B5EF4-FFF2-40B4-BE49-F238E27FC236}">
                  <a16:creationId xmlns:a16="http://schemas.microsoft.com/office/drawing/2014/main" id="{C98ABF8C-0FBB-FF86-FC6B-FC148B5FB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265" y="2706182"/>
              <a:ext cx="53975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" name="AutoShape 27">
              <a:extLst>
                <a:ext uri="{FF2B5EF4-FFF2-40B4-BE49-F238E27FC236}">
                  <a16:creationId xmlns:a16="http://schemas.microsoft.com/office/drawing/2014/main" id="{ED84A7B9-3E08-10C8-1AE3-BF844B73D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678" y="4668332"/>
              <a:ext cx="53975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" name="AutoShape 28">
              <a:extLst>
                <a:ext uri="{FF2B5EF4-FFF2-40B4-BE49-F238E27FC236}">
                  <a16:creationId xmlns:a16="http://schemas.microsoft.com/office/drawing/2014/main" id="{1DDDD232-011B-0089-A299-78A15FFF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678" y="3768220"/>
              <a:ext cx="53975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" name="AutoShape 29">
              <a:extLst>
                <a:ext uri="{FF2B5EF4-FFF2-40B4-BE49-F238E27FC236}">
                  <a16:creationId xmlns:a16="http://schemas.microsoft.com/office/drawing/2014/main" id="{682138D2-FB16-188D-9A75-851AC06C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265" y="5604957"/>
              <a:ext cx="53975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" name="AutoShape 30">
              <a:extLst>
                <a:ext uri="{FF2B5EF4-FFF2-40B4-BE49-F238E27FC236}">
                  <a16:creationId xmlns:a16="http://schemas.microsoft.com/office/drawing/2014/main" id="{74DC1C7F-A2A0-84FA-8B45-19CA7DE4D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7003" y="5460495"/>
              <a:ext cx="53975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5" name="Line 37">
              <a:extLst>
                <a:ext uri="{FF2B5EF4-FFF2-40B4-BE49-F238E27FC236}">
                  <a16:creationId xmlns:a16="http://schemas.microsoft.com/office/drawing/2014/main" id="{9D76C598-C4F1-19DA-25DE-B2512B0C6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9390" y="6054220"/>
              <a:ext cx="2173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39">
              <a:extLst>
                <a:ext uri="{FF2B5EF4-FFF2-40B4-BE49-F238E27FC236}">
                  <a16:creationId xmlns:a16="http://schemas.microsoft.com/office/drawing/2014/main" id="{DC451ED6-4A56-4091-3620-F92A4F7832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8465" y="2849057"/>
              <a:ext cx="0" cy="198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40">
              <a:extLst>
                <a:ext uri="{FF2B5EF4-FFF2-40B4-BE49-F238E27FC236}">
                  <a16:creationId xmlns:a16="http://schemas.microsoft.com/office/drawing/2014/main" id="{21FD2750-E3AE-2391-8550-F82501CD6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765" y="4830257"/>
              <a:ext cx="6969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42">
              <a:extLst>
                <a:ext uri="{FF2B5EF4-FFF2-40B4-BE49-F238E27FC236}">
                  <a16:creationId xmlns:a16="http://schemas.microsoft.com/office/drawing/2014/main" id="{275208DF-74AE-B5AB-29F0-6C55D36E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5765" y="5766882"/>
              <a:ext cx="7000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44">
              <a:extLst>
                <a:ext uri="{FF2B5EF4-FFF2-40B4-BE49-F238E27FC236}">
                  <a16:creationId xmlns:a16="http://schemas.microsoft.com/office/drawing/2014/main" id="{EB8F3F83-EBA5-4F92-5EB5-A189EED09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465" y="3930145"/>
              <a:ext cx="684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45">
              <a:extLst>
                <a:ext uri="{FF2B5EF4-FFF2-40B4-BE49-F238E27FC236}">
                  <a16:creationId xmlns:a16="http://schemas.microsoft.com/office/drawing/2014/main" id="{22D18EA5-AA45-1172-263C-3D7A87FF2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2090" y="4219070"/>
              <a:ext cx="2160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47">
              <a:extLst>
                <a:ext uri="{FF2B5EF4-FFF2-40B4-BE49-F238E27FC236}">
                  <a16:creationId xmlns:a16="http://schemas.microsoft.com/office/drawing/2014/main" id="{75B2A006-2AD0-0248-F092-1B386B184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678" y="3137982"/>
              <a:ext cx="1778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48">
              <a:extLst>
                <a:ext uri="{FF2B5EF4-FFF2-40B4-BE49-F238E27FC236}">
                  <a16:creationId xmlns:a16="http://schemas.microsoft.com/office/drawing/2014/main" id="{69C35A2B-E181-5E33-E2BD-2C836C711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8465" y="5119182"/>
              <a:ext cx="0" cy="647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9">
              <a:extLst>
                <a:ext uri="{FF2B5EF4-FFF2-40B4-BE49-F238E27FC236}">
                  <a16:creationId xmlns:a16="http://schemas.microsoft.com/office/drawing/2014/main" id="{804C400B-220A-885D-C22E-B8C31E449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2790" y="3028445"/>
              <a:ext cx="0" cy="2593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50">
              <a:extLst>
                <a:ext uri="{FF2B5EF4-FFF2-40B4-BE49-F238E27FC236}">
                  <a16:creationId xmlns:a16="http://schemas.microsoft.com/office/drawing/2014/main" id="{D214A822-C798-3629-A2C3-80C69ACBB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3153" y="4347657"/>
              <a:ext cx="4763" cy="642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Line 51">
              <a:extLst>
                <a:ext uri="{FF2B5EF4-FFF2-40B4-BE49-F238E27FC236}">
                  <a16:creationId xmlns:a16="http://schemas.microsoft.com/office/drawing/2014/main" id="{0090BF25-DF0B-6FB3-330E-1001C0161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428" y="4976307"/>
              <a:ext cx="720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52">
              <a:extLst>
                <a:ext uri="{FF2B5EF4-FFF2-40B4-BE49-F238E27FC236}">
                  <a16:creationId xmlns:a16="http://schemas.microsoft.com/office/drawing/2014/main" id="{6FF1F346-3909-F6D4-449E-BA37D82F0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5815" y="4217482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53">
              <a:extLst>
                <a:ext uri="{FF2B5EF4-FFF2-40B4-BE49-F238E27FC236}">
                  <a16:creationId xmlns:a16="http://schemas.microsoft.com/office/drawing/2014/main" id="{6959E63D-BFFD-1A80-7C1F-8CC87117B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428" y="4073020"/>
              <a:ext cx="1152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54">
              <a:extLst>
                <a:ext uri="{FF2B5EF4-FFF2-40B4-BE49-F238E27FC236}">
                  <a16:creationId xmlns:a16="http://schemas.microsoft.com/office/drawing/2014/main" id="{D225CD27-C744-373B-A2E7-097C311EA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8390" y="4361945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55">
              <a:extLst>
                <a:ext uri="{FF2B5EF4-FFF2-40B4-BE49-F238E27FC236}">
                  <a16:creationId xmlns:a16="http://schemas.microsoft.com/office/drawing/2014/main" id="{E2FC3325-C9AD-ABAD-F8B5-02B021F81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8503" y="5620832"/>
              <a:ext cx="698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56">
              <a:extLst>
                <a:ext uri="{FF2B5EF4-FFF2-40B4-BE49-F238E27FC236}">
                  <a16:creationId xmlns:a16="http://schemas.microsoft.com/office/drawing/2014/main" id="{7B25CBA9-C663-100D-D4C5-5A60E5C29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428" y="5909757"/>
              <a:ext cx="10445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57">
              <a:extLst>
                <a:ext uri="{FF2B5EF4-FFF2-40B4-BE49-F238E27FC236}">
                  <a16:creationId xmlns:a16="http://schemas.microsoft.com/office/drawing/2014/main" id="{61243E15-39FB-77DC-E888-735D54415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965" y="3139570"/>
              <a:ext cx="0" cy="10779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23">
              <a:extLst>
                <a:ext uri="{FF2B5EF4-FFF2-40B4-BE49-F238E27FC236}">
                  <a16:creationId xmlns:a16="http://schemas.microsoft.com/office/drawing/2014/main" id="{D821A60D-2E31-21EC-0D15-14E40B914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9003" y="4022220"/>
              <a:ext cx="477838" cy="393700"/>
              <a:chOff x="3209" y="3283"/>
              <a:chExt cx="301" cy="248"/>
            </a:xfrm>
          </p:grpSpPr>
          <p:sp>
            <p:nvSpPr>
              <p:cNvPr id="49" name="AutoShape 24">
                <a:extLst>
                  <a:ext uri="{FF2B5EF4-FFF2-40B4-BE49-F238E27FC236}">
                    <a16:creationId xmlns:a16="http://schemas.microsoft.com/office/drawing/2014/main" id="{57ECB0D3-2A4A-CE8F-6D15-15E9A6F2E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02" y="3290"/>
                <a:ext cx="248" cy="234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50" name="Oval 25">
                <a:extLst>
                  <a:ext uri="{FF2B5EF4-FFF2-40B4-BE49-F238E27FC236}">
                    <a16:creationId xmlns:a16="http://schemas.microsoft.com/office/drawing/2014/main" id="{1D29CB9E-8E28-CF3E-B895-EFAB9C7A7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1" y="3370"/>
                <a:ext cx="79" cy="7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</p:grpSp>
        <p:grpSp>
          <p:nvGrpSpPr>
            <p:cNvPr id="43" name="Group 92">
              <a:extLst>
                <a:ext uri="{FF2B5EF4-FFF2-40B4-BE49-F238E27FC236}">
                  <a16:creationId xmlns:a16="http://schemas.microsoft.com/office/drawing/2014/main" id="{D4640F3E-496B-EDE8-5097-9D4E7E6A6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3415" y="3907920"/>
              <a:ext cx="1435100" cy="600075"/>
              <a:chOff x="986" y="3158"/>
              <a:chExt cx="1671" cy="658"/>
            </a:xfrm>
          </p:grpSpPr>
          <p:sp>
            <p:nvSpPr>
              <p:cNvPr id="44" name="Arc 93">
                <a:extLst>
                  <a:ext uri="{FF2B5EF4-FFF2-40B4-BE49-F238E27FC236}">
                    <a16:creationId xmlns:a16="http://schemas.microsoft.com/office/drawing/2014/main" id="{D597D6F9-7228-3B79-F95B-7CE44A7F2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Arc 94">
                <a:extLst>
                  <a:ext uri="{FF2B5EF4-FFF2-40B4-BE49-F238E27FC236}">
                    <a16:creationId xmlns:a16="http://schemas.microsoft.com/office/drawing/2014/main" id="{97C19637-1D20-B13E-D9FA-C6F52A931F7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46" name="Arc 95">
                <a:extLst>
                  <a:ext uri="{FF2B5EF4-FFF2-40B4-BE49-F238E27FC236}">
                    <a16:creationId xmlns:a16="http://schemas.microsoft.com/office/drawing/2014/main" id="{D03EAC6A-3B15-5894-C384-AF26977EA6F6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96">
                <a:extLst>
                  <a:ext uri="{FF2B5EF4-FFF2-40B4-BE49-F238E27FC236}">
                    <a16:creationId xmlns:a16="http://schemas.microsoft.com/office/drawing/2014/main" id="{878B7A82-57B0-5713-AA3D-F5D046DF5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97">
                <a:extLst>
                  <a:ext uri="{FF2B5EF4-FFF2-40B4-BE49-F238E27FC236}">
                    <a16:creationId xmlns:a16="http://schemas.microsoft.com/office/drawing/2014/main" id="{5B920602-496E-1A57-AB9E-0C73F59A6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0392AF5-2B90-CF1B-A74D-967250766A6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D7D0A488-BB5A-CF20-8AF1-6E0C6ECCCDE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4" name="箭头: 五边形 53">
                <a:extLst>
                  <a:ext uri="{FF2B5EF4-FFF2-40B4-BE49-F238E27FC236}">
                    <a16:creationId xmlns:a16="http://schemas.microsoft.com/office/drawing/2014/main" id="{DBD58082-5C94-FC59-5953-889B4889572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箭头: V 形 54">
                <a:extLst>
                  <a:ext uri="{FF2B5EF4-FFF2-40B4-BE49-F238E27FC236}">
                    <a16:creationId xmlns:a16="http://schemas.microsoft.com/office/drawing/2014/main" id="{D2B3AF7B-4215-84A0-E0C4-D2E4A04789F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灯片编号占位符 3">
              <a:extLst>
                <a:ext uri="{FF2B5EF4-FFF2-40B4-BE49-F238E27FC236}">
                  <a16:creationId xmlns:a16="http://schemas.microsoft.com/office/drawing/2014/main" id="{2A363D62-E423-FF45-5E36-5A0D0501A3C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50D214-99A6-C6F1-1E69-66CD8E2798A8}"/>
                  </a:ext>
                </a:extLst>
              </p:cNvPr>
              <p:cNvSpPr txBox="1"/>
              <p:nvPr/>
            </p:nvSpPr>
            <p:spPr>
              <a:xfrm>
                <a:off x="7920000" y="5580000"/>
                <a:ext cx="30819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GS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表示输入有效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50D214-99A6-C6F1-1E69-66CD8E279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0" y="5580000"/>
                <a:ext cx="3081948" cy="461665"/>
              </a:xfrm>
              <a:prstGeom prst="rect">
                <a:avLst/>
              </a:prstGeom>
              <a:blipFill>
                <a:blip r:embed="rId10"/>
                <a:stretch>
                  <a:fillRect l="-395" t="-10526" r="-593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B12987C3-70FE-3D18-BD3E-857652F9003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2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59E7654A-BD6F-C4C6-E26F-26A06E9E32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6000" y="2880000"/>
            <a:ext cx="4953345" cy="24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74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8CDB-255B-F832-B92E-7911E321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9BD0999-2895-51B0-24B1-11857B80BCE1}"/>
              </a:ext>
            </a:extLst>
          </p:cNvPr>
          <p:cNvSpPr txBox="1"/>
          <p:nvPr/>
        </p:nvSpPr>
        <p:spPr>
          <a:xfrm>
            <a:off x="360000" y="720000"/>
            <a:ext cx="765133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线优先编码器（高电平有效）：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个输入信号按优先级编码，输出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通过多片级联，可对多于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个输入信号进行编码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C1D52A6-0D8A-CD77-865A-CB94B806404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DAD308B8-5488-CA49-C886-557DC34FFFE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3" name="箭头: 五边形 82">
                <a:extLst>
                  <a:ext uri="{FF2B5EF4-FFF2-40B4-BE49-F238E27FC236}">
                    <a16:creationId xmlns:a16="http://schemas.microsoft.com/office/drawing/2014/main" id="{53168F71-11A5-C4E9-1FA9-4F4189CF4C6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箭头: V 形 83">
                <a:extLst>
                  <a:ext uri="{FF2B5EF4-FFF2-40B4-BE49-F238E27FC236}">
                    <a16:creationId xmlns:a16="http://schemas.microsoft.com/office/drawing/2014/main" id="{AE17D77E-D493-DD99-7776-413824ABF39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" name="灯片编号占位符 3">
              <a:extLst>
                <a:ext uri="{FF2B5EF4-FFF2-40B4-BE49-F238E27FC236}">
                  <a16:creationId xmlns:a16="http://schemas.microsoft.com/office/drawing/2014/main" id="{9BE20F9F-59FE-191D-0062-98BD6464100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6F2A070-6411-6FA2-8877-9D9D6BAE6309}"/>
              </a:ext>
            </a:extLst>
          </p:cNvPr>
          <p:cNvGrpSpPr/>
          <p:nvPr/>
        </p:nvGrpSpPr>
        <p:grpSpPr>
          <a:xfrm>
            <a:off x="9172278" y="2307133"/>
            <a:ext cx="2961654" cy="3216806"/>
            <a:chOff x="9044406" y="2739427"/>
            <a:chExt cx="2961654" cy="3216806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B621271-BBDE-1A65-6CB9-99BAC0F41F9B}"/>
                </a:ext>
              </a:extLst>
            </p:cNvPr>
            <p:cNvSpPr/>
            <p:nvPr/>
          </p:nvSpPr>
          <p:spPr>
            <a:xfrm>
              <a:off x="9363474" y="2747382"/>
              <a:ext cx="2318446" cy="317360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AD03F48-7A26-8B79-F7B8-567AEE3B288C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2976270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C77A25C-2872-2BC3-B50A-86F13C616D3D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308057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FD1348FC-3620-D98B-73FF-7CB5AF07651F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641496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441456C3-EAAB-3E76-3F59-01B78295B2E1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974935"/>
              <a:ext cx="31441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612B7A94-284D-6E68-4015-F9DB64DFA483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306722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B5461BE-3631-2947-E285-C56E223A259A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638509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C698D8D8-F279-AC1D-3667-D5051AB34B90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97194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A74D9A9B-3A94-F217-AF58-627E63DF5B56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5305386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EC790E7A-D5B2-0004-736B-A080D2EC9384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5721373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63DD56F3-E0A5-9DCA-4D1D-E2A4DD6D9AB0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318344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8672E607-E006-E316-1C36-C03C0A194419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3749714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37EB3012-BD8D-AFAF-3213-CCF6303DDED6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460521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AB97E523-97F1-6A26-6989-ED5F17D974DD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505449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1AD03B2E-F43B-D63A-5274-9AE357FB4733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550377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84BF3EE-3A4A-652D-1FB7-6CE396306C03}"/>
                    </a:ext>
                  </a:extLst>
                </p:cNvPr>
                <p:cNvSpPr txBox="1"/>
                <p:nvPr/>
              </p:nvSpPr>
              <p:spPr>
                <a:xfrm>
                  <a:off x="9331877" y="273942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84BF3EE-3A4A-652D-1FB7-6CE396306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2739427"/>
                  <a:ext cx="508883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E5BC493-5F62-24C9-41CD-85DBE1527794}"/>
                    </a:ext>
                  </a:extLst>
                </p:cNvPr>
                <p:cNvSpPr txBox="1"/>
                <p:nvPr/>
              </p:nvSpPr>
              <p:spPr>
                <a:xfrm>
                  <a:off x="9331877" y="307805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E5BC493-5F62-24C9-41CD-85DBE1527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3078050"/>
                  <a:ext cx="508883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E91EB45E-019A-3FF5-8D87-96DC45D95BCF}"/>
                    </a:ext>
                  </a:extLst>
                </p:cNvPr>
                <p:cNvSpPr txBox="1"/>
                <p:nvPr/>
              </p:nvSpPr>
              <p:spPr>
                <a:xfrm>
                  <a:off x="9331877" y="341149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E91EB45E-019A-3FF5-8D87-96DC45D95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3411490"/>
                  <a:ext cx="50888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0A100269-D6BF-4F6C-5376-068607D5A1D8}"/>
                    </a:ext>
                  </a:extLst>
                </p:cNvPr>
                <p:cNvSpPr txBox="1"/>
                <p:nvPr/>
              </p:nvSpPr>
              <p:spPr>
                <a:xfrm>
                  <a:off x="9332004" y="373801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0A100269-D6BF-4F6C-5376-068607D5A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004" y="3738018"/>
                  <a:ext cx="50888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FF82CC18-6F81-E46F-24A4-9AF197D6A9DC}"/>
                    </a:ext>
                  </a:extLst>
                </p:cNvPr>
                <p:cNvSpPr txBox="1"/>
                <p:nvPr/>
              </p:nvSpPr>
              <p:spPr>
                <a:xfrm>
                  <a:off x="9331876" y="407387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FF82CC18-6F81-E46F-24A4-9AF197D6A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6" y="4073877"/>
                  <a:ext cx="50888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82151F43-4978-D8EE-244B-4CF3C759C3AA}"/>
                    </a:ext>
                  </a:extLst>
                </p:cNvPr>
                <p:cNvSpPr txBox="1"/>
                <p:nvPr/>
              </p:nvSpPr>
              <p:spPr>
                <a:xfrm>
                  <a:off x="9330286" y="4410081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82151F43-4978-D8EE-244B-4CF3C759C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0286" y="4410081"/>
                  <a:ext cx="50888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3AE2F114-DF31-D2D3-906A-CE195ED8E10E}"/>
                    </a:ext>
                  </a:extLst>
                </p:cNvPr>
                <p:cNvSpPr txBox="1"/>
                <p:nvPr/>
              </p:nvSpPr>
              <p:spPr>
                <a:xfrm>
                  <a:off x="9332005" y="4736264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3AE2F114-DF31-D2D3-906A-CE195ED8E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005" y="4736264"/>
                  <a:ext cx="508883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A8D79427-FE92-26D9-7646-C729B0DE5C12}"/>
                    </a:ext>
                  </a:extLst>
                </p:cNvPr>
                <p:cNvSpPr txBox="1"/>
                <p:nvPr/>
              </p:nvSpPr>
              <p:spPr>
                <a:xfrm>
                  <a:off x="9331876" y="5074552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A8D79427-FE92-26D9-7646-C729B0DE5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6" y="5074552"/>
                  <a:ext cx="508883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341F4F4-4399-E096-8929-A0D223875868}"/>
                    </a:ext>
                  </a:extLst>
                </p:cNvPr>
                <p:cNvSpPr txBox="1"/>
                <p:nvPr/>
              </p:nvSpPr>
              <p:spPr>
                <a:xfrm>
                  <a:off x="11170202" y="295324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341F4F4-4399-E096-8929-A0D223875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2" y="2953247"/>
                  <a:ext cx="508883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3614" r="-132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879DD60-0E1D-8C40-AF43-72266C9FC4CF}"/>
                    </a:ext>
                  </a:extLst>
                </p:cNvPr>
                <p:cNvSpPr txBox="1"/>
                <p:nvPr/>
              </p:nvSpPr>
              <p:spPr>
                <a:xfrm>
                  <a:off x="11170202" y="3521141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879DD60-0E1D-8C40-AF43-72266C9FC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2" y="3521141"/>
                  <a:ext cx="508883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3614" r="-60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DF357A58-EAAD-50E6-60F1-1F58BDA0AFC1}"/>
                    </a:ext>
                  </a:extLst>
                </p:cNvPr>
                <p:cNvSpPr txBox="1"/>
                <p:nvPr/>
              </p:nvSpPr>
              <p:spPr>
                <a:xfrm>
                  <a:off x="11197992" y="436819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DF357A58-EAAD-50E6-60F1-1F58BDA0A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7992" y="4368193"/>
                  <a:ext cx="508883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9A8B318-F0A3-5B98-7A87-CED65032F6E7}"/>
                    </a:ext>
                  </a:extLst>
                </p:cNvPr>
                <p:cNvSpPr txBox="1"/>
                <p:nvPr/>
              </p:nvSpPr>
              <p:spPr>
                <a:xfrm>
                  <a:off x="11204506" y="4823665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9A8B318-F0A3-5B98-7A87-CED65032F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506" y="4823665"/>
                  <a:ext cx="508883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F4B8034F-D43C-0E22-01CF-73DA08E1291A}"/>
                    </a:ext>
                  </a:extLst>
                </p:cNvPr>
                <p:cNvSpPr txBox="1"/>
                <p:nvPr/>
              </p:nvSpPr>
              <p:spPr>
                <a:xfrm>
                  <a:off x="11204377" y="525970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F4B8034F-D43C-0E22-01CF-73DA08E12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377" y="5259708"/>
                  <a:ext cx="508883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94771C8-5EEB-80ED-17D2-6552CA8E672E}"/>
                    </a:ext>
                  </a:extLst>
                </p:cNvPr>
                <p:cNvSpPr txBox="1"/>
                <p:nvPr/>
              </p:nvSpPr>
              <p:spPr>
                <a:xfrm>
                  <a:off x="9332415" y="549456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94771C8-5EEB-80ED-17D2-6552CA8E6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415" y="5494568"/>
                  <a:ext cx="508883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29D2F8-8179-7E48-B62F-CD06B24A59D3}"/>
                  </a:ext>
                </a:extLst>
              </p:cNvPr>
              <p:cNvSpPr txBox="1"/>
              <p:nvPr/>
            </p:nvSpPr>
            <p:spPr>
              <a:xfrm>
                <a:off x="359999" y="2880000"/>
                <a:ext cx="8022260" cy="3231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7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~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：输入端，按顺序决定优先级，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最高，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最低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：二进制码输出端，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为最高位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：使能输入，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时，编码器工作，否则不工作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O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：使能输出，当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且输入端都为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O</m:t>
                    </m:r>
                    <m: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（用于级联多片优先编码器）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表示有效输出，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表示无效输出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29D2F8-8179-7E48-B62F-CD06B24A5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2880000"/>
                <a:ext cx="8022260" cy="3231654"/>
              </a:xfrm>
              <a:prstGeom prst="rect">
                <a:avLst/>
              </a:prstGeom>
              <a:blipFill>
                <a:blip r:embed="rId16"/>
                <a:stretch>
                  <a:fillRect l="-988" t="-1507" b="-3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30">
            <a:extLst>
              <a:ext uri="{FF2B5EF4-FFF2-40B4-BE49-F238E27FC236}">
                <a16:creationId xmlns:a16="http://schemas.microsoft.com/office/drawing/2014/main" id="{50EEADAB-C2A7-FC0C-6B82-A8638823C8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33544" y="2520952"/>
            <a:ext cx="0" cy="235213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AFFFEFE4-760C-9C3C-D133-1EB66B60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335" y="2004860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</a:p>
        </p:txBody>
      </p:sp>
      <p:sp>
        <p:nvSpPr>
          <p:cNvPr id="8" name="Text Box 32">
            <a:extLst>
              <a:ext uri="{FF2B5EF4-FFF2-40B4-BE49-F238E27FC236}">
                <a16:creationId xmlns:a16="http://schemas.microsoft.com/office/drawing/2014/main" id="{6BA8ECDE-7A2D-D6C5-8DC5-BD278C876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094" y="2459272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</a:p>
        </p:txBody>
      </p:sp>
      <p:sp>
        <p:nvSpPr>
          <p:cNvPr id="9" name="Text Box 33">
            <a:extLst>
              <a:ext uri="{FF2B5EF4-FFF2-40B4-BE49-F238E27FC236}">
                <a16:creationId xmlns:a16="http://schemas.microsoft.com/office/drawing/2014/main" id="{7C326699-CEC7-E254-70B6-F3EB9A8A1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094" y="4599022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C55BA4D-D715-A345-074D-F4A4FA7E167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04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AB9B4-AC27-1458-F292-7F8358DA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9DEFCE4-7CBD-4A3A-4733-AFA5866501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8745896"/>
                  </p:ext>
                </p:extLst>
              </p:nvPr>
            </p:nvGraphicFramePr>
            <p:xfrm>
              <a:off x="878837" y="1548000"/>
              <a:ext cx="10434326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52527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52527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EI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G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EO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9DEFCE4-7CBD-4A3A-4733-AFA5866501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8745896"/>
                  </p:ext>
                </p:extLst>
              </p:nvPr>
            </p:nvGraphicFramePr>
            <p:xfrm>
              <a:off x="878837" y="1548000"/>
              <a:ext cx="10434326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96240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7692" r="-130327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107692" r="-1192683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107692" r="-11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107692" r="-10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107692" r="-9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107692" r="-795122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107692" r="-70163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107692" r="-60163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07692" r="-496748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2459" t="-107692" r="-4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59" t="-107692" r="-3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02459" t="-107692" r="-2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92683" t="-107692" r="-99187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03279" t="-107692" b="-94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225000" r="-1192683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225000" r="-11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225000" r="-10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225000" r="-9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225000" r="-795122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225000" r="-70163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225000" r="-60163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225000" r="-496748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425000" r="-11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425000" r="-10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425000" r="-9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425000" r="-795122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425000" r="-70163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425000" r="-60163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425000" r="-496748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516393" r="-11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516393" r="-10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516393" r="-9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516393" r="-795122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516393" r="-70163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516393" r="-60163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516393" r="-496748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626667" r="-100245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626667" r="-90245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626667" r="-795122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626667" r="-70163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626667" r="-60163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626667" r="-496748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726667" r="-90245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726667" r="-79512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726667" r="-7016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726667" r="-6016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726667" r="-49674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826667" r="-795122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826667" r="-70163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826667" r="-60163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826667" r="-496748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926667" r="-7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926667" r="-6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926667" r="-49674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026667" r="-49674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126667" r="-49674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A4FDD209-0ED7-AF99-6CB0-23D29AFE885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BEC6F7F-5C32-7654-39C0-624C2045613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FB1EFDB1-5276-B973-7E2B-5B3C099387D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28C08610-C5E8-35AE-91AD-0D79EED1C03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E16BAC2C-5EB6-8C55-FF19-580A6976D39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3B90E51-1709-D14B-AF9A-94C468B8A579}"/>
              </a:ext>
            </a:extLst>
          </p:cNvPr>
          <p:cNvCxnSpPr/>
          <p:nvPr/>
        </p:nvCxnSpPr>
        <p:spPr>
          <a:xfrm>
            <a:off x="878400" y="1548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3C6EEE-E1FA-4A7D-3E3E-20CA0AF7CC05}"/>
              </a:ext>
            </a:extLst>
          </p:cNvPr>
          <p:cNvCxnSpPr/>
          <p:nvPr/>
        </p:nvCxnSpPr>
        <p:spPr>
          <a:xfrm>
            <a:off x="878400" y="1944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961B12B-C31F-640E-CEE9-2C01FB0D32E3}"/>
              </a:ext>
            </a:extLst>
          </p:cNvPr>
          <p:cNvCxnSpPr/>
          <p:nvPr/>
        </p:nvCxnSpPr>
        <p:spPr>
          <a:xfrm>
            <a:off x="878400" y="5999044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042BDA-38CC-374D-33A4-14A69C957F01}"/>
              </a:ext>
            </a:extLst>
          </p:cNvPr>
          <p:cNvCxnSpPr>
            <a:cxnSpLocks/>
          </p:cNvCxnSpPr>
          <p:nvPr/>
        </p:nvCxnSpPr>
        <p:spPr>
          <a:xfrm flipV="1">
            <a:off x="7585200" y="1548000"/>
            <a:ext cx="0" cy="4464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C00D176-C81B-9D04-73AD-5384884610B7}"/>
              </a:ext>
            </a:extLst>
          </p:cNvPr>
          <p:cNvCxnSpPr/>
          <p:nvPr/>
        </p:nvCxnSpPr>
        <p:spPr>
          <a:xfrm>
            <a:off x="878400" y="2340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2B7BD82-1E5B-5120-6261-C21C05F4D2FD}"/>
              </a:ext>
            </a:extLst>
          </p:cNvPr>
          <p:cNvSpPr/>
          <p:nvPr/>
        </p:nvSpPr>
        <p:spPr>
          <a:xfrm>
            <a:off x="802800" y="3070800"/>
            <a:ext cx="7607300" cy="146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FAFA4E-4BEC-B1C1-D738-44E62C40207F}"/>
              </a:ext>
            </a:extLst>
          </p:cNvPr>
          <p:cNvSpPr txBox="1"/>
          <p:nvPr/>
        </p:nvSpPr>
        <p:spPr>
          <a:xfrm>
            <a:off x="360000" y="720000"/>
            <a:ext cx="7607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线优先编码器（高电平有效）真值表：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A10A608-01ED-22CE-F7B1-06DAF7DBD62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0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DCFC-ED90-F77A-A0B6-E71B358D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27788AB-E192-5937-AFB9-B723524310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362909"/>
                  </p:ext>
                </p:extLst>
              </p:nvPr>
            </p:nvGraphicFramePr>
            <p:xfrm>
              <a:off x="878837" y="1548000"/>
              <a:ext cx="7744463" cy="2255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1036682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</a:tblGrid>
                  <a:tr h="332642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6036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EI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27788AB-E192-5937-AFB9-B723524310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362909"/>
                  </p:ext>
                </p:extLst>
              </p:nvPr>
            </p:nvGraphicFramePr>
            <p:xfrm>
              <a:off x="878837" y="1548000"/>
              <a:ext cx="7744463" cy="2255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1036682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</a:tblGrid>
                  <a:tr h="396240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7692" r="-941803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187" t="-107692" r="-834146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07692" r="-740984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107692" r="-640984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7561" t="-107692" r="-535772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07692" r="-440164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07692" r="-340164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5935" t="-107692" r="-237398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459" t="-107692" r="-139344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7647" t="-107692" b="-39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221311" r="-74098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221311" r="-64098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7561" t="-221311" r="-53577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221311" r="-44016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221311" r="-34016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5935" t="-221311" r="-237398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459" t="-221311" r="-13934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326667" r="-74098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326667" r="-64098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7561" t="-326667" r="-53577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326667" r="-44016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326667" r="-34016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5935" t="-326667" r="-23739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459" t="-326667" r="-13934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20" t="-426667" r="-64098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7561" t="-426667" r="-53577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426667" r="-44016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426667" r="-34016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5935" t="-426667" r="-23739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459" t="-426667" r="-13934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7561" t="-526667" r="-53577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526667" r="-44016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526667" r="-34016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5935" t="-526667" r="-23739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459" t="-526667" r="-13934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B11EC0FB-6205-1682-2F6D-433C90B471F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ACEF1BB-F258-2BAE-B1D0-37810556ABA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7F93CB35-887B-CE50-5835-DF8EC86C9D5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E221820E-F56E-8527-A5A5-498BBF4903A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5A4E3B11-9385-01F2-9427-9925E5262A1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CD37296-1F43-D482-3763-994EC5265ABC}"/>
              </a:ext>
            </a:extLst>
          </p:cNvPr>
          <p:cNvCxnSpPr>
            <a:cxnSpLocks/>
          </p:cNvCxnSpPr>
          <p:nvPr/>
        </p:nvCxnSpPr>
        <p:spPr>
          <a:xfrm>
            <a:off x="878837" y="1548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1205B62-CB51-F01C-5A51-DB20687CFE9F}"/>
              </a:ext>
            </a:extLst>
          </p:cNvPr>
          <p:cNvCxnSpPr>
            <a:cxnSpLocks/>
          </p:cNvCxnSpPr>
          <p:nvPr/>
        </p:nvCxnSpPr>
        <p:spPr>
          <a:xfrm>
            <a:off x="878837" y="1944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75B7217-5759-6059-E266-622D8F5204A3}"/>
              </a:ext>
            </a:extLst>
          </p:cNvPr>
          <p:cNvCxnSpPr>
            <a:cxnSpLocks/>
          </p:cNvCxnSpPr>
          <p:nvPr/>
        </p:nvCxnSpPr>
        <p:spPr>
          <a:xfrm>
            <a:off x="878400" y="3805933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CBA411A-504B-7CD1-E11F-00683C874575}"/>
              </a:ext>
            </a:extLst>
          </p:cNvPr>
          <p:cNvCxnSpPr>
            <a:cxnSpLocks/>
          </p:cNvCxnSpPr>
          <p:nvPr/>
        </p:nvCxnSpPr>
        <p:spPr>
          <a:xfrm flipV="1">
            <a:off x="7585200" y="1548000"/>
            <a:ext cx="0" cy="22618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EB520BC-870E-7DFC-AAE1-5E2C6711F9A1}"/>
              </a:ext>
            </a:extLst>
          </p:cNvPr>
          <p:cNvCxnSpPr>
            <a:cxnSpLocks/>
          </p:cNvCxnSpPr>
          <p:nvPr/>
        </p:nvCxnSpPr>
        <p:spPr>
          <a:xfrm>
            <a:off x="878837" y="2340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284171-1853-061A-BDF2-A8F6402519CF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11476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3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线优先编码器（高电平有效）部分真值表（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的部分）：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284171-1853-061A-BDF2-A8F64025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11476529" cy="523220"/>
              </a:xfrm>
              <a:prstGeom prst="rect">
                <a:avLst/>
              </a:prstGeom>
              <a:blipFill>
                <a:blip r:embed="rId3"/>
                <a:stretch>
                  <a:fillRect l="-1062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2E79CBB-F66F-B6C0-21F1-1F9A5D05FF2C}"/>
                  </a:ext>
                </a:extLst>
              </p:cNvPr>
              <p:cNvSpPr txBox="1"/>
              <p:nvPr/>
            </p:nvSpPr>
            <p:spPr>
              <a:xfrm>
                <a:off x="360000" y="3960000"/>
                <a:ext cx="11765922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3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3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3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zh-CN" altLang="en-US" sz="23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2E79CBB-F66F-B6C0-21F1-1F9A5D05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60000"/>
                <a:ext cx="11765922" cy="446276"/>
              </a:xfrm>
              <a:prstGeom prst="rect">
                <a:avLst/>
              </a:prstGeom>
              <a:blipFill>
                <a:blip r:embed="rId4"/>
                <a:stretch>
                  <a:fillRect l="-52" t="-128767" b="-194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F29D302-1873-8178-15D3-28D014BDF41F}"/>
                  </a:ext>
                </a:extLst>
              </p:cNvPr>
              <p:cNvSpPr txBox="1"/>
              <p:nvPr/>
            </p:nvSpPr>
            <p:spPr>
              <a:xfrm>
                <a:off x="8136000" y="4428000"/>
                <a:ext cx="3683129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3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en-US" altLang="zh-CN" sz="23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zh-CN" sz="23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3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表示所有最小项之和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F29D302-1873-8178-15D3-28D014BDF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000" y="4428000"/>
                <a:ext cx="3683129" cy="446276"/>
              </a:xfrm>
              <a:prstGeom prst="rect">
                <a:avLst/>
              </a:prstGeom>
              <a:blipFill>
                <a:blip r:embed="rId5"/>
                <a:stretch>
                  <a:fillRect t="-9459" r="-1159" b="-28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D159DAD-9D56-9DE4-3D6D-AEC2A95988AD}"/>
                  </a:ext>
                </a:extLst>
              </p:cNvPr>
              <p:cNvSpPr txBox="1"/>
              <p:nvPr/>
            </p:nvSpPr>
            <p:spPr>
              <a:xfrm>
                <a:off x="360000" y="4500000"/>
                <a:ext cx="7087036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e>
                        <m:sub>
                          <m:r>
                            <a:rPr lang="en-US" altLang="zh-CN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EI</m:t>
                      </m:r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3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D159DAD-9D56-9DE4-3D6D-AEC2A9598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00000"/>
                <a:ext cx="7087036" cy="446276"/>
              </a:xfrm>
              <a:prstGeom prst="rect">
                <a:avLst/>
              </a:prstGeom>
              <a:blipFill>
                <a:blip r:embed="rId6"/>
                <a:stretch>
                  <a:fillRect l="-86" b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2DF445E-C75C-131C-A5B3-08DBEE5ABDC4}"/>
                  </a:ext>
                </a:extLst>
              </p:cNvPr>
              <p:cNvSpPr txBox="1"/>
              <p:nvPr/>
            </p:nvSpPr>
            <p:spPr>
              <a:xfrm>
                <a:off x="360000" y="5580000"/>
                <a:ext cx="481489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e>
                        <m:sub>
                          <m:r>
                            <a:rPr lang="en-US" altLang="zh-CN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EI</m:t>
                      </m:r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3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2DF445E-C75C-131C-A5B3-08DBEE5AB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580000"/>
                <a:ext cx="4814891" cy="446276"/>
              </a:xfrm>
              <a:prstGeom prst="rect">
                <a:avLst/>
              </a:prstGeom>
              <a:blipFill>
                <a:blip r:embed="rId7"/>
                <a:stretch>
                  <a:fillRect l="-127" b="-1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8AACB8E-FE15-DF64-CCE9-A63655476EBF}"/>
                  </a:ext>
                </a:extLst>
              </p:cNvPr>
              <p:cNvSpPr txBox="1"/>
              <p:nvPr/>
            </p:nvSpPr>
            <p:spPr>
              <a:xfrm>
                <a:off x="360000" y="5907167"/>
                <a:ext cx="299680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23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3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8AACB8E-FE15-DF64-CCE9-A63655476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07167"/>
                <a:ext cx="299680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794270-2E7E-3D89-5BCA-8108CA95A1B2}"/>
                  </a:ext>
                </a:extLst>
              </p:cNvPr>
              <p:cNvSpPr txBox="1"/>
              <p:nvPr/>
            </p:nvSpPr>
            <p:spPr>
              <a:xfrm>
                <a:off x="360000" y="6228000"/>
                <a:ext cx="46357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3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3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3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3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794270-2E7E-3D89-5BCA-8108CA95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000"/>
                <a:ext cx="4635771" cy="461665"/>
              </a:xfrm>
              <a:prstGeom prst="rect">
                <a:avLst/>
              </a:prstGeom>
              <a:blipFill>
                <a:blip r:embed="rId9"/>
                <a:stretch>
                  <a:fillRect l="-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765CCC-76F2-4EA2-CBCC-1DC24673A527}"/>
                  </a:ext>
                </a:extLst>
              </p:cNvPr>
              <p:cNvSpPr txBox="1"/>
              <p:nvPr/>
            </p:nvSpPr>
            <p:spPr>
              <a:xfrm>
                <a:off x="360001" y="5040000"/>
                <a:ext cx="5508000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3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e>
                        <m:sub>
                          <m:r>
                            <a:rPr lang="en-US" altLang="zh-CN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EI</m:t>
                      </m:r>
                      <m:r>
                        <a:rPr lang="en-US" altLang="zh-CN" sz="23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3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3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3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3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3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3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1765CCC-76F2-4EA2-CBCC-1DC24673A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5040000"/>
                <a:ext cx="5508000" cy="446276"/>
              </a:xfrm>
              <a:prstGeom prst="rect">
                <a:avLst/>
              </a:prstGeom>
              <a:blipFill>
                <a:blip r:embed="rId10"/>
                <a:stretch>
                  <a:fillRect l="-111" b="-17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5911FA1-9A10-413C-976B-CE8FA3B2829A}"/>
                  </a:ext>
                </a:extLst>
              </p:cNvPr>
              <p:cNvSpPr txBox="1"/>
              <p:nvPr/>
            </p:nvSpPr>
            <p:spPr>
              <a:xfrm>
                <a:off x="5868000" y="5040000"/>
                <a:ext cx="259116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3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3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CN" altLang="en-US" sz="23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5911FA1-9A10-413C-976B-CE8FA3B28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5040000"/>
                <a:ext cx="2591162" cy="4624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8A7EED7C-D725-3365-28B4-3E7A58C1CBC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16FC19-3E67-727F-DF6D-844E562A1211}"/>
                  </a:ext>
                </a:extLst>
              </p:cNvPr>
              <p:cNvSpPr txBox="1"/>
              <p:nvPr/>
            </p:nvSpPr>
            <p:spPr>
              <a:xfrm>
                <a:off x="360000" y="3960000"/>
                <a:ext cx="11647599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3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3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3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3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3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3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3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3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3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23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3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3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3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3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zh-CN" altLang="en-US" sz="23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16FC19-3E67-727F-DF6D-844E562A1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60000"/>
                <a:ext cx="11647599" cy="446276"/>
              </a:xfrm>
              <a:prstGeom prst="rect">
                <a:avLst/>
              </a:prstGeom>
              <a:blipFill>
                <a:blip r:embed="rId12"/>
                <a:stretch>
                  <a:fillRect l="-52" t="-128767" b="-194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49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30" grpId="0"/>
      <p:bldP spid="31" grpId="0" build="allAtOnce"/>
      <p:bldP spid="32" grpId="0"/>
      <p:bldP spid="35" grpId="0"/>
      <p:bldP spid="36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EFDB8-049B-6565-9A25-4FA1FE5B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2CE08A3-3A11-DC97-659F-247ABA3B37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353919"/>
                  </p:ext>
                </p:extLst>
              </p:nvPr>
            </p:nvGraphicFramePr>
            <p:xfrm>
              <a:off x="878837" y="1548000"/>
              <a:ext cx="10434326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52527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52527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EI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G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EO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254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800" dirty="0" smtClean="0"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2CE08A3-3A11-DC97-659F-247ABA3B37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353919"/>
                  </p:ext>
                </p:extLst>
              </p:nvPr>
            </p:nvGraphicFramePr>
            <p:xfrm>
              <a:off x="878837" y="1548000"/>
              <a:ext cx="10434326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96240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7692" r="-130327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107692" r="-1192683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107692" r="-11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107692" r="-10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107692" r="-90245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107692" r="-795122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107692" r="-70163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107692" r="-601639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07692" r="-496748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2459" t="-107692" r="-4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59" t="-107692" r="-3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02459" t="-107692" r="-200820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92683" t="-107692" r="-99187" b="-9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03279" t="-107692" b="-94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225000" r="-1192683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225000" r="-11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225000" r="-10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225000" r="-90245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225000" r="-795122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225000" r="-70163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225000" r="-601639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225000" r="-496748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425000" r="-11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425000" r="-10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425000" r="-90245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425000" r="-795122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425000" r="-70163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425000" r="-601639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425000" r="-496748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516393" r="-11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516393" r="-10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516393" r="-90245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516393" r="-795122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516393" r="-70163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516393" r="-60163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516393" r="-496748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626667" r="-100245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626667" r="-90245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626667" r="-795122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626667" r="-70163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626667" r="-60163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626667" r="-496748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820" t="-726667" r="-90245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726667" r="-79512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726667" r="-7016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726667" r="-6016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726667" r="-49674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6748" t="-826667" r="-795122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826667" r="-70163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826667" r="-60163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826667" r="-496748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926667" r="-7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1639" t="-926667" r="-6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926667" r="-49674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026667" r="-49674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5122" t="-1126667" r="-49674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94B8D2D-D3C2-9E78-973A-36FD6F0FF3A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A1B1333-CBB4-F66A-1829-AD8ABF5911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2DEC78D3-095A-8313-BCC6-7621EBD70A5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021F8DB6-BE8D-6F3E-EAD4-E9707107E08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C850CC83-2DEF-0E66-F52B-A2E9EBA12F8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B82180-3E04-0636-EBDB-34FB05A0026B}"/>
              </a:ext>
            </a:extLst>
          </p:cNvPr>
          <p:cNvCxnSpPr/>
          <p:nvPr/>
        </p:nvCxnSpPr>
        <p:spPr>
          <a:xfrm>
            <a:off x="878400" y="1548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D84D182-DC85-968F-4077-E3DA86553FC8}"/>
              </a:ext>
            </a:extLst>
          </p:cNvPr>
          <p:cNvCxnSpPr/>
          <p:nvPr/>
        </p:nvCxnSpPr>
        <p:spPr>
          <a:xfrm>
            <a:off x="878400" y="1944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11EEA5-6DCE-89ED-959B-D520CCA9FBCC}"/>
              </a:ext>
            </a:extLst>
          </p:cNvPr>
          <p:cNvCxnSpPr/>
          <p:nvPr/>
        </p:nvCxnSpPr>
        <p:spPr>
          <a:xfrm>
            <a:off x="878400" y="5999044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F378704-08F5-94FB-404D-0362184BABE5}"/>
              </a:ext>
            </a:extLst>
          </p:cNvPr>
          <p:cNvCxnSpPr>
            <a:cxnSpLocks/>
          </p:cNvCxnSpPr>
          <p:nvPr/>
        </p:nvCxnSpPr>
        <p:spPr>
          <a:xfrm flipV="1">
            <a:off x="7585200" y="1559859"/>
            <a:ext cx="0" cy="44521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CD68DE4-BEED-7FAD-E9D0-50A3066E4163}"/>
              </a:ext>
            </a:extLst>
          </p:cNvPr>
          <p:cNvCxnSpPr/>
          <p:nvPr/>
        </p:nvCxnSpPr>
        <p:spPr>
          <a:xfrm>
            <a:off x="878400" y="2340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B56790B-4B9C-60D3-7FD0-1435ED3DD0DA}"/>
              </a:ext>
            </a:extLst>
          </p:cNvPr>
          <p:cNvSpPr txBox="1"/>
          <p:nvPr/>
        </p:nvSpPr>
        <p:spPr>
          <a:xfrm>
            <a:off x="360000" y="720000"/>
            <a:ext cx="7607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线优先编码器（高电平有效）真值表：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B860033-AF5D-34EA-F551-9D42FB3047D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798E90-D1F6-6B9D-962A-DD530D568F35}"/>
              </a:ext>
            </a:extLst>
          </p:cNvPr>
          <p:cNvSpPr/>
          <p:nvPr/>
        </p:nvSpPr>
        <p:spPr>
          <a:xfrm>
            <a:off x="802800" y="2370070"/>
            <a:ext cx="6858554" cy="6259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3C961-6F9E-A649-275F-0DA09BF759B1}"/>
              </a:ext>
            </a:extLst>
          </p:cNvPr>
          <p:cNvSpPr/>
          <p:nvPr/>
        </p:nvSpPr>
        <p:spPr>
          <a:xfrm>
            <a:off x="9806151" y="2370070"/>
            <a:ext cx="777765" cy="625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3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5E479F6-7981-65DA-2E97-F48FF51AF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6292397"/>
                  </p:ext>
                </p:extLst>
              </p:nvPr>
            </p:nvGraphicFramePr>
            <p:xfrm>
              <a:off x="878837" y="1548000"/>
              <a:ext cx="7744463" cy="152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1036682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</a:tblGrid>
                  <a:tr h="332642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6036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EI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G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326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5E479F6-7981-65DA-2E97-F48FF51AF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6292397"/>
                  </p:ext>
                </p:extLst>
              </p:nvPr>
            </p:nvGraphicFramePr>
            <p:xfrm>
              <a:off x="878837" y="1548000"/>
              <a:ext cx="7744463" cy="152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1036682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</a:tblGrid>
                  <a:tr h="396240"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29706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061" r="-941803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106061" r="-834146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106061" r="-740984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106061" r="-640984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561" t="-106061" r="-535772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639" t="-106061" r="-440164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106061" r="-340164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5935" t="-106061" r="-237398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02459" t="-106061" r="-139344" b="-2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47647" t="-106061" b="-20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87" t="-226667" r="-83414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20" t="-226667" r="-74098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20" t="-226667" r="-64098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561" t="-226667" r="-53577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639" t="-226667" r="-44016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1639" t="-226667" r="-34016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5935" t="-226667" r="-23739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02459" t="-226667" r="-13934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F978C13-02DC-1B83-C41F-130B998C1EA0}"/>
              </a:ext>
            </a:extLst>
          </p:cNvPr>
          <p:cNvCxnSpPr>
            <a:cxnSpLocks/>
          </p:cNvCxnSpPr>
          <p:nvPr/>
        </p:nvCxnSpPr>
        <p:spPr>
          <a:xfrm>
            <a:off x="878837" y="1548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4A8FBDB-D2EB-CAD9-225E-22DE566F7E73}"/>
              </a:ext>
            </a:extLst>
          </p:cNvPr>
          <p:cNvCxnSpPr>
            <a:cxnSpLocks/>
          </p:cNvCxnSpPr>
          <p:nvPr/>
        </p:nvCxnSpPr>
        <p:spPr>
          <a:xfrm>
            <a:off x="878837" y="1944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30B1A1E-3884-1ABA-688A-B030E0C276E1}"/>
              </a:ext>
            </a:extLst>
          </p:cNvPr>
          <p:cNvCxnSpPr>
            <a:cxnSpLocks/>
          </p:cNvCxnSpPr>
          <p:nvPr/>
        </p:nvCxnSpPr>
        <p:spPr>
          <a:xfrm>
            <a:off x="878400" y="3072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22488C1-4D10-41CA-AF71-3BD162D21393}"/>
              </a:ext>
            </a:extLst>
          </p:cNvPr>
          <p:cNvCxnSpPr>
            <a:cxnSpLocks/>
          </p:cNvCxnSpPr>
          <p:nvPr/>
        </p:nvCxnSpPr>
        <p:spPr>
          <a:xfrm flipV="1">
            <a:off x="7585342" y="1548000"/>
            <a:ext cx="0" cy="15368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C9298E8-6B7C-EBC9-00A1-066126650788}"/>
              </a:ext>
            </a:extLst>
          </p:cNvPr>
          <p:cNvCxnSpPr>
            <a:cxnSpLocks/>
          </p:cNvCxnSpPr>
          <p:nvPr/>
        </p:nvCxnSpPr>
        <p:spPr>
          <a:xfrm>
            <a:off x="878837" y="2340000"/>
            <a:ext cx="774446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64CB1B05-5AA0-3BEF-C096-4B815D92EF4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C5055EE-1DCA-539D-2DAF-3AA6D3BEC46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B38C79C-C71A-46E2-124B-E0AE19537E0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6" name="箭头: 五边形 15">
                <a:extLst>
                  <a:ext uri="{FF2B5EF4-FFF2-40B4-BE49-F238E27FC236}">
                    <a16:creationId xmlns:a16="http://schemas.microsoft.com/office/drawing/2014/main" id="{C5D8172A-5588-1201-550D-64CA6F219E5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箭头: V 形 16">
                <a:extLst>
                  <a:ext uri="{FF2B5EF4-FFF2-40B4-BE49-F238E27FC236}">
                    <a16:creationId xmlns:a16="http://schemas.microsoft.com/office/drawing/2014/main" id="{7CA5DB68-8773-ACC3-94ED-F23B4EF6E18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灯片编号占位符 3">
              <a:extLst>
                <a:ext uri="{FF2B5EF4-FFF2-40B4-BE49-F238E27FC236}">
                  <a16:creationId xmlns:a16="http://schemas.microsoft.com/office/drawing/2014/main" id="{FF814337-5185-8392-184E-607F6E34C28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DF7F05-C19D-26F0-ED04-E27850268AC2}"/>
                  </a:ext>
                </a:extLst>
              </p:cNvPr>
              <p:cNvSpPr txBox="1"/>
              <p:nvPr/>
            </p:nvSpPr>
            <p:spPr>
              <a:xfrm>
                <a:off x="720000" y="3600000"/>
                <a:ext cx="5895545" cy="509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GS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EI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EI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DF7F05-C19D-26F0-ED04-E27850268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600000"/>
                <a:ext cx="5895545" cy="509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EB5ACF1-5174-1818-653D-24952FE9B18D}"/>
                  </a:ext>
                </a:extLst>
              </p:cNvPr>
              <p:cNvSpPr txBox="1"/>
              <p:nvPr/>
            </p:nvSpPr>
            <p:spPr>
              <a:xfrm>
                <a:off x="720000" y="5040000"/>
                <a:ext cx="71216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GS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EI</m:t>
                      </m:r>
                      <m: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EI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EB5ACF1-5174-1818-653D-24952FE9B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5040000"/>
                <a:ext cx="7121671" cy="461665"/>
              </a:xfrm>
              <a:prstGeom prst="rect">
                <a:avLst/>
              </a:prstGeom>
              <a:blipFill>
                <a:blip r:embed="rId4"/>
                <a:stretch>
                  <a:fillRect l="-171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5357ABA-7853-DE4B-673F-29ACCA60EBBE}"/>
                  </a:ext>
                </a:extLst>
              </p:cNvPr>
              <p:cNvSpPr txBox="1"/>
              <p:nvPr/>
            </p:nvSpPr>
            <p:spPr>
              <a:xfrm>
                <a:off x="720000" y="4320000"/>
                <a:ext cx="6100117" cy="51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GS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EI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EI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5357ABA-7853-DE4B-673F-29ACCA60E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320000"/>
                <a:ext cx="6100117" cy="5191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A030E9F-8E54-1D0A-FFC1-10241928560A}"/>
                  </a:ext>
                </a:extLst>
              </p:cNvPr>
              <p:cNvSpPr txBox="1"/>
              <p:nvPr/>
            </p:nvSpPr>
            <p:spPr>
              <a:xfrm>
                <a:off x="720000" y="5760000"/>
                <a:ext cx="69646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A030E9F-8E54-1D0A-FFC1-102419285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5760000"/>
                <a:ext cx="6964655" cy="461665"/>
              </a:xfrm>
              <a:prstGeom prst="rect">
                <a:avLst/>
              </a:prstGeom>
              <a:blipFill>
                <a:blip r:embed="rId6"/>
                <a:stretch>
                  <a:fillRect l="-175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F6A688-425B-E0F4-6505-6267242CAE8C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11476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3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线优先编码器（高电平有效）部分真值表（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的部分）：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F6A688-425B-E0F4-6505-6267242CA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11476529" cy="523220"/>
              </a:xfrm>
              <a:prstGeom prst="rect">
                <a:avLst/>
              </a:prstGeom>
              <a:blipFill>
                <a:blip r:embed="rId7"/>
                <a:stretch>
                  <a:fillRect l="-1062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03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C50941D-A4BE-70E8-C2F0-B2F3CD288A3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9C1DEA1-9452-3B07-75D3-58D51BDB0B9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E9E8BBB6-681C-2E9A-BDE6-1960AA885CA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3F421176-E332-ECE2-74F9-2EE6C852286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89A3B64-4445-36CD-1BB5-EDBDC43282C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12AE7BD1-D2E8-93CB-2615-72A1ACE2F420}"/>
              </a:ext>
            </a:extLst>
          </p:cNvPr>
          <p:cNvSpPr txBox="1"/>
          <p:nvPr/>
        </p:nvSpPr>
        <p:spPr>
          <a:xfrm>
            <a:off x="360000" y="720000"/>
            <a:ext cx="9027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线优先编码器（高电平有效）逻辑式：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D4F1754-7071-7460-05D4-4356E6DE535C}"/>
                  </a:ext>
                </a:extLst>
              </p:cNvPr>
              <p:cNvSpPr txBox="1"/>
              <p:nvPr/>
            </p:nvSpPr>
            <p:spPr>
              <a:xfrm>
                <a:off x="360000" y="1656000"/>
                <a:ext cx="53937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D4F1754-7071-7460-05D4-4356E6DE5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656000"/>
                <a:ext cx="53937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CA117FA-0F29-04F9-C99F-5D9A80CF16F7}"/>
                  </a:ext>
                </a:extLst>
              </p:cNvPr>
              <p:cNvSpPr txBox="1"/>
              <p:nvPr/>
            </p:nvSpPr>
            <p:spPr>
              <a:xfrm>
                <a:off x="360000" y="2376000"/>
                <a:ext cx="65967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CA117FA-0F29-04F9-C99F-5D9A80CF1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76000"/>
                <a:ext cx="6596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1B9665D-2C09-C6E3-3ACF-094D2EC2B65B}"/>
                  </a:ext>
                </a:extLst>
              </p:cNvPr>
              <p:cNvSpPr txBox="1"/>
              <p:nvPr/>
            </p:nvSpPr>
            <p:spPr>
              <a:xfrm>
                <a:off x="360000" y="3096000"/>
                <a:ext cx="73998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1B9665D-2C09-C6E3-3ACF-094D2EC2B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096000"/>
                <a:ext cx="73998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330E92A-A353-2A01-1A53-CF17ABD0B3CF}"/>
                  </a:ext>
                </a:extLst>
              </p:cNvPr>
              <p:cNvSpPr txBox="1"/>
              <p:nvPr/>
            </p:nvSpPr>
            <p:spPr>
              <a:xfrm>
                <a:off x="359999" y="3816000"/>
                <a:ext cx="59391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EO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330E92A-A353-2A01-1A53-CF17ABD0B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3816000"/>
                <a:ext cx="593919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3636C8D-869C-B5B1-4523-052DE54C54A6}"/>
                  </a:ext>
                </a:extLst>
              </p:cNvPr>
              <p:cNvSpPr txBox="1"/>
              <p:nvPr/>
            </p:nvSpPr>
            <p:spPr>
              <a:xfrm>
                <a:off x="360000" y="4536000"/>
                <a:ext cx="71623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EI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3636C8D-869C-B5B1-4523-052DE54C5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36000"/>
                <a:ext cx="71623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标题 1">
            <a:extLst>
              <a:ext uri="{FF2B5EF4-FFF2-40B4-BE49-F238E27FC236}">
                <a16:creationId xmlns:a16="http://schemas.microsoft.com/office/drawing/2014/main" id="{6A2CA333-C773-D60A-1DD5-F54C9EF5B4A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50CEF1A-6AAD-90A9-50A9-12C2DE46DE37}"/>
              </a:ext>
            </a:extLst>
          </p:cNvPr>
          <p:cNvGrpSpPr/>
          <p:nvPr/>
        </p:nvGrpSpPr>
        <p:grpSpPr>
          <a:xfrm>
            <a:off x="9172278" y="2307133"/>
            <a:ext cx="2961654" cy="3216806"/>
            <a:chOff x="9044406" y="2739427"/>
            <a:chExt cx="2961654" cy="321680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3A6C419-0197-BF05-B9BB-5F0CB722C1A8}"/>
                </a:ext>
              </a:extLst>
            </p:cNvPr>
            <p:cNvSpPr/>
            <p:nvPr/>
          </p:nvSpPr>
          <p:spPr>
            <a:xfrm>
              <a:off x="9363474" y="2747382"/>
              <a:ext cx="2318446" cy="3173602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B376D6D-B1E5-AA74-A902-4E0527D7E3E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2976270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D629C466-B363-7852-5D2F-F72C3584A8C6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308057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2BF146D7-5EF4-8637-3B9D-A27602A4D783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641496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A3B151A-DFD7-959F-2D72-3AD62FF2BDD4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3974935"/>
              <a:ext cx="31441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45C629A3-F4A4-8DEE-4E13-5CABC84FE3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306722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41187D2-3238-2DFF-F6D9-A0D049155325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638509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C6686D1-CEBC-9419-6EE1-29DE4AD70740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497194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B0FFCE4-18EC-C4E5-7A18-C0E6268FF89F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5305386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79AAD9F1-8D73-66C3-2417-2588FBCD218E}"/>
                </a:ext>
              </a:extLst>
            </p:cNvPr>
            <p:cNvCxnSpPr>
              <a:cxnSpLocks/>
            </p:cNvCxnSpPr>
            <p:nvPr/>
          </p:nvCxnSpPr>
          <p:spPr>
            <a:xfrm>
              <a:off x="9044406" y="5721373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75A754A-92DD-16DF-F2BB-2368F4EAD09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318344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DBDC048-958E-9579-FADD-625C4C33E69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3749714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BBB23DE-BCB7-704E-AE8E-037A71491FB0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460521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D88DBA9-3F05-65DF-21F1-FE0E24144C1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505449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D0F353E-87CC-4BE9-9106-AA5DA68D567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1128" y="5503778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8491E877-D557-1784-62D0-529C71303C9F}"/>
                    </a:ext>
                  </a:extLst>
                </p:cNvPr>
                <p:cNvSpPr txBox="1"/>
                <p:nvPr/>
              </p:nvSpPr>
              <p:spPr>
                <a:xfrm>
                  <a:off x="9331877" y="273942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484BF3EE-3A4A-652D-1FB7-6CE396306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2739427"/>
                  <a:ext cx="50888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7ED1558-5ADC-BE24-8FEC-8F7E9E67AFC0}"/>
                    </a:ext>
                  </a:extLst>
                </p:cNvPr>
                <p:cNvSpPr txBox="1"/>
                <p:nvPr/>
              </p:nvSpPr>
              <p:spPr>
                <a:xfrm>
                  <a:off x="9331877" y="307805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E5BC493-5F62-24C9-41CD-85DBE1527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3078050"/>
                  <a:ext cx="508883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49275C7-4B49-0853-C3EE-25A597078524}"/>
                    </a:ext>
                  </a:extLst>
                </p:cNvPr>
                <p:cNvSpPr txBox="1"/>
                <p:nvPr/>
              </p:nvSpPr>
              <p:spPr>
                <a:xfrm>
                  <a:off x="9331877" y="341149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E91EB45E-019A-3FF5-8D87-96DC45D95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7" y="3411490"/>
                  <a:ext cx="508883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F51FCBE-274D-2154-2506-E1A2658ADB16}"/>
                    </a:ext>
                  </a:extLst>
                </p:cNvPr>
                <p:cNvSpPr txBox="1"/>
                <p:nvPr/>
              </p:nvSpPr>
              <p:spPr>
                <a:xfrm>
                  <a:off x="9332004" y="373801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0A100269-D6BF-4F6C-5376-068607D5A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004" y="3738018"/>
                  <a:ext cx="5088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4BAC49B-0F8F-5A99-3706-AB75CFDCB85E}"/>
                    </a:ext>
                  </a:extLst>
                </p:cNvPr>
                <p:cNvSpPr txBox="1"/>
                <p:nvPr/>
              </p:nvSpPr>
              <p:spPr>
                <a:xfrm>
                  <a:off x="9331876" y="407387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FF82CC18-6F81-E46F-24A4-9AF197D6A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6" y="4073877"/>
                  <a:ext cx="508883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F0BBBDA-A43E-9E21-228F-DC94967D5FBC}"/>
                    </a:ext>
                  </a:extLst>
                </p:cNvPr>
                <p:cNvSpPr txBox="1"/>
                <p:nvPr/>
              </p:nvSpPr>
              <p:spPr>
                <a:xfrm>
                  <a:off x="9330286" y="4410081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82151F43-4978-D8EE-244B-4CF3C759C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0286" y="4410081"/>
                  <a:ext cx="508883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AD8FA08-78A4-C512-F611-D4270C75FB9E}"/>
                    </a:ext>
                  </a:extLst>
                </p:cNvPr>
                <p:cNvSpPr txBox="1"/>
                <p:nvPr/>
              </p:nvSpPr>
              <p:spPr>
                <a:xfrm>
                  <a:off x="9332005" y="4736264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3AE2F114-DF31-D2D3-906A-CE195ED8E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005" y="4736264"/>
                  <a:ext cx="508883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5552395-2D67-3454-54EF-F9764C0411B7}"/>
                    </a:ext>
                  </a:extLst>
                </p:cNvPr>
                <p:cNvSpPr txBox="1"/>
                <p:nvPr/>
              </p:nvSpPr>
              <p:spPr>
                <a:xfrm>
                  <a:off x="9331876" y="5074552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A8D79427-FE92-26D9-7646-C729B0DE5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876" y="5074552"/>
                  <a:ext cx="508883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96FD330-D941-FAEA-78B9-A6B1ED7C6B91}"/>
                    </a:ext>
                  </a:extLst>
                </p:cNvPr>
                <p:cNvSpPr txBox="1"/>
                <p:nvPr/>
              </p:nvSpPr>
              <p:spPr>
                <a:xfrm>
                  <a:off x="11170202" y="295324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341F4F4-4399-E096-8929-A0D223875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2" y="2953247"/>
                  <a:ext cx="508883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3614" r="-132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CBC6A79-11CA-94EA-3B59-193212A31F2C}"/>
                    </a:ext>
                  </a:extLst>
                </p:cNvPr>
                <p:cNvSpPr txBox="1"/>
                <p:nvPr/>
              </p:nvSpPr>
              <p:spPr>
                <a:xfrm>
                  <a:off x="11170202" y="3521141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879DD60-0E1D-8C40-AF43-72266C9FC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2" y="3521141"/>
                  <a:ext cx="508883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3614" r="-60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0955C1F2-18C6-7739-3A48-7AA48A30BC41}"/>
                    </a:ext>
                  </a:extLst>
                </p:cNvPr>
                <p:cNvSpPr txBox="1"/>
                <p:nvPr/>
              </p:nvSpPr>
              <p:spPr>
                <a:xfrm>
                  <a:off x="11197992" y="436819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DF357A58-EAAD-50E6-60F1-1F58BDA0A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7992" y="4368193"/>
                  <a:ext cx="508883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CEBC44C-126A-6890-6F6D-54A42FC48593}"/>
                    </a:ext>
                  </a:extLst>
                </p:cNvPr>
                <p:cNvSpPr txBox="1"/>
                <p:nvPr/>
              </p:nvSpPr>
              <p:spPr>
                <a:xfrm>
                  <a:off x="11204506" y="4823665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9A8B318-F0A3-5B98-7A87-CED65032F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506" y="4823665"/>
                  <a:ext cx="508883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0C86CDE-5847-5ECA-5CF7-23020B2FA91F}"/>
                    </a:ext>
                  </a:extLst>
                </p:cNvPr>
                <p:cNvSpPr txBox="1"/>
                <p:nvPr/>
              </p:nvSpPr>
              <p:spPr>
                <a:xfrm>
                  <a:off x="11204377" y="525970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F4B8034F-D43C-0E22-01CF-73DA08E12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377" y="5259708"/>
                  <a:ext cx="508883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10668BC-2401-3A8E-CB06-A7D1E712DF85}"/>
                    </a:ext>
                  </a:extLst>
                </p:cNvPr>
                <p:cNvSpPr txBox="1"/>
                <p:nvPr/>
              </p:nvSpPr>
              <p:spPr>
                <a:xfrm>
                  <a:off x="9332415" y="549456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94771C8-5EEB-80ED-17D2-6552CA8E6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415" y="5494568"/>
                  <a:ext cx="508883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Line 30">
            <a:extLst>
              <a:ext uri="{FF2B5EF4-FFF2-40B4-BE49-F238E27FC236}">
                <a16:creationId xmlns:a16="http://schemas.microsoft.com/office/drawing/2014/main" id="{2EDF08A3-9D9C-4421-9DEE-50408D642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33544" y="2520952"/>
            <a:ext cx="0" cy="235213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F49BA206-911F-F8C5-C3C1-6AE166190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335" y="2004860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</a:p>
        </p:txBody>
      </p:sp>
      <p:sp>
        <p:nvSpPr>
          <p:cNvPr id="81" name="Text Box 32">
            <a:extLst>
              <a:ext uri="{FF2B5EF4-FFF2-40B4-BE49-F238E27FC236}">
                <a16:creationId xmlns:a16="http://schemas.microsoft.com/office/drawing/2014/main" id="{7C17FAFB-CA9A-7179-AB1E-8BA5FE61B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094" y="2459272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23436769-2881-CCE2-4946-F6C1759A8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094" y="4599022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</a:p>
        </p:txBody>
      </p:sp>
    </p:spTree>
    <p:extLst>
      <p:ext uri="{BB962C8B-B14F-4D97-AF65-F5344CB8AC3E}">
        <p14:creationId xmlns:p14="http://schemas.microsoft.com/office/powerpoint/2010/main" val="2601813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8B96-CFBE-3AD4-C05D-833B787F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8ED9E4-F1EA-36F4-1E02-20BF580DD39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D391396-C2F8-0F2E-A960-E5186C7E8EA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59BF58A-C77D-966A-1BBD-BA4B72F31F8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978D24B8-577C-F932-55B5-CE118D7F4B7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1E1A67B-A208-6E37-4CDB-0A680C5AF31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408F2E-1E81-F21D-A8AB-F8F787339663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7680205" cy="3911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3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线优先编码器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74x148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：输入端，优先级按顺序，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最高，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最低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：二进制码输出端，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为最高位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EI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：使能输入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EO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：使能输出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2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有效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无效输出表示信号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5408F2E-1E81-F21D-A8AB-F8F78733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7680205" cy="3911392"/>
              </a:xfrm>
              <a:prstGeom prst="rect">
                <a:avLst/>
              </a:prstGeom>
              <a:blipFill>
                <a:blip r:embed="rId2"/>
                <a:stretch>
                  <a:fillRect l="-1587" t="-1558" r="-4127" b="-2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标题 1">
            <a:extLst>
              <a:ext uri="{FF2B5EF4-FFF2-40B4-BE49-F238E27FC236}">
                <a16:creationId xmlns:a16="http://schemas.microsoft.com/office/drawing/2014/main" id="{573DBAAE-B862-BF45-BFE0-CC079A9D747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938D8F1-1CA9-FCB5-20F8-0B095545EA30}"/>
              </a:ext>
            </a:extLst>
          </p:cNvPr>
          <p:cNvGrpSpPr/>
          <p:nvPr/>
        </p:nvGrpSpPr>
        <p:grpSpPr>
          <a:xfrm>
            <a:off x="8136000" y="1548000"/>
            <a:ext cx="4026563" cy="4023329"/>
            <a:chOff x="5761275" y="1660018"/>
            <a:chExt cx="4026563" cy="4023329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4657B6C-6488-0BDB-47B9-7659E8EDC6FE}"/>
                </a:ext>
              </a:extLst>
            </p:cNvPr>
            <p:cNvSpPr/>
            <p:nvPr/>
          </p:nvSpPr>
          <p:spPr>
            <a:xfrm>
              <a:off x="6582690" y="1669967"/>
              <a:ext cx="2318446" cy="3969293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74x148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FA777EF-2E0E-4E4F-1D01-283D898FC477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1956243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DD63DE6-C745-911A-83B3-1FC1D4CF1A0F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2371216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EFA6FC2-8DE1-A475-0D77-8144FE3C0E1D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2788255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E375905-F916-AEBA-3629-7A2155330035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3205295"/>
              <a:ext cx="31441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11A8D47-A201-8F05-B18B-A6079BB4AEAC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362026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3A13BB9-9C36-A361-E30B-8B32850D1FB1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035241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261DBF9-F91A-4CBD-3D09-18F407F1A23E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452280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6F2B9EA-9ADF-4C13-43CF-3C7CC0F40128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869319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B9C9058E-E382-0D9E-BF39-6CA1506B7A77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5389603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DEB9973E-00C5-7043-E285-640BDB15A2BC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2215365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0A732A7-E086-A21B-10AF-46720487E1B7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2923606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2DDCAAE-560E-E367-3CD0-E07D4F2C6C39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3993603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990CDBF-AD16-670D-209F-1AB0576F0293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4555527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850D2347-EFE1-735C-A586-24B5707F2C41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5117452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1592380-8F4D-368E-57FD-94E716A4CABD}"/>
                    </a:ext>
                  </a:extLst>
                </p:cNvPr>
                <p:cNvSpPr txBox="1"/>
                <p:nvPr/>
              </p:nvSpPr>
              <p:spPr>
                <a:xfrm>
                  <a:off x="6551093" y="1660018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1592380-8F4D-368E-57FD-94E716A4C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1660018"/>
                  <a:ext cx="508883" cy="5774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3D624F6-57A8-5427-25A3-24B8EEBD1160}"/>
                    </a:ext>
                  </a:extLst>
                </p:cNvPr>
                <p:cNvSpPr txBox="1"/>
                <p:nvPr/>
              </p:nvSpPr>
              <p:spPr>
                <a:xfrm>
                  <a:off x="6551093" y="208354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3D624F6-57A8-5427-25A3-24B8EEBD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2083541"/>
                  <a:ext cx="508883" cy="5774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9924302-D7C3-076D-92C3-F4BEA0BDD407}"/>
                    </a:ext>
                  </a:extLst>
                </p:cNvPr>
                <p:cNvSpPr txBox="1"/>
                <p:nvPr/>
              </p:nvSpPr>
              <p:spPr>
                <a:xfrm>
                  <a:off x="6551093" y="2500582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9924302-D7C3-076D-92C3-F4BEA0BDD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2500582"/>
                  <a:ext cx="508883" cy="57741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AE2B969-287C-6472-48A1-49F89F207F58}"/>
                    </a:ext>
                  </a:extLst>
                </p:cNvPr>
                <p:cNvSpPr txBox="1"/>
                <p:nvPr/>
              </p:nvSpPr>
              <p:spPr>
                <a:xfrm>
                  <a:off x="6551220" y="2908977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AE2B969-287C-6472-48A1-49F89F207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220" y="2908977"/>
                  <a:ext cx="508883" cy="5774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655773E-C793-1F76-D5DF-4C017D692BE7}"/>
                    </a:ext>
                  </a:extLst>
                </p:cNvPr>
                <p:cNvSpPr txBox="1"/>
                <p:nvPr/>
              </p:nvSpPr>
              <p:spPr>
                <a:xfrm>
                  <a:off x="6551092" y="3329044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655773E-C793-1F76-D5DF-4C017D692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2" y="3329044"/>
                  <a:ext cx="508883" cy="57741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EF8BAFE8-C90C-D8F4-DF02-9CB35FF3CFD9}"/>
                    </a:ext>
                  </a:extLst>
                </p:cNvPr>
                <p:cNvSpPr txBox="1"/>
                <p:nvPr/>
              </p:nvSpPr>
              <p:spPr>
                <a:xfrm>
                  <a:off x="6549502" y="374954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EF8BAFE8-C90C-D8F4-DF02-9CB35FF3C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9502" y="3749541"/>
                  <a:ext cx="508883" cy="57741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E364A9C-9D6D-F719-6333-8FD8D76670F3}"/>
                    </a:ext>
                  </a:extLst>
                </p:cNvPr>
                <p:cNvSpPr txBox="1"/>
                <p:nvPr/>
              </p:nvSpPr>
              <p:spPr>
                <a:xfrm>
                  <a:off x="6551221" y="4157505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E364A9C-9D6D-F719-6333-8FD8D7667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221" y="4157505"/>
                  <a:ext cx="508883" cy="57741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4FECD47-4F9A-ACAB-232A-9D96591A597A}"/>
                    </a:ext>
                  </a:extLst>
                </p:cNvPr>
                <p:cNvSpPr txBox="1"/>
                <p:nvPr/>
              </p:nvSpPr>
              <p:spPr>
                <a:xfrm>
                  <a:off x="6551092" y="4580609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4FECD47-4F9A-ACAB-232A-9D96591A5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2" y="4580609"/>
                  <a:ext cx="508883" cy="57741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B5BEF01-DFE6-E2BF-5143-590E715AD380}"/>
                    </a:ext>
                  </a:extLst>
                </p:cNvPr>
                <p:cNvSpPr txBox="1"/>
                <p:nvPr/>
              </p:nvSpPr>
              <p:spPr>
                <a:xfrm>
                  <a:off x="8389418" y="1927447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B5BEF01-DFE6-E2BF-5143-590E715AD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418" y="1927447"/>
                  <a:ext cx="508883" cy="577414"/>
                </a:xfrm>
                <a:prstGeom prst="rect">
                  <a:avLst/>
                </a:prstGeom>
                <a:blipFill>
                  <a:blip r:embed="rId11"/>
                  <a:stretch>
                    <a:fillRect l="-2381" r="-13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98EED8D-1857-B0B2-3924-3DF18EA9BD5C}"/>
                    </a:ext>
                  </a:extLst>
                </p:cNvPr>
                <p:cNvSpPr txBox="1"/>
                <p:nvPr/>
              </p:nvSpPr>
              <p:spPr>
                <a:xfrm>
                  <a:off x="8389418" y="2637725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98EED8D-1857-B0B2-3924-3DF18EA9B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418" y="2637725"/>
                  <a:ext cx="508883" cy="577414"/>
                </a:xfrm>
                <a:prstGeom prst="rect">
                  <a:avLst/>
                </a:prstGeom>
                <a:blipFill>
                  <a:blip r:embed="rId12"/>
                  <a:stretch>
                    <a:fillRect l="-2381" r="-5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209D3E8-736D-9B93-F474-8CB5A75F28C7}"/>
                    </a:ext>
                  </a:extLst>
                </p:cNvPr>
                <p:cNvSpPr txBox="1"/>
                <p:nvPr/>
              </p:nvSpPr>
              <p:spPr>
                <a:xfrm>
                  <a:off x="8417208" y="369715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209D3E8-736D-9B93-F474-8CB5A75F2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08" y="3697151"/>
                  <a:ext cx="508883" cy="5774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7E3F24E8-26C3-A3F6-C2E1-D39FA29C482E}"/>
                    </a:ext>
                  </a:extLst>
                </p:cNvPr>
                <p:cNvSpPr txBox="1"/>
                <p:nvPr/>
              </p:nvSpPr>
              <p:spPr>
                <a:xfrm>
                  <a:off x="8423722" y="4266820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7E3F24E8-26C3-A3F6-C2E1-D39FA29C4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722" y="4266820"/>
                  <a:ext cx="508883" cy="57741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1B72772-C20E-C74D-A3BE-A5877C9364A7}"/>
                    </a:ext>
                  </a:extLst>
                </p:cNvPr>
                <p:cNvSpPr txBox="1"/>
                <p:nvPr/>
              </p:nvSpPr>
              <p:spPr>
                <a:xfrm>
                  <a:off x="8423593" y="4812188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1B72772-C20E-C74D-A3BE-A5877C936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593" y="4812188"/>
                  <a:ext cx="508883" cy="57741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71A6E19-BCEB-2F8D-1854-3FF310C84D33}"/>
                    </a:ext>
                  </a:extLst>
                </p:cNvPr>
                <p:cNvSpPr txBox="1"/>
                <p:nvPr/>
              </p:nvSpPr>
              <p:spPr>
                <a:xfrm>
                  <a:off x="6551631" y="5105933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71A6E19-BCEB-2F8D-1854-3FF310C84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631" y="5105933"/>
                  <a:ext cx="508883" cy="57741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0F5D66F-D6D5-FD17-773B-B3071418EF13}"/>
                </a:ext>
              </a:extLst>
            </p:cNvPr>
            <p:cNvSpPr/>
            <p:nvPr/>
          </p:nvSpPr>
          <p:spPr>
            <a:xfrm>
              <a:off x="6440311" y="5329309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5F8B17C-CB8C-5E82-E293-E6ACFD3C0E86}"/>
                </a:ext>
              </a:extLst>
            </p:cNvPr>
            <p:cNvSpPr/>
            <p:nvPr/>
          </p:nvSpPr>
          <p:spPr>
            <a:xfrm>
              <a:off x="6440311" y="4810105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313C50B-333E-CB88-15A0-FC29F092AE77}"/>
                </a:ext>
              </a:extLst>
            </p:cNvPr>
            <p:cNvSpPr/>
            <p:nvPr/>
          </p:nvSpPr>
          <p:spPr>
            <a:xfrm>
              <a:off x="6440182" y="4390689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284618D-4D09-B58E-861A-0EC883E97559}"/>
                </a:ext>
              </a:extLst>
            </p:cNvPr>
            <p:cNvSpPr/>
            <p:nvPr/>
          </p:nvSpPr>
          <p:spPr>
            <a:xfrm>
              <a:off x="6440182" y="3972092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EB602D8-3C73-13AA-231C-D1A1EDBA33E3}"/>
                </a:ext>
              </a:extLst>
            </p:cNvPr>
            <p:cNvSpPr/>
            <p:nvPr/>
          </p:nvSpPr>
          <p:spPr>
            <a:xfrm>
              <a:off x="6440182" y="3555971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86C5A2B-7152-26E3-4034-837E3E696F5E}"/>
                </a:ext>
              </a:extLst>
            </p:cNvPr>
            <p:cNvSpPr/>
            <p:nvPr/>
          </p:nvSpPr>
          <p:spPr>
            <a:xfrm>
              <a:off x="6440182" y="3145986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8B9BBF3-8188-5DE2-F7D4-15182DC875C0}"/>
                </a:ext>
              </a:extLst>
            </p:cNvPr>
            <p:cNvSpPr/>
            <p:nvPr/>
          </p:nvSpPr>
          <p:spPr>
            <a:xfrm>
              <a:off x="6440182" y="2729865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82BC8BA-F67C-EB45-EB34-C15E133A10C1}"/>
                </a:ext>
              </a:extLst>
            </p:cNvPr>
            <p:cNvSpPr/>
            <p:nvPr/>
          </p:nvSpPr>
          <p:spPr>
            <a:xfrm>
              <a:off x="6440182" y="2309798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1CC96DC-660A-81C8-B2AF-08250915F58A}"/>
                </a:ext>
              </a:extLst>
            </p:cNvPr>
            <p:cNvSpPr/>
            <p:nvPr/>
          </p:nvSpPr>
          <p:spPr>
            <a:xfrm>
              <a:off x="6440182" y="1895142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56A874C-EBAB-F468-317C-2C8EE9D45A15}"/>
                </a:ext>
              </a:extLst>
            </p:cNvPr>
            <p:cNvSpPr/>
            <p:nvPr/>
          </p:nvSpPr>
          <p:spPr>
            <a:xfrm>
              <a:off x="8920549" y="2154766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A42379D-8F11-0EB6-9AFC-F700F9537225}"/>
                </a:ext>
              </a:extLst>
            </p:cNvPr>
            <p:cNvSpPr/>
            <p:nvPr/>
          </p:nvSpPr>
          <p:spPr>
            <a:xfrm>
              <a:off x="8920549" y="2864397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BF00E82-CE11-971A-FF72-A3900C988440}"/>
                </a:ext>
              </a:extLst>
            </p:cNvPr>
            <p:cNvSpPr/>
            <p:nvPr/>
          </p:nvSpPr>
          <p:spPr>
            <a:xfrm>
              <a:off x="8919133" y="3934890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F2FEEA2-EBC7-E555-C78C-F0DFA8EE0830}"/>
                </a:ext>
              </a:extLst>
            </p:cNvPr>
            <p:cNvSpPr/>
            <p:nvPr/>
          </p:nvSpPr>
          <p:spPr>
            <a:xfrm>
              <a:off x="8919133" y="4496814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3E15C68-585B-9943-02AD-EDAA5A10F75B}"/>
                </a:ext>
              </a:extLst>
            </p:cNvPr>
            <p:cNvSpPr/>
            <p:nvPr/>
          </p:nvSpPr>
          <p:spPr>
            <a:xfrm>
              <a:off x="8926653" y="5058737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2EA321-34A8-7224-621A-3DE1DC436B41}"/>
                    </a:ext>
                  </a:extLst>
                </p:cNvPr>
                <p:cNvSpPr txBox="1"/>
                <p:nvPr/>
              </p:nvSpPr>
              <p:spPr>
                <a:xfrm>
                  <a:off x="5765924" y="172541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2EA321-34A8-7224-621A-3DE1DC436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5924" y="1725410"/>
                  <a:ext cx="558702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B4329AC-46A3-0332-0D81-7B47AE20A553}"/>
                    </a:ext>
                  </a:extLst>
                </p:cNvPr>
                <p:cNvSpPr txBox="1"/>
                <p:nvPr/>
              </p:nvSpPr>
              <p:spPr>
                <a:xfrm>
                  <a:off x="5769280" y="213158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B4329AC-46A3-0332-0D81-7B47AE20A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2131580"/>
                  <a:ext cx="558702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740D49E-EC74-CFEC-2370-33A88939EA73}"/>
                    </a:ext>
                  </a:extLst>
                </p:cNvPr>
                <p:cNvSpPr txBox="1"/>
                <p:nvPr/>
              </p:nvSpPr>
              <p:spPr>
                <a:xfrm>
                  <a:off x="5765924" y="255535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740D49E-EC74-CFEC-2370-33A88939E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5924" y="2555356"/>
                  <a:ext cx="558702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C70D237-B095-0A94-07A3-E6D42F50918B}"/>
                    </a:ext>
                  </a:extLst>
                </p:cNvPr>
                <p:cNvSpPr txBox="1"/>
                <p:nvPr/>
              </p:nvSpPr>
              <p:spPr>
                <a:xfrm>
                  <a:off x="5761275" y="2973865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C70D237-B095-0A94-07A3-E6D42F509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75" y="2973865"/>
                  <a:ext cx="558702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08CC5DD-4B7A-6751-BE48-5FFF5D35B4F0}"/>
                    </a:ext>
                  </a:extLst>
                </p:cNvPr>
                <p:cNvSpPr txBox="1"/>
                <p:nvPr/>
              </p:nvSpPr>
              <p:spPr>
                <a:xfrm>
                  <a:off x="5769280" y="3382421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08CC5DD-4B7A-6751-BE48-5FFF5D35B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3382421"/>
                  <a:ext cx="558702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142901-35E5-58AB-D92F-AF173B5D22C2}"/>
                    </a:ext>
                  </a:extLst>
                </p:cNvPr>
                <p:cNvSpPr txBox="1"/>
                <p:nvPr/>
              </p:nvSpPr>
              <p:spPr>
                <a:xfrm>
                  <a:off x="5767561" y="379673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142901-35E5-58AB-D92F-AF173B5D2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561" y="3796736"/>
                  <a:ext cx="558702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7E06825-6F6A-5B40-75D6-C369127B8F61}"/>
                    </a:ext>
                  </a:extLst>
                </p:cNvPr>
                <p:cNvSpPr txBox="1"/>
                <p:nvPr/>
              </p:nvSpPr>
              <p:spPr>
                <a:xfrm>
                  <a:off x="5771986" y="4215379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7E06825-6F6A-5B40-75D6-C369127B8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1986" y="4215379"/>
                  <a:ext cx="558702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46117DA-DF68-87CF-E8F5-AAF1F4A67260}"/>
                    </a:ext>
                  </a:extLst>
                </p:cNvPr>
                <p:cNvSpPr txBox="1"/>
                <p:nvPr/>
              </p:nvSpPr>
              <p:spPr>
                <a:xfrm>
                  <a:off x="5769280" y="4632417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46117DA-DF68-87CF-E8F5-AAF1F4A67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4632417"/>
                  <a:ext cx="558702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ADB600D-5D05-5E32-72BF-3E3644B6D16A}"/>
                    </a:ext>
                  </a:extLst>
                </p:cNvPr>
                <p:cNvSpPr txBox="1"/>
                <p:nvPr/>
              </p:nvSpPr>
              <p:spPr>
                <a:xfrm>
                  <a:off x="5761275" y="5177595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EI</m:t>
                            </m:r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ADB600D-5D05-5E32-72BF-3E3644B6D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75" y="5177595"/>
                  <a:ext cx="558702" cy="46166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A88F89E-A4FA-D71C-BFD6-6AC46781122F}"/>
                    </a:ext>
                  </a:extLst>
                </p:cNvPr>
                <p:cNvSpPr txBox="1"/>
                <p:nvPr/>
              </p:nvSpPr>
              <p:spPr>
                <a:xfrm>
                  <a:off x="9225276" y="1965557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EO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A88F89E-A4FA-D71C-BFD6-6AC467811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1965557"/>
                  <a:ext cx="558702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2174" r="-32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16CE4F6-C31B-A4C5-1DE2-87D15DB108B0}"/>
                    </a:ext>
                  </a:extLst>
                </p:cNvPr>
                <p:cNvSpPr txBox="1"/>
                <p:nvPr/>
              </p:nvSpPr>
              <p:spPr>
                <a:xfrm>
                  <a:off x="9225276" y="269227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GS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16CE4F6-C31B-A4C5-1DE2-87D15DB10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2692276"/>
                  <a:ext cx="558702" cy="46166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DE4FBE4-6F85-0EA2-B629-0E91CA370F4D}"/>
                    </a:ext>
                  </a:extLst>
                </p:cNvPr>
                <p:cNvSpPr txBox="1"/>
                <p:nvPr/>
              </p:nvSpPr>
              <p:spPr>
                <a:xfrm>
                  <a:off x="9225276" y="3741259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DE4FBE4-6F85-0EA2-B629-0E91CA370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3741259"/>
                  <a:ext cx="558702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D60CF7B-D6D9-1DCA-070E-E58AF772187D}"/>
                    </a:ext>
                  </a:extLst>
                </p:cNvPr>
                <p:cNvSpPr txBox="1"/>
                <p:nvPr/>
              </p:nvSpPr>
              <p:spPr>
                <a:xfrm>
                  <a:off x="9225276" y="427728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D60CF7B-D6D9-1DCA-070E-E58AF7721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4277280"/>
                  <a:ext cx="558702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B6558AD-2319-C8C5-B9B1-07D0254CDA94}"/>
                    </a:ext>
                  </a:extLst>
                </p:cNvPr>
                <p:cNvSpPr txBox="1"/>
                <p:nvPr/>
              </p:nvSpPr>
              <p:spPr>
                <a:xfrm>
                  <a:off x="9229136" y="488661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B6558AD-2319-C8C5-B9B1-07D0254CD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9136" y="4886616"/>
                  <a:ext cx="558702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3377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B5C5-2832-24DF-6055-7F7119D9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D3BD32B-D57B-9259-D901-5043A6C4FEE3}"/>
              </a:ext>
            </a:extLst>
          </p:cNvPr>
          <p:cNvCxnSpPr>
            <a:cxnSpLocks/>
          </p:cNvCxnSpPr>
          <p:nvPr/>
        </p:nvCxnSpPr>
        <p:spPr>
          <a:xfrm>
            <a:off x="5087118" y="1440000"/>
            <a:ext cx="0" cy="46946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E3B98B8-42D5-CA8B-0FAE-ECA8419B17B8}"/>
              </a:ext>
            </a:extLst>
          </p:cNvPr>
          <p:cNvCxnSpPr>
            <a:cxnSpLocks/>
          </p:cNvCxnSpPr>
          <p:nvPr/>
        </p:nvCxnSpPr>
        <p:spPr>
          <a:xfrm>
            <a:off x="360000" y="6134945"/>
            <a:ext cx="75543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A725A9A-7D38-224E-D798-C279D5770427}"/>
              </a:ext>
            </a:extLst>
          </p:cNvPr>
          <p:cNvCxnSpPr>
            <a:cxnSpLocks/>
          </p:cNvCxnSpPr>
          <p:nvPr/>
        </p:nvCxnSpPr>
        <p:spPr>
          <a:xfrm>
            <a:off x="360000" y="1440000"/>
            <a:ext cx="75543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88CA11C-1E25-1856-971F-A5749A4F6E06}"/>
              </a:ext>
            </a:extLst>
          </p:cNvPr>
          <p:cNvCxnSpPr>
            <a:cxnSpLocks/>
          </p:cNvCxnSpPr>
          <p:nvPr/>
        </p:nvCxnSpPr>
        <p:spPr>
          <a:xfrm>
            <a:off x="360000" y="1866609"/>
            <a:ext cx="75543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6D5C8934-376A-8697-1C91-E41C9157DDC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0BFBCB1-6F1E-7C44-F007-1CE77E0C257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DFEAC58C-26B5-4512-BB12-F25F121BD98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D61BF83-8FA5-E55B-319C-C1A0BE83575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B1C0F4E-964A-8F97-7536-D45E0D01070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FC205C44-7367-8992-E24F-914922D45765}"/>
              </a:ext>
            </a:extLst>
          </p:cNvPr>
          <p:cNvSpPr txBox="1"/>
          <p:nvPr/>
        </p:nvSpPr>
        <p:spPr>
          <a:xfrm>
            <a:off x="360000" y="720000"/>
            <a:ext cx="8891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74x148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（低电平有效）：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E862A17C-1DB6-7C27-C873-70D25306677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3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F9FD786-6AE1-4537-1185-39BA1A5CA769}"/>
              </a:ext>
            </a:extLst>
          </p:cNvPr>
          <p:cNvGrpSpPr/>
          <p:nvPr/>
        </p:nvGrpSpPr>
        <p:grpSpPr>
          <a:xfrm>
            <a:off x="8136000" y="1548000"/>
            <a:ext cx="4026563" cy="4023329"/>
            <a:chOff x="5761275" y="1660018"/>
            <a:chExt cx="4026563" cy="4023329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D84A666-5B83-C985-B061-440D9E9DD289}"/>
                </a:ext>
              </a:extLst>
            </p:cNvPr>
            <p:cNvSpPr/>
            <p:nvPr/>
          </p:nvSpPr>
          <p:spPr>
            <a:xfrm>
              <a:off x="6582690" y="1669967"/>
              <a:ext cx="2318446" cy="3969293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74x148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5030445-E075-11F0-64FF-B6361F43D87D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1956243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95782E9-8523-84F7-32F8-CF7CB446BBEC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2371216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5642C85-B3A7-7917-E59F-67FFAF8AAF45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2788255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010F58C-D06C-5F90-81E4-C57AC336BBAA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3205295"/>
              <a:ext cx="31441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90BBA954-1D2B-827A-EC4C-2A119A90942C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362026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11B60D4-4DE2-50C2-8D85-6721F53A0C51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035241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D16DBF2-4218-9016-056F-FF8177F91746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452280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EC27C33-A2BF-B2FF-AF5D-1075E9C3A077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4869319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6659A57-BAB1-E374-4C3F-3730A822A2DA}"/>
                </a:ext>
              </a:extLst>
            </p:cNvPr>
            <p:cNvCxnSpPr>
              <a:cxnSpLocks/>
            </p:cNvCxnSpPr>
            <p:nvPr/>
          </p:nvCxnSpPr>
          <p:spPr>
            <a:xfrm>
              <a:off x="6263622" y="5389603"/>
              <a:ext cx="314419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8EF0C12-1DE4-9222-2090-1769FCA3B8C2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2215365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7EAC2F22-B142-61DD-1E96-97BC818794F1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2923606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C248195-BD41-1F89-A195-FFDFDBBD6347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3993603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FBCD65C-63BE-CF73-9C3C-F12FAA6438DA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4555527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E526345A-B0A6-B740-29EE-3316673E2A63}"/>
                </a:ext>
              </a:extLst>
            </p:cNvPr>
            <p:cNvCxnSpPr>
              <a:cxnSpLocks/>
            </p:cNvCxnSpPr>
            <p:nvPr/>
          </p:nvCxnSpPr>
          <p:spPr>
            <a:xfrm>
              <a:off x="8910344" y="5117452"/>
              <a:ext cx="3149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AF50602-3B96-E34B-74D9-954EF3C98B8D}"/>
                    </a:ext>
                  </a:extLst>
                </p:cNvPr>
                <p:cNvSpPr txBox="1"/>
                <p:nvPr/>
              </p:nvSpPr>
              <p:spPr>
                <a:xfrm>
                  <a:off x="6551093" y="1660018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1592380-8F4D-368E-57FD-94E716A4C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1660018"/>
                  <a:ext cx="508883" cy="5774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C9CC6BD-DE78-0370-EB0A-BBD1E1703B26}"/>
                    </a:ext>
                  </a:extLst>
                </p:cNvPr>
                <p:cNvSpPr txBox="1"/>
                <p:nvPr/>
              </p:nvSpPr>
              <p:spPr>
                <a:xfrm>
                  <a:off x="6551093" y="208354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3D624F6-57A8-5427-25A3-24B8EEBD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2083541"/>
                  <a:ext cx="508883" cy="5774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08DEB23-483E-C2EC-0FA8-305C21B71C01}"/>
                    </a:ext>
                  </a:extLst>
                </p:cNvPr>
                <p:cNvSpPr txBox="1"/>
                <p:nvPr/>
              </p:nvSpPr>
              <p:spPr>
                <a:xfrm>
                  <a:off x="6551093" y="2500582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9924302-D7C3-076D-92C3-F4BEA0BDD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3" y="2500582"/>
                  <a:ext cx="508883" cy="57741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B78599C-141F-637F-3794-C70028B34A6E}"/>
                    </a:ext>
                  </a:extLst>
                </p:cNvPr>
                <p:cNvSpPr txBox="1"/>
                <p:nvPr/>
              </p:nvSpPr>
              <p:spPr>
                <a:xfrm>
                  <a:off x="6551220" y="2908977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AE2B969-287C-6472-48A1-49F89F207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220" y="2908977"/>
                  <a:ext cx="508883" cy="5774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99C4A41-541A-18BA-1558-6A04B6EAC693}"/>
                    </a:ext>
                  </a:extLst>
                </p:cNvPr>
                <p:cNvSpPr txBox="1"/>
                <p:nvPr/>
              </p:nvSpPr>
              <p:spPr>
                <a:xfrm>
                  <a:off x="6551092" y="3329044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655773E-C793-1F76-D5DF-4C017D692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2" y="3329044"/>
                  <a:ext cx="508883" cy="57741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7E5C0233-85A5-0A23-1C73-C5837F52CA17}"/>
                    </a:ext>
                  </a:extLst>
                </p:cNvPr>
                <p:cNvSpPr txBox="1"/>
                <p:nvPr/>
              </p:nvSpPr>
              <p:spPr>
                <a:xfrm>
                  <a:off x="6549502" y="374954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EF8BAFE8-C90C-D8F4-DF02-9CB35FF3C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9502" y="3749541"/>
                  <a:ext cx="508883" cy="57741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11A43A8C-D410-7363-6E1B-534C91E52115}"/>
                    </a:ext>
                  </a:extLst>
                </p:cNvPr>
                <p:cNvSpPr txBox="1"/>
                <p:nvPr/>
              </p:nvSpPr>
              <p:spPr>
                <a:xfrm>
                  <a:off x="6551221" y="4157505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E364A9C-9D6D-F719-6333-8FD8D7667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221" y="4157505"/>
                  <a:ext cx="508883" cy="57741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927EDAE-BCE3-8396-A9CE-BF51E781CDF6}"/>
                    </a:ext>
                  </a:extLst>
                </p:cNvPr>
                <p:cNvSpPr txBox="1"/>
                <p:nvPr/>
              </p:nvSpPr>
              <p:spPr>
                <a:xfrm>
                  <a:off x="6551092" y="4580609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4FECD47-4F9A-ACAB-232A-9D96591A5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92" y="4580609"/>
                  <a:ext cx="508883" cy="57741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66C3F40E-52B0-4D21-009E-2C19486340F6}"/>
                    </a:ext>
                  </a:extLst>
                </p:cNvPr>
                <p:cNvSpPr txBox="1"/>
                <p:nvPr/>
              </p:nvSpPr>
              <p:spPr>
                <a:xfrm>
                  <a:off x="8389418" y="1927447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B5BEF01-DFE6-E2BF-5143-590E715AD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418" y="1927447"/>
                  <a:ext cx="508883" cy="577414"/>
                </a:xfrm>
                <a:prstGeom prst="rect">
                  <a:avLst/>
                </a:prstGeom>
                <a:blipFill>
                  <a:blip r:embed="rId11"/>
                  <a:stretch>
                    <a:fillRect l="-2381" r="-13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FB165190-E020-293E-C4FF-06408E9C0020}"/>
                    </a:ext>
                  </a:extLst>
                </p:cNvPr>
                <p:cNvSpPr txBox="1"/>
                <p:nvPr/>
              </p:nvSpPr>
              <p:spPr>
                <a:xfrm>
                  <a:off x="8389418" y="2637725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98EED8D-1857-B0B2-3924-3DF18EA9B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418" y="2637725"/>
                  <a:ext cx="508883" cy="577414"/>
                </a:xfrm>
                <a:prstGeom prst="rect">
                  <a:avLst/>
                </a:prstGeom>
                <a:blipFill>
                  <a:blip r:embed="rId12"/>
                  <a:stretch>
                    <a:fillRect l="-2381" r="-5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1419FDB-86DE-09B0-EF7D-175C815D1AA8}"/>
                    </a:ext>
                  </a:extLst>
                </p:cNvPr>
                <p:cNvSpPr txBox="1"/>
                <p:nvPr/>
              </p:nvSpPr>
              <p:spPr>
                <a:xfrm>
                  <a:off x="8417208" y="3697151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209D3E8-736D-9B93-F474-8CB5A75F2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08" y="3697151"/>
                  <a:ext cx="508883" cy="5774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7D7C7750-0C48-BEC7-812B-1E9DE667E26B}"/>
                    </a:ext>
                  </a:extLst>
                </p:cNvPr>
                <p:cNvSpPr txBox="1"/>
                <p:nvPr/>
              </p:nvSpPr>
              <p:spPr>
                <a:xfrm>
                  <a:off x="8423722" y="4266820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7E3F24E8-26C3-A3F6-C2E1-D39FA29C4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722" y="4266820"/>
                  <a:ext cx="508883" cy="57741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BE30C5C-785B-1DBB-B6A2-4EFA9973E9BD}"/>
                    </a:ext>
                  </a:extLst>
                </p:cNvPr>
                <p:cNvSpPr txBox="1"/>
                <p:nvPr/>
              </p:nvSpPr>
              <p:spPr>
                <a:xfrm>
                  <a:off x="8423593" y="4812188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1B72772-C20E-C74D-A3BE-A5877C936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593" y="4812188"/>
                  <a:ext cx="508883" cy="57741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DA05B0A-23D5-AF18-CB93-6BA45A7D0DA7}"/>
                    </a:ext>
                  </a:extLst>
                </p:cNvPr>
                <p:cNvSpPr txBox="1"/>
                <p:nvPr/>
              </p:nvSpPr>
              <p:spPr>
                <a:xfrm>
                  <a:off x="6551631" y="5105933"/>
                  <a:ext cx="508883" cy="5774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71A6E19-BCEB-2F8D-1854-3FF310C84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631" y="5105933"/>
                  <a:ext cx="508883" cy="57741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044FA2E-7BAD-92B0-907D-7F8A29B319FB}"/>
                </a:ext>
              </a:extLst>
            </p:cNvPr>
            <p:cNvSpPr/>
            <p:nvPr/>
          </p:nvSpPr>
          <p:spPr>
            <a:xfrm>
              <a:off x="6440311" y="5329309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4E42858-2651-310B-A576-A4D7034BFE47}"/>
                </a:ext>
              </a:extLst>
            </p:cNvPr>
            <p:cNvSpPr/>
            <p:nvPr/>
          </p:nvSpPr>
          <p:spPr>
            <a:xfrm>
              <a:off x="6440311" y="4810105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E33BB3E-060E-10E3-8AC0-FBD6C26073DC}"/>
                </a:ext>
              </a:extLst>
            </p:cNvPr>
            <p:cNvSpPr/>
            <p:nvPr/>
          </p:nvSpPr>
          <p:spPr>
            <a:xfrm>
              <a:off x="6440182" y="4390689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4386244-5DDE-2276-27B5-CBB86985DBD0}"/>
                </a:ext>
              </a:extLst>
            </p:cNvPr>
            <p:cNvSpPr/>
            <p:nvPr/>
          </p:nvSpPr>
          <p:spPr>
            <a:xfrm>
              <a:off x="6440182" y="3972092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B8374BA-B6E9-D385-A635-BBF705A5131F}"/>
                </a:ext>
              </a:extLst>
            </p:cNvPr>
            <p:cNvSpPr/>
            <p:nvPr/>
          </p:nvSpPr>
          <p:spPr>
            <a:xfrm>
              <a:off x="6440182" y="3555971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8047350-373D-E08A-DF8A-2A5ED11131F8}"/>
                </a:ext>
              </a:extLst>
            </p:cNvPr>
            <p:cNvSpPr/>
            <p:nvPr/>
          </p:nvSpPr>
          <p:spPr>
            <a:xfrm>
              <a:off x="6440182" y="3145986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4C314E5-B32A-E272-B037-4C5E1EEACC48}"/>
                </a:ext>
              </a:extLst>
            </p:cNvPr>
            <p:cNvSpPr/>
            <p:nvPr/>
          </p:nvSpPr>
          <p:spPr>
            <a:xfrm>
              <a:off x="6440182" y="2729865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7CD7EED-33D2-D36E-44C3-37C91AB5C4F1}"/>
                </a:ext>
              </a:extLst>
            </p:cNvPr>
            <p:cNvSpPr/>
            <p:nvPr/>
          </p:nvSpPr>
          <p:spPr>
            <a:xfrm>
              <a:off x="6440182" y="2309798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E537953-87AF-6778-6285-D981F131C172}"/>
                </a:ext>
              </a:extLst>
            </p:cNvPr>
            <p:cNvSpPr/>
            <p:nvPr/>
          </p:nvSpPr>
          <p:spPr>
            <a:xfrm>
              <a:off x="6440182" y="1895142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2A35EF2-69F4-A10B-C1C6-97B7D26368C8}"/>
                </a:ext>
              </a:extLst>
            </p:cNvPr>
            <p:cNvSpPr/>
            <p:nvPr/>
          </p:nvSpPr>
          <p:spPr>
            <a:xfrm>
              <a:off x="8920549" y="2154766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D16F6B7-5C7C-6B53-33B1-C246BAA8CD9A}"/>
                </a:ext>
              </a:extLst>
            </p:cNvPr>
            <p:cNvSpPr/>
            <p:nvPr/>
          </p:nvSpPr>
          <p:spPr>
            <a:xfrm>
              <a:off x="8920549" y="2864397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BD5717B-7BD9-9ED7-13DD-E450B5F3F7C3}"/>
                </a:ext>
              </a:extLst>
            </p:cNvPr>
            <p:cNvSpPr/>
            <p:nvPr/>
          </p:nvSpPr>
          <p:spPr>
            <a:xfrm>
              <a:off x="8919133" y="3934890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BDBD978-E692-6C98-1387-6EF3B65DD6EA}"/>
                </a:ext>
              </a:extLst>
            </p:cNvPr>
            <p:cNvSpPr/>
            <p:nvPr/>
          </p:nvSpPr>
          <p:spPr>
            <a:xfrm>
              <a:off x="8919133" y="4496814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7551CBF-81A1-1FAF-A916-197CB8A54EEB}"/>
                </a:ext>
              </a:extLst>
            </p:cNvPr>
            <p:cNvSpPr/>
            <p:nvPr/>
          </p:nvSpPr>
          <p:spPr>
            <a:xfrm>
              <a:off x="8926653" y="5058737"/>
              <a:ext cx="117424" cy="1174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AE3A6E4-BBDB-E390-689F-AAFC8AE1161B}"/>
                    </a:ext>
                  </a:extLst>
                </p:cNvPr>
                <p:cNvSpPr txBox="1"/>
                <p:nvPr/>
              </p:nvSpPr>
              <p:spPr>
                <a:xfrm>
                  <a:off x="5765924" y="172541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2EA321-34A8-7224-621A-3DE1DC436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5924" y="1725410"/>
                  <a:ext cx="558702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429E8FF-DD9A-3D24-D4C8-1C9F42F9633D}"/>
                    </a:ext>
                  </a:extLst>
                </p:cNvPr>
                <p:cNvSpPr txBox="1"/>
                <p:nvPr/>
              </p:nvSpPr>
              <p:spPr>
                <a:xfrm>
                  <a:off x="5769280" y="213158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B4329AC-46A3-0332-0D81-7B47AE20A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2131580"/>
                  <a:ext cx="558702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998EEFD-EBF2-2C85-AB1E-BBA5E7460B5A}"/>
                    </a:ext>
                  </a:extLst>
                </p:cNvPr>
                <p:cNvSpPr txBox="1"/>
                <p:nvPr/>
              </p:nvSpPr>
              <p:spPr>
                <a:xfrm>
                  <a:off x="5765924" y="255535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740D49E-EC74-CFEC-2370-33A88939E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5924" y="2555356"/>
                  <a:ext cx="558702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7A20226-F422-E9A6-4553-F7C290EA5C1E}"/>
                    </a:ext>
                  </a:extLst>
                </p:cNvPr>
                <p:cNvSpPr txBox="1"/>
                <p:nvPr/>
              </p:nvSpPr>
              <p:spPr>
                <a:xfrm>
                  <a:off x="5761275" y="2973865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C70D237-B095-0A94-07A3-E6D42F509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75" y="2973865"/>
                  <a:ext cx="558702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16AB849-1C98-7CA2-4952-79A253E6DCB1}"/>
                    </a:ext>
                  </a:extLst>
                </p:cNvPr>
                <p:cNvSpPr txBox="1"/>
                <p:nvPr/>
              </p:nvSpPr>
              <p:spPr>
                <a:xfrm>
                  <a:off x="5769280" y="3382421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08CC5DD-4B7A-6751-BE48-5FFF5D35B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3382421"/>
                  <a:ext cx="558702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9262633-6CA2-E2F8-763C-833BCCE853E4}"/>
                    </a:ext>
                  </a:extLst>
                </p:cNvPr>
                <p:cNvSpPr txBox="1"/>
                <p:nvPr/>
              </p:nvSpPr>
              <p:spPr>
                <a:xfrm>
                  <a:off x="5767561" y="379673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142901-35E5-58AB-D92F-AF173B5D2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561" y="3796736"/>
                  <a:ext cx="558702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1DC85B5-C257-2AB1-B8AF-FEEA39306DA4}"/>
                    </a:ext>
                  </a:extLst>
                </p:cNvPr>
                <p:cNvSpPr txBox="1"/>
                <p:nvPr/>
              </p:nvSpPr>
              <p:spPr>
                <a:xfrm>
                  <a:off x="5771986" y="4215379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7E06825-6F6A-5B40-75D6-C369127B8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1986" y="4215379"/>
                  <a:ext cx="558702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82127927-5626-6A74-92EC-4C563CD89950}"/>
                    </a:ext>
                  </a:extLst>
                </p:cNvPr>
                <p:cNvSpPr txBox="1"/>
                <p:nvPr/>
              </p:nvSpPr>
              <p:spPr>
                <a:xfrm>
                  <a:off x="5769280" y="4632417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46117DA-DF68-87CF-E8F5-AAF1F4A67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9280" y="4632417"/>
                  <a:ext cx="558702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8E9C305-0BD2-CBA9-9EB2-18F27408A28B}"/>
                    </a:ext>
                  </a:extLst>
                </p:cNvPr>
                <p:cNvSpPr txBox="1"/>
                <p:nvPr/>
              </p:nvSpPr>
              <p:spPr>
                <a:xfrm>
                  <a:off x="5761275" y="5177595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EI</m:t>
                            </m:r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9ADB600D-5D05-5E32-72BF-3E3644B6D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75" y="5177595"/>
                  <a:ext cx="558702" cy="46166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53E2E24-E750-8AF5-7253-6E40B1B1FBD9}"/>
                    </a:ext>
                  </a:extLst>
                </p:cNvPr>
                <p:cNvSpPr txBox="1"/>
                <p:nvPr/>
              </p:nvSpPr>
              <p:spPr>
                <a:xfrm>
                  <a:off x="9225276" y="1965557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EO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A88F89E-A4FA-D71C-BFD6-6AC467811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1965557"/>
                  <a:ext cx="558702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2174" r="-32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BC0351E-69ED-75D8-7AF9-0B6DEE932390}"/>
                    </a:ext>
                  </a:extLst>
                </p:cNvPr>
                <p:cNvSpPr txBox="1"/>
                <p:nvPr/>
              </p:nvSpPr>
              <p:spPr>
                <a:xfrm>
                  <a:off x="9225276" y="269227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GS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16CE4F6-C31B-A4C5-1DE2-87D15DB10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2692276"/>
                  <a:ext cx="558702" cy="46166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7350E7C-4C86-9DE7-4839-CB76D3F763CB}"/>
                    </a:ext>
                  </a:extLst>
                </p:cNvPr>
                <p:cNvSpPr txBox="1"/>
                <p:nvPr/>
              </p:nvSpPr>
              <p:spPr>
                <a:xfrm>
                  <a:off x="9225276" y="3741259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DE4FBE4-6F85-0EA2-B629-0E91CA370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3741259"/>
                  <a:ext cx="558702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61C0FF2-000B-5422-D995-F1FF0ACE74EC}"/>
                    </a:ext>
                  </a:extLst>
                </p:cNvPr>
                <p:cNvSpPr txBox="1"/>
                <p:nvPr/>
              </p:nvSpPr>
              <p:spPr>
                <a:xfrm>
                  <a:off x="9225276" y="4277280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D60CF7B-D6D9-1DCA-070E-E58AF7721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276" y="4277280"/>
                  <a:ext cx="558702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2D22575-606C-7D70-CDDC-E23BD387A373}"/>
                    </a:ext>
                  </a:extLst>
                </p:cNvPr>
                <p:cNvSpPr txBox="1"/>
                <p:nvPr/>
              </p:nvSpPr>
              <p:spPr>
                <a:xfrm>
                  <a:off x="9229136" y="4886616"/>
                  <a:ext cx="5587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B6558AD-2319-C8C5-B9B1-07D0254CD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9136" y="4886616"/>
                  <a:ext cx="558702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EC12A53F-F061-8D25-D843-DEA676FC7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307204"/>
                  </p:ext>
                </p:extLst>
              </p:nvPr>
            </p:nvGraphicFramePr>
            <p:xfrm>
              <a:off x="360000" y="1440000"/>
              <a:ext cx="7554305" cy="46946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285">
                      <a:extLst>
                        <a:ext uri="{9D8B030D-6E8A-4147-A177-3AD203B41FA5}">
                          <a16:colId xmlns:a16="http://schemas.microsoft.com/office/drawing/2014/main" val="1698802192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125675547"/>
                        </a:ext>
                      </a:extLst>
                    </a:gridCol>
                    <a:gridCol w="525286">
                      <a:extLst>
                        <a:ext uri="{9D8B030D-6E8A-4147-A177-3AD203B41FA5}">
                          <a16:colId xmlns:a16="http://schemas.microsoft.com/office/drawing/2014/main" val="3641379128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1375036632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2627099560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918257218"/>
                        </a:ext>
                      </a:extLst>
                    </a:gridCol>
                    <a:gridCol w="525286">
                      <a:extLst>
                        <a:ext uri="{9D8B030D-6E8A-4147-A177-3AD203B41FA5}">
                          <a16:colId xmlns:a16="http://schemas.microsoft.com/office/drawing/2014/main" val="189101089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2229892771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222788650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695161601"/>
                        </a:ext>
                      </a:extLst>
                    </a:gridCol>
                    <a:gridCol w="565347">
                      <a:extLst>
                        <a:ext uri="{9D8B030D-6E8A-4147-A177-3AD203B41FA5}">
                          <a16:colId xmlns:a16="http://schemas.microsoft.com/office/drawing/2014/main" val="3045851165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1065203266"/>
                        </a:ext>
                      </a:extLst>
                    </a:gridCol>
                    <a:gridCol w="565347">
                      <a:extLst>
                        <a:ext uri="{9D8B030D-6E8A-4147-A177-3AD203B41FA5}">
                          <a16:colId xmlns:a16="http://schemas.microsoft.com/office/drawing/2014/main" val="479223697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4352684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EI</m:t>
                                    </m:r>
                                    <m:r>
                                      <a:rPr lang="en-US" altLang="zh-CN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2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GS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EO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07655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20909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05932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67584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599075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02853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55931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9893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63828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67782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5291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35">
                <a:extLst>
                  <a:ext uri="{FF2B5EF4-FFF2-40B4-BE49-F238E27FC236}">
                    <a16:creationId xmlns:a16="http://schemas.microsoft.com/office/drawing/2014/main" id="{EC12A53F-F061-8D25-D843-DEA676FC7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307204"/>
                  </p:ext>
                </p:extLst>
              </p:nvPr>
            </p:nvGraphicFramePr>
            <p:xfrm>
              <a:off x="360000" y="1440000"/>
              <a:ext cx="7554305" cy="469468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285">
                      <a:extLst>
                        <a:ext uri="{9D8B030D-6E8A-4147-A177-3AD203B41FA5}">
                          <a16:colId xmlns:a16="http://schemas.microsoft.com/office/drawing/2014/main" val="1698802192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125675547"/>
                        </a:ext>
                      </a:extLst>
                    </a:gridCol>
                    <a:gridCol w="525286">
                      <a:extLst>
                        <a:ext uri="{9D8B030D-6E8A-4147-A177-3AD203B41FA5}">
                          <a16:colId xmlns:a16="http://schemas.microsoft.com/office/drawing/2014/main" val="3641379128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1375036632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2627099560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918257218"/>
                        </a:ext>
                      </a:extLst>
                    </a:gridCol>
                    <a:gridCol w="525286">
                      <a:extLst>
                        <a:ext uri="{9D8B030D-6E8A-4147-A177-3AD203B41FA5}">
                          <a16:colId xmlns:a16="http://schemas.microsoft.com/office/drawing/2014/main" val="189101089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2229892771"/>
                        </a:ext>
                      </a:extLst>
                    </a:gridCol>
                    <a:gridCol w="525285">
                      <a:extLst>
                        <a:ext uri="{9D8B030D-6E8A-4147-A177-3AD203B41FA5}">
                          <a16:colId xmlns:a16="http://schemas.microsoft.com/office/drawing/2014/main" val="3222788650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695161601"/>
                        </a:ext>
                      </a:extLst>
                    </a:gridCol>
                    <a:gridCol w="565347">
                      <a:extLst>
                        <a:ext uri="{9D8B030D-6E8A-4147-A177-3AD203B41FA5}">
                          <a16:colId xmlns:a16="http://schemas.microsoft.com/office/drawing/2014/main" val="3045851165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1065203266"/>
                        </a:ext>
                      </a:extLst>
                    </a:gridCol>
                    <a:gridCol w="565347">
                      <a:extLst>
                        <a:ext uri="{9D8B030D-6E8A-4147-A177-3AD203B41FA5}">
                          <a16:colId xmlns:a16="http://schemas.microsoft.com/office/drawing/2014/main" val="479223697"/>
                        </a:ext>
                      </a:extLst>
                    </a:gridCol>
                    <a:gridCol w="565348">
                      <a:extLst>
                        <a:ext uri="{9D8B030D-6E8A-4147-A177-3AD203B41FA5}">
                          <a16:colId xmlns:a16="http://schemas.microsoft.com/office/drawing/2014/main" val="435268412"/>
                        </a:ext>
                      </a:extLst>
                    </a:gridCol>
                  </a:tblGrid>
                  <a:tr h="42748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r="-1341860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000" r="-1241860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97701" r="-1127586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301163" r="-1040698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401163" r="-940698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501163" r="-840698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594253" r="-731034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02326" r="-639535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802326" r="-539535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834409" r="-398925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934409" r="-298925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45652" r="-202174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133333" r="-100000" b="-10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233333" b="-10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655387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2090961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0593273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6758488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5990752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028531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559310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989366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6382814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6778246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5291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30206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0B66128-09B5-E3CF-EB00-298F0CEAF0F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AF1416F-7C71-E0DC-106C-27FB19A4636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FC2464CE-4932-5679-CA1D-9B31B926BFE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EAECC8E8-3AEC-8490-AA5F-78900396470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9E31DFC3-D67C-C437-5519-E8E2517C9DE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80643816-EB27-C4B0-B720-E138433CB378}"/>
              </a:ext>
            </a:extLst>
          </p:cNvPr>
          <p:cNvGrpSpPr/>
          <p:nvPr/>
        </p:nvGrpSpPr>
        <p:grpSpPr>
          <a:xfrm>
            <a:off x="5652829" y="994181"/>
            <a:ext cx="6490562" cy="5004216"/>
            <a:chOff x="4797577" y="699537"/>
            <a:chExt cx="6866320" cy="5436639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D0972A1-BB6B-3DB3-8348-70B2948693E3}"/>
                </a:ext>
              </a:extLst>
            </p:cNvPr>
            <p:cNvSpPr/>
            <p:nvPr/>
          </p:nvSpPr>
          <p:spPr>
            <a:xfrm>
              <a:off x="5349753" y="1480180"/>
              <a:ext cx="2280886" cy="179333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0000E71-CEA7-5E91-16FA-5A2FF5A279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752862" y="1321274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7870977-C0B4-A4AB-822D-CB78F6F1FA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09717" y="1321274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6516057-2E86-5DEA-803D-194750FFC57E}"/>
                    </a:ext>
                  </a:extLst>
                </p:cNvPr>
                <p:cNvSpPr txBox="1"/>
                <p:nvPr/>
              </p:nvSpPr>
              <p:spPr>
                <a:xfrm>
                  <a:off x="5266615" y="2146016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6516057-2E86-5DEA-803D-194750FFC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6615" y="2146016"/>
                  <a:ext cx="508883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1266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3B985A7-7C40-0877-3F85-5C0ED930EEB5}"/>
                    </a:ext>
                  </a:extLst>
                </p:cNvPr>
                <p:cNvSpPr txBox="1"/>
                <p:nvPr/>
              </p:nvSpPr>
              <p:spPr>
                <a:xfrm>
                  <a:off x="5730556" y="146450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3B985A7-7C40-0877-3F85-5C0ED930E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556" y="1464503"/>
                  <a:ext cx="50888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3E67007-BEF9-1829-0D90-2DD455E60481}"/>
                    </a:ext>
                  </a:extLst>
                </p:cNvPr>
                <p:cNvSpPr txBox="1"/>
                <p:nvPr/>
              </p:nvSpPr>
              <p:spPr>
                <a:xfrm>
                  <a:off x="6893921" y="146450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3E67007-BEF9-1829-0D90-2DD455E60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3921" y="1464503"/>
                  <a:ext cx="50888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DC268D9-5547-BE7F-A040-BEAC097BF716}"/>
                    </a:ext>
                  </a:extLst>
                </p:cNvPr>
                <p:cNvSpPr txBox="1"/>
                <p:nvPr/>
              </p:nvSpPr>
              <p:spPr>
                <a:xfrm>
                  <a:off x="6261413" y="146450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DC268D9-5547-BE7F-A040-BEAC097BF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1413" y="1464503"/>
                  <a:ext cx="50888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462285F-BB23-4A29-6905-A2F275EC3A66}"/>
                    </a:ext>
                  </a:extLst>
                </p:cNvPr>
                <p:cNvSpPr txBox="1"/>
                <p:nvPr/>
              </p:nvSpPr>
              <p:spPr>
                <a:xfrm>
                  <a:off x="7121190" y="2149154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462285F-BB23-4A29-6905-A2F275EC3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1190" y="2149154"/>
                  <a:ext cx="508883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3797" r="-18987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17289353-EF98-D41B-0738-DBF7FA37BB50}"/>
                </a:ext>
              </a:extLst>
            </p:cNvPr>
            <p:cNvCxnSpPr>
              <a:cxnSpLocks/>
            </p:cNvCxnSpPr>
            <p:nvPr/>
          </p:nvCxnSpPr>
          <p:spPr>
            <a:xfrm>
              <a:off x="5031941" y="2378374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E3F46C37-4DE7-CED0-7D0E-EAEEA9FCD4F9}"/>
                </a:ext>
              </a:extLst>
            </p:cNvPr>
            <p:cNvCxnSpPr>
              <a:cxnSpLocks/>
            </p:cNvCxnSpPr>
            <p:nvPr/>
          </p:nvCxnSpPr>
          <p:spPr>
            <a:xfrm>
              <a:off x="7630639" y="2376848"/>
              <a:ext cx="5749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933BD0E3-6A2A-7058-5218-E4E345104F12}"/>
                    </a:ext>
                  </a:extLst>
                </p:cNvPr>
                <p:cNvSpPr txBox="1"/>
                <p:nvPr/>
              </p:nvSpPr>
              <p:spPr>
                <a:xfrm>
                  <a:off x="6193467" y="2780805"/>
                  <a:ext cx="152494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933BD0E3-6A2A-7058-5218-E4E345104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467" y="2780805"/>
                  <a:ext cx="1524942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271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6556578-DB37-99A8-4E84-8B4A3252F5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9594" y="3269675"/>
              <a:ext cx="0" cy="6826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D465E32-0FF4-A377-68DE-EB56B6E15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3351" y="3272056"/>
              <a:ext cx="0" cy="898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433A6FD5-7951-0303-365C-978AF2812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3010" y="3273516"/>
              <a:ext cx="0" cy="117565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B599156-FA4E-2F7E-B8FA-75A986EDDC4F}"/>
                    </a:ext>
                  </a:extLst>
                </p:cNvPr>
                <p:cNvSpPr txBox="1"/>
                <p:nvPr/>
              </p:nvSpPr>
              <p:spPr>
                <a:xfrm>
                  <a:off x="5435803" y="282884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B599156-FA4E-2F7E-B8FA-75A986EDD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5803" y="2828840"/>
                  <a:ext cx="50888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532" r="-12658"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1456292-FE80-6D9E-C65B-185DBAE75D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31338" y="3430962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4D206811-5D0A-06C6-61AF-ACF7337519FF}"/>
                </a:ext>
              </a:extLst>
            </p:cNvPr>
            <p:cNvSpPr/>
            <p:nvPr/>
          </p:nvSpPr>
          <p:spPr>
            <a:xfrm>
              <a:off x="8834953" y="1479014"/>
              <a:ext cx="2280886" cy="179333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3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优先编码器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(0)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5DCCCE20-5187-2CB7-7BCE-28B238BD9F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238062" y="132010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CF4FFD5C-BFA4-D4F8-84FD-979AEDF299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394917" y="1320108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8E4B77C-73BD-9239-3A70-659F3EB17178}"/>
                    </a:ext>
                  </a:extLst>
                </p:cNvPr>
                <p:cNvSpPr txBox="1"/>
                <p:nvPr/>
              </p:nvSpPr>
              <p:spPr>
                <a:xfrm>
                  <a:off x="8753018" y="2144850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8E4B77C-73BD-9239-3A70-659F3EB1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3018" y="2144850"/>
                  <a:ext cx="508883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266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B7C7DAA9-40A3-176B-ADAD-0314D294AC5A}"/>
                    </a:ext>
                  </a:extLst>
                </p:cNvPr>
                <p:cNvSpPr txBox="1"/>
                <p:nvPr/>
              </p:nvSpPr>
              <p:spPr>
                <a:xfrm>
                  <a:off x="9215756" y="146333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B7C7DAA9-40A3-176B-ADAD-0314D294A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5756" y="1463337"/>
                  <a:ext cx="508883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00300A0-D2C2-8098-CE1F-EAE284A4A481}"/>
                    </a:ext>
                  </a:extLst>
                </p:cNvPr>
                <p:cNvSpPr txBox="1"/>
                <p:nvPr/>
              </p:nvSpPr>
              <p:spPr>
                <a:xfrm>
                  <a:off x="10379121" y="146333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00300A0-D2C2-8098-CE1F-EAE284A4A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9121" y="1463337"/>
                  <a:ext cx="508883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684B310-7039-435C-2413-403895325FE3}"/>
                    </a:ext>
                  </a:extLst>
                </p:cNvPr>
                <p:cNvSpPr txBox="1"/>
                <p:nvPr/>
              </p:nvSpPr>
              <p:spPr>
                <a:xfrm>
                  <a:off x="9741517" y="1463337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684B310-7039-435C-2413-403895325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1517" y="1463337"/>
                  <a:ext cx="508883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225F5AF9-A3DB-F46B-E443-94C35463EC11}"/>
                    </a:ext>
                  </a:extLst>
                </p:cNvPr>
                <p:cNvSpPr txBox="1"/>
                <p:nvPr/>
              </p:nvSpPr>
              <p:spPr>
                <a:xfrm>
                  <a:off x="10601101" y="2147988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225F5AF9-A3DB-F46B-E443-94C35463E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1101" y="2147988"/>
                  <a:ext cx="508883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532" r="-2025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DB6C407A-529D-09D8-C4D6-0BDEC9DE3FEA}"/>
                </a:ext>
              </a:extLst>
            </p:cNvPr>
            <p:cNvCxnSpPr>
              <a:cxnSpLocks/>
            </p:cNvCxnSpPr>
            <p:nvPr/>
          </p:nvCxnSpPr>
          <p:spPr>
            <a:xfrm>
              <a:off x="8119856" y="2377208"/>
              <a:ext cx="71509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E85DFCA-74BE-2AEB-1926-F57B3DB2CCA9}"/>
                </a:ext>
              </a:extLst>
            </p:cNvPr>
            <p:cNvCxnSpPr>
              <a:cxnSpLocks/>
            </p:cNvCxnSpPr>
            <p:nvPr/>
          </p:nvCxnSpPr>
          <p:spPr>
            <a:xfrm>
              <a:off x="11115839" y="2375682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769FDC4-41BE-DC96-1C2F-D487D7C57312}"/>
                    </a:ext>
                  </a:extLst>
                </p:cNvPr>
                <p:cNvSpPr txBox="1"/>
                <p:nvPr/>
              </p:nvSpPr>
              <p:spPr>
                <a:xfrm>
                  <a:off x="9678667" y="2779640"/>
                  <a:ext cx="152494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769FDC4-41BE-DC96-1C2F-D487D7C57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67" y="2779640"/>
                  <a:ext cx="1524942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844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F3603FA2-2472-3FE8-8368-8F21CF57F9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4794" y="3270891"/>
              <a:ext cx="0" cy="13676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9A64E019-F062-D254-654B-2E5DF55D8A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8551" y="3270890"/>
              <a:ext cx="0" cy="8827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D943F5DB-5C5E-33EA-2CFD-72F1C3B72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8210" y="3272350"/>
              <a:ext cx="0" cy="11768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93C84D3-2028-4425-1E6F-99429F0CA798}"/>
                    </a:ext>
                  </a:extLst>
                </p:cNvPr>
                <p:cNvSpPr txBox="1"/>
                <p:nvPr/>
              </p:nvSpPr>
              <p:spPr>
                <a:xfrm>
                  <a:off x="8921003" y="2827673"/>
                  <a:ext cx="5088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93C84D3-2028-4425-1E6F-99429F0CA7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1003" y="2827673"/>
                  <a:ext cx="508883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3797" r="-1139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4C08FB2D-A626-E6C6-EF1F-540CBB727C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16538" y="3429796"/>
              <a:ext cx="3178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30DD9FF-C549-76B0-2236-2EB80C8F6DEF}"/>
                    </a:ext>
                  </a:extLst>
                </p:cNvPr>
                <p:cNvSpPr txBox="1"/>
                <p:nvPr/>
              </p:nvSpPr>
              <p:spPr>
                <a:xfrm>
                  <a:off x="5657327" y="704414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630DD9FF-C549-76B0-2236-2EB80C8F6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7327" y="704414"/>
                  <a:ext cx="508882" cy="501558"/>
                </a:xfrm>
                <a:prstGeom prst="rect">
                  <a:avLst/>
                </a:prstGeom>
                <a:blipFill>
                  <a:blip r:embed="rId17"/>
                  <a:stretch>
                    <a:fillRect l="-3797" r="-26582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0F00809-8AB2-8272-AA0C-48AEEE9B3A65}"/>
                    </a:ext>
                  </a:extLst>
                </p:cNvPr>
                <p:cNvSpPr txBox="1"/>
                <p:nvPr/>
              </p:nvSpPr>
              <p:spPr>
                <a:xfrm>
                  <a:off x="6814181" y="700703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0F00809-8AB2-8272-AA0C-48AEEE9B3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4181" y="700703"/>
                  <a:ext cx="508882" cy="501558"/>
                </a:xfrm>
                <a:prstGeom prst="rect">
                  <a:avLst/>
                </a:prstGeom>
                <a:blipFill>
                  <a:blip r:embed="rId18"/>
                  <a:stretch>
                    <a:fillRect l="-2532" r="-1266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DC1F970A-4A6D-4B6C-99AE-9410007E6CCB}"/>
                    </a:ext>
                  </a:extLst>
                </p:cNvPr>
                <p:cNvSpPr txBox="1"/>
                <p:nvPr/>
              </p:nvSpPr>
              <p:spPr>
                <a:xfrm>
                  <a:off x="6261413" y="700703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DC1F970A-4A6D-4B6C-99AE-9410007E6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1413" y="700703"/>
                  <a:ext cx="508882" cy="50155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073F068-8806-DB08-8AF6-B7BF3050E426}"/>
                    </a:ext>
                  </a:extLst>
                </p:cNvPr>
                <p:cNvSpPr txBox="1"/>
                <p:nvPr/>
              </p:nvSpPr>
              <p:spPr>
                <a:xfrm>
                  <a:off x="9139529" y="704147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073F068-8806-DB08-8AF6-B7BF3050E4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9529" y="704147"/>
                  <a:ext cx="508882" cy="501558"/>
                </a:xfrm>
                <a:prstGeom prst="rect">
                  <a:avLst/>
                </a:prstGeom>
                <a:blipFill>
                  <a:blip r:embed="rId20"/>
                  <a:stretch>
                    <a:fillRect l="-3846" r="-25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3DBFAEC-3780-63BE-D81F-FC7EF7BD74F9}"/>
                    </a:ext>
                  </a:extLst>
                </p:cNvPr>
                <p:cNvSpPr txBox="1"/>
                <p:nvPr/>
              </p:nvSpPr>
              <p:spPr>
                <a:xfrm>
                  <a:off x="10296383" y="700435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3DBFAEC-3780-63BE-D81F-FC7EF7BD7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6383" y="700435"/>
                  <a:ext cx="508882" cy="501558"/>
                </a:xfrm>
                <a:prstGeom prst="rect">
                  <a:avLst/>
                </a:prstGeom>
                <a:blipFill>
                  <a:blip r:embed="rId21"/>
                  <a:stretch>
                    <a:fillRect l="-3797" r="-1266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E88A650-2A9F-F779-3608-B725ABB99785}"/>
                    </a:ext>
                  </a:extLst>
                </p:cNvPr>
                <p:cNvSpPr txBox="1"/>
                <p:nvPr/>
              </p:nvSpPr>
              <p:spPr>
                <a:xfrm>
                  <a:off x="9741516" y="699537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8E88A650-2A9F-F779-3608-B725ABB99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1516" y="699537"/>
                  <a:ext cx="508882" cy="50155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799B12F-CBAA-3BBA-138E-C0721CF98FBC}"/>
                    </a:ext>
                  </a:extLst>
                </p:cNvPr>
                <p:cNvSpPr txBox="1"/>
                <p:nvPr/>
              </p:nvSpPr>
              <p:spPr>
                <a:xfrm>
                  <a:off x="4797577" y="1863352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EI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799B12F-CBAA-3BBA-138E-C0721CF98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7577" y="1863352"/>
                  <a:ext cx="613136" cy="501558"/>
                </a:xfrm>
                <a:prstGeom prst="rect">
                  <a:avLst/>
                </a:prstGeom>
                <a:blipFill>
                  <a:blip r:embed="rId23"/>
                  <a:stretch>
                    <a:fillRect l="-2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384FEB58-A538-142F-D0C1-842B1C4D0BCC}"/>
                    </a:ext>
                  </a:extLst>
                </p:cNvPr>
                <p:cNvSpPr txBox="1"/>
                <p:nvPr/>
              </p:nvSpPr>
              <p:spPr>
                <a:xfrm>
                  <a:off x="7566479" y="1876893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EO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384FEB58-A538-142F-D0C1-842B1C4D0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6479" y="1876893"/>
                  <a:ext cx="613136" cy="501558"/>
                </a:xfrm>
                <a:prstGeom prst="rect">
                  <a:avLst/>
                </a:prstGeom>
                <a:blipFill>
                  <a:blip r:embed="rId24"/>
                  <a:stretch>
                    <a:fillRect l="-3158" r="-1473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5ED6B479-ED7B-645D-A2A4-A4DC014FD9AE}"/>
                    </a:ext>
                  </a:extLst>
                </p:cNvPr>
                <p:cNvSpPr txBox="1"/>
                <p:nvPr/>
              </p:nvSpPr>
              <p:spPr>
                <a:xfrm>
                  <a:off x="8272522" y="1876893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EI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5ED6B479-ED7B-645D-A2A4-A4DC014FD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2522" y="1876893"/>
                  <a:ext cx="613136" cy="501558"/>
                </a:xfrm>
                <a:prstGeom prst="rect">
                  <a:avLst/>
                </a:prstGeom>
                <a:blipFill>
                  <a:blip r:embed="rId25"/>
                  <a:stretch>
                    <a:fillRect l="-2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73C509CA-95B8-7BE4-B21B-3A830C10EF70}"/>
                    </a:ext>
                  </a:extLst>
                </p:cNvPr>
                <p:cNvSpPr txBox="1"/>
                <p:nvPr/>
              </p:nvSpPr>
              <p:spPr>
                <a:xfrm>
                  <a:off x="11050761" y="1900383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EO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73C509CA-95B8-7BE4-B21B-3A830C10E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0761" y="1900383"/>
                  <a:ext cx="613136" cy="501558"/>
                </a:xfrm>
                <a:prstGeom prst="rect">
                  <a:avLst/>
                </a:prstGeom>
                <a:blipFill>
                  <a:blip r:embed="rId26"/>
                  <a:stretch>
                    <a:fillRect l="-3158" r="-15789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1EFD06ED-5299-06ED-5908-7A157452C4E4}"/>
                </a:ext>
              </a:extLst>
            </p:cNvPr>
            <p:cNvGrpSpPr/>
            <p:nvPr/>
          </p:nvGrpSpPr>
          <p:grpSpPr>
            <a:xfrm>
              <a:off x="5530869" y="3520661"/>
              <a:ext cx="655694" cy="2126373"/>
              <a:chOff x="1821170" y="2667274"/>
              <a:chExt cx="655694" cy="2126373"/>
            </a:xfrm>
          </p:grpSpPr>
          <p:sp>
            <p:nvSpPr>
              <p:cNvPr id="114" name="Arc 158">
                <a:extLst>
                  <a:ext uri="{FF2B5EF4-FFF2-40B4-BE49-F238E27FC236}">
                    <a16:creationId xmlns:a16="http://schemas.microsoft.com/office/drawing/2014/main" id="{26266441-FD4A-2D90-E030-E4201BDFB7B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21170" y="2961673"/>
                <a:ext cx="655694" cy="1040237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0" name="Line 9">
                <a:extLst>
                  <a:ext uri="{FF2B5EF4-FFF2-40B4-BE49-F238E27FC236}">
                    <a16:creationId xmlns:a16="http://schemas.microsoft.com/office/drawing/2014/main" id="{9BA3B19A-D81F-8779-0F95-D226863AE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60403" y="4706008"/>
                <a:ext cx="1752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8">
                <a:extLst>
                  <a:ext uri="{FF2B5EF4-FFF2-40B4-BE49-F238E27FC236}">
                    <a16:creationId xmlns:a16="http://schemas.microsoft.com/office/drawing/2014/main" id="{E4FACEB3-3A81-14B1-7CD4-E9BE2EE34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330544" y="3317137"/>
                <a:ext cx="12997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160">
                <a:extLst>
                  <a:ext uri="{FF2B5EF4-FFF2-40B4-BE49-F238E27FC236}">
                    <a16:creationId xmlns:a16="http://schemas.microsoft.com/office/drawing/2014/main" id="{02DE0C46-7684-8ADF-F7D0-668FBA45D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661601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3" name="Arc 156">
                <a:extLst>
                  <a:ext uri="{FF2B5EF4-FFF2-40B4-BE49-F238E27FC236}">
                    <a16:creationId xmlns:a16="http://schemas.microsoft.com/office/drawing/2014/main" id="{67A094F6-03A7-467C-7181-0BC7C0D8B20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18966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7" name="Line 8">
                <a:extLst>
                  <a:ext uri="{FF2B5EF4-FFF2-40B4-BE49-F238E27FC236}">
                    <a16:creationId xmlns:a16="http://schemas.microsoft.com/office/drawing/2014/main" id="{D10419AF-1853-F172-0B85-F069EE17A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1680186" y="3332029"/>
                <a:ext cx="12699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Line 160">
                <a:extLst>
                  <a:ext uri="{FF2B5EF4-FFF2-40B4-BE49-F238E27FC236}">
                    <a16:creationId xmlns:a16="http://schemas.microsoft.com/office/drawing/2014/main" id="{5917D349-286D-91CB-582E-E13A3DDBA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313426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9" name="Arc 156">
                <a:extLst>
                  <a:ext uri="{FF2B5EF4-FFF2-40B4-BE49-F238E27FC236}">
                    <a16:creationId xmlns:a16="http://schemas.microsoft.com/office/drawing/2014/main" id="{89D67CA1-A512-502D-750F-4A4051D8185F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 flipV="1">
                <a:off x="19150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41F7D5DB-42DD-23CF-24F3-AB8B53DB3036}"/>
                </a:ext>
              </a:extLst>
            </p:cNvPr>
            <p:cNvGrpSpPr/>
            <p:nvPr/>
          </p:nvGrpSpPr>
          <p:grpSpPr>
            <a:xfrm>
              <a:off x="8692516" y="3815060"/>
              <a:ext cx="655694" cy="1831974"/>
              <a:chOff x="1821170" y="2961673"/>
              <a:chExt cx="655694" cy="1831974"/>
            </a:xfrm>
          </p:grpSpPr>
          <p:sp>
            <p:nvSpPr>
              <p:cNvPr id="133" name="Arc 158">
                <a:extLst>
                  <a:ext uri="{FF2B5EF4-FFF2-40B4-BE49-F238E27FC236}">
                    <a16:creationId xmlns:a16="http://schemas.microsoft.com/office/drawing/2014/main" id="{B7BF363E-039B-EC0F-F978-69534345E47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21170" y="2961673"/>
                <a:ext cx="655694" cy="1040237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4" name="Line 9">
                <a:extLst>
                  <a:ext uri="{FF2B5EF4-FFF2-40B4-BE49-F238E27FC236}">
                    <a16:creationId xmlns:a16="http://schemas.microsoft.com/office/drawing/2014/main" id="{73E56B1B-6BE7-9B2C-C284-F6FC4DB34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60403" y="4706008"/>
                <a:ext cx="1752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Line 8">
                <a:extLst>
                  <a:ext uri="{FF2B5EF4-FFF2-40B4-BE49-F238E27FC236}">
                    <a16:creationId xmlns:a16="http://schemas.microsoft.com/office/drawing/2014/main" id="{C6F6C3D7-7B30-54C2-0583-DF48D2A11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37734" y="3624330"/>
                <a:ext cx="6853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Line 160">
                <a:extLst>
                  <a:ext uri="{FF2B5EF4-FFF2-40B4-BE49-F238E27FC236}">
                    <a16:creationId xmlns:a16="http://schemas.microsoft.com/office/drawing/2014/main" id="{8200BCDD-78F7-894F-5DE7-4C760C9FB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661601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7" name="Arc 156">
                <a:extLst>
                  <a:ext uri="{FF2B5EF4-FFF2-40B4-BE49-F238E27FC236}">
                    <a16:creationId xmlns:a16="http://schemas.microsoft.com/office/drawing/2014/main" id="{C273E931-68EB-CEA2-26E1-48C93CF60B9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18966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8" name="Line 8">
                <a:extLst>
                  <a:ext uri="{FF2B5EF4-FFF2-40B4-BE49-F238E27FC236}">
                    <a16:creationId xmlns:a16="http://schemas.microsoft.com/office/drawing/2014/main" id="{38095D72-3D46-A9AA-0B7F-0C61A2588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1972488" y="3624329"/>
                <a:ext cx="68534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160">
                <a:extLst>
                  <a:ext uri="{FF2B5EF4-FFF2-40B4-BE49-F238E27FC236}">
                    <a16:creationId xmlns:a16="http://schemas.microsoft.com/office/drawing/2014/main" id="{8EC24293-48C7-B441-4020-9FAF2016F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313426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0" name="Arc 156">
                <a:extLst>
                  <a:ext uri="{FF2B5EF4-FFF2-40B4-BE49-F238E27FC236}">
                    <a16:creationId xmlns:a16="http://schemas.microsoft.com/office/drawing/2014/main" id="{83FEBC94-35B3-B84B-7DD9-A5DCC32B0383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 flipV="1">
                <a:off x="19150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32D8E86-BDE4-5DEA-E3E2-4B72C419C384}"/>
                </a:ext>
              </a:extLst>
            </p:cNvPr>
            <p:cNvGrpSpPr/>
            <p:nvPr/>
          </p:nvGrpSpPr>
          <p:grpSpPr>
            <a:xfrm>
              <a:off x="7108522" y="3815060"/>
              <a:ext cx="655694" cy="1831974"/>
              <a:chOff x="1821170" y="2961673"/>
              <a:chExt cx="655694" cy="1831974"/>
            </a:xfrm>
          </p:grpSpPr>
          <p:sp>
            <p:nvSpPr>
              <p:cNvPr id="142" name="Arc 158">
                <a:extLst>
                  <a:ext uri="{FF2B5EF4-FFF2-40B4-BE49-F238E27FC236}">
                    <a16:creationId xmlns:a16="http://schemas.microsoft.com/office/drawing/2014/main" id="{D491DF00-693F-AA09-7D4B-DFD0AF152CF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21170" y="2961673"/>
                <a:ext cx="655694" cy="1040237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3" name="Line 9">
                <a:extLst>
                  <a:ext uri="{FF2B5EF4-FFF2-40B4-BE49-F238E27FC236}">
                    <a16:creationId xmlns:a16="http://schemas.microsoft.com/office/drawing/2014/main" id="{C480AA45-9E90-2A90-2ED4-DC4C5D1DE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60403" y="4706008"/>
                <a:ext cx="1752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Line 8">
                <a:extLst>
                  <a:ext uri="{FF2B5EF4-FFF2-40B4-BE49-F238E27FC236}">
                    <a16:creationId xmlns:a16="http://schemas.microsoft.com/office/drawing/2014/main" id="{15389236-A6AD-782F-E54A-D68773BE0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775847" y="3762442"/>
                <a:ext cx="40911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60">
                <a:extLst>
                  <a:ext uri="{FF2B5EF4-FFF2-40B4-BE49-F238E27FC236}">
                    <a16:creationId xmlns:a16="http://schemas.microsoft.com/office/drawing/2014/main" id="{54BAE671-977B-A3E9-599C-86AF9E892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661601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6" name="Arc 156">
                <a:extLst>
                  <a:ext uri="{FF2B5EF4-FFF2-40B4-BE49-F238E27FC236}">
                    <a16:creationId xmlns:a16="http://schemas.microsoft.com/office/drawing/2014/main" id="{376450C6-CA78-A5FC-971A-59A52EE6243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18966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8" name="Line 160">
                <a:extLst>
                  <a:ext uri="{FF2B5EF4-FFF2-40B4-BE49-F238E27FC236}">
                    <a16:creationId xmlns:a16="http://schemas.microsoft.com/office/drawing/2014/main" id="{38CCE025-2648-76A1-A875-C88F90DD8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313426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9" name="Arc 156">
                <a:extLst>
                  <a:ext uri="{FF2B5EF4-FFF2-40B4-BE49-F238E27FC236}">
                    <a16:creationId xmlns:a16="http://schemas.microsoft.com/office/drawing/2014/main" id="{AB6B3F08-E798-FFB5-9DA6-FB2AF423D538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 flipV="1">
                <a:off x="19150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B7011523-51D2-617F-2D11-D91B96D0FCCD}"/>
                </a:ext>
              </a:extLst>
            </p:cNvPr>
            <p:cNvGrpSpPr/>
            <p:nvPr/>
          </p:nvGrpSpPr>
          <p:grpSpPr>
            <a:xfrm>
              <a:off x="10290356" y="3815060"/>
              <a:ext cx="655694" cy="1831974"/>
              <a:chOff x="1821170" y="2961673"/>
              <a:chExt cx="655694" cy="1831974"/>
            </a:xfrm>
          </p:grpSpPr>
          <p:sp>
            <p:nvSpPr>
              <p:cNvPr id="151" name="Arc 158">
                <a:extLst>
                  <a:ext uri="{FF2B5EF4-FFF2-40B4-BE49-F238E27FC236}">
                    <a16:creationId xmlns:a16="http://schemas.microsoft.com/office/drawing/2014/main" id="{E932467D-1139-9E27-3FBC-03EEC1B0DCB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21170" y="2961673"/>
                <a:ext cx="655694" cy="1040237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52" name="Line 9">
                <a:extLst>
                  <a:ext uri="{FF2B5EF4-FFF2-40B4-BE49-F238E27FC236}">
                    <a16:creationId xmlns:a16="http://schemas.microsoft.com/office/drawing/2014/main" id="{8FEA4FC5-97DB-EA50-EB49-0E9326BB3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060403" y="4706008"/>
                <a:ext cx="1752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8">
                <a:extLst>
                  <a:ext uri="{FF2B5EF4-FFF2-40B4-BE49-F238E27FC236}">
                    <a16:creationId xmlns:a16="http://schemas.microsoft.com/office/drawing/2014/main" id="{F79481FC-FFC1-CE44-8755-D74C5C9E1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527910" y="3514504"/>
                <a:ext cx="90499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Line 160">
                <a:extLst>
                  <a:ext uri="{FF2B5EF4-FFF2-40B4-BE49-F238E27FC236}">
                    <a16:creationId xmlns:a16="http://schemas.microsoft.com/office/drawing/2014/main" id="{0107F3EF-679C-EF65-40E7-B3107A294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661601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55" name="Arc 156">
                <a:extLst>
                  <a:ext uri="{FF2B5EF4-FFF2-40B4-BE49-F238E27FC236}">
                    <a16:creationId xmlns:a16="http://schemas.microsoft.com/office/drawing/2014/main" id="{32519059-F08A-7EC6-146B-37F34E8BD4A8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18966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56" name="Line 8">
                <a:extLst>
                  <a:ext uri="{FF2B5EF4-FFF2-40B4-BE49-F238E27FC236}">
                    <a16:creationId xmlns:a16="http://schemas.microsoft.com/office/drawing/2014/main" id="{17F4AAD3-CBE2-3BC7-0D90-B26ECD24C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2133354" y="3785194"/>
                <a:ext cx="3636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Line 160">
                <a:extLst>
                  <a:ext uri="{FF2B5EF4-FFF2-40B4-BE49-F238E27FC236}">
                    <a16:creationId xmlns:a16="http://schemas.microsoft.com/office/drawing/2014/main" id="{6C8C66F9-C398-7D83-B87C-CE844C7E5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313426" y="4009546"/>
                <a:ext cx="3205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58" name="Arc 156">
                <a:extLst>
                  <a:ext uri="{FF2B5EF4-FFF2-40B4-BE49-F238E27FC236}">
                    <a16:creationId xmlns:a16="http://schemas.microsoft.com/office/drawing/2014/main" id="{A40880C3-E4F2-2CCB-2266-C3853EF301E6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 flipV="1">
                <a:off x="1915067" y="4071835"/>
                <a:ext cx="483831" cy="633423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2C03406C-E220-F983-6B26-A5CEF6318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3053" y="3933872"/>
              <a:ext cx="31839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147F43F7-D7CD-C5FC-90E7-CA480B1D88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5513" y="3569913"/>
              <a:ext cx="3184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D1DC7E22-F669-2909-01F8-508740E9C5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4453" y="4153615"/>
              <a:ext cx="202617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6B7FEDA7-9544-DEA5-9C5A-CE87D2AF6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5444" y="4154570"/>
              <a:ext cx="118180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A7ECEB96-74AE-805E-681F-2FC5566FF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9714" y="4430116"/>
              <a:ext cx="89333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ADB11542-F34A-C925-5FE8-42F086F446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7867" y="4430116"/>
              <a:ext cx="22890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Line 8">
              <a:extLst>
                <a:ext uri="{FF2B5EF4-FFF2-40B4-BE49-F238E27FC236}">
                  <a16:creationId xmlns:a16="http://schemas.microsoft.com/office/drawing/2014/main" id="{1CBDECBF-E803-8554-CAA9-08D0B7E105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7397950" y="4615827"/>
              <a:ext cx="4091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04E776E3-DAD7-AAA7-2B8B-23CBA1D6D506}"/>
                    </a:ext>
                  </a:extLst>
                </p:cNvPr>
                <p:cNvSpPr txBox="1"/>
                <p:nvPr/>
              </p:nvSpPr>
              <p:spPr>
                <a:xfrm>
                  <a:off x="5091867" y="325058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GS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04E776E3-DAD7-AAA7-2B8B-23CBA1D6D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1867" y="3250587"/>
                  <a:ext cx="613136" cy="501558"/>
                </a:xfrm>
                <a:prstGeom prst="rect">
                  <a:avLst/>
                </a:prstGeom>
                <a:blipFill>
                  <a:blip r:embed="rId27"/>
                  <a:stretch>
                    <a:fillRect l="-3158" r="-8421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CAE21693-1866-2B38-0B33-609E37A2F214}"/>
                    </a:ext>
                  </a:extLst>
                </p:cNvPr>
                <p:cNvSpPr txBox="1"/>
                <p:nvPr/>
              </p:nvSpPr>
              <p:spPr>
                <a:xfrm>
                  <a:off x="9136621" y="321909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GS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CAE21693-1866-2B38-0B33-609E37A2F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6621" y="3219097"/>
                  <a:ext cx="613136" cy="501558"/>
                </a:xfrm>
                <a:prstGeom prst="rect">
                  <a:avLst/>
                </a:prstGeom>
                <a:blipFill>
                  <a:blip r:embed="rId28"/>
                  <a:stretch>
                    <a:fillRect l="-2105" r="-9474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1301EDFC-6F19-5439-BF4C-6188BC1DDA3B}"/>
                    </a:ext>
                  </a:extLst>
                </p:cNvPr>
                <p:cNvSpPr txBox="1"/>
                <p:nvPr/>
              </p:nvSpPr>
              <p:spPr>
                <a:xfrm>
                  <a:off x="5587117" y="5634618"/>
                  <a:ext cx="508882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1301EDFC-6F19-5439-BF4C-6188BC1DD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117" y="5634618"/>
                  <a:ext cx="508882" cy="501558"/>
                </a:xfrm>
                <a:prstGeom prst="rect">
                  <a:avLst/>
                </a:prstGeom>
                <a:blipFill>
                  <a:blip r:embed="rId29"/>
                  <a:stretch>
                    <a:fillRect l="-3797" r="-113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123432FB-536F-4317-7A9C-0E8EB0AA84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0244" y="4615825"/>
              <a:ext cx="959397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B4A1CB75-02C9-893B-BD0E-82ADC078FD0B}"/>
                </a:ext>
              </a:extLst>
            </p:cNvPr>
            <p:cNvSpPr/>
            <p:nvPr/>
          </p:nvSpPr>
          <p:spPr>
            <a:xfrm>
              <a:off x="5627556" y="4553138"/>
              <a:ext cx="125375" cy="1253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1FB7A0A7-15A5-DE4F-4068-CF76B570E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870" y="4615825"/>
              <a:ext cx="0" cy="10187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84D26EB-FEE6-16F7-C4A2-27AF184A33B8}"/>
                    </a:ext>
                  </a:extLst>
                </p:cNvPr>
                <p:cNvSpPr txBox="1"/>
                <p:nvPr/>
              </p:nvSpPr>
              <p:spPr>
                <a:xfrm>
                  <a:off x="6389714" y="563461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84D26EB-FEE6-16F7-C4A2-27AF184A3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714" y="5634617"/>
                  <a:ext cx="613136" cy="501558"/>
                </a:xfrm>
                <a:prstGeom prst="rect">
                  <a:avLst/>
                </a:prstGeom>
                <a:blipFill>
                  <a:blip r:embed="rId3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130A038C-F2AC-9A10-DFBC-E1FA425D7251}"/>
                    </a:ext>
                  </a:extLst>
                </p:cNvPr>
                <p:cNvSpPr txBox="1"/>
                <p:nvPr/>
              </p:nvSpPr>
              <p:spPr>
                <a:xfrm>
                  <a:off x="7198137" y="563461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130A038C-F2AC-9A10-DFBC-E1FA425D7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8137" y="5634617"/>
                  <a:ext cx="613136" cy="501558"/>
                </a:xfrm>
                <a:prstGeom prst="rect">
                  <a:avLst/>
                </a:prstGeom>
                <a:blipFill>
                  <a:blip r:embed="rId3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2FA43F2E-A9C1-BBAC-04D0-D32C33EFCE81}"/>
                    </a:ext>
                  </a:extLst>
                </p:cNvPr>
                <p:cNvSpPr txBox="1"/>
                <p:nvPr/>
              </p:nvSpPr>
              <p:spPr>
                <a:xfrm>
                  <a:off x="8778987" y="563461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2FA43F2E-A9C1-BBAC-04D0-D32C33EFC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987" y="5634617"/>
                  <a:ext cx="613136" cy="501558"/>
                </a:xfrm>
                <a:prstGeom prst="rect">
                  <a:avLst/>
                </a:prstGeom>
                <a:blipFill>
                  <a:blip r:embed="rId3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A9EDF044-C76C-76B1-1CF4-EA0060402999}"/>
                    </a:ext>
                  </a:extLst>
                </p:cNvPr>
                <p:cNvSpPr txBox="1"/>
                <p:nvPr/>
              </p:nvSpPr>
              <p:spPr>
                <a:xfrm>
                  <a:off x="10357247" y="5634617"/>
                  <a:ext cx="613136" cy="501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A9EDF044-C76C-76B1-1CF4-EA00604029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7247" y="5634617"/>
                  <a:ext cx="613136" cy="501558"/>
                </a:xfrm>
                <a:prstGeom prst="rect">
                  <a:avLst/>
                </a:prstGeom>
                <a:blipFill>
                  <a:blip r:embed="rId3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491DB38-ED04-3B52-4F56-7AC774134A65}"/>
              </a:ext>
            </a:extLst>
          </p:cNvPr>
          <p:cNvSpPr txBox="1"/>
          <p:nvPr/>
        </p:nvSpPr>
        <p:spPr>
          <a:xfrm>
            <a:off x="360000" y="720000"/>
            <a:ext cx="5032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4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线优先编码器：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8B9A9EC-8562-7545-2709-11A2F36601D7}"/>
                  </a:ext>
                </a:extLst>
              </p:cNvPr>
              <p:cNvSpPr txBox="1"/>
              <p:nvPr/>
            </p:nvSpPr>
            <p:spPr>
              <a:xfrm>
                <a:off x="360000" y="1260000"/>
                <a:ext cx="5119310" cy="5417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个输入信号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EI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，编码器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禁止编码，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GS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=0000</m:t>
                    </m:r>
                  </m:oMath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EI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，编码器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允许编码，若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均为无效输入，则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EI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编码器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允许编码，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的值在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0000~0111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之间变化（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EI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至少有一个有效输出，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EI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，编码器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禁止编码，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的值在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000~1111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之间变化（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该电路实现了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位输入的优先编码，编码器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的优先级更高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8B9A9EC-8562-7545-2709-11A2F3660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260000"/>
                <a:ext cx="5119310" cy="5417830"/>
              </a:xfrm>
              <a:prstGeom prst="rect">
                <a:avLst/>
              </a:prstGeom>
              <a:blipFill>
                <a:blip r:embed="rId34"/>
                <a:stretch>
                  <a:fillRect l="-1310" t="-788" r="-7024" b="-1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19F4FD7A-14C0-A5B8-6761-61117DC929C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编码器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优先编码器（</a:t>
            </a:r>
            <a:r>
              <a:rPr lang="en-US" altLang="zh-CN" sz="3000" dirty="0">
                <a:solidFill>
                  <a:srgbClr val="FFFF00"/>
                </a:solidFill>
              </a:rPr>
              <a:t>16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4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363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AE5B-1AAE-6CAC-3E60-E89537BA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922705B-F640-8472-76C9-AF1A43E9032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874D0B9-1EE1-BC7C-F55C-D1D45932D15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2F6E294B-9951-3D2A-C11D-5205B5A5E9A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5E16B41A-3DA7-6FB2-DAE3-13CBA7B0874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48FA4195-9F64-38F0-1389-DE7B7537F19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3B42CB9-0DD9-3B26-E410-A153DE0489FD}"/>
              </a:ext>
            </a:extLst>
          </p:cNvPr>
          <p:cNvSpPr txBox="1"/>
          <p:nvPr/>
        </p:nvSpPr>
        <p:spPr>
          <a:xfrm>
            <a:off x="360000" y="720000"/>
            <a:ext cx="10410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：将输入的二进制码转成相应的高、低电平组合状态输出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C4DA10-01E7-B206-B006-217E7043596E}"/>
              </a:ext>
            </a:extLst>
          </p:cNvPr>
          <p:cNvGrpSpPr/>
          <p:nvPr/>
        </p:nvGrpSpPr>
        <p:grpSpPr>
          <a:xfrm>
            <a:off x="3240000" y="1440000"/>
            <a:ext cx="3566493" cy="1648007"/>
            <a:chOff x="6135929" y="2039410"/>
            <a:chExt cx="3566493" cy="164800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573FF78-3872-EC7F-D31F-774FFD05F7A2}"/>
                </a:ext>
              </a:extLst>
            </p:cNvPr>
            <p:cNvSpPr/>
            <p:nvPr/>
          </p:nvSpPr>
          <p:spPr>
            <a:xfrm>
              <a:off x="7325139" y="2047461"/>
              <a:ext cx="1242391" cy="16399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译</a:t>
              </a:r>
              <a:endParaRPr lang="en-US" altLang="zh-CN" sz="28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码</a:t>
              </a:r>
              <a:endParaRPr lang="en-US" altLang="zh-CN" sz="28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器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5E6CD51-2391-30EF-09B0-2A435D352A0C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305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7E3FEB9-28AB-C31C-3F24-DA897CA3B374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421B069-8F22-259A-CD72-5E0461F4C737}"/>
                </a:ext>
              </a:extLst>
            </p:cNvPr>
            <p:cNvCxnSpPr>
              <a:cxnSpLocks/>
            </p:cNvCxnSpPr>
            <p:nvPr/>
          </p:nvCxnSpPr>
          <p:spPr>
            <a:xfrm>
              <a:off x="6828183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C045DA2-B810-1529-7EB4-DEE179B87A5B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289313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0B3DDEE-0F77-C3A2-AF5A-69ECC535B627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2686878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862FF1B-852A-74B2-D9B8-31710446AD15}"/>
                </a:ext>
              </a:extLst>
            </p:cNvPr>
            <p:cNvCxnSpPr>
              <a:cxnSpLocks/>
            </p:cNvCxnSpPr>
            <p:nvPr/>
          </p:nvCxnSpPr>
          <p:spPr>
            <a:xfrm>
              <a:off x="8567530" y="3429000"/>
              <a:ext cx="4969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B005EED-C266-25C2-682B-9B3300213618}"/>
                    </a:ext>
                  </a:extLst>
                </p:cNvPr>
                <p:cNvSpPr txBox="1"/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B005EED-C266-25C2-682B-9B3300213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039410"/>
                  <a:ext cx="61814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896BF3D-DA58-FA8D-F03E-62AC94C34204}"/>
                    </a:ext>
                  </a:extLst>
                </p:cNvPr>
                <p:cNvSpPr txBox="1"/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896BF3D-DA58-FA8D-F03E-62AC94C34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2455397"/>
                  <a:ext cx="61814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4D7E434-2A91-CB9C-DD2C-47AE10F26F78}"/>
                    </a:ext>
                  </a:extLst>
                </p:cNvPr>
                <p:cNvSpPr txBox="1"/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4D7E434-2A91-CB9C-DD2C-47AE10F26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29" y="3205728"/>
                  <a:ext cx="61814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7822" r="-25743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A4314EB-9C23-10B8-F66B-F385C0CE2C5F}"/>
                    </a:ext>
                  </a:extLst>
                </p:cNvPr>
                <p:cNvSpPr txBox="1"/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971BE9-FD3D-DE56-F39F-924085CC8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590" y="2824729"/>
                  <a:ext cx="618142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A579A3B-C444-089C-2689-DD6C1D03A2F1}"/>
                    </a:ext>
                  </a:extLst>
                </p:cNvPr>
                <p:cNvSpPr txBox="1"/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3296B5-AF23-F118-CA7F-8900F13B5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149" y="2824729"/>
                  <a:ext cx="618142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C617144-A931-B5D2-5CF0-F7BCF128177F}"/>
                    </a:ext>
                  </a:extLst>
                </p:cNvPr>
                <p:cNvSpPr txBox="1"/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090E83D-802E-3944-BD95-B42231EBD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047461"/>
                  <a:ext cx="61814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D59326C-F84C-50B3-7808-9CC38BEE069D}"/>
                    </a:ext>
                  </a:extLst>
                </p:cNvPr>
                <p:cNvSpPr txBox="1"/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0003628-CEEE-26E2-4090-896E4437B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2463448"/>
                  <a:ext cx="61814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5E6896F-A36E-B705-26F6-FBDD1812A794}"/>
                    </a:ext>
                  </a:extLst>
                </p:cNvPr>
                <p:cNvSpPr txBox="1"/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E7D3C07-469F-4562-7B49-6258138A7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80" y="3213779"/>
                  <a:ext cx="61814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86" r="-7843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8B6EB26-9355-1212-909F-A9176FA6D501}"/>
                  </a:ext>
                </a:extLst>
              </p:cNvPr>
              <p:cNvSpPr txBox="1"/>
              <p:nvPr/>
            </p:nvSpPr>
            <p:spPr>
              <a:xfrm>
                <a:off x="7200000" y="1800000"/>
                <a:ext cx="39836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编码器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8B6EB26-9355-1212-909F-A9176FA6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1800000"/>
                <a:ext cx="3983650" cy="954107"/>
              </a:xfrm>
              <a:prstGeom prst="rect">
                <a:avLst/>
              </a:prstGeom>
              <a:blipFill>
                <a:blip r:embed="rId11"/>
                <a:stretch>
                  <a:fillRect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856AE45-97F1-DCC0-FAD7-7F671EE2B546}"/>
                  </a:ext>
                </a:extLst>
              </p:cNvPr>
              <p:cNvSpPr txBox="1"/>
              <p:nvPr/>
            </p:nvSpPr>
            <p:spPr>
              <a:xfrm>
                <a:off x="360000" y="3600000"/>
                <a:ext cx="44406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常见译码器：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二进制译码器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十进制译码器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显示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译码器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856AE45-97F1-DCC0-FAD7-7F671EE2B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600000"/>
                <a:ext cx="4440600" cy="2308324"/>
              </a:xfrm>
              <a:prstGeom prst="rect">
                <a:avLst/>
              </a:prstGeom>
              <a:blipFill>
                <a:blip r:embed="rId12"/>
                <a:stretch>
                  <a:fillRect l="-2743" t="-2910" b="-5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标题 1">
            <a:extLst>
              <a:ext uri="{FF2B5EF4-FFF2-40B4-BE49-F238E27FC236}">
                <a16:creationId xmlns:a16="http://schemas.microsoft.com/office/drawing/2014/main" id="{D18DDFCC-78A2-F9F5-25EE-50089A75881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793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F2338-2416-932A-9D1C-620B3A42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43AA027-6DAA-E4F1-5F09-57A29A2A17B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516B02B-E06B-63F8-F133-509D2588469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479291B5-D641-E6DD-6227-9241A288347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8A3A5BC2-D34A-D69E-1B1D-EC198A55517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8C182074-BDC0-625D-7577-CEAEC32B9E2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F2DA5D-AE66-BF12-161B-CF6C2C99DDC9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7147125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4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线译码器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74x139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个输入变量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个输出信号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，低电平有效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个使能输入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，低电平有效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F2DA5D-AE66-BF12-161B-CF6C2C99D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7147125" cy="1862048"/>
              </a:xfrm>
              <a:prstGeom prst="rect">
                <a:avLst/>
              </a:prstGeom>
              <a:blipFill>
                <a:blip r:embed="rId3"/>
                <a:stretch>
                  <a:fillRect l="-1706" t="-3268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BFD69DC2-330F-B0E7-65DC-2896A6E9D03E}"/>
              </a:ext>
            </a:extLst>
          </p:cNvPr>
          <p:cNvGrpSpPr/>
          <p:nvPr/>
        </p:nvGrpSpPr>
        <p:grpSpPr>
          <a:xfrm>
            <a:off x="7885892" y="3798048"/>
            <a:ext cx="4083927" cy="2315898"/>
            <a:chOff x="6387551" y="1479384"/>
            <a:chExt cx="4083927" cy="2315898"/>
          </a:xfrm>
        </p:grpSpPr>
        <p:sp>
          <p:nvSpPr>
            <p:cNvPr id="27" name="Text Box 58">
              <a:extLst>
                <a:ext uri="{FF2B5EF4-FFF2-40B4-BE49-F238E27FC236}">
                  <a16:creationId xmlns:a16="http://schemas.microsoft.com/office/drawing/2014/main" id="{65AA6033-F4F5-55ED-A7F0-1BA8176E7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585" y="1479384"/>
              <a:ext cx="2201185" cy="231589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4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2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74x139</a:t>
              </a:r>
              <a:endParaRPr lang="zh-CN" altLang="en-US" sz="22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993E29CE-D8EF-CEF2-501F-C0C3508DD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3514" y="338624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0BBEC94E-1E71-087F-8FB8-7CF3AD8F3B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18088" y="1628139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 Box 70">
                  <a:extLst>
                    <a:ext uri="{FF2B5EF4-FFF2-40B4-BE49-F238E27FC236}">
                      <a16:creationId xmlns:a16="http://schemas.microsoft.com/office/drawing/2014/main" id="{0BBEC94E-1E71-087F-8FB8-7CF3AD8F3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18088" y="1628139"/>
                  <a:ext cx="576263" cy="461963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5B80C62-2A35-D613-D195-0700E7893304}"/>
                </a:ext>
              </a:extLst>
            </p:cNvPr>
            <p:cNvSpPr/>
            <p:nvPr/>
          </p:nvSpPr>
          <p:spPr>
            <a:xfrm>
              <a:off x="9486770" y="179697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3AF3A920-7948-E67D-AE73-9469BE5C717F}"/>
                </a:ext>
              </a:extLst>
            </p:cNvPr>
            <p:cNvSpPr/>
            <p:nvPr/>
          </p:nvSpPr>
          <p:spPr>
            <a:xfrm>
              <a:off x="9486770" y="329287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A3DB032A-9BE7-08A9-737D-71D33737F475}"/>
                </a:ext>
              </a:extLst>
            </p:cNvPr>
            <p:cNvSpPr/>
            <p:nvPr/>
          </p:nvSpPr>
          <p:spPr>
            <a:xfrm>
              <a:off x="9486770" y="279423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A0257AD6-ECB9-7CA5-D646-9803B641B966}"/>
                </a:ext>
              </a:extLst>
            </p:cNvPr>
            <p:cNvSpPr/>
            <p:nvPr/>
          </p:nvSpPr>
          <p:spPr>
            <a:xfrm>
              <a:off x="9486770" y="229560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Line 60">
              <a:extLst>
                <a:ext uri="{FF2B5EF4-FFF2-40B4-BE49-F238E27FC236}">
                  <a16:creationId xmlns:a16="http://schemas.microsoft.com/office/drawing/2014/main" id="{9C919D40-5B73-D3EC-6BB1-84DC16F97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3514" y="2882966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7" name="Line 60">
              <a:extLst>
                <a:ext uri="{FF2B5EF4-FFF2-40B4-BE49-F238E27FC236}">
                  <a16:creationId xmlns:a16="http://schemas.microsoft.com/office/drawing/2014/main" id="{F0F176B3-22CA-643B-06DA-11E8212EB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3514" y="2388976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B1FB624B-2B52-8FEF-2F13-EBA30DE12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3513" y="189034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FA5C668B-9262-C9E7-E416-8886D5F5F9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43495" y="2131563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FA5C668B-9262-C9E7-E416-8886D5F5F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43495" y="2131563"/>
                  <a:ext cx="550856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799BCC4F-7248-55ED-E684-677755A167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46600" y="2625553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799BCC4F-7248-55ED-E684-677755A16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46600" y="2625553"/>
                  <a:ext cx="55797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039B5934-CA66-CB05-99A5-F8C55A092A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46600" y="3122498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039B5934-CA66-CB05-99A5-F8C55A092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46600" y="3122498"/>
                  <a:ext cx="55797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BEB22A6-7CA2-52EE-FA11-E58ABDC23303}"/>
                </a:ext>
              </a:extLst>
            </p:cNvPr>
            <p:cNvSpPr/>
            <p:nvPr/>
          </p:nvSpPr>
          <p:spPr>
            <a:xfrm>
              <a:off x="7098841" y="179232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Line 60">
              <a:extLst>
                <a:ext uri="{FF2B5EF4-FFF2-40B4-BE49-F238E27FC236}">
                  <a16:creationId xmlns:a16="http://schemas.microsoft.com/office/drawing/2014/main" id="{FB357FCE-1A50-B44D-FE00-5148980FC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7334" y="3379910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6" name="Line 60">
              <a:extLst>
                <a:ext uri="{FF2B5EF4-FFF2-40B4-BE49-F238E27FC236}">
                  <a16:creationId xmlns:a16="http://schemas.microsoft.com/office/drawing/2014/main" id="{BA0A03F8-5733-FEF0-89FC-4193626CA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7334" y="2882965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7" name="Line 60">
              <a:extLst>
                <a:ext uri="{FF2B5EF4-FFF2-40B4-BE49-F238E27FC236}">
                  <a16:creationId xmlns:a16="http://schemas.microsoft.com/office/drawing/2014/main" id="{5095A43C-9F06-2AD7-5738-0E5AB9DD5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2471" y="188570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8" name="Text Box 70">
              <a:extLst>
                <a:ext uri="{FF2B5EF4-FFF2-40B4-BE49-F238E27FC236}">
                  <a16:creationId xmlns:a16="http://schemas.microsoft.com/office/drawing/2014/main" id="{146B478B-1E40-CDB1-93EF-0F40A75E3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4906" y="1633972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CA4E28E6-19FB-9258-AAFD-725D4CBE87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92213" y="2622543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CA4E28E6-19FB-9258-AAFD-725D4CBE8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92213" y="2622543"/>
                  <a:ext cx="602601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Box 70">
                  <a:extLst>
                    <a:ext uri="{FF2B5EF4-FFF2-40B4-BE49-F238E27FC236}">
                      <a16:creationId xmlns:a16="http://schemas.microsoft.com/office/drawing/2014/main" id="{B71095CA-E890-67CD-263C-0F4A78BCBF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97021" y="3122497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 Box 70">
                  <a:extLst>
                    <a:ext uri="{FF2B5EF4-FFF2-40B4-BE49-F238E27FC236}">
                      <a16:creationId xmlns:a16="http://schemas.microsoft.com/office/drawing/2014/main" id="{B71095CA-E890-67CD-263C-0F4A78BCB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97021" y="3122497"/>
                  <a:ext cx="59548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70">
                  <a:extLst>
                    <a:ext uri="{FF2B5EF4-FFF2-40B4-BE49-F238E27FC236}">
                      <a16:creationId xmlns:a16="http://schemas.microsoft.com/office/drawing/2014/main" id="{81C99D77-28CE-48CA-59FF-D235E58BFA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21684" y="1633972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 Box 70">
                  <a:extLst>
                    <a:ext uri="{FF2B5EF4-FFF2-40B4-BE49-F238E27FC236}">
                      <a16:creationId xmlns:a16="http://schemas.microsoft.com/office/drawing/2014/main" id="{81C99D77-28CE-48CA-59FF-D235E58BF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21684" y="1633972"/>
                  <a:ext cx="437940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70">
                  <a:extLst>
                    <a:ext uri="{FF2B5EF4-FFF2-40B4-BE49-F238E27FC236}">
                      <a16:creationId xmlns:a16="http://schemas.microsoft.com/office/drawing/2014/main" id="{AD002C5E-32BD-6395-5685-555603147D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87551" y="2622543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 Box 70">
                  <a:extLst>
                    <a:ext uri="{FF2B5EF4-FFF2-40B4-BE49-F238E27FC236}">
                      <a16:creationId xmlns:a16="http://schemas.microsoft.com/office/drawing/2014/main" id="{AD002C5E-32BD-6395-5685-555603147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87551" y="2622543"/>
                  <a:ext cx="602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982C3E84-3D1C-B033-E952-A8BAA88BE6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92359" y="3122497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982C3E84-3D1C-B033-E952-A8BAA88BE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92359" y="3122497"/>
                  <a:ext cx="59548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24C4ABF1-73DD-9868-87A6-14E0851B0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17667" y="1628138"/>
                  <a:ext cx="63010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24C4ABF1-73DD-9868-87A6-14E0851B0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17667" y="1628138"/>
                  <a:ext cx="630109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70">
                  <a:extLst>
                    <a:ext uri="{FF2B5EF4-FFF2-40B4-BE49-F238E27FC236}">
                      <a16:creationId xmlns:a16="http://schemas.microsoft.com/office/drawing/2014/main" id="{092487B3-CDC3-67EC-9229-4164C9BF6C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43074" y="2131562"/>
                  <a:ext cx="6181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 Box 70">
                  <a:extLst>
                    <a:ext uri="{FF2B5EF4-FFF2-40B4-BE49-F238E27FC236}">
                      <a16:creationId xmlns:a16="http://schemas.microsoft.com/office/drawing/2014/main" id="{092487B3-CDC3-67EC-9229-4164C9BF6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43074" y="2131562"/>
                  <a:ext cx="618182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0032FDA9-5CEB-69C0-63C6-EFF351FEE4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46179" y="2625552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0032FDA9-5CEB-69C0-63C6-EFF351FEE4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46179" y="2625552"/>
                  <a:ext cx="625299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 Box 70">
                  <a:extLst>
                    <a:ext uri="{FF2B5EF4-FFF2-40B4-BE49-F238E27FC236}">
                      <a16:creationId xmlns:a16="http://schemas.microsoft.com/office/drawing/2014/main" id="{1A722246-FE91-45C1-C28A-B383997492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46179" y="3122497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 Box 70">
                  <a:extLst>
                    <a:ext uri="{FF2B5EF4-FFF2-40B4-BE49-F238E27FC236}">
                      <a16:creationId xmlns:a16="http://schemas.microsoft.com/office/drawing/2014/main" id="{1A722246-FE91-45C1-C28A-B38399749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46179" y="3122497"/>
                  <a:ext cx="625299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ACA6359A-7EAA-4D19-FFE5-CAF0D7F57734}"/>
              </a:ext>
            </a:extLst>
          </p:cNvPr>
          <p:cNvSpPr txBox="1"/>
          <p:nvPr/>
        </p:nvSpPr>
        <p:spPr>
          <a:xfrm>
            <a:off x="9117645" y="6155407"/>
            <a:ext cx="153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12921F42-A705-CD03-4218-886F27293F01}"/>
              </a:ext>
            </a:extLst>
          </p:cNvPr>
          <p:cNvGrpSpPr/>
          <p:nvPr/>
        </p:nvGrpSpPr>
        <p:grpSpPr>
          <a:xfrm>
            <a:off x="7992000" y="604800"/>
            <a:ext cx="3970780" cy="3001993"/>
            <a:chOff x="7514315" y="857318"/>
            <a:chExt cx="3970780" cy="3234675"/>
          </a:xfrm>
        </p:grpSpPr>
        <p:sp>
          <p:nvSpPr>
            <p:cNvPr id="66" name="Rectangle 7">
              <a:extLst>
                <a:ext uri="{FF2B5EF4-FFF2-40B4-BE49-F238E27FC236}">
                  <a16:creationId xmlns:a16="http://schemas.microsoft.com/office/drawing/2014/main" id="{0315657A-F9C1-758C-3357-CC3D9ED6F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6640" y="363955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Rectangle 8">
              <a:extLst>
                <a:ext uri="{FF2B5EF4-FFF2-40B4-BE49-F238E27FC236}">
                  <a16:creationId xmlns:a16="http://schemas.microsoft.com/office/drawing/2014/main" id="{FFECA33B-087F-6ED7-C71D-D45360977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7840" y="3639556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C873159C-9485-5494-4EFE-9AD925507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4753" y="3639556"/>
              <a:ext cx="573087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9" name="Rectangle 10">
              <a:extLst>
                <a:ext uri="{FF2B5EF4-FFF2-40B4-BE49-F238E27FC236}">
                  <a16:creationId xmlns:a16="http://schemas.microsoft.com/office/drawing/2014/main" id="{D9553D3B-E7E1-C630-DD39-75CB012E5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065" y="3639556"/>
              <a:ext cx="547688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0" name="Rectangle 11">
              <a:extLst>
                <a:ext uri="{FF2B5EF4-FFF2-40B4-BE49-F238E27FC236}">
                  <a16:creationId xmlns:a16="http://schemas.microsoft.com/office/drawing/2014/main" id="{65F71398-4FAF-8A3B-9F84-4467F25B3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5090" y="363955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1" name="Rectangle 12">
              <a:extLst>
                <a:ext uri="{FF2B5EF4-FFF2-40B4-BE49-F238E27FC236}">
                  <a16:creationId xmlns:a16="http://schemas.microsoft.com/office/drawing/2014/main" id="{E92D733C-A519-5146-0287-5F843783F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290" y="3639556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" name="Rectangle 13">
              <a:extLst>
                <a:ext uri="{FF2B5EF4-FFF2-40B4-BE49-F238E27FC236}">
                  <a16:creationId xmlns:a16="http://schemas.microsoft.com/office/drawing/2014/main" id="{20A1B3AC-0299-1357-61F8-91D5D5838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4315" y="363955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3" name="Rectangle 14">
              <a:extLst>
                <a:ext uri="{FF2B5EF4-FFF2-40B4-BE49-F238E27FC236}">
                  <a16:creationId xmlns:a16="http://schemas.microsoft.com/office/drawing/2014/main" id="{4AD9695E-88AE-76E1-63CE-7CD05066A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6640" y="319823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" name="Rectangle 15">
              <a:extLst>
                <a:ext uri="{FF2B5EF4-FFF2-40B4-BE49-F238E27FC236}">
                  <a16:creationId xmlns:a16="http://schemas.microsoft.com/office/drawing/2014/main" id="{B93A8885-CE2F-E57C-20F3-1A574B80C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7840" y="3198231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5" name="Rectangle 16">
              <a:extLst>
                <a:ext uri="{FF2B5EF4-FFF2-40B4-BE49-F238E27FC236}">
                  <a16:creationId xmlns:a16="http://schemas.microsoft.com/office/drawing/2014/main" id="{80D1D248-7A37-A9C6-A097-0849C51F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4753" y="3198231"/>
              <a:ext cx="573087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6" name="Rectangle 17">
              <a:extLst>
                <a:ext uri="{FF2B5EF4-FFF2-40B4-BE49-F238E27FC236}">
                  <a16:creationId xmlns:a16="http://schemas.microsoft.com/office/drawing/2014/main" id="{88ED413D-ACF8-96CD-A714-D1F68D147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065" y="3198231"/>
              <a:ext cx="547688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7" name="Rectangle 18">
              <a:extLst>
                <a:ext uri="{FF2B5EF4-FFF2-40B4-BE49-F238E27FC236}">
                  <a16:creationId xmlns:a16="http://schemas.microsoft.com/office/drawing/2014/main" id="{DE0A5950-7965-E6B9-0820-BBFF8D1E4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5090" y="319823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8" name="Rectangle 19">
              <a:extLst>
                <a:ext uri="{FF2B5EF4-FFF2-40B4-BE49-F238E27FC236}">
                  <a16:creationId xmlns:a16="http://schemas.microsoft.com/office/drawing/2014/main" id="{2B6FC2C5-52F8-2C15-23D4-C7488065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290" y="3198231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9" name="Rectangle 20">
              <a:extLst>
                <a:ext uri="{FF2B5EF4-FFF2-40B4-BE49-F238E27FC236}">
                  <a16:creationId xmlns:a16="http://schemas.microsoft.com/office/drawing/2014/main" id="{0EF734A1-67B8-2F3F-535F-4E4F7C733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4315" y="319823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15DF1DC9-0F37-6135-18F7-75239F6CA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6640" y="275690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1" name="Rectangle 22">
              <a:extLst>
                <a:ext uri="{FF2B5EF4-FFF2-40B4-BE49-F238E27FC236}">
                  <a16:creationId xmlns:a16="http://schemas.microsoft.com/office/drawing/2014/main" id="{859A5BBE-CD8A-D16B-47AC-BDB13448F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7840" y="2756906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2" name="Rectangle 23">
              <a:extLst>
                <a:ext uri="{FF2B5EF4-FFF2-40B4-BE49-F238E27FC236}">
                  <a16:creationId xmlns:a16="http://schemas.microsoft.com/office/drawing/2014/main" id="{8D616361-F84A-2EDF-6898-9C9ECE66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4753" y="2756906"/>
              <a:ext cx="573087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3" name="Rectangle 24">
              <a:extLst>
                <a:ext uri="{FF2B5EF4-FFF2-40B4-BE49-F238E27FC236}">
                  <a16:creationId xmlns:a16="http://schemas.microsoft.com/office/drawing/2014/main" id="{DA7158B2-EF7A-AC24-2602-36A0F1685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065" y="2756906"/>
              <a:ext cx="547688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 25">
              <a:extLst>
                <a:ext uri="{FF2B5EF4-FFF2-40B4-BE49-F238E27FC236}">
                  <a16:creationId xmlns:a16="http://schemas.microsoft.com/office/drawing/2014/main" id="{2ABC1471-A027-B7D3-A68B-BA929B9E1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5090" y="275690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" name="Rectangle 26">
              <a:extLst>
                <a:ext uri="{FF2B5EF4-FFF2-40B4-BE49-F238E27FC236}">
                  <a16:creationId xmlns:a16="http://schemas.microsoft.com/office/drawing/2014/main" id="{89E000AF-DCC4-72A5-63D0-B017261C9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290" y="2756906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6" name="Rectangle 27">
              <a:extLst>
                <a:ext uri="{FF2B5EF4-FFF2-40B4-BE49-F238E27FC236}">
                  <a16:creationId xmlns:a16="http://schemas.microsoft.com/office/drawing/2014/main" id="{04CFB560-F095-4A59-7904-958ECB793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4315" y="275690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7" name="Rectangle 28">
              <a:extLst>
                <a:ext uri="{FF2B5EF4-FFF2-40B4-BE49-F238E27FC236}">
                  <a16:creationId xmlns:a16="http://schemas.microsoft.com/office/drawing/2014/main" id="{4557884C-C671-1D66-282A-2AB65BE50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6640" y="231558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8" name="Rectangle 29">
              <a:extLst>
                <a:ext uri="{FF2B5EF4-FFF2-40B4-BE49-F238E27FC236}">
                  <a16:creationId xmlns:a16="http://schemas.microsoft.com/office/drawing/2014/main" id="{9F6FE135-C69F-E09D-AC34-438AF3B0D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7840" y="2315581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9" name="Rectangle 30">
              <a:extLst>
                <a:ext uri="{FF2B5EF4-FFF2-40B4-BE49-F238E27FC236}">
                  <a16:creationId xmlns:a16="http://schemas.microsoft.com/office/drawing/2014/main" id="{F1A506EE-0CA0-871E-F610-736704212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4753" y="2315581"/>
              <a:ext cx="573087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0" name="Rectangle 31">
              <a:extLst>
                <a:ext uri="{FF2B5EF4-FFF2-40B4-BE49-F238E27FC236}">
                  <a16:creationId xmlns:a16="http://schemas.microsoft.com/office/drawing/2014/main" id="{1597D1F2-44F1-1E9F-BD2E-444286F23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065" y="2315581"/>
              <a:ext cx="547688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1" name="Rectangle 32">
              <a:extLst>
                <a:ext uri="{FF2B5EF4-FFF2-40B4-BE49-F238E27FC236}">
                  <a16:creationId xmlns:a16="http://schemas.microsoft.com/office/drawing/2014/main" id="{2E0CF5E5-7638-D166-0F75-F8F892822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5090" y="231558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2" name="Rectangle 33">
              <a:extLst>
                <a:ext uri="{FF2B5EF4-FFF2-40B4-BE49-F238E27FC236}">
                  <a16:creationId xmlns:a16="http://schemas.microsoft.com/office/drawing/2014/main" id="{8E367056-DFF8-CC2B-1524-24B502FD9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6290" y="2315581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3" name="Rectangle 34">
              <a:extLst>
                <a:ext uri="{FF2B5EF4-FFF2-40B4-BE49-F238E27FC236}">
                  <a16:creationId xmlns:a16="http://schemas.microsoft.com/office/drawing/2014/main" id="{037CCECB-2B12-BFB8-3CA1-AD7B0B70E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4315" y="2315581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4" name="Rectangle 35">
              <a:extLst>
                <a:ext uri="{FF2B5EF4-FFF2-40B4-BE49-F238E27FC236}">
                  <a16:creationId xmlns:a16="http://schemas.microsoft.com/office/drawing/2014/main" id="{20F98133-3F06-0B2D-375E-D785366D5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6640" y="187425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" name="Rectangle 36">
              <a:extLst>
                <a:ext uri="{FF2B5EF4-FFF2-40B4-BE49-F238E27FC236}">
                  <a16:creationId xmlns:a16="http://schemas.microsoft.com/office/drawing/2014/main" id="{FD2FA5E8-5E5C-FBF2-D2C6-3E4ED5F12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7840" y="1874256"/>
              <a:ext cx="558800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6" name="Rectangle 37">
              <a:extLst>
                <a:ext uri="{FF2B5EF4-FFF2-40B4-BE49-F238E27FC236}">
                  <a16:creationId xmlns:a16="http://schemas.microsoft.com/office/drawing/2014/main" id="{2ABAFCE3-AE9D-66AC-33FB-3B650D038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4753" y="1874256"/>
              <a:ext cx="573087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7" name="Rectangle 38">
              <a:extLst>
                <a:ext uri="{FF2B5EF4-FFF2-40B4-BE49-F238E27FC236}">
                  <a16:creationId xmlns:a16="http://schemas.microsoft.com/office/drawing/2014/main" id="{18FDCCD5-C33C-4AA5-FFC0-19B51B562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065" y="1874256"/>
              <a:ext cx="547688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8" name="Rectangle 39">
              <a:extLst>
                <a:ext uri="{FF2B5EF4-FFF2-40B4-BE49-F238E27FC236}">
                  <a16:creationId xmlns:a16="http://schemas.microsoft.com/office/drawing/2014/main" id="{6530B1D3-9C5B-2AEA-E67D-54BB535A6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8103" y="1855206"/>
              <a:ext cx="561975" cy="439737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9" name="Rectangle 40">
              <a:extLst>
                <a:ext uri="{FF2B5EF4-FFF2-40B4-BE49-F238E27FC236}">
                  <a16:creationId xmlns:a16="http://schemas.microsoft.com/office/drawing/2014/main" id="{CE4858F5-3ECF-B910-210D-8868BB82E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1528" y="1855206"/>
              <a:ext cx="558800" cy="439737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00" name="Rectangle 41">
              <a:extLst>
                <a:ext uri="{FF2B5EF4-FFF2-40B4-BE49-F238E27FC236}">
                  <a16:creationId xmlns:a16="http://schemas.microsoft.com/office/drawing/2014/main" id="{29897F3F-B9A5-9C6C-1974-1D550B28B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4315" y="1874256"/>
              <a:ext cx="561975" cy="441325"/>
            </a:xfrm>
            <a:prstGeom prst="rect">
              <a:avLst/>
            </a:prstGeom>
            <a:solidFill>
              <a:srgbClr val="FFFFCC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5" name="Line 46">
              <a:extLst>
                <a:ext uri="{FF2B5EF4-FFF2-40B4-BE49-F238E27FC236}">
                  <a16:creationId xmlns:a16="http://schemas.microsoft.com/office/drawing/2014/main" id="{89FB30B6-A27B-4FDF-11D1-39C2A942E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4315" y="4080881"/>
              <a:ext cx="3924300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Line 47">
              <a:extLst>
                <a:ext uri="{FF2B5EF4-FFF2-40B4-BE49-F238E27FC236}">
                  <a16:creationId xmlns:a16="http://schemas.microsoft.com/office/drawing/2014/main" id="{CF8945D5-9769-9548-2497-7C3089AC7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6065" y="1311839"/>
              <a:ext cx="3892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7" name="Line 48">
              <a:extLst>
                <a:ext uri="{FF2B5EF4-FFF2-40B4-BE49-F238E27FC236}">
                  <a16:creationId xmlns:a16="http://schemas.microsoft.com/office/drawing/2014/main" id="{8907F66D-E2EC-01F1-383D-8529E3D81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09765" y="1311839"/>
              <a:ext cx="0" cy="27801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" name="Line 49">
              <a:extLst>
                <a:ext uri="{FF2B5EF4-FFF2-40B4-BE49-F238E27FC236}">
                  <a16:creationId xmlns:a16="http://schemas.microsoft.com/office/drawing/2014/main" id="{D11B1375-8DB3-833F-4BEB-EBC504C6E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6065" y="1855206"/>
              <a:ext cx="3892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Text Box 52">
              <a:extLst>
                <a:ext uri="{FF2B5EF4-FFF2-40B4-BE49-F238E27FC236}">
                  <a16:creationId xmlns:a16="http://schemas.microsoft.com/office/drawing/2014/main" id="{C302EADA-3160-93C4-50C4-BD74CC8FD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4016" y="857318"/>
              <a:ext cx="1103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真值表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EA4FD3C-1AAB-6406-345C-3DC57CEA2DCC}"/>
                    </a:ext>
                  </a:extLst>
                </p:cNvPr>
                <p:cNvSpPr txBox="1"/>
                <p:nvPr/>
              </p:nvSpPr>
              <p:spPr>
                <a:xfrm>
                  <a:off x="7530984" y="1321162"/>
                  <a:ext cx="561975" cy="497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EA4FD3C-1AAB-6406-345C-3DC57CEA2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84" y="1321162"/>
                  <a:ext cx="561975" cy="49744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45F52CF-6DED-F7C6-BF25-196FD1BBA7E8}"/>
                    </a:ext>
                  </a:extLst>
                </p:cNvPr>
                <p:cNvSpPr txBox="1"/>
                <p:nvPr/>
              </p:nvSpPr>
              <p:spPr>
                <a:xfrm>
                  <a:off x="8046128" y="1320517"/>
                  <a:ext cx="5619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45F52CF-6DED-F7C6-BF25-196FD1BBA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128" y="1320517"/>
                  <a:ext cx="561975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4183FF81-2CE4-BCBB-4751-F138D091A715}"/>
                    </a:ext>
                  </a:extLst>
                </p:cNvPr>
                <p:cNvSpPr txBox="1"/>
                <p:nvPr/>
              </p:nvSpPr>
              <p:spPr>
                <a:xfrm>
                  <a:off x="8583840" y="1316858"/>
                  <a:ext cx="5619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4183FF81-2CE4-BCBB-4751-F138D091A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3840" y="1316858"/>
                  <a:ext cx="561975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2269451A-FFD0-4929-E4B3-64787722D86D}"/>
                    </a:ext>
                  </a:extLst>
                </p:cNvPr>
                <p:cNvSpPr txBox="1"/>
                <p:nvPr/>
              </p:nvSpPr>
              <p:spPr>
                <a:xfrm>
                  <a:off x="9249453" y="1320517"/>
                  <a:ext cx="561975" cy="497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2269451A-FFD0-4929-E4B3-64787722D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9453" y="1320517"/>
                  <a:ext cx="561975" cy="497448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D91B050F-E748-E0D2-5009-C10E2D1DAF4B}"/>
                    </a:ext>
                  </a:extLst>
                </p:cNvPr>
                <p:cNvSpPr txBox="1"/>
                <p:nvPr/>
              </p:nvSpPr>
              <p:spPr>
                <a:xfrm>
                  <a:off x="9811428" y="1326072"/>
                  <a:ext cx="561975" cy="497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D91B050F-E748-E0D2-5009-C10E2D1DA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1428" y="1326072"/>
                  <a:ext cx="561975" cy="49744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E0353B34-6BE4-8647-25A4-EE6F30E0B93C}"/>
                    </a:ext>
                  </a:extLst>
                </p:cNvPr>
                <p:cNvSpPr txBox="1"/>
                <p:nvPr/>
              </p:nvSpPr>
              <p:spPr>
                <a:xfrm>
                  <a:off x="10366154" y="1314961"/>
                  <a:ext cx="561975" cy="497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E0353B34-6BE4-8647-25A4-EE6F30E0B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154" y="1314961"/>
                  <a:ext cx="561975" cy="497448"/>
                </a:xfrm>
                <a:prstGeom prst="rect">
                  <a:avLst/>
                </a:prstGeom>
                <a:blipFill>
                  <a:blip r:embed="rId2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8AC6ED14-7836-0EF1-34C1-7FA16E4C5791}"/>
                    </a:ext>
                  </a:extLst>
                </p:cNvPr>
                <p:cNvSpPr txBox="1"/>
                <p:nvPr/>
              </p:nvSpPr>
              <p:spPr>
                <a:xfrm>
                  <a:off x="10923120" y="1314316"/>
                  <a:ext cx="561975" cy="497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8AC6ED14-7836-0EF1-34C1-7FA16E4C5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3120" y="1314316"/>
                  <a:ext cx="561975" cy="497448"/>
                </a:xfrm>
                <a:prstGeom prst="rect">
                  <a:avLst/>
                </a:prstGeom>
                <a:blipFill>
                  <a:blip r:embed="rId2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4D8732A-0CBF-5DDB-F18D-E63CA54389C1}"/>
                  </a:ext>
                </a:extLst>
              </p:cNvPr>
              <p:cNvSpPr txBox="1"/>
              <p:nvPr/>
            </p:nvSpPr>
            <p:spPr>
              <a:xfrm>
                <a:off x="359999" y="2880000"/>
                <a:ext cx="2949257" cy="288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altLang="zh-CN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E</m:t>
                                  </m:r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80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28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sz="2800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E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</m:e>
                            </m:acc>
                            <m:r>
                              <a:rPr lang="en-US" altLang="zh-CN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</m:e>
                        </m:acc>
                        <m:r>
                          <a:rPr lang="en-US" altLang="zh-CN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28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800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800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zh-CN" altLang="en-US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E</m:t>
                                  </m:r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80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E</m:t>
                                  </m:r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altLang="zh-CN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A4D8732A-0CBF-5DDB-F18D-E63CA5438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2880000"/>
                <a:ext cx="2949257" cy="288232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046F53E9-B3FE-632A-B718-A87842E13BEA}"/>
              </a:ext>
            </a:extLst>
          </p:cNvPr>
          <p:cNvGrpSpPr/>
          <p:nvPr/>
        </p:nvGrpSpPr>
        <p:grpSpPr>
          <a:xfrm>
            <a:off x="3240000" y="3132000"/>
            <a:ext cx="4400290" cy="2837225"/>
            <a:chOff x="1423499" y="3400935"/>
            <a:chExt cx="4400290" cy="2837225"/>
          </a:xfrm>
        </p:grpSpPr>
        <p:sp>
          <p:nvSpPr>
            <p:cNvPr id="134" name="AutoShape 24">
              <a:extLst>
                <a:ext uri="{FF2B5EF4-FFF2-40B4-BE49-F238E27FC236}">
                  <a16:creationId xmlns:a16="http://schemas.microsoft.com/office/drawing/2014/main" id="{97D5ECFD-99CA-3C36-BAA7-9D3EB18D52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91970" y="3460449"/>
              <a:ext cx="416516" cy="34869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6" name="Oval 25">
              <a:extLst>
                <a:ext uri="{FF2B5EF4-FFF2-40B4-BE49-F238E27FC236}">
                  <a16:creationId xmlns:a16="http://schemas.microsoft.com/office/drawing/2014/main" id="{A60A5B96-CCB9-504F-36F1-F21DB8095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754" y="3577751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7" name="AutoShape 24">
              <a:extLst>
                <a:ext uri="{FF2B5EF4-FFF2-40B4-BE49-F238E27FC236}">
                  <a16:creationId xmlns:a16="http://schemas.microsoft.com/office/drawing/2014/main" id="{AB1E2099-A8AD-0016-2622-4F1CFB69EE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33035" y="4841593"/>
              <a:ext cx="416516" cy="34869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8" name="AutoShape 24">
              <a:extLst>
                <a:ext uri="{FF2B5EF4-FFF2-40B4-BE49-F238E27FC236}">
                  <a16:creationId xmlns:a16="http://schemas.microsoft.com/office/drawing/2014/main" id="{9E72DB05-722D-D350-6D7A-F2E8D5BE8C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33035" y="5477684"/>
              <a:ext cx="416516" cy="34869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9" name="Oval 25">
              <a:extLst>
                <a:ext uri="{FF2B5EF4-FFF2-40B4-BE49-F238E27FC236}">
                  <a16:creationId xmlns:a16="http://schemas.microsoft.com/office/drawing/2014/main" id="{F6EC1E05-DA48-523C-A058-5FC7C4D9B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643" y="4958895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0" name="Oval 25">
              <a:extLst>
                <a:ext uri="{FF2B5EF4-FFF2-40B4-BE49-F238E27FC236}">
                  <a16:creationId xmlns:a16="http://schemas.microsoft.com/office/drawing/2014/main" id="{41C8C897-CAB6-0802-D9DA-283B0F488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643" y="5594986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2" name="Line 10">
              <a:extLst>
                <a:ext uri="{FF2B5EF4-FFF2-40B4-BE49-F238E27FC236}">
                  <a16:creationId xmlns:a16="http://schemas.microsoft.com/office/drawing/2014/main" id="{50650C9D-23D8-51BA-1B16-1B59366866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923687" y="4739293"/>
              <a:ext cx="21966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Oval 25">
              <a:extLst>
                <a:ext uri="{FF2B5EF4-FFF2-40B4-BE49-F238E27FC236}">
                  <a16:creationId xmlns:a16="http://schemas.microsoft.com/office/drawing/2014/main" id="{DCC901DA-5E38-8A0E-285F-B82E4210A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125" y="3589102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54" name="Line 10">
              <a:extLst>
                <a:ext uri="{FF2B5EF4-FFF2-40B4-BE49-F238E27FC236}">
                  <a16:creationId xmlns:a16="http://schemas.microsoft.com/office/drawing/2014/main" id="{D493E2A7-CB5C-669A-FA9D-567CA54087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27198" y="5617558"/>
              <a:ext cx="7458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AutoShape 26">
              <a:extLst>
                <a:ext uri="{FF2B5EF4-FFF2-40B4-BE49-F238E27FC236}">
                  <a16:creationId xmlns:a16="http://schemas.microsoft.com/office/drawing/2014/main" id="{99EFEDC7-CF8B-C846-E89A-53A32A4DA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36" y="3545211"/>
              <a:ext cx="506656" cy="51198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5" name="Oval 25">
              <a:extLst>
                <a:ext uri="{FF2B5EF4-FFF2-40B4-BE49-F238E27FC236}">
                  <a16:creationId xmlns:a16="http://schemas.microsoft.com/office/drawing/2014/main" id="{F831C25E-20BE-09BB-065E-8583D6207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392" y="3744158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6" name="AutoShape 26">
              <a:extLst>
                <a:ext uri="{FF2B5EF4-FFF2-40B4-BE49-F238E27FC236}">
                  <a16:creationId xmlns:a16="http://schemas.microsoft.com/office/drawing/2014/main" id="{D22F8157-7496-0136-1675-D23957EAE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36" y="4272199"/>
              <a:ext cx="506656" cy="51198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7" name="Oval 25">
              <a:extLst>
                <a:ext uri="{FF2B5EF4-FFF2-40B4-BE49-F238E27FC236}">
                  <a16:creationId xmlns:a16="http://schemas.microsoft.com/office/drawing/2014/main" id="{4E520317-A047-DFCD-F907-6FE1B360D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392" y="4471146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8" name="AutoShape 26">
              <a:extLst>
                <a:ext uri="{FF2B5EF4-FFF2-40B4-BE49-F238E27FC236}">
                  <a16:creationId xmlns:a16="http://schemas.microsoft.com/office/drawing/2014/main" id="{C61715BC-442E-80C3-CB9C-A6621CA0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36" y="4999186"/>
              <a:ext cx="506656" cy="51198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9" name="Oval 25">
              <a:extLst>
                <a:ext uri="{FF2B5EF4-FFF2-40B4-BE49-F238E27FC236}">
                  <a16:creationId xmlns:a16="http://schemas.microsoft.com/office/drawing/2014/main" id="{CC184EED-1071-7C06-EF37-0C34EED93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392" y="5198133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0" name="AutoShape 26">
              <a:extLst>
                <a:ext uri="{FF2B5EF4-FFF2-40B4-BE49-F238E27FC236}">
                  <a16:creationId xmlns:a16="http://schemas.microsoft.com/office/drawing/2014/main" id="{F320AE86-CB44-52C7-8E08-F31DA622E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36" y="5726172"/>
              <a:ext cx="506656" cy="51198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1" name="Oval 25">
              <a:extLst>
                <a:ext uri="{FF2B5EF4-FFF2-40B4-BE49-F238E27FC236}">
                  <a16:creationId xmlns:a16="http://schemas.microsoft.com/office/drawing/2014/main" id="{76D59334-5B5F-9BEC-CD37-9FAAAA2CB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392" y="5925119"/>
              <a:ext cx="119124" cy="11409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3" name="Line 10">
              <a:extLst>
                <a:ext uri="{FF2B5EF4-FFF2-40B4-BE49-F238E27FC236}">
                  <a16:creationId xmlns:a16="http://schemas.microsoft.com/office/drawing/2014/main" id="{69E8938E-853A-4F5C-4148-F5A637C90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4579" y="3633034"/>
              <a:ext cx="17271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Line 10">
              <a:extLst>
                <a:ext uri="{FF2B5EF4-FFF2-40B4-BE49-F238E27FC236}">
                  <a16:creationId xmlns:a16="http://schemas.microsoft.com/office/drawing/2014/main" id="{B5CFDD26-BA42-5F98-483D-EFA82514D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919" y="3798170"/>
              <a:ext cx="8078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10">
              <a:extLst>
                <a:ext uri="{FF2B5EF4-FFF2-40B4-BE49-F238E27FC236}">
                  <a16:creationId xmlns:a16="http://schemas.microsoft.com/office/drawing/2014/main" id="{3865768A-43E9-4E62-8AC8-CE159D577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279" y="3963306"/>
              <a:ext cx="10804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Line 10">
              <a:extLst>
                <a:ext uri="{FF2B5EF4-FFF2-40B4-BE49-F238E27FC236}">
                  <a16:creationId xmlns:a16="http://schemas.microsoft.com/office/drawing/2014/main" id="{8EAD5B6D-F9BE-E019-D249-B863E0CD9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5982" y="4354617"/>
              <a:ext cx="4257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10">
              <a:extLst>
                <a:ext uri="{FF2B5EF4-FFF2-40B4-BE49-F238E27FC236}">
                  <a16:creationId xmlns:a16="http://schemas.microsoft.com/office/drawing/2014/main" id="{27D9ADD0-BE09-B8BF-363B-924A557E5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539" y="4519753"/>
              <a:ext cx="8081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10">
              <a:extLst>
                <a:ext uri="{FF2B5EF4-FFF2-40B4-BE49-F238E27FC236}">
                  <a16:creationId xmlns:a16="http://schemas.microsoft.com/office/drawing/2014/main" id="{6D4ED272-69BD-F5DB-EB42-4275C6C34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156" y="4684889"/>
              <a:ext cx="19735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Line 10">
              <a:extLst>
                <a:ext uri="{FF2B5EF4-FFF2-40B4-BE49-F238E27FC236}">
                  <a16:creationId xmlns:a16="http://schemas.microsoft.com/office/drawing/2014/main" id="{C25C8B1F-255A-7F7E-C6F3-9264AC0B5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5981" y="5090043"/>
              <a:ext cx="4257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Line 10">
              <a:extLst>
                <a:ext uri="{FF2B5EF4-FFF2-40B4-BE49-F238E27FC236}">
                  <a16:creationId xmlns:a16="http://schemas.microsoft.com/office/drawing/2014/main" id="{7AA3794C-C65F-C82B-9D6F-7B4137F0D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939" y="5255179"/>
              <a:ext cx="12117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10">
              <a:extLst>
                <a:ext uri="{FF2B5EF4-FFF2-40B4-BE49-F238E27FC236}">
                  <a16:creationId xmlns:a16="http://schemas.microsoft.com/office/drawing/2014/main" id="{F14AFB1E-8176-B615-8D93-1C6ACB3E0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088" y="5420315"/>
              <a:ext cx="10804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Line 10">
              <a:extLst>
                <a:ext uri="{FF2B5EF4-FFF2-40B4-BE49-F238E27FC236}">
                  <a16:creationId xmlns:a16="http://schemas.microsoft.com/office/drawing/2014/main" id="{F1663FB2-A8AC-C309-7350-C77100584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9148" y="5825469"/>
              <a:ext cx="3825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" name="Line 10">
              <a:extLst>
                <a:ext uri="{FF2B5EF4-FFF2-40B4-BE49-F238E27FC236}">
                  <a16:creationId xmlns:a16="http://schemas.microsoft.com/office/drawing/2014/main" id="{CA2B08C4-6E21-01AD-7823-C2DC3150A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2123" y="5990605"/>
              <a:ext cx="11896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Line 10">
              <a:extLst>
                <a:ext uri="{FF2B5EF4-FFF2-40B4-BE49-F238E27FC236}">
                  <a16:creationId xmlns:a16="http://schemas.microsoft.com/office/drawing/2014/main" id="{67BDFBEC-6767-9AEA-11E0-99768D54F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843" y="6155741"/>
              <a:ext cx="6078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Oval 25">
              <a:extLst>
                <a:ext uri="{FF2B5EF4-FFF2-40B4-BE49-F238E27FC236}">
                  <a16:creationId xmlns:a16="http://schemas.microsoft.com/office/drawing/2014/main" id="{2A26AC2E-4852-DF3A-24DE-85EA4E7B8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817" y="4305288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9" name="Oval 25">
              <a:extLst>
                <a:ext uri="{FF2B5EF4-FFF2-40B4-BE49-F238E27FC236}">
                  <a16:creationId xmlns:a16="http://schemas.microsoft.com/office/drawing/2014/main" id="{0EED94A0-662E-14D0-F95A-8FD3F0C53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054" y="5044286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0" name="Line 10">
              <a:extLst>
                <a:ext uri="{FF2B5EF4-FFF2-40B4-BE49-F238E27FC236}">
                  <a16:creationId xmlns:a16="http://schemas.microsoft.com/office/drawing/2014/main" id="{3745AA89-9CEC-812D-121C-3E78AD9A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735" y="3804585"/>
              <a:ext cx="200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10">
              <a:extLst>
                <a:ext uri="{FF2B5EF4-FFF2-40B4-BE49-F238E27FC236}">
                  <a16:creationId xmlns:a16="http://schemas.microsoft.com/office/drawing/2014/main" id="{FEBB3D3C-3570-DFB6-7474-CA727EF12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291" y="4528192"/>
              <a:ext cx="200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10">
              <a:extLst>
                <a:ext uri="{FF2B5EF4-FFF2-40B4-BE49-F238E27FC236}">
                  <a16:creationId xmlns:a16="http://schemas.microsoft.com/office/drawing/2014/main" id="{8B487D18-7404-6D79-2702-0E400017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735" y="5255179"/>
              <a:ext cx="200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10">
              <a:extLst>
                <a:ext uri="{FF2B5EF4-FFF2-40B4-BE49-F238E27FC236}">
                  <a16:creationId xmlns:a16="http://schemas.microsoft.com/office/drawing/2014/main" id="{79079C76-09F7-0C8A-3CB4-DFED27262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735" y="5982165"/>
              <a:ext cx="2006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31435379-CAE5-AF34-BB13-D1C941527A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4387" y="4788516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31435379-CAE5-AF34-BB13-D1C941527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4387" y="4788516"/>
                  <a:ext cx="602601" cy="461665"/>
                </a:xfrm>
                <a:prstGeom prst="rect">
                  <a:avLst/>
                </a:prstGeom>
                <a:blipFill>
                  <a:blip r:embed="rId2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8863C573-C4EE-5BF6-B096-7085E25E9A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23499" y="5420210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8863C573-C4EE-5BF6-B096-7085E25E9A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23499" y="5420210"/>
                  <a:ext cx="595484" cy="461665"/>
                </a:xfrm>
                <a:prstGeom prst="rect">
                  <a:avLst/>
                </a:prstGeom>
                <a:blipFill>
                  <a:blip r:embed="rId2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F9632A33-46F7-E25B-4464-CE51F89840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4387" y="3400935"/>
                  <a:ext cx="55225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F9632A33-46F7-E25B-4464-CE51F8984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4387" y="3400935"/>
                  <a:ext cx="552255" cy="461665"/>
                </a:xfrm>
                <a:prstGeom prst="rect">
                  <a:avLst/>
                </a:prstGeom>
                <a:blipFill>
                  <a:blip r:embed="rId27"/>
                  <a:stretch>
                    <a:fillRect r="-769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 Box 70">
                  <a:extLst>
                    <a:ext uri="{FF2B5EF4-FFF2-40B4-BE49-F238E27FC236}">
                      <a16:creationId xmlns:a16="http://schemas.microsoft.com/office/drawing/2014/main" id="{59C0B57E-4305-EE5D-274B-D9692B38E8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1215" y="3574877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7" name="Text Box 70">
                  <a:extLst>
                    <a:ext uri="{FF2B5EF4-FFF2-40B4-BE49-F238E27FC236}">
                      <a16:creationId xmlns:a16="http://schemas.microsoft.com/office/drawing/2014/main" id="{59C0B57E-4305-EE5D-274B-D9692B38E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91215" y="3574877"/>
                  <a:ext cx="625299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 Box 70">
                  <a:extLst>
                    <a:ext uri="{FF2B5EF4-FFF2-40B4-BE49-F238E27FC236}">
                      <a16:creationId xmlns:a16="http://schemas.microsoft.com/office/drawing/2014/main" id="{720B83B0-D088-5B0F-2605-DE8FB9BD39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3680" y="4297944"/>
                  <a:ext cx="63010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8" name="Text Box 70">
                  <a:extLst>
                    <a:ext uri="{FF2B5EF4-FFF2-40B4-BE49-F238E27FC236}">
                      <a16:creationId xmlns:a16="http://schemas.microsoft.com/office/drawing/2014/main" id="{720B83B0-D088-5B0F-2605-DE8FB9BD3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93680" y="4297944"/>
                  <a:ext cx="630109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 Box 70">
                  <a:extLst>
                    <a:ext uri="{FF2B5EF4-FFF2-40B4-BE49-F238E27FC236}">
                      <a16:creationId xmlns:a16="http://schemas.microsoft.com/office/drawing/2014/main" id="{C3FD3753-4915-989E-59EF-DAFBEFC903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6563" y="5024957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9" name="Text Box 70">
                  <a:extLst>
                    <a:ext uri="{FF2B5EF4-FFF2-40B4-BE49-F238E27FC236}">
                      <a16:creationId xmlns:a16="http://schemas.microsoft.com/office/drawing/2014/main" id="{C3FD3753-4915-989E-59EF-DAFBEFC90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6563" y="5024957"/>
                  <a:ext cx="625299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 Box 70">
                  <a:extLst>
                    <a:ext uri="{FF2B5EF4-FFF2-40B4-BE49-F238E27FC236}">
                      <a16:creationId xmlns:a16="http://schemas.microsoft.com/office/drawing/2014/main" id="{9820F1FE-6F83-8CD1-2CEB-EC5E416EDF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6562" y="5749838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0" name="Text Box 70">
                  <a:extLst>
                    <a:ext uri="{FF2B5EF4-FFF2-40B4-BE49-F238E27FC236}">
                      <a16:creationId xmlns:a16="http://schemas.microsoft.com/office/drawing/2014/main" id="{9820F1FE-6F83-8CD1-2CEB-EC5E416ED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6562" y="5749838"/>
                  <a:ext cx="625299" cy="461665"/>
                </a:xfrm>
                <a:prstGeom prst="rect">
                  <a:avLst/>
                </a:prstGeom>
                <a:blipFill>
                  <a:blip r:embed="rId3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2" name="Line 10">
              <a:extLst>
                <a:ext uri="{FF2B5EF4-FFF2-40B4-BE49-F238E27FC236}">
                  <a16:creationId xmlns:a16="http://schemas.microsoft.com/office/drawing/2014/main" id="{E9FE60DE-3380-4343-63FE-87CD84D1EE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55491" y="4724138"/>
              <a:ext cx="18760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Oval 25">
              <a:extLst>
                <a:ext uri="{FF2B5EF4-FFF2-40B4-BE49-F238E27FC236}">
                  <a16:creationId xmlns:a16="http://schemas.microsoft.com/office/drawing/2014/main" id="{6E03D5B8-BFD8-EABE-4764-4EDF1DB81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633" y="4476866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4" name="Line 10">
              <a:extLst>
                <a:ext uri="{FF2B5EF4-FFF2-40B4-BE49-F238E27FC236}">
                  <a16:creationId xmlns:a16="http://schemas.microsoft.com/office/drawing/2014/main" id="{0F762B8A-9993-434D-B5C1-D4AF60E230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98710" y="4686289"/>
              <a:ext cx="14680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Line 10">
              <a:extLst>
                <a:ext uri="{FF2B5EF4-FFF2-40B4-BE49-F238E27FC236}">
                  <a16:creationId xmlns:a16="http://schemas.microsoft.com/office/drawing/2014/main" id="{41FCA538-6108-BFFD-372D-42DBE4016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4832" y="5015941"/>
              <a:ext cx="3102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Oval 25">
              <a:extLst>
                <a:ext uri="{FF2B5EF4-FFF2-40B4-BE49-F238E27FC236}">
                  <a16:creationId xmlns:a16="http://schemas.microsoft.com/office/drawing/2014/main" id="{E0BFAA46-4FAE-57F5-65B4-B47740A59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728" y="4971975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7" name="Line 10">
              <a:extLst>
                <a:ext uri="{FF2B5EF4-FFF2-40B4-BE49-F238E27FC236}">
                  <a16:creationId xmlns:a16="http://schemas.microsoft.com/office/drawing/2014/main" id="{82FC4C49-5238-4886-400E-BB093A8734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50957" y="5424989"/>
              <a:ext cx="14857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Oval 25">
              <a:extLst>
                <a:ext uri="{FF2B5EF4-FFF2-40B4-BE49-F238E27FC236}">
                  <a16:creationId xmlns:a16="http://schemas.microsoft.com/office/drawing/2014/main" id="{3FDDD621-359D-62B2-87CE-9B970DF90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499" y="4640800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9" name="Line 10">
              <a:extLst>
                <a:ext uri="{FF2B5EF4-FFF2-40B4-BE49-F238E27FC236}">
                  <a16:creationId xmlns:a16="http://schemas.microsoft.com/office/drawing/2014/main" id="{92707E91-49AB-6DF6-15B6-717B1F915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649" y="5017974"/>
              <a:ext cx="5675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Line 10">
              <a:extLst>
                <a:ext uri="{FF2B5EF4-FFF2-40B4-BE49-F238E27FC236}">
                  <a16:creationId xmlns:a16="http://schemas.microsoft.com/office/drawing/2014/main" id="{639865B9-5CDA-10E5-587E-8290200E5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649" y="5652032"/>
              <a:ext cx="5675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Line 10">
              <a:extLst>
                <a:ext uri="{FF2B5EF4-FFF2-40B4-BE49-F238E27FC236}">
                  <a16:creationId xmlns:a16="http://schemas.microsoft.com/office/drawing/2014/main" id="{7920EF6A-9261-3B21-61F3-99E85329A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4093" y="5653065"/>
              <a:ext cx="571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Line 10">
              <a:extLst>
                <a:ext uri="{FF2B5EF4-FFF2-40B4-BE49-F238E27FC236}">
                  <a16:creationId xmlns:a16="http://schemas.microsoft.com/office/drawing/2014/main" id="{1ADBE893-D389-D356-C08F-D0515D0C5C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50466" y="4844575"/>
              <a:ext cx="3427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Line 10">
              <a:extLst>
                <a:ext uri="{FF2B5EF4-FFF2-40B4-BE49-F238E27FC236}">
                  <a16:creationId xmlns:a16="http://schemas.microsoft.com/office/drawing/2014/main" id="{65A390F4-D2A5-D156-5AEF-AD9B406274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50629" y="5833387"/>
              <a:ext cx="3424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Oval 25">
              <a:extLst>
                <a:ext uri="{FF2B5EF4-FFF2-40B4-BE49-F238E27FC236}">
                  <a16:creationId xmlns:a16="http://schemas.microsoft.com/office/drawing/2014/main" id="{971A0741-CF94-AB25-EC8F-0FA0F81DC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491" y="4973150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5" name="Oval 25">
              <a:extLst>
                <a:ext uri="{FF2B5EF4-FFF2-40B4-BE49-F238E27FC236}">
                  <a16:creationId xmlns:a16="http://schemas.microsoft.com/office/drawing/2014/main" id="{3A612C7C-F03E-C068-1E4A-0D33A18C8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704" y="5607976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7" name="Line 10">
              <a:extLst>
                <a:ext uri="{FF2B5EF4-FFF2-40B4-BE49-F238E27FC236}">
                  <a16:creationId xmlns:a16="http://schemas.microsoft.com/office/drawing/2014/main" id="{D43B3475-2D38-48FC-C160-0BC1BAC38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602" y="5990488"/>
              <a:ext cx="975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Oval 25">
              <a:extLst>
                <a:ext uri="{FF2B5EF4-FFF2-40B4-BE49-F238E27FC236}">
                  <a16:creationId xmlns:a16="http://schemas.microsoft.com/office/drawing/2014/main" id="{2D496735-43A8-8DAE-3369-2AEB5ADA6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458" y="5946912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9" name="Line 10">
              <a:extLst>
                <a:ext uri="{FF2B5EF4-FFF2-40B4-BE49-F238E27FC236}">
                  <a16:creationId xmlns:a16="http://schemas.microsoft.com/office/drawing/2014/main" id="{F0378661-D2BE-65A8-6647-4F5318BC1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649" y="3633034"/>
              <a:ext cx="2101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" name="文本框 220">
            <a:extLst>
              <a:ext uri="{FF2B5EF4-FFF2-40B4-BE49-F238E27FC236}">
                <a16:creationId xmlns:a16="http://schemas.microsoft.com/office/drawing/2014/main" id="{CC6A26AF-B34A-0FF4-EE28-6ADA2AF21174}"/>
              </a:ext>
            </a:extLst>
          </p:cNvPr>
          <p:cNvSpPr txBox="1"/>
          <p:nvPr/>
        </p:nvSpPr>
        <p:spPr>
          <a:xfrm>
            <a:off x="4644000" y="6155407"/>
            <a:ext cx="153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逻辑图</a:t>
            </a:r>
            <a:endParaRPr lang="zh-CN" altLang="en-US" sz="2400" dirty="0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B01F98-17B0-8020-DE6E-D2B1DF338DDF}"/>
              </a:ext>
            </a:extLst>
          </p:cNvPr>
          <p:cNvSpPr/>
          <p:nvPr/>
        </p:nvSpPr>
        <p:spPr>
          <a:xfrm>
            <a:off x="4143600" y="3107659"/>
            <a:ext cx="2585216" cy="2924054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BD0DE31-74FE-5ABA-EEFF-7494F4C27E0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二进制译码器（</a:t>
            </a:r>
            <a:r>
              <a:rPr lang="en-US" altLang="zh-CN" sz="3000" dirty="0">
                <a:solidFill>
                  <a:srgbClr val="FFFF00"/>
                </a:solidFill>
              </a:rPr>
              <a:t>2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4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9DDCAA-D9BE-81C2-02A2-FFD7F4670A4B}"/>
                  </a:ext>
                </a:extLst>
              </p:cNvPr>
              <p:cNvSpPr txBox="1"/>
              <p:nvPr/>
            </p:nvSpPr>
            <p:spPr>
              <a:xfrm>
                <a:off x="359999" y="5868000"/>
                <a:ext cx="2949257" cy="789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CN" sz="28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E</m:t>
                                  </m:r>
                                  <m:r>
                                    <a:rPr lang="en-US" altLang="zh-CN" sz="28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9DDCAA-D9BE-81C2-02A2-FFD7F4670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5868000"/>
                <a:ext cx="2949257" cy="789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0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221" grpId="0"/>
      <p:bldP spid="222" grpId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264C2C3-EB17-9943-D90A-940A45DD1837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6183444" cy="5375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– 8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线译码器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74x138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个输入变量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个输出信号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低电平有效</a:t>
                </a:r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最多只有一个有效</a:t>
                </a:r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个使能输入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914400" lvl="1" indent="-457200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高电平有效</a:t>
                </a:r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低电平有效</a:t>
                </a:r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同时有效才有效，即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altLang="zh-CN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264C2C3-EB17-9943-D90A-940A45DD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6183444" cy="5375831"/>
              </a:xfrm>
              <a:prstGeom prst="rect">
                <a:avLst/>
              </a:prstGeom>
              <a:blipFill>
                <a:blip r:embed="rId2"/>
                <a:stretch>
                  <a:fillRect l="-1972" t="-1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07DFC8D7-6729-FA39-3F6C-FE6E467C509C}"/>
              </a:ext>
            </a:extLst>
          </p:cNvPr>
          <p:cNvSpPr txBox="1"/>
          <p:nvPr/>
        </p:nvSpPr>
        <p:spPr>
          <a:xfrm>
            <a:off x="8784000" y="5616000"/>
            <a:ext cx="153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F9985D3-9252-9FD9-8C39-E49C687B970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650EB8E2-677E-1293-92EA-9821D5286A2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2" name="箭头: 五边形 51">
                <a:extLst>
                  <a:ext uri="{FF2B5EF4-FFF2-40B4-BE49-F238E27FC236}">
                    <a16:creationId xmlns:a16="http://schemas.microsoft.com/office/drawing/2014/main" id="{C8427220-9D9B-27AE-3251-CA14FE6FA7D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2F48AF08-9667-1B45-1FF5-8FC9ADF8658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" name="灯片编号占位符 3">
              <a:extLst>
                <a:ext uri="{FF2B5EF4-FFF2-40B4-BE49-F238E27FC236}">
                  <a16:creationId xmlns:a16="http://schemas.microsoft.com/office/drawing/2014/main" id="{67695DD8-58CD-0219-46F5-4D6A6BF32B4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73CB74-C635-720B-D717-1DD0A8CBEF66}"/>
              </a:ext>
            </a:extLst>
          </p:cNvPr>
          <p:cNvGrpSpPr/>
          <p:nvPr/>
        </p:nvGrpSpPr>
        <p:grpSpPr>
          <a:xfrm>
            <a:off x="7403820" y="1221907"/>
            <a:ext cx="4300093" cy="4259597"/>
            <a:chOff x="7403820" y="1221907"/>
            <a:chExt cx="4300093" cy="4259597"/>
          </a:xfrm>
        </p:grpSpPr>
        <p:sp>
          <p:nvSpPr>
            <p:cNvPr id="83" name="Text Box 58">
              <a:extLst>
                <a:ext uri="{FF2B5EF4-FFF2-40B4-BE49-F238E27FC236}">
                  <a16:creationId xmlns:a16="http://schemas.microsoft.com/office/drawing/2014/main" id="{074CA9D2-922D-BD08-A6E5-2CC06763F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3461" y="1221907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60">
              <a:extLst>
                <a:ext uri="{FF2B5EF4-FFF2-40B4-BE49-F238E27FC236}">
                  <a16:creationId xmlns:a16="http://schemas.microsoft.com/office/drawing/2014/main" id="{999225D2-B616-464D-E41F-01BAAD830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3128766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70">
                  <a:extLst>
                    <a:ext uri="{FF2B5EF4-FFF2-40B4-BE49-F238E27FC236}">
                      <a16:creationId xmlns:a16="http://schemas.microsoft.com/office/drawing/2014/main" id="{A89FB71A-6392-EFDB-E2D1-AAA4952E7E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5699" y="1374740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 Box 70">
                  <a:extLst>
                    <a:ext uri="{FF2B5EF4-FFF2-40B4-BE49-F238E27FC236}">
                      <a16:creationId xmlns:a16="http://schemas.microsoft.com/office/drawing/2014/main" id="{A89FB71A-6392-EFDB-E2D1-AAA4952E7E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5699" y="1374740"/>
                  <a:ext cx="576263" cy="461963"/>
                </a:xfrm>
                <a:prstGeom prst="rect">
                  <a:avLst/>
                </a:prstGeom>
                <a:blipFill>
                  <a:blip r:embed="rId3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4075CA6E-34F8-BF84-9D75-68E3D5DB232B}"/>
                </a:ext>
              </a:extLst>
            </p:cNvPr>
            <p:cNvSpPr/>
            <p:nvPr/>
          </p:nvSpPr>
          <p:spPr>
            <a:xfrm>
              <a:off x="10750762" y="153949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43BED174-DCFF-B4CB-6FB3-D346F1B48361}"/>
                </a:ext>
              </a:extLst>
            </p:cNvPr>
            <p:cNvSpPr/>
            <p:nvPr/>
          </p:nvSpPr>
          <p:spPr>
            <a:xfrm>
              <a:off x="10750762" y="303539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C1A2E14-9CFA-F3CE-03C3-7E10D82B1D0D}"/>
                </a:ext>
              </a:extLst>
            </p:cNvPr>
            <p:cNvSpPr/>
            <p:nvPr/>
          </p:nvSpPr>
          <p:spPr>
            <a:xfrm>
              <a:off x="10750762" y="253676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AF4D78EA-F5A1-C297-11E7-8E0AAB16FE45}"/>
                </a:ext>
              </a:extLst>
            </p:cNvPr>
            <p:cNvSpPr/>
            <p:nvPr/>
          </p:nvSpPr>
          <p:spPr>
            <a:xfrm>
              <a:off x="10750762" y="203812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Line 60">
              <a:extLst>
                <a:ext uri="{FF2B5EF4-FFF2-40B4-BE49-F238E27FC236}">
                  <a16:creationId xmlns:a16="http://schemas.microsoft.com/office/drawing/2014/main" id="{FE1D0639-F64B-D00A-5AD8-FC8D8D81D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262549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1" name="Line 60">
              <a:extLst>
                <a:ext uri="{FF2B5EF4-FFF2-40B4-BE49-F238E27FC236}">
                  <a16:creationId xmlns:a16="http://schemas.microsoft.com/office/drawing/2014/main" id="{915DA95B-8491-C992-EE20-CFF05713D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213150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2" name="Line 60">
              <a:extLst>
                <a:ext uri="{FF2B5EF4-FFF2-40B4-BE49-F238E27FC236}">
                  <a16:creationId xmlns:a16="http://schemas.microsoft.com/office/drawing/2014/main" id="{5988B92D-B7EA-B8A5-FB7C-BBD60E99D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5" y="1632868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5EAB4776-92EA-6203-C0BE-6705D6ADCB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7487" y="1874087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5EAB4776-92EA-6203-C0BE-6705D6ADC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7487" y="1874087"/>
                  <a:ext cx="550856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411FF16B-E99B-385D-47CC-AB4BCC08D9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0592" y="2368077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411FF16B-E99B-385D-47CC-AB4BCC08D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10592" y="2368077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 Box 70">
                  <a:extLst>
                    <a:ext uri="{FF2B5EF4-FFF2-40B4-BE49-F238E27FC236}">
                      <a16:creationId xmlns:a16="http://schemas.microsoft.com/office/drawing/2014/main" id="{EB4DDC14-8052-8D4F-1A24-5542EBE8AF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0592" y="2865022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 Box 70">
                  <a:extLst>
                    <a:ext uri="{FF2B5EF4-FFF2-40B4-BE49-F238E27FC236}">
                      <a16:creationId xmlns:a16="http://schemas.microsoft.com/office/drawing/2014/main" id="{EB4DDC14-8052-8D4F-1A24-5542EBE8A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10592" y="2865022"/>
                  <a:ext cx="55797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620E638F-1DE3-F3F7-3209-DA81B7AF88BC}"/>
                </a:ext>
              </a:extLst>
            </p:cNvPr>
            <p:cNvSpPr/>
            <p:nvPr/>
          </p:nvSpPr>
          <p:spPr>
            <a:xfrm>
              <a:off x="8176717" y="153485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Line 60">
              <a:extLst>
                <a:ext uri="{FF2B5EF4-FFF2-40B4-BE49-F238E27FC236}">
                  <a16:creationId xmlns:a16="http://schemas.microsoft.com/office/drawing/2014/main" id="{A4025B2F-422E-5A91-E002-B55F4ED8C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210" y="461112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8" name="Line 60">
              <a:extLst>
                <a:ext uri="{FF2B5EF4-FFF2-40B4-BE49-F238E27FC236}">
                  <a16:creationId xmlns:a16="http://schemas.microsoft.com/office/drawing/2014/main" id="{BB6067E9-921B-6565-7D88-0DC0AF429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210" y="4114184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9" name="Line 60">
              <a:extLst>
                <a:ext uri="{FF2B5EF4-FFF2-40B4-BE49-F238E27FC236}">
                  <a16:creationId xmlns:a16="http://schemas.microsoft.com/office/drawing/2014/main" id="{CDFC3567-7EAC-DB03-8D7E-CAB2C523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0347" y="162822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 Box 70">
                  <a:extLst>
                    <a:ext uri="{FF2B5EF4-FFF2-40B4-BE49-F238E27FC236}">
                      <a16:creationId xmlns:a16="http://schemas.microsoft.com/office/drawing/2014/main" id="{95DB697F-5219-C9AD-7618-AF14E7A740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782" y="1376496"/>
                  <a:ext cx="57342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Text Box 70">
                  <a:extLst>
                    <a:ext uri="{FF2B5EF4-FFF2-40B4-BE49-F238E27FC236}">
                      <a16:creationId xmlns:a16="http://schemas.microsoft.com/office/drawing/2014/main" id="{95DB697F-5219-C9AD-7618-AF14E7A74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782" y="1376496"/>
                  <a:ext cx="573426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 Box 70">
                  <a:extLst>
                    <a:ext uri="{FF2B5EF4-FFF2-40B4-BE49-F238E27FC236}">
                      <a16:creationId xmlns:a16="http://schemas.microsoft.com/office/drawing/2014/main" id="{550D0C1F-9DD3-8625-9E5B-98FAD72D8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0089" y="385376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 Box 70">
                  <a:extLst>
                    <a:ext uri="{FF2B5EF4-FFF2-40B4-BE49-F238E27FC236}">
                      <a16:creationId xmlns:a16="http://schemas.microsoft.com/office/drawing/2014/main" id="{550D0C1F-9DD3-8625-9E5B-98FAD72D8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0089" y="3853762"/>
                  <a:ext cx="602601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 Box 70">
                  <a:extLst>
                    <a:ext uri="{FF2B5EF4-FFF2-40B4-BE49-F238E27FC236}">
                      <a16:creationId xmlns:a16="http://schemas.microsoft.com/office/drawing/2014/main" id="{0C4B79D4-5B15-983B-3E65-287F164FCC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4897" y="4353716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 Box 70">
                  <a:extLst>
                    <a:ext uri="{FF2B5EF4-FFF2-40B4-BE49-F238E27FC236}">
                      <a16:creationId xmlns:a16="http://schemas.microsoft.com/office/drawing/2014/main" id="{0C4B79D4-5B15-983B-3E65-287F164FC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4897" y="4353716"/>
                  <a:ext cx="59548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 Box 70">
                  <a:extLst>
                    <a:ext uri="{FF2B5EF4-FFF2-40B4-BE49-F238E27FC236}">
                      <a16:creationId xmlns:a16="http://schemas.microsoft.com/office/drawing/2014/main" id="{CA95561A-BFE6-A74F-5D8C-97B9949CD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4465" y="1374740"/>
                  <a:ext cx="64075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Text Box 70">
                  <a:extLst>
                    <a:ext uri="{FF2B5EF4-FFF2-40B4-BE49-F238E27FC236}">
                      <a16:creationId xmlns:a16="http://schemas.microsoft.com/office/drawing/2014/main" id="{CA95561A-BFE6-A74F-5D8C-97B9949CD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04465" y="1374740"/>
                  <a:ext cx="64075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 Box 70">
                  <a:extLst>
                    <a:ext uri="{FF2B5EF4-FFF2-40B4-BE49-F238E27FC236}">
                      <a16:creationId xmlns:a16="http://schemas.microsoft.com/office/drawing/2014/main" id="{FF083EA1-2CAB-5B0B-665B-872551ADA8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5427" y="385376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 Box 70">
                  <a:extLst>
                    <a:ext uri="{FF2B5EF4-FFF2-40B4-BE49-F238E27FC236}">
                      <a16:creationId xmlns:a16="http://schemas.microsoft.com/office/drawing/2014/main" id="{FF083EA1-2CAB-5B0B-665B-872551ADA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5427" y="3853762"/>
                  <a:ext cx="602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 Box 70">
                  <a:extLst>
                    <a:ext uri="{FF2B5EF4-FFF2-40B4-BE49-F238E27FC236}">
                      <a16:creationId xmlns:a16="http://schemas.microsoft.com/office/drawing/2014/main" id="{A45E4B93-588D-A5E1-AD37-5DF2FD5DBB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70235" y="4353716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" name="Text Box 70">
                  <a:extLst>
                    <a:ext uri="{FF2B5EF4-FFF2-40B4-BE49-F238E27FC236}">
                      <a16:creationId xmlns:a16="http://schemas.microsoft.com/office/drawing/2014/main" id="{A45E4B93-588D-A5E1-AD37-5DF2FD5DB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70235" y="4353716"/>
                  <a:ext cx="59548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EFDDB141-1BBB-5E59-4811-E0BA9C36E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507842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62766188-2B10-2245-03A5-0ED43385A0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5699" y="332439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62766188-2B10-2245-03A5-0ED43385A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5699" y="3324394"/>
                  <a:ext cx="557973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59748FE-1B46-695E-975C-BDDF0F8E786B}"/>
                </a:ext>
              </a:extLst>
            </p:cNvPr>
            <p:cNvSpPr/>
            <p:nvPr/>
          </p:nvSpPr>
          <p:spPr>
            <a:xfrm>
              <a:off x="10750762" y="348915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1442C20-B33E-2C24-FB56-84AA7B7864B8}"/>
                </a:ext>
              </a:extLst>
            </p:cNvPr>
            <p:cNvSpPr/>
            <p:nvPr/>
          </p:nvSpPr>
          <p:spPr>
            <a:xfrm>
              <a:off x="10750762" y="498504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FFD0E3C9-0483-2612-C8B8-D4A36394EBD1}"/>
                </a:ext>
              </a:extLst>
            </p:cNvPr>
            <p:cNvSpPr/>
            <p:nvPr/>
          </p:nvSpPr>
          <p:spPr>
            <a:xfrm>
              <a:off x="10750762" y="448641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AC68E76-65B9-34DA-84B6-1F01BD200A07}"/>
                </a:ext>
              </a:extLst>
            </p:cNvPr>
            <p:cNvSpPr/>
            <p:nvPr/>
          </p:nvSpPr>
          <p:spPr>
            <a:xfrm>
              <a:off x="10750762" y="398778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Line 60">
              <a:extLst>
                <a:ext uri="{FF2B5EF4-FFF2-40B4-BE49-F238E27FC236}">
                  <a16:creationId xmlns:a16="http://schemas.microsoft.com/office/drawing/2014/main" id="{A629CE0D-F8F1-379A-1E48-5CD9EDF0A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457514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5" name="Line 60">
              <a:extLst>
                <a:ext uri="{FF2B5EF4-FFF2-40B4-BE49-F238E27FC236}">
                  <a16:creationId xmlns:a16="http://schemas.microsoft.com/office/drawing/2014/main" id="{E79D592D-A134-CDC6-F3A3-36BD3E2D0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408115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Line 60">
              <a:extLst>
                <a:ext uri="{FF2B5EF4-FFF2-40B4-BE49-F238E27FC236}">
                  <a16:creationId xmlns:a16="http://schemas.microsoft.com/office/drawing/2014/main" id="{A11A2F16-AAF8-1987-5839-2C1E99466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5" y="358252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A432D587-E5C9-DD2C-A88B-251EE271B2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07487" y="3823741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A432D587-E5C9-DD2C-A88B-251EE271B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07487" y="3823741"/>
                  <a:ext cx="557973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34D4063D-32F9-0A87-B9AA-0C9EAE2BF5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0592" y="4317731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34D4063D-32F9-0A87-B9AA-0C9EAE2BF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10592" y="4317731"/>
                  <a:ext cx="557973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12BBA79D-E7A1-2907-6CCC-9BCA64319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0592" y="4814676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12BBA79D-E7A1-2907-6CCC-9BCA64319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10592" y="4814676"/>
                  <a:ext cx="557973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9EF06CCA-EA71-513E-BA57-7C20B5553CC2}"/>
                </a:ext>
              </a:extLst>
            </p:cNvPr>
            <p:cNvSpPr/>
            <p:nvPr/>
          </p:nvSpPr>
          <p:spPr>
            <a:xfrm>
              <a:off x="8176072" y="203419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8AE321C9-0285-9A4D-030E-ECBF0F68D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702" y="212757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B9A7BAD6-D8AA-08E5-5CE8-4A39573A53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137" y="1875842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B9A7BAD6-D8AA-08E5-5CE8-4A39573A5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137" y="1875842"/>
                  <a:ext cx="580544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AC944420-DC6B-790A-CFC3-8C1266F620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3820" y="1874086"/>
                  <a:ext cx="6478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AC944420-DC6B-790A-CFC3-8C1266F62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03820" y="1874086"/>
                  <a:ext cx="647870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D2CF2C8F-35FA-8B30-5C5E-01AA8DF0F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702" y="2623812"/>
              <a:ext cx="4231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A4BC0CC2-4C9D-7E88-3201-F039F8F618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137" y="2372084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A4BC0CC2-4C9D-7E88-3201-F039F8F61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137" y="2372084"/>
                  <a:ext cx="58054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D4C8F6A2-BB8E-8916-723F-FB57C08213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4782" y="2370328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D4C8F6A2-BB8E-8916-723F-FB57C0821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4782" y="2370328"/>
                  <a:ext cx="580544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Line 60">
              <a:extLst>
                <a:ext uri="{FF2B5EF4-FFF2-40B4-BE49-F238E27FC236}">
                  <a16:creationId xmlns:a16="http://schemas.microsoft.com/office/drawing/2014/main" id="{F3B81A44-4FAC-BC87-D696-E57BED11F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519" y="5093105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24461E0C-92F2-C890-E3F9-3F88F6B701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5206" y="483569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24461E0C-92F2-C890-E3F9-3F88F6B70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5206" y="4835692"/>
                  <a:ext cx="602601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5AA2FD53-3735-72D5-F614-12FC35269C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70544" y="483569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5AA2FD53-3735-72D5-F614-12FC35269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70544" y="4835692"/>
                  <a:ext cx="602601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E5242866-75C0-3324-13BD-101DDEF0E3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1400798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E5242866-75C0-3324-13BD-101DDEF0E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1400798"/>
                  <a:ext cx="625299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70">
                  <a:extLst>
                    <a:ext uri="{FF2B5EF4-FFF2-40B4-BE49-F238E27FC236}">
                      <a16:creationId xmlns:a16="http://schemas.microsoft.com/office/drawing/2014/main" id="{692C90D7-7A00-FDAB-A110-FF54AE49CB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1899846"/>
                  <a:ext cx="6181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 Box 70">
                  <a:extLst>
                    <a:ext uri="{FF2B5EF4-FFF2-40B4-BE49-F238E27FC236}">
                      <a16:creationId xmlns:a16="http://schemas.microsoft.com/office/drawing/2014/main" id="{692C90D7-7A00-FDAB-A110-FF54AE49C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1899846"/>
                  <a:ext cx="618182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Box 70">
                  <a:extLst>
                    <a:ext uri="{FF2B5EF4-FFF2-40B4-BE49-F238E27FC236}">
                      <a16:creationId xmlns:a16="http://schemas.microsoft.com/office/drawing/2014/main" id="{566FA05C-5E9D-9451-5DEA-3A2AF46DCE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2393836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 Box 70">
                  <a:extLst>
                    <a:ext uri="{FF2B5EF4-FFF2-40B4-BE49-F238E27FC236}">
                      <a16:creationId xmlns:a16="http://schemas.microsoft.com/office/drawing/2014/main" id="{566FA05C-5E9D-9451-5DEA-3A2AF46DC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2393836"/>
                  <a:ext cx="625299" cy="461665"/>
                </a:xfrm>
                <a:prstGeom prst="rect">
                  <a:avLst/>
                </a:prstGeom>
                <a:blipFill>
                  <a:blip r:embed="rId25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70">
                  <a:extLst>
                    <a:ext uri="{FF2B5EF4-FFF2-40B4-BE49-F238E27FC236}">
                      <a16:creationId xmlns:a16="http://schemas.microsoft.com/office/drawing/2014/main" id="{E745B96C-42C8-B3AD-CB40-9EF249AED5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2890781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 Box 70">
                  <a:extLst>
                    <a:ext uri="{FF2B5EF4-FFF2-40B4-BE49-F238E27FC236}">
                      <a16:creationId xmlns:a16="http://schemas.microsoft.com/office/drawing/2014/main" id="{E745B96C-42C8-B3AD-CB40-9EF249AED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2890781"/>
                  <a:ext cx="625299" cy="461665"/>
                </a:xfrm>
                <a:prstGeom prst="rect">
                  <a:avLst/>
                </a:prstGeom>
                <a:blipFill>
                  <a:blip r:embed="rId2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A6A8B9B8-0750-4B4E-1162-73F13BF31A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3350452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A6A8B9B8-0750-4B4E-1162-73F13BF31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3350452"/>
                  <a:ext cx="625299" cy="461665"/>
                </a:xfrm>
                <a:prstGeom prst="rect">
                  <a:avLst/>
                </a:prstGeom>
                <a:blipFill>
                  <a:blip r:embed="rId2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879FC695-CDDB-8E3B-A2F4-A70EB8D5C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384950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879FC695-CDDB-8E3B-A2F4-A70EB8D5CF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3849500"/>
                  <a:ext cx="625299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2BCDF619-36E6-7EF4-F995-D80C06E88B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434349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2BCDF619-36E6-7EF4-F995-D80C06E88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4343490"/>
                  <a:ext cx="625299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85E95B57-BB03-793C-BC11-1C1491CC06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4840435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85E95B57-BB03-793C-BC11-1C1491CC0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4840435"/>
                  <a:ext cx="625299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CB431C49-21A1-3831-1AF7-60BCFD39130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二进制译码器（</a:t>
            </a:r>
            <a:r>
              <a:rPr lang="en-US" altLang="zh-CN" sz="3000" dirty="0">
                <a:solidFill>
                  <a:srgbClr val="FFFF00"/>
                </a:solidFill>
              </a:rPr>
              <a:t>3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8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40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39436-F351-B1E6-7964-2FCD8DEF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F3D76DD0-3BA1-9E8C-C637-A7DDEB19B2FA}"/>
              </a:ext>
            </a:extLst>
          </p:cNvPr>
          <p:cNvSpPr txBox="1"/>
          <p:nvPr/>
        </p:nvSpPr>
        <p:spPr>
          <a:xfrm>
            <a:off x="360000" y="720000"/>
            <a:ext cx="5478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线译码器真值表：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9D3FAB2-79B9-BBB1-5904-9CC1909CB1C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B9DE09C-4C89-6064-0327-FD0531CE5BA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2" name="箭头: 五边形 51">
                <a:extLst>
                  <a:ext uri="{FF2B5EF4-FFF2-40B4-BE49-F238E27FC236}">
                    <a16:creationId xmlns:a16="http://schemas.microsoft.com/office/drawing/2014/main" id="{CDC81ABE-0B7F-3A31-D1DE-1E4EC05DB5E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58E85726-8F85-A08E-94C4-1BC915C57C3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" name="灯片编号占位符 3">
              <a:extLst>
                <a:ext uri="{FF2B5EF4-FFF2-40B4-BE49-F238E27FC236}">
                  <a16:creationId xmlns:a16="http://schemas.microsoft.com/office/drawing/2014/main" id="{DC9378A1-B950-7F9D-4D06-3D774D060E7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2F15BC6E-1D57-496F-C991-6739EA60F2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257444"/>
                  </p:ext>
                </p:extLst>
              </p:nvPr>
            </p:nvGraphicFramePr>
            <p:xfrm>
              <a:off x="878837" y="1440000"/>
              <a:ext cx="10434326" cy="448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62924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6096901"/>
                      </a:ext>
                    </a:extLst>
                  </a:tr>
                  <a:tr h="362924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en-US" altLang="zh-CN" sz="1600" b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600" dirty="0" smtClean="0">
                                    <a:solidFill>
                                      <a:srgbClr val="0000FF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600" dirty="0" smtClean="0">
                                    <a:solidFill>
                                      <a:srgbClr val="0000FF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600" dirty="0" smtClean="0">
                                    <a:solidFill>
                                      <a:srgbClr val="0000FF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  <a:tr h="335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963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2F15BC6E-1D57-496F-C991-6739EA60F2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257444"/>
                  </p:ext>
                </p:extLst>
              </p:nvPr>
            </p:nvGraphicFramePr>
            <p:xfrm>
              <a:off x="878837" y="1440000"/>
              <a:ext cx="10434326" cy="448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5309">
                      <a:extLst>
                        <a:ext uri="{9D8B030D-6E8A-4147-A177-3AD203B41FA5}">
                          <a16:colId xmlns:a16="http://schemas.microsoft.com/office/drawing/2014/main" val="249849179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206084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3790340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983347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2110926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151197058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21593201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95874613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8290095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022357661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614151519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1580908246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405140744"/>
                        </a:ext>
                      </a:extLst>
                    </a:gridCol>
                    <a:gridCol w="745309">
                      <a:extLst>
                        <a:ext uri="{9D8B030D-6E8A-4147-A177-3AD203B41FA5}">
                          <a16:colId xmlns:a16="http://schemas.microsoft.com/office/drawing/2014/main" val="2037231858"/>
                        </a:ext>
                      </a:extLst>
                    </a:gridCol>
                  </a:tblGrid>
                  <a:tr h="396240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入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出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60969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7692" r="-130327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87" t="-107692" r="-1192683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20" t="-107692" r="-110245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20" t="-107692" r="-100245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820" t="-107692" r="-90245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48" t="-107692" r="-795122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1639" t="-107692" r="-70163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1639" t="-107692" r="-601639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5122" t="-107692" r="-496748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02459" t="-107692" r="-400820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459" t="-107692" r="-300820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2459" t="-107692" r="-200820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92683" t="-107692" r="-99187" b="-9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03279" t="-107692" b="-95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765716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87" t="-245455" r="-1192683" b="-10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20" t="-245455" r="-1102459" b="-10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20" t="-245455" r="-1002459" b="-10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820" t="-245455" r="-902459" b="-10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48" t="-245455" r="-795122" b="-10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906221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45455" r="-1303279" b="-9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20" t="-345455" r="-1102459" b="-9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20" t="-345455" r="-1002459" b="-9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820" t="-345455" r="-902459" b="-9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48" t="-345455" r="-795122" b="-9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0450475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45455" r="-1303279" b="-8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87" t="-445455" r="-1192683" b="-8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20" t="-445455" r="-1002459" b="-8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820" t="-445455" r="-902459" b="-8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6748" t="-445455" r="-795122" b="-8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210486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0870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92683" t="-633929" r="-99187" b="-6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717833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02459" t="-747273" r="-200820" b="-5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7644419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459" t="-847273" r="-300820" b="-4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kumimoji="0" lang="zh-CN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29609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46475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250228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604450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6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39635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8E01605-8559-F598-85E2-235B73C39CF0}"/>
              </a:ext>
            </a:extLst>
          </p:cNvPr>
          <p:cNvCxnSpPr>
            <a:cxnSpLocks/>
          </p:cNvCxnSpPr>
          <p:nvPr/>
        </p:nvCxnSpPr>
        <p:spPr>
          <a:xfrm>
            <a:off x="878837" y="1440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3EDB514-C550-C68B-4487-975CA8D5E850}"/>
              </a:ext>
            </a:extLst>
          </p:cNvPr>
          <p:cNvCxnSpPr>
            <a:cxnSpLocks/>
          </p:cNvCxnSpPr>
          <p:nvPr/>
        </p:nvCxnSpPr>
        <p:spPr>
          <a:xfrm>
            <a:off x="878837" y="1836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6987BFF-0CEA-2B82-4964-BECAB1D699B9}"/>
              </a:ext>
            </a:extLst>
          </p:cNvPr>
          <p:cNvCxnSpPr>
            <a:cxnSpLocks/>
          </p:cNvCxnSpPr>
          <p:nvPr/>
        </p:nvCxnSpPr>
        <p:spPr>
          <a:xfrm>
            <a:off x="878400" y="592056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9C3B0A1-9AC3-6AE0-C747-5E3E3EF9952B}"/>
              </a:ext>
            </a:extLst>
          </p:cNvPr>
          <p:cNvCxnSpPr>
            <a:cxnSpLocks/>
          </p:cNvCxnSpPr>
          <p:nvPr/>
        </p:nvCxnSpPr>
        <p:spPr>
          <a:xfrm flipV="1">
            <a:off x="5352565" y="1440000"/>
            <a:ext cx="0" cy="44805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90A4D9C-7D78-C3CE-E5E6-3C3453B7628F}"/>
                  </a:ext>
                </a:extLst>
              </p:cNvPr>
              <p:cNvSpPr txBox="1"/>
              <p:nvPr/>
            </p:nvSpPr>
            <p:spPr>
              <a:xfrm>
                <a:off x="360000" y="6048000"/>
                <a:ext cx="11229799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组成的最小项；当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90A4D9C-7D78-C3CE-E5E6-3C3453B76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48000"/>
                <a:ext cx="11229799" cy="558230"/>
              </a:xfrm>
              <a:prstGeom prst="rect">
                <a:avLst/>
              </a:prstGeom>
              <a:blipFill>
                <a:blip r:embed="rId4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EF33E74-0232-CAB9-ABB8-D64BBDB2864C}"/>
              </a:ext>
            </a:extLst>
          </p:cNvPr>
          <p:cNvCxnSpPr>
            <a:cxnSpLocks/>
          </p:cNvCxnSpPr>
          <p:nvPr/>
        </p:nvCxnSpPr>
        <p:spPr>
          <a:xfrm>
            <a:off x="878837" y="2232000"/>
            <a:ext cx="104343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4EB108C4-A5B0-8D80-81EE-C8B601E3634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二进制译码器（</a:t>
            </a:r>
            <a:r>
              <a:rPr lang="en-US" altLang="zh-CN" sz="3000" dirty="0">
                <a:solidFill>
                  <a:srgbClr val="FFFF00"/>
                </a:solidFill>
              </a:rPr>
              <a:t>3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8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12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8205-78ED-ECA0-CF60-BFE35271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7307D7AD-AE26-FF06-CFBA-B8B507EA525C}"/>
              </a:ext>
            </a:extLst>
          </p:cNvPr>
          <p:cNvSpPr txBox="1"/>
          <p:nvPr/>
        </p:nvSpPr>
        <p:spPr>
          <a:xfrm>
            <a:off x="360000" y="720000"/>
            <a:ext cx="6183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74x138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197C465-EE03-ED15-CC6C-B48CD4B025C6}"/>
              </a:ext>
            </a:extLst>
          </p:cNvPr>
          <p:cNvSpPr txBox="1"/>
          <p:nvPr/>
        </p:nvSpPr>
        <p:spPr>
          <a:xfrm>
            <a:off x="8784000" y="5616000"/>
            <a:ext cx="153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C9845FA-D1F6-CB9B-A636-AB7E6B1F9D1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AFC31B21-99C5-20D9-DBEE-ABDD4187D8E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2" name="箭头: 五边形 51">
                <a:extLst>
                  <a:ext uri="{FF2B5EF4-FFF2-40B4-BE49-F238E27FC236}">
                    <a16:creationId xmlns:a16="http://schemas.microsoft.com/office/drawing/2014/main" id="{384057BB-75EA-85B0-8FA9-24130B1FA4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2FEE0293-D5AA-E898-C1AB-067CE742346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" name="灯片编号占位符 3">
              <a:extLst>
                <a:ext uri="{FF2B5EF4-FFF2-40B4-BE49-F238E27FC236}">
                  <a16:creationId xmlns:a16="http://schemas.microsoft.com/office/drawing/2014/main" id="{82D75261-5A64-F5F0-C43B-4962AB34137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4A5ADA-A652-EFD1-174B-9ED62725B25C}"/>
              </a:ext>
            </a:extLst>
          </p:cNvPr>
          <p:cNvGrpSpPr/>
          <p:nvPr/>
        </p:nvGrpSpPr>
        <p:grpSpPr>
          <a:xfrm>
            <a:off x="7403820" y="1221907"/>
            <a:ext cx="4300093" cy="4259597"/>
            <a:chOff x="7403820" y="1221907"/>
            <a:chExt cx="4300093" cy="4259597"/>
          </a:xfrm>
        </p:grpSpPr>
        <p:sp>
          <p:nvSpPr>
            <p:cNvPr id="83" name="Text Box 58">
              <a:extLst>
                <a:ext uri="{FF2B5EF4-FFF2-40B4-BE49-F238E27FC236}">
                  <a16:creationId xmlns:a16="http://schemas.microsoft.com/office/drawing/2014/main" id="{232AF950-5DB4-5B45-2C15-FAD2612C5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3461" y="1221907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60">
              <a:extLst>
                <a:ext uri="{FF2B5EF4-FFF2-40B4-BE49-F238E27FC236}">
                  <a16:creationId xmlns:a16="http://schemas.microsoft.com/office/drawing/2014/main" id="{ABD13454-85DF-A3DF-BE47-F8337B527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3128766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70">
                  <a:extLst>
                    <a:ext uri="{FF2B5EF4-FFF2-40B4-BE49-F238E27FC236}">
                      <a16:creationId xmlns:a16="http://schemas.microsoft.com/office/drawing/2014/main" id="{9B81257E-63D4-CB93-BF6C-439A9FD185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2574" y="1374740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 Box 70">
                  <a:extLst>
                    <a:ext uri="{FF2B5EF4-FFF2-40B4-BE49-F238E27FC236}">
                      <a16:creationId xmlns:a16="http://schemas.microsoft.com/office/drawing/2014/main" id="{9B81257E-63D4-CB93-BF6C-439A9FD18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2574" y="1374740"/>
                  <a:ext cx="576263" cy="461963"/>
                </a:xfrm>
                <a:prstGeom prst="rect">
                  <a:avLst/>
                </a:prstGeom>
                <a:blipFill>
                  <a:blip r:embed="rId2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B167655F-A8BB-2DBE-773E-C8F216C53ED2}"/>
                </a:ext>
              </a:extLst>
            </p:cNvPr>
            <p:cNvSpPr/>
            <p:nvPr/>
          </p:nvSpPr>
          <p:spPr>
            <a:xfrm>
              <a:off x="10750762" y="153949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3E06DF69-DD33-7C41-8169-FF90020A71A7}"/>
                </a:ext>
              </a:extLst>
            </p:cNvPr>
            <p:cNvSpPr/>
            <p:nvPr/>
          </p:nvSpPr>
          <p:spPr>
            <a:xfrm>
              <a:off x="10750762" y="303539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A3F1E39F-73F4-229D-32DD-434028F9F8DE}"/>
                </a:ext>
              </a:extLst>
            </p:cNvPr>
            <p:cNvSpPr/>
            <p:nvPr/>
          </p:nvSpPr>
          <p:spPr>
            <a:xfrm>
              <a:off x="10750762" y="253676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ADE36368-1E37-5202-5D63-CE7EF129C533}"/>
                </a:ext>
              </a:extLst>
            </p:cNvPr>
            <p:cNvSpPr/>
            <p:nvPr/>
          </p:nvSpPr>
          <p:spPr>
            <a:xfrm>
              <a:off x="10750762" y="203812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Line 60">
              <a:extLst>
                <a:ext uri="{FF2B5EF4-FFF2-40B4-BE49-F238E27FC236}">
                  <a16:creationId xmlns:a16="http://schemas.microsoft.com/office/drawing/2014/main" id="{E87235E1-75BD-D2C9-C605-E33C8538B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262549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1" name="Line 60">
              <a:extLst>
                <a:ext uri="{FF2B5EF4-FFF2-40B4-BE49-F238E27FC236}">
                  <a16:creationId xmlns:a16="http://schemas.microsoft.com/office/drawing/2014/main" id="{3097C27B-469B-1241-FDBC-AD1F6FD2E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213150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2" name="Line 60">
              <a:extLst>
                <a:ext uri="{FF2B5EF4-FFF2-40B4-BE49-F238E27FC236}">
                  <a16:creationId xmlns:a16="http://schemas.microsoft.com/office/drawing/2014/main" id="{D69DBB47-ACB1-8015-A404-6E904F073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5" y="1632868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7652CEE2-8919-03C7-C2B0-014375A928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4362" y="1874087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 Box 70">
                  <a:extLst>
                    <a:ext uri="{FF2B5EF4-FFF2-40B4-BE49-F238E27FC236}">
                      <a16:creationId xmlns:a16="http://schemas.microsoft.com/office/drawing/2014/main" id="{7652CEE2-8919-03C7-C2B0-014375A92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4362" y="1874087"/>
                  <a:ext cx="550856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99811653-BAEC-2681-E247-F13C5DD380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7467" y="2368077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99811653-BAEC-2681-E247-F13C5DD38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7467" y="2368077"/>
                  <a:ext cx="5579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 Box 70">
                  <a:extLst>
                    <a:ext uri="{FF2B5EF4-FFF2-40B4-BE49-F238E27FC236}">
                      <a16:creationId xmlns:a16="http://schemas.microsoft.com/office/drawing/2014/main" id="{1F26A8FB-D267-D721-C98B-3A4CE364C5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7467" y="2865022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 Box 70">
                  <a:extLst>
                    <a:ext uri="{FF2B5EF4-FFF2-40B4-BE49-F238E27FC236}">
                      <a16:creationId xmlns:a16="http://schemas.microsoft.com/office/drawing/2014/main" id="{1F26A8FB-D267-D721-C98B-3A4CE364C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7467" y="2865022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3170322F-4B92-01FD-5E7B-FF467C0A95A0}"/>
                </a:ext>
              </a:extLst>
            </p:cNvPr>
            <p:cNvSpPr/>
            <p:nvPr/>
          </p:nvSpPr>
          <p:spPr>
            <a:xfrm>
              <a:off x="8176717" y="153485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Line 60">
              <a:extLst>
                <a:ext uri="{FF2B5EF4-FFF2-40B4-BE49-F238E27FC236}">
                  <a16:creationId xmlns:a16="http://schemas.microsoft.com/office/drawing/2014/main" id="{25E153FF-E8CF-AA22-8673-C4E4B8D4E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210" y="461112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8" name="Line 60">
              <a:extLst>
                <a:ext uri="{FF2B5EF4-FFF2-40B4-BE49-F238E27FC236}">
                  <a16:creationId xmlns:a16="http://schemas.microsoft.com/office/drawing/2014/main" id="{BF6E8D8D-9C91-A1B7-9B17-2F05F9021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210" y="4114184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9" name="Line 60">
              <a:extLst>
                <a:ext uri="{FF2B5EF4-FFF2-40B4-BE49-F238E27FC236}">
                  <a16:creationId xmlns:a16="http://schemas.microsoft.com/office/drawing/2014/main" id="{FACE30B4-7953-88DD-6C64-007FA876C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0347" y="162822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 Box 70">
                  <a:extLst>
                    <a:ext uri="{FF2B5EF4-FFF2-40B4-BE49-F238E27FC236}">
                      <a16:creationId xmlns:a16="http://schemas.microsoft.com/office/drawing/2014/main" id="{B5A5BD53-4C7E-F483-B0B1-208262582E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782" y="1376496"/>
                  <a:ext cx="57342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Text Box 70">
                  <a:extLst>
                    <a:ext uri="{FF2B5EF4-FFF2-40B4-BE49-F238E27FC236}">
                      <a16:creationId xmlns:a16="http://schemas.microsoft.com/office/drawing/2014/main" id="{95DB697F-5219-C9AD-7618-AF14E7A74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782" y="1376496"/>
                  <a:ext cx="573426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 Box 70">
                  <a:extLst>
                    <a:ext uri="{FF2B5EF4-FFF2-40B4-BE49-F238E27FC236}">
                      <a16:creationId xmlns:a16="http://schemas.microsoft.com/office/drawing/2014/main" id="{1C9A054C-95D6-DBC8-BC79-41E7902ECD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0089" y="385376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 Box 70">
                  <a:extLst>
                    <a:ext uri="{FF2B5EF4-FFF2-40B4-BE49-F238E27FC236}">
                      <a16:creationId xmlns:a16="http://schemas.microsoft.com/office/drawing/2014/main" id="{550D0C1F-9DD3-8625-9E5B-98FAD72D8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0089" y="3853762"/>
                  <a:ext cx="602601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 Box 70">
                  <a:extLst>
                    <a:ext uri="{FF2B5EF4-FFF2-40B4-BE49-F238E27FC236}">
                      <a16:creationId xmlns:a16="http://schemas.microsoft.com/office/drawing/2014/main" id="{0533806A-DA22-B44B-299B-FB7EAAEE8E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4897" y="4353716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 Box 70">
                  <a:extLst>
                    <a:ext uri="{FF2B5EF4-FFF2-40B4-BE49-F238E27FC236}">
                      <a16:creationId xmlns:a16="http://schemas.microsoft.com/office/drawing/2014/main" id="{0C4B79D4-5B15-983B-3E65-287F164FC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4897" y="4353716"/>
                  <a:ext cx="59548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 Box 70">
                  <a:extLst>
                    <a:ext uri="{FF2B5EF4-FFF2-40B4-BE49-F238E27FC236}">
                      <a16:creationId xmlns:a16="http://schemas.microsoft.com/office/drawing/2014/main" id="{F6EAFA14-24ED-253E-70AC-CC3F2A78B6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4465" y="1374740"/>
                  <a:ext cx="64075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Text Box 70">
                  <a:extLst>
                    <a:ext uri="{FF2B5EF4-FFF2-40B4-BE49-F238E27FC236}">
                      <a16:creationId xmlns:a16="http://schemas.microsoft.com/office/drawing/2014/main" id="{CA95561A-BFE6-A74F-5D8C-97B9949CD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04465" y="1374740"/>
                  <a:ext cx="64075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 Box 70">
                  <a:extLst>
                    <a:ext uri="{FF2B5EF4-FFF2-40B4-BE49-F238E27FC236}">
                      <a16:creationId xmlns:a16="http://schemas.microsoft.com/office/drawing/2014/main" id="{7EBF215F-BE0A-FAFF-0030-4543FD6E5F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5427" y="385376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 Box 70">
                  <a:extLst>
                    <a:ext uri="{FF2B5EF4-FFF2-40B4-BE49-F238E27FC236}">
                      <a16:creationId xmlns:a16="http://schemas.microsoft.com/office/drawing/2014/main" id="{FF083EA1-2CAB-5B0B-665B-872551ADA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5427" y="3853762"/>
                  <a:ext cx="602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 Box 70">
                  <a:extLst>
                    <a:ext uri="{FF2B5EF4-FFF2-40B4-BE49-F238E27FC236}">
                      <a16:creationId xmlns:a16="http://schemas.microsoft.com/office/drawing/2014/main" id="{1E5D1618-F964-0D5A-D954-0244E7405B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70235" y="4353716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" name="Text Box 70">
                  <a:extLst>
                    <a:ext uri="{FF2B5EF4-FFF2-40B4-BE49-F238E27FC236}">
                      <a16:creationId xmlns:a16="http://schemas.microsoft.com/office/drawing/2014/main" id="{A45E4B93-588D-A5E1-AD37-5DF2FD5DB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70235" y="4353716"/>
                  <a:ext cx="59548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B894137A-9192-A49B-56B9-4717AB740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507842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399ADDC1-7828-4ED9-7964-938233301D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2574" y="332439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399ADDC1-7828-4ED9-7964-938233301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2574" y="3324394"/>
                  <a:ext cx="557973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3C0C012-D842-EBC9-6364-CAF3CE1753F7}"/>
                </a:ext>
              </a:extLst>
            </p:cNvPr>
            <p:cNvSpPr/>
            <p:nvPr/>
          </p:nvSpPr>
          <p:spPr>
            <a:xfrm>
              <a:off x="10750762" y="348915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BE35FA7-693B-0DD4-2DF1-4321A1B67773}"/>
                </a:ext>
              </a:extLst>
            </p:cNvPr>
            <p:cNvSpPr/>
            <p:nvPr/>
          </p:nvSpPr>
          <p:spPr>
            <a:xfrm>
              <a:off x="10750762" y="498504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A7E28C9-F370-4F27-6DAD-BAA17F48D182}"/>
                </a:ext>
              </a:extLst>
            </p:cNvPr>
            <p:cNvSpPr/>
            <p:nvPr/>
          </p:nvSpPr>
          <p:spPr>
            <a:xfrm>
              <a:off x="10750762" y="448641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8D6B4E2-1E71-9A6E-E301-8AB9853D43E4}"/>
                </a:ext>
              </a:extLst>
            </p:cNvPr>
            <p:cNvSpPr/>
            <p:nvPr/>
          </p:nvSpPr>
          <p:spPr>
            <a:xfrm>
              <a:off x="10750762" y="398778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Line 60">
              <a:extLst>
                <a:ext uri="{FF2B5EF4-FFF2-40B4-BE49-F238E27FC236}">
                  <a16:creationId xmlns:a16="http://schemas.microsoft.com/office/drawing/2014/main" id="{2446341A-E832-1D25-7CA3-7CD1AC339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457514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5" name="Line 60">
              <a:extLst>
                <a:ext uri="{FF2B5EF4-FFF2-40B4-BE49-F238E27FC236}">
                  <a16:creationId xmlns:a16="http://schemas.microsoft.com/office/drawing/2014/main" id="{95638B7F-02F2-07CC-AD82-270A66B0A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6" y="408115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Line 60">
              <a:extLst>
                <a:ext uri="{FF2B5EF4-FFF2-40B4-BE49-F238E27FC236}">
                  <a16:creationId xmlns:a16="http://schemas.microsoft.com/office/drawing/2014/main" id="{EB2EE0ED-E856-0054-668A-EFC7CEA0E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7505" y="358252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AB6F6059-34D1-C69D-34F1-3A5E8B9B0C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4362" y="3823741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AB6F6059-34D1-C69D-34F1-3A5E8B9B0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4362" y="3823741"/>
                  <a:ext cx="557973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828A1617-5433-4AAE-A2AD-EED1458A99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7467" y="4317731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828A1617-5433-4AAE-A2AD-EED1458A9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7467" y="4317731"/>
                  <a:ext cx="557973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981D3CD3-0BEB-D5B5-D785-B4A4318C23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97467" y="4814676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981D3CD3-0BEB-D5B5-D785-B4A4318C2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97467" y="4814676"/>
                  <a:ext cx="557973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65F2DC1-7750-99C9-5CD2-AEB4233C53EA}"/>
                </a:ext>
              </a:extLst>
            </p:cNvPr>
            <p:cNvSpPr/>
            <p:nvPr/>
          </p:nvSpPr>
          <p:spPr>
            <a:xfrm>
              <a:off x="8176072" y="203419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34A56937-97F3-8E43-694A-00F6EACB6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702" y="212757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D2B970F5-FD7B-7059-1BE7-C2872FC8D2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137" y="1875842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70">
                  <a:extLst>
                    <a:ext uri="{FF2B5EF4-FFF2-40B4-BE49-F238E27FC236}">
                      <a16:creationId xmlns:a16="http://schemas.microsoft.com/office/drawing/2014/main" id="{B9A7BAD6-D8AA-08E5-5CE8-4A39573A5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137" y="1875842"/>
                  <a:ext cx="580544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73883702-CCF4-03EA-FDB1-8DE4A3E7DA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3820" y="1874086"/>
                  <a:ext cx="6478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AC944420-DC6B-790A-CFC3-8C1266F62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03820" y="1874086"/>
                  <a:ext cx="647870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B501F1E1-F023-C478-3EAC-0FAE7D711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702" y="2623812"/>
              <a:ext cx="4231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AD0B7A0F-D85C-4FA6-3F73-CBE78054FD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12137" y="2372084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A4BC0CC2-4C9D-7E88-3201-F039F8F61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12137" y="2372084"/>
                  <a:ext cx="58054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9DC31FEB-C6D6-6C33-6EE0-C65AE3915B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4782" y="2370328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D4C8F6A2-BB8E-8916-723F-FB57C0821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64782" y="2370328"/>
                  <a:ext cx="580544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Line 60">
              <a:extLst>
                <a:ext uri="{FF2B5EF4-FFF2-40B4-BE49-F238E27FC236}">
                  <a16:creationId xmlns:a16="http://schemas.microsoft.com/office/drawing/2014/main" id="{34918FDE-3C9C-33C9-787A-D38B4236B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5519" y="5093105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613EE621-8337-C099-6983-8A58555EEA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75206" y="483569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70">
                  <a:extLst>
                    <a:ext uri="{FF2B5EF4-FFF2-40B4-BE49-F238E27FC236}">
                      <a16:creationId xmlns:a16="http://schemas.microsoft.com/office/drawing/2014/main" id="{24461E0C-92F2-C890-E3F9-3F88F6B70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5206" y="4835692"/>
                  <a:ext cx="602601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17BE6EC3-6011-64EF-BCDE-46C4DE97C7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70544" y="4835692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 Box 70">
                  <a:extLst>
                    <a:ext uri="{FF2B5EF4-FFF2-40B4-BE49-F238E27FC236}">
                      <a16:creationId xmlns:a16="http://schemas.microsoft.com/office/drawing/2014/main" id="{5AA2FD53-3735-72D5-F614-12FC35269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70544" y="4835692"/>
                  <a:ext cx="602601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032C4B5E-FE4C-320E-A989-304900C180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1400798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E5242866-75C0-3324-13BD-101DDEF0E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1400798"/>
                  <a:ext cx="625299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70">
                  <a:extLst>
                    <a:ext uri="{FF2B5EF4-FFF2-40B4-BE49-F238E27FC236}">
                      <a16:creationId xmlns:a16="http://schemas.microsoft.com/office/drawing/2014/main" id="{D3CA5225-CAB3-70C3-9464-6A4F41EFD8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1899846"/>
                  <a:ext cx="6181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 Box 70">
                  <a:extLst>
                    <a:ext uri="{FF2B5EF4-FFF2-40B4-BE49-F238E27FC236}">
                      <a16:creationId xmlns:a16="http://schemas.microsoft.com/office/drawing/2014/main" id="{692C90D7-7A00-FDAB-A110-FF54AE49C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1899846"/>
                  <a:ext cx="618182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Box 70">
                  <a:extLst>
                    <a:ext uri="{FF2B5EF4-FFF2-40B4-BE49-F238E27FC236}">
                      <a16:creationId xmlns:a16="http://schemas.microsoft.com/office/drawing/2014/main" id="{74CBBEF6-1F8D-2383-C211-178D8B32A2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2393836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 Box 70">
                  <a:extLst>
                    <a:ext uri="{FF2B5EF4-FFF2-40B4-BE49-F238E27FC236}">
                      <a16:creationId xmlns:a16="http://schemas.microsoft.com/office/drawing/2014/main" id="{566FA05C-5E9D-9451-5DEA-3A2AF46DC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2393836"/>
                  <a:ext cx="625299" cy="461665"/>
                </a:xfrm>
                <a:prstGeom prst="rect">
                  <a:avLst/>
                </a:prstGeom>
                <a:blipFill>
                  <a:blip r:embed="rId25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70">
                  <a:extLst>
                    <a:ext uri="{FF2B5EF4-FFF2-40B4-BE49-F238E27FC236}">
                      <a16:creationId xmlns:a16="http://schemas.microsoft.com/office/drawing/2014/main" id="{D9036DB3-6E97-3232-B1F0-5AE244511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2890781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 Box 70">
                  <a:extLst>
                    <a:ext uri="{FF2B5EF4-FFF2-40B4-BE49-F238E27FC236}">
                      <a16:creationId xmlns:a16="http://schemas.microsoft.com/office/drawing/2014/main" id="{E745B96C-42C8-B3AD-CB40-9EF249AED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2890781"/>
                  <a:ext cx="625299" cy="461665"/>
                </a:xfrm>
                <a:prstGeom prst="rect">
                  <a:avLst/>
                </a:prstGeom>
                <a:blipFill>
                  <a:blip r:embed="rId2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60B4B9E4-26F0-EB09-8E40-C1EC89FFD2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3350452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 Box 70">
                  <a:extLst>
                    <a:ext uri="{FF2B5EF4-FFF2-40B4-BE49-F238E27FC236}">
                      <a16:creationId xmlns:a16="http://schemas.microsoft.com/office/drawing/2014/main" id="{A6A8B9B8-0750-4B4E-1162-73F13BF31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3350452"/>
                  <a:ext cx="625299" cy="461665"/>
                </a:xfrm>
                <a:prstGeom prst="rect">
                  <a:avLst/>
                </a:prstGeom>
                <a:blipFill>
                  <a:blip r:embed="rId2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1A2BBE1D-625E-D7A1-DD32-11F35F34F2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5509" y="384950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879FC695-CDDB-8E3B-A2F4-A70EB8D5CF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5509" y="3849500"/>
                  <a:ext cx="625299" cy="461665"/>
                </a:xfrm>
                <a:prstGeom prst="rect">
                  <a:avLst/>
                </a:prstGeom>
                <a:blipFill>
                  <a:blip r:embed="rId2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E54F01A1-3429-A877-0CCA-67F288C917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434349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2BCDF619-36E6-7EF4-F995-D80C06E88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4343490"/>
                  <a:ext cx="625299" cy="461665"/>
                </a:xfrm>
                <a:prstGeom prst="rect">
                  <a:avLst/>
                </a:prstGeom>
                <a:blipFill>
                  <a:blip r:embed="rId29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4FECE795-AD82-7BF6-238A-DC555B2B26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78614" y="4840435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85E95B57-BB03-793C-BC11-1C1491CC0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8614" y="4840435"/>
                  <a:ext cx="625299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C63FEAC8-89B6-CB92-94B4-8E8C0FE590E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二进制译码器（</a:t>
            </a:r>
            <a:r>
              <a:rPr lang="en-US" altLang="zh-CN" sz="3000" dirty="0">
                <a:solidFill>
                  <a:srgbClr val="FFFF00"/>
                </a:solidFill>
              </a:rPr>
              <a:t>3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8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DA9A77B7-E423-CA1E-4934-2D485FD5F457}"/>
              </a:ext>
            </a:extLst>
          </p:cNvPr>
          <p:cNvGrpSpPr/>
          <p:nvPr/>
        </p:nvGrpSpPr>
        <p:grpSpPr>
          <a:xfrm>
            <a:off x="360000" y="1296000"/>
            <a:ext cx="5748374" cy="4759578"/>
            <a:chOff x="407557" y="1570990"/>
            <a:chExt cx="5748374" cy="4759578"/>
          </a:xfrm>
        </p:grpSpPr>
        <p:sp>
          <p:nvSpPr>
            <p:cNvPr id="187" name="Line 10">
              <a:extLst>
                <a:ext uri="{FF2B5EF4-FFF2-40B4-BE49-F238E27FC236}">
                  <a16:creationId xmlns:a16="http://schemas.microsoft.com/office/drawing/2014/main" id="{FE636452-6153-E803-8254-F0ECC3CFE7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51233" y="3866905"/>
              <a:ext cx="38271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utoShape 26">
              <a:extLst>
                <a:ext uri="{FF2B5EF4-FFF2-40B4-BE49-F238E27FC236}">
                  <a16:creationId xmlns:a16="http://schemas.microsoft.com/office/drawing/2014/main" id="{E85FECB1-ACDA-7BF9-AA3B-31F3E0D28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1571156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6" name="Oval 25">
              <a:extLst>
                <a:ext uri="{FF2B5EF4-FFF2-40B4-BE49-F238E27FC236}">
                  <a16:creationId xmlns:a16="http://schemas.microsoft.com/office/drawing/2014/main" id="{617D5C44-065D-7D4F-C46B-6A3FC464A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1750418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3" name="Line 10">
              <a:extLst>
                <a:ext uri="{FF2B5EF4-FFF2-40B4-BE49-F238E27FC236}">
                  <a16:creationId xmlns:a16="http://schemas.microsoft.com/office/drawing/2014/main" id="{D55CF8CD-BEBF-E8BA-7A94-6613BC7D1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1804866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AutoShape 26">
              <a:extLst>
                <a:ext uri="{FF2B5EF4-FFF2-40B4-BE49-F238E27FC236}">
                  <a16:creationId xmlns:a16="http://schemas.microsoft.com/office/drawing/2014/main" id="{65F6ADCF-908B-A1DE-662C-4BB68ABA5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2160344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25" name="Oval 25">
              <a:extLst>
                <a:ext uri="{FF2B5EF4-FFF2-40B4-BE49-F238E27FC236}">
                  <a16:creationId xmlns:a16="http://schemas.microsoft.com/office/drawing/2014/main" id="{65228EDF-75B1-0DFB-35AA-48FAC99EE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2339606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26" name="Line 10">
              <a:extLst>
                <a:ext uri="{FF2B5EF4-FFF2-40B4-BE49-F238E27FC236}">
                  <a16:creationId xmlns:a16="http://schemas.microsoft.com/office/drawing/2014/main" id="{F1934EDA-D0C6-1688-7ED8-063A4CC16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2394054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AutoShape 26">
              <a:extLst>
                <a:ext uri="{FF2B5EF4-FFF2-40B4-BE49-F238E27FC236}">
                  <a16:creationId xmlns:a16="http://schemas.microsoft.com/office/drawing/2014/main" id="{E64070B6-C8FF-7125-A038-49101D870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2749531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28" name="Oval 25">
              <a:extLst>
                <a:ext uri="{FF2B5EF4-FFF2-40B4-BE49-F238E27FC236}">
                  <a16:creationId xmlns:a16="http://schemas.microsoft.com/office/drawing/2014/main" id="{53B53C4C-B1E0-1DBD-2D8F-08BEA224E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2928793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29" name="Line 10">
              <a:extLst>
                <a:ext uri="{FF2B5EF4-FFF2-40B4-BE49-F238E27FC236}">
                  <a16:creationId xmlns:a16="http://schemas.microsoft.com/office/drawing/2014/main" id="{0F0900AD-1FAA-BF29-1B5F-661140CFD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2983241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AutoShape 26">
              <a:extLst>
                <a:ext uri="{FF2B5EF4-FFF2-40B4-BE49-F238E27FC236}">
                  <a16:creationId xmlns:a16="http://schemas.microsoft.com/office/drawing/2014/main" id="{EBBFB57F-CD55-3E30-88C4-5DEC694FB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3341763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1" name="Oval 25">
              <a:extLst>
                <a:ext uri="{FF2B5EF4-FFF2-40B4-BE49-F238E27FC236}">
                  <a16:creationId xmlns:a16="http://schemas.microsoft.com/office/drawing/2014/main" id="{4360AD5D-3498-B4EA-3958-7C665B37E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3521025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2" name="Line 10">
              <a:extLst>
                <a:ext uri="{FF2B5EF4-FFF2-40B4-BE49-F238E27FC236}">
                  <a16:creationId xmlns:a16="http://schemas.microsoft.com/office/drawing/2014/main" id="{CAAC3981-4046-5620-2933-147575D29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3575473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AutoShape 26">
              <a:extLst>
                <a:ext uri="{FF2B5EF4-FFF2-40B4-BE49-F238E27FC236}">
                  <a16:creationId xmlns:a16="http://schemas.microsoft.com/office/drawing/2014/main" id="{8D86C5EA-0191-7B91-7193-919FF39A7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3933994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4" name="Oval 25">
              <a:extLst>
                <a:ext uri="{FF2B5EF4-FFF2-40B4-BE49-F238E27FC236}">
                  <a16:creationId xmlns:a16="http://schemas.microsoft.com/office/drawing/2014/main" id="{13242AC2-D1DD-362A-BE50-949F1CB08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4113256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5" name="Line 10">
              <a:extLst>
                <a:ext uri="{FF2B5EF4-FFF2-40B4-BE49-F238E27FC236}">
                  <a16:creationId xmlns:a16="http://schemas.microsoft.com/office/drawing/2014/main" id="{08D821A7-F5FE-CB80-84CA-928A5E72E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4167704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AutoShape 26">
              <a:extLst>
                <a:ext uri="{FF2B5EF4-FFF2-40B4-BE49-F238E27FC236}">
                  <a16:creationId xmlns:a16="http://schemas.microsoft.com/office/drawing/2014/main" id="{FEEC4E06-4F28-A79D-51F2-1E93EF3DE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4523182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7" name="Oval 25">
              <a:extLst>
                <a:ext uri="{FF2B5EF4-FFF2-40B4-BE49-F238E27FC236}">
                  <a16:creationId xmlns:a16="http://schemas.microsoft.com/office/drawing/2014/main" id="{E668BB50-3174-8460-A7E3-98DC626CE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4702444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8" name="Line 10">
              <a:extLst>
                <a:ext uri="{FF2B5EF4-FFF2-40B4-BE49-F238E27FC236}">
                  <a16:creationId xmlns:a16="http://schemas.microsoft.com/office/drawing/2014/main" id="{6BE6526A-16A3-D884-2D85-0308604C5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4756892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AutoShape 26">
              <a:extLst>
                <a:ext uri="{FF2B5EF4-FFF2-40B4-BE49-F238E27FC236}">
                  <a16:creationId xmlns:a16="http://schemas.microsoft.com/office/drawing/2014/main" id="{3BAAC113-A806-A683-CCB7-B708B5507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5112369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0" name="Oval 25">
              <a:extLst>
                <a:ext uri="{FF2B5EF4-FFF2-40B4-BE49-F238E27FC236}">
                  <a16:creationId xmlns:a16="http://schemas.microsoft.com/office/drawing/2014/main" id="{3A9539FC-9ED6-9003-DB44-328E88951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5291631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1" name="Line 10">
              <a:extLst>
                <a:ext uri="{FF2B5EF4-FFF2-40B4-BE49-F238E27FC236}">
                  <a16:creationId xmlns:a16="http://schemas.microsoft.com/office/drawing/2014/main" id="{A93CE9CE-0F6A-FD3C-608B-80ED7FA9B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5346079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AutoShape 26">
              <a:extLst>
                <a:ext uri="{FF2B5EF4-FFF2-40B4-BE49-F238E27FC236}">
                  <a16:creationId xmlns:a16="http://schemas.microsoft.com/office/drawing/2014/main" id="{DDC076B7-4394-30A4-0819-0682419D5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969" y="5704601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3" name="Oval 25">
              <a:extLst>
                <a:ext uri="{FF2B5EF4-FFF2-40B4-BE49-F238E27FC236}">
                  <a16:creationId xmlns:a16="http://schemas.microsoft.com/office/drawing/2014/main" id="{A2DA0A98-9327-C395-73F0-9BD97C7E4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493" y="5883863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4" name="Line 10">
              <a:extLst>
                <a:ext uri="{FF2B5EF4-FFF2-40B4-BE49-F238E27FC236}">
                  <a16:creationId xmlns:a16="http://schemas.microsoft.com/office/drawing/2014/main" id="{986B5939-34B9-0B59-8B8E-9B4F71102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9830" y="5938311"/>
              <a:ext cx="1808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10">
              <a:extLst>
                <a:ext uri="{FF2B5EF4-FFF2-40B4-BE49-F238E27FC236}">
                  <a16:creationId xmlns:a16="http://schemas.microsoft.com/office/drawing/2014/main" id="{849D29B0-18C0-F78D-478B-BA8F272AC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1639848"/>
              <a:ext cx="19645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10">
              <a:extLst>
                <a:ext uri="{FF2B5EF4-FFF2-40B4-BE49-F238E27FC236}">
                  <a16:creationId xmlns:a16="http://schemas.microsoft.com/office/drawing/2014/main" id="{11564DBE-5211-CF23-E52B-F18149AC2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154" y="1747791"/>
              <a:ext cx="17688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10">
              <a:extLst>
                <a:ext uri="{FF2B5EF4-FFF2-40B4-BE49-F238E27FC236}">
                  <a16:creationId xmlns:a16="http://schemas.microsoft.com/office/drawing/2014/main" id="{C8752BDB-3921-B79F-F442-BDB21145E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0859" y="1856239"/>
              <a:ext cx="15731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10">
              <a:extLst>
                <a:ext uri="{FF2B5EF4-FFF2-40B4-BE49-F238E27FC236}">
                  <a16:creationId xmlns:a16="http://schemas.microsoft.com/office/drawing/2014/main" id="{023137FF-5541-A9DB-FBEA-E1CE133B9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2392" y="1963791"/>
              <a:ext cx="2292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10">
              <a:extLst>
                <a:ext uri="{FF2B5EF4-FFF2-40B4-BE49-F238E27FC236}">
                  <a16:creationId xmlns:a16="http://schemas.microsoft.com/office/drawing/2014/main" id="{BB060C9E-F4A2-2E46-DF1C-9518DB4CA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264" y="2229036"/>
              <a:ext cx="7787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10">
              <a:extLst>
                <a:ext uri="{FF2B5EF4-FFF2-40B4-BE49-F238E27FC236}">
                  <a16:creationId xmlns:a16="http://schemas.microsoft.com/office/drawing/2014/main" id="{F6B48337-CB90-CC07-5C86-24874D933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154" y="2336979"/>
              <a:ext cx="17688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10">
              <a:extLst>
                <a:ext uri="{FF2B5EF4-FFF2-40B4-BE49-F238E27FC236}">
                  <a16:creationId xmlns:a16="http://schemas.microsoft.com/office/drawing/2014/main" id="{68D326C1-16D7-8E1C-E82C-1B31E3B47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0859" y="2445427"/>
              <a:ext cx="15731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10">
              <a:extLst>
                <a:ext uri="{FF2B5EF4-FFF2-40B4-BE49-F238E27FC236}">
                  <a16:creationId xmlns:a16="http://schemas.microsoft.com/office/drawing/2014/main" id="{2892C379-9DA7-CC44-DBB5-0AD2C6B54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424" y="2552979"/>
              <a:ext cx="2571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10">
              <a:extLst>
                <a:ext uri="{FF2B5EF4-FFF2-40B4-BE49-F238E27FC236}">
                  <a16:creationId xmlns:a16="http://schemas.microsoft.com/office/drawing/2014/main" id="{248FC5AC-79A5-86D3-AB96-E60DDAF90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2818223"/>
              <a:ext cx="19645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10">
              <a:extLst>
                <a:ext uri="{FF2B5EF4-FFF2-40B4-BE49-F238E27FC236}">
                  <a16:creationId xmlns:a16="http://schemas.microsoft.com/office/drawing/2014/main" id="{E340E2DC-3653-A40C-E9A5-26086099B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192" y="2926166"/>
              <a:ext cx="5917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10">
              <a:extLst>
                <a:ext uri="{FF2B5EF4-FFF2-40B4-BE49-F238E27FC236}">
                  <a16:creationId xmlns:a16="http://schemas.microsoft.com/office/drawing/2014/main" id="{7BC3CE71-0E27-2163-5B05-60116414F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0859" y="3034614"/>
              <a:ext cx="15731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10">
              <a:extLst>
                <a:ext uri="{FF2B5EF4-FFF2-40B4-BE49-F238E27FC236}">
                  <a16:creationId xmlns:a16="http://schemas.microsoft.com/office/drawing/2014/main" id="{D582629A-4AFC-FE8C-258B-93F8942F8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613" y="3142166"/>
              <a:ext cx="37249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10">
              <a:extLst>
                <a:ext uri="{FF2B5EF4-FFF2-40B4-BE49-F238E27FC236}">
                  <a16:creationId xmlns:a16="http://schemas.microsoft.com/office/drawing/2014/main" id="{52061DC1-5CF8-4707-B715-28447D196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470" y="3410455"/>
              <a:ext cx="7564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10">
              <a:extLst>
                <a:ext uri="{FF2B5EF4-FFF2-40B4-BE49-F238E27FC236}">
                  <a16:creationId xmlns:a16="http://schemas.microsoft.com/office/drawing/2014/main" id="{4AB014AE-3F07-7E13-BD0C-71855BB83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620" y="3518398"/>
              <a:ext cx="5733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10">
              <a:extLst>
                <a:ext uri="{FF2B5EF4-FFF2-40B4-BE49-F238E27FC236}">
                  <a16:creationId xmlns:a16="http://schemas.microsoft.com/office/drawing/2014/main" id="{26C8307C-7E32-CC9B-C1B1-14E35D787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0859" y="3626846"/>
              <a:ext cx="15731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10">
              <a:extLst>
                <a:ext uri="{FF2B5EF4-FFF2-40B4-BE49-F238E27FC236}">
                  <a16:creationId xmlns:a16="http://schemas.microsoft.com/office/drawing/2014/main" id="{DC0A62AE-20B2-F501-53CD-3F6B6E4FD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176" y="3734398"/>
              <a:ext cx="2234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Line 10">
              <a:extLst>
                <a:ext uri="{FF2B5EF4-FFF2-40B4-BE49-F238E27FC236}">
                  <a16:creationId xmlns:a16="http://schemas.microsoft.com/office/drawing/2014/main" id="{D0A656D5-B5EB-9BBE-E4AC-5FF69F26B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9" y="4002686"/>
              <a:ext cx="19645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Line 10">
              <a:extLst>
                <a:ext uri="{FF2B5EF4-FFF2-40B4-BE49-F238E27FC236}">
                  <a16:creationId xmlns:a16="http://schemas.microsoft.com/office/drawing/2014/main" id="{7D7EE0AE-625C-97F6-6316-9CF855C1A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154" y="4110629"/>
              <a:ext cx="17688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Line 10">
              <a:extLst>
                <a:ext uri="{FF2B5EF4-FFF2-40B4-BE49-F238E27FC236}">
                  <a16:creationId xmlns:a16="http://schemas.microsoft.com/office/drawing/2014/main" id="{17374F0A-353E-9E7B-E482-0CCFB726F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9119" y="4219077"/>
              <a:ext cx="40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10">
              <a:extLst>
                <a:ext uri="{FF2B5EF4-FFF2-40B4-BE49-F238E27FC236}">
                  <a16:creationId xmlns:a16="http://schemas.microsoft.com/office/drawing/2014/main" id="{40F43E91-00B8-06D4-3E41-CB421BFED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6390" y="4326629"/>
              <a:ext cx="2162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10">
              <a:extLst>
                <a:ext uri="{FF2B5EF4-FFF2-40B4-BE49-F238E27FC236}">
                  <a16:creationId xmlns:a16="http://schemas.microsoft.com/office/drawing/2014/main" id="{44A0B1CF-596A-05E9-EFA2-9A3FEFCDA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154" y="4591874"/>
              <a:ext cx="1786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Line 10">
              <a:extLst>
                <a:ext uri="{FF2B5EF4-FFF2-40B4-BE49-F238E27FC236}">
                  <a16:creationId xmlns:a16="http://schemas.microsoft.com/office/drawing/2014/main" id="{A34E10D3-C377-2167-90BC-FB7EB1576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8446" y="4699817"/>
              <a:ext cx="395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10">
              <a:extLst>
                <a:ext uri="{FF2B5EF4-FFF2-40B4-BE49-F238E27FC236}">
                  <a16:creationId xmlns:a16="http://schemas.microsoft.com/office/drawing/2014/main" id="{6B9272D8-90B5-A21A-B598-6AA370EB0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012" y="4808265"/>
              <a:ext cx="30089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Line 10">
              <a:extLst>
                <a:ext uri="{FF2B5EF4-FFF2-40B4-BE49-F238E27FC236}">
                  <a16:creationId xmlns:a16="http://schemas.microsoft.com/office/drawing/2014/main" id="{65378440-1006-BDF4-4BC2-ED90AC6CA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338" y="4915817"/>
              <a:ext cx="2212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10">
              <a:extLst>
                <a:ext uri="{FF2B5EF4-FFF2-40B4-BE49-F238E27FC236}">
                  <a16:creationId xmlns:a16="http://schemas.microsoft.com/office/drawing/2014/main" id="{F7AC0485-AD74-3259-7CDC-9EC76F2BF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399" y="5180424"/>
              <a:ext cx="19645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10">
              <a:extLst>
                <a:ext uri="{FF2B5EF4-FFF2-40B4-BE49-F238E27FC236}">
                  <a16:creationId xmlns:a16="http://schemas.microsoft.com/office/drawing/2014/main" id="{F511862A-17B8-500C-262B-C796B0E21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814" y="5288367"/>
              <a:ext cx="392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Line 10">
              <a:extLst>
                <a:ext uri="{FF2B5EF4-FFF2-40B4-BE49-F238E27FC236}">
                  <a16:creationId xmlns:a16="http://schemas.microsoft.com/office/drawing/2014/main" id="{782420CC-8EC0-61EC-7C9D-7AA304365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012" y="5396815"/>
              <a:ext cx="30089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Line 10">
              <a:extLst>
                <a:ext uri="{FF2B5EF4-FFF2-40B4-BE49-F238E27FC236}">
                  <a16:creationId xmlns:a16="http://schemas.microsoft.com/office/drawing/2014/main" id="{A819104C-0BFE-1F18-612A-BC4B719BD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7970" y="5504367"/>
              <a:ext cx="2256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10">
              <a:extLst>
                <a:ext uri="{FF2B5EF4-FFF2-40B4-BE49-F238E27FC236}">
                  <a16:creationId xmlns:a16="http://schemas.microsoft.com/office/drawing/2014/main" id="{C8C57153-905D-9E91-222E-A9DAC42F1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747" y="5777394"/>
              <a:ext cx="2302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Line 10">
              <a:extLst>
                <a:ext uri="{FF2B5EF4-FFF2-40B4-BE49-F238E27FC236}">
                  <a16:creationId xmlns:a16="http://schemas.microsoft.com/office/drawing/2014/main" id="{671263DF-6E01-6D01-8F15-535E5179B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908" y="5885337"/>
              <a:ext cx="5890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Line 10">
              <a:extLst>
                <a:ext uri="{FF2B5EF4-FFF2-40B4-BE49-F238E27FC236}">
                  <a16:creationId xmlns:a16="http://schemas.microsoft.com/office/drawing/2014/main" id="{1FC43080-9C9A-BA27-9694-19DA4AAC4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970" y="5993785"/>
              <a:ext cx="7789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" name="Line 10">
              <a:extLst>
                <a:ext uri="{FF2B5EF4-FFF2-40B4-BE49-F238E27FC236}">
                  <a16:creationId xmlns:a16="http://schemas.microsoft.com/office/drawing/2014/main" id="{C8222AA4-C6B4-757B-4824-6C6FC6A1D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012" y="6101337"/>
              <a:ext cx="30089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8581960E-81F4-303B-A794-6A79D626D8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56922" y="4678130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8" name="Oval 25">
              <a:extLst>
                <a:ext uri="{FF2B5EF4-FFF2-40B4-BE49-F238E27FC236}">
                  <a16:creationId xmlns:a16="http://schemas.microsoft.com/office/drawing/2014/main" id="{EBECC8CD-50BB-84DF-68A5-5DD1F902B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099" y="2518053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9" name="Oval 25">
              <a:extLst>
                <a:ext uri="{FF2B5EF4-FFF2-40B4-BE49-F238E27FC236}">
                  <a16:creationId xmlns:a16="http://schemas.microsoft.com/office/drawing/2014/main" id="{C06D0A2D-CBFE-9AAC-1DC0-E5668B945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417" y="3107265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0" name="Oval 25">
              <a:extLst>
                <a:ext uri="{FF2B5EF4-FFF2-40B4-BE49-F238E27FC236}">
                  <a16:creationId xmlns:a16="http://schemas.microsoft.com/office/drawing/2014/main" id="{FB3CDD49-8B8B-B106-8E74-21E0F1C64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854" y="3699478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1" name="Oval 25">
              <a:extLst>
                <a:ext uri="{FF2B5EF4-FFF2-40B4-BE49-F238E27FC236}">
                  <a16:creationId xmlns:a16="http://schemas.microsoft.com/office/drawing/2014/main" id="{2C2DBB6F-603C-F60F-9564-794628FA6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893" y="429229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2" name="Oval 25">
              <a:extLst>
                <a:ext uri="{FF2B5EF4-FFF2-40B4-BE49-F238E27FC236}">
                  <a16:creationId xmlns:a16="http://schemas.microsoft.com/office/drawing/2014/main" id="{20E50874-7BD6-232A-CE36-4DA1EC687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85" y="4880961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3" name="Oval 25">
              <a:extLst>
                <a:ext uri="{FF2B5EF4-FFF2-40B4-BE49-F238E27FC236}">
                  <a16:creationId xmlns:a16="http://schemas.microsoft.com/office/drawing/2014/main" id="{91B80957-8537-ED22-7C50-DF3CF0B3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922" y="5469601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15A28C13-71A0-F2C9-E37A-5037AD6501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7735" y="157099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4" name="Text Box 70">
                  <a:extLst>
                    <a:ext uri="{FF2B5EF4-FFF2-40B4-BE49-F238E27FC236}">
                      <a16:creationId xmlns:a16="http://schemas.microsoft.com/office/drawing/2014/main" id="{15A28C13-71A0-F2C9-E37A-5037AD6501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7735" y="1570990"/>
                  <a:ext cx="625299" cy="461665"/>
                </a:xfrm>
                <a:prstGeom prst="rect">
                  <a:avLst/>
                </a:prstGeom>
                <a:blipFill>
                  <a:blip r:embed="rId31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E006E4E1-7ABE-CEBF-BBA0-7FD4388BBD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2160178"/>
                  <a:ext cx="6181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5" name="Text Box 70">
                  <a:extLst>
                    <a:ext uri="{FF2B5EF4-FFF2-40B4-BE49-F238E27FC236}">
                      <a16:creationId xmlns:a16="http://schemas.microsoft.com/office/drawing/2014/main" id="{E006E4E1-7ABE-CEBF-BBA0-7FD4388BB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2160178"/>
                  <a:ext cx="618182" cy="461665"/>
                </a:xfrm>
                <a:prstGeom prst="rect">
                  <a:avLst/>
                </a:prstGeom>
                <a:blipFill>
                  <a:blip r:embed="rId3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F9EA8123-BC62-DE39-2880-37916569C6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2749195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6" name="Text Box 70">
                  <a:extLst>
                    <a:ext uri="{FF2B5EF4-FFF2-40B4-BE49-F238E27FC236}">
                      <a16:creationId xmlns:a16="http://schemas.microsoft.com/office/drawing/2014/main" id="{F9EA8123-BC62-DE39-2880-37916569C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2749195"/>
                  <a:ext cx="625299" cy="461665"/>
                </a:xfrm>
                <a:prstGeom prst="rect">
                  <a:avLst/>
                </a:prstGeom>
                <a:blipFill>
                  <a:blip r:embed="rId33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 Box 70">
                  <a:extLst>
                    <a:ext uri="{FF2B5EF4-FFF2-40B4-BE49-F238E27FC236}">
                      <a16:creationId xmlns:a16="http://schemas.microsoft.com/office/drawing/2014/main" id="{98D07DE6-3B8B-19C3-7BE4-D13B1D4C4F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333717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7" name="Text Box 70">
                  <a:extLst>
                    <a:ext uri="{FF2B5EF4-FFF2-40B4-BE49-F238E27FC236}">
                      <a16:creationId xmlns:a16="http://schemas.microsoft.com/office/drawing/2014/main" id="{98D07DE6-3B8B-19C3-7BE4-D13B1D4C4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3337170"/>
                  <a:ext cx="625299" cy="461665"/>
                </a:xfrm>
                <a:prstGeom prst="rect">
                  <a:avLst/>
                </a:prstGeom>
                <a:blipFill>
                  <a:blip r:embed="rId3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 Box 70">
                  <a:extLst>
                    <a:ext uri="{FF2B5EF4-FFF2-40B4-BE49-F238E27FC236}">
                      <a16:creationId xmlns:a16="http://schemas.microsoft.com/office/drawing/2014/main" id="{0C625751-0450-D9C2-AFAB-3D676302CF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3930783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8" name="Text Box 70">
                  <a:extLst>
                    <a:ext uri="{FF2B5EF4-FFF2-40B4-BE49-F238E27FC236}">
                      <a16:creationId xmlns:a16="http://schemas.microsoft.com/office/drawing/2014/main" id="{0C625751-0450-D9C2-AFAB-3D676302C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3930783"/>
                  <a:ext cx="625299" cy="461665"/>
                </a:xfrm>
                <a:prstGeom prst="rect">
                  <a:avLst/>
                </a:prstGeom>
                <a:blipFill>
                  <a:blip r:embed="rId35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 Box 70">
                  <a:extLst>
                    <a:ext uri="{FF2B5EF4-FFF2-40B4-BE49-F238E27FC236}">
                      <a16:creationId xmlns:a16="http://schemas.microsoft.com/office/drawing/2014/main" id="{66F15F34-9AFB-780F-032F-981B8CC8DC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4523013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9" name="Text Box 70">
                  <a:extLst>
                    <a:ext uri="{FF2B5EF4-FFF2-40B4-BE49-F238E27FC236}">
                      <a16:creationId xmlns:a16="http://schemas.microsoft.com/office/drawing/2014/main" id="{66F15F34-9AFB-780F-032F-981B8CC8D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4523013"/>
                  <a:ext cx="625299" cy="461665"/>
                </a:xfrm>
                <a:prstGeom prst="rect">
                  <a:avLst/>
                </a:prstGeom>
                <a:blipFill>
                  <a:blip r:embed="rId3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 Box 70">
                  <a:extLst>
                    <a:ext uri="{FF2B5EF4-FFF2-40B4-BE49-F238E27FC236}">
                      <a16:creationId xmlns:a16="http://schemas.microsoft.com/office/drawing/2014/main" id="{7037EC13-ECEE-9DC3-9024-7C02BD4360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5107490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0" name="Text Box 70">
                  <a:extLst>
                    <a:ext uri="{FF2B5EF4-FFF2-40B4-BE49-F238E27FC236}">
                      <a16:creationId xmlns:a16="http://schemas.microsoft.com/office/drawing/2014/main" id="{7037EC13-ECEE-9DC3-9024-7C02BD436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5107490"/>
                  <a:ext cx="625299" cy="461665"/>
                </a:xfrm>
                <a:prstGeom prst="rect">
                  <a:avLst/>
                </a:prstGeom>
                <a:blipFill>
                  <a:blip r:embed="rId3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 Box 70">
                  <a:extLst>
                    <a:ext uri="{FF2B5EF4-FFF2-40B4-BE49-F238E27FC236}">
                      <a16:creationId xmlns:a16="http://schemas.microsoft.com/office/drawing/2014/main" id="{32A96534-5CC7-43DB-91ED-F79DBC7602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0632" y="5706794"/>
                  <a:ext cx="6252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1" name="Text Box 70">
                  <a:extLst>
                    <a:ext uri="{FF2B5EF4-FFF2-40B4-BE49-F238E27FC236}">
                      <a16:creationId xmlns:a16="http://schemas.microsoft.com/office/drawing/2014/main" id="{32A96534-5CC7-43DB-91ED-F79DBC760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632" y="5706794"/>
                  <a:ext cx="625299" cy="461665"/>
                </a:xfrm>
                <a:prstGeom prst="rect">
                  <a:avLst/>
                </a:prstGeom>
                <a:blipFill>
                  <a:blip r:embed="rId3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2" name="Line 10">
              <a:extLst>
                <a:ext uri="{FF2B5EF4-FFF2-40B4-BE49-F238E27FC236}">
                  <a16:creationId xmlns:a16="http://schemas.microsoft.com/office/drawing/2014/main" id="{5C51638F-0701-B82B-A977-5DEA83A14F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45362" y="5162287"/>
              <a:ext cx="18924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Oval 25">
              <a:extLst>
                <a:ext uri="{FF2B5EF4-FFF2-40B4-BE49-F238E27FC236}">
                  <a16:creationId xmlns:a16="http://schemas.microsoft.com/office/drawing/2014/main" id="{5D400809-4995-2416-05A1-D7D3267EB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501" y="6065663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4" name="Oval 25">
              <a:extLst>
                <a:ext uri="{FF2B5EF4-FFF2-40B4-BE49-F238E27FC236}">
                  <a16:creationId xmlns:a16="http://schemas.microsoft.com/office/drawing/2014/main" id="{7BEA843E-21F9-E084-383A-9B2D51263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941" y="466479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5" name="Oval 25">
              <a:extLst>
                <a:ext uri="{FF2B5EF4-FFF2-40B4-BE49-F238E27FC236}">
                  <a16:creationId xmlns:a16="http://schemas.microsoft.com/office/drawing/2014/main" id="{2F08C9ED-A1F1-A2C1-9A32-7BCA5A7C0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941" y="5255175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6" name="Line 10">
              <a:extLst>
                <a:ext uri="{FF2B5EF4-FFF2-40B4-BE49-F238E27FC236}">
                  <a16:creationId xmlns:a16="http://schemas.microsoft.com/office/drawing/2014/main" id="{0127D523-3D8B-2FBE-852A-8C42333971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3424" y="4406772"/>
              <a:ext cx="29818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Oval 25">
              <a:extLst>
                <a:ext uri="{FF2B5EF4-FFF2-40B4-BE49-F238E27FC236}">
                  <a16:creationId xmlns:a16="http://schemas.microsoft.com/office/drawing/2014/main" id="{ACC332C2-9529-673E-3004-9473A930C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971" y="5363934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8" name="Oval 25">
              <a:extLst>
                <a:ext uri="{FF2B5EF4-FFF2-40B4-BE49-F238E27FC236}">
                  <a16:creationId xmlns:a16="http://schemas.microsoft.com/office/drawing/2014/main" id="{CDFE0AC1-21FC-CE59-27B7-3C9D76B9C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051" y="3483378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09" name="Line 10">
              <a:extLst>
                <a:ext uri="{FF2B5EF4-FFF2-40B4-BE49-F238E27FC236}">
                  <a16:creationId xmlns:a16="http://schemas.microsoft.com/office/drawing/2014/main" id="{D29229E6-D1AB-36BE-AB89-6AE0300D85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26962" y="4115789"/>
              <a:ext cx="37809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0" name="Oval 25">
              <a:extLst>
                <a:ext uri="{FF2B5EF4-FFF2-40B4-BE49-F238E27FC236}">
                  <a16:creationId xmlns:a16="http://schemas.microsoft.com/office/drawing/2014/main" id="{B75B51C2-2352-938F-BD25-C5768E646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407" y="4773556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1" name="Oval 25">
              <a:extLst>
                <a:ext uri="{FF2B5EF4-FFF2-40B4-BE49-F238E27FC236}">
                  <a16:creationId xmlns:a16="http://schemas.microsoft.com/office/drawing/2014/main" id="{5800AF29-767C-C013-DD16-2A3C613A6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409" y="3375263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" name="Oval 25">
              <a:extLst>
                <a:ext uri="{FF2B5EF4-FFF2-40B4-BE49-F238E27FC236}">
                  <a16:creationId xmlns:a16="http://schemas.microsoft.com/office/drawing/2014/main" id="{AC6BC085-7770-757A-ECAE-758679273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712" y="4755929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2" name="AutoShape 24">
              <a:extLst>
                <a:ext uri="{FF2B5EF4-FFF2-40B4-BE49-F238E27FC236}">
                  <a16:creationId xmlns:a16="http://schemas.microsoft.com/office/drawing/2014/main" id="{77B24B9C-C92A-5B78-B206-C70D0F7419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56922" y="5267317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3" name="Oval 25">
              <a:extLst>
                <a:ext uri="{FF2B5EF4-FFF2-40B4-BE49-F238E27FC236}">
                  <a16:creationId xmlns:a16="http://schemas.microsoft.com/office/drawing/2014/main" id="{64C338DD-2A76-FA84-448D-656989E95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577" y="5346393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4" name="AutoShape 24">
              <a:extLst>
                <a:ext uri="{FF2B5EF4-FFF2-40B4-BE49-F238E27FC236}">
                  <a16:creationId xmlns:a16="http://schemas.microsoft.com/office/drawing/2014/main" id="{6D45F2AB-7A77-1FE4-197B-8E82CFB75F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56921" y="5970981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5" name="Oval 25">
              <a:extLst>
                <a:ext uri="{FF2B5EF4-FFF2-40B4-BE49-F238E27FC236}">
                  <a16:creationId xmlns:a16="http://schemas.microsoft.com/office/drawing/2014/main" id="{14B41D53-FB1D-9C79-389B-C834D2100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577" y="6048334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6" name="Line 10">
              <a:extLst>
                <a:ext uri="{FF2B5EF4-FFF2-40B4-BE49-F238E27FC236}">
                  <a16:creationId xmlns:a16="http://schemas.microsoft.com/office/drawing/2014/main" id="{9E83D08D-411C-E129-55EE-1353306E25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95489" y="3969816"/>
              <a:ext cx="42510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7" name="Oval 25">
              <a:extLst>
                <a:ext uri="{FF2B5EF4-FFF2-40B4-BE49-F238E27FC236}">
                  <a16:creationId xmlns:a16="http://schemas.microsoft.com/office/drawing/2014/main" id="{10ADCE9F-69B2-8356-B4DF-9B001B70F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600" y="2411585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8" name="Oval 25">
              <a:extLst>
                <a:ext uri="{FF2B5EF4-FFF2-40B4-BE49-F238E27FC236}">
                  <a16:creationId xmlns:a16="http://schemas.microsoft.com/office/drawing/2014/main" id="{B3D208FC-8138-402E-089D-6D74C305E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037" y="2998833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19" name="Oval 25">
              <a:extLst>
                <a:ext uri="{FF2B5EF4-FFF2-40B4-BE49-F238E27FC236}">
                  <a16:creationId xmlns:a16="http://schemas.microsoft.com/office/drawing/2014/main" id="{85D22776-2583-D458-553F-D8B4C6612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345" y="359153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0" name="Oval 25">
              <a:extLst>
                <a:ext uri="{FF2B5EF4-FFF2-40B4-BE49-F238E27FC236}">
                  <a16:creationId xmlns:a16="http://schemas.microsoft.com/office/drawing/2014/main" id="{CB19E6B3-53F4-43D2-59F3-BCDDBD130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134" y="6065662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1" name="Line 10">
              <a:extLst>
                <a:ext uri="{FF2B5EF4-FFF2-40B4-BE49-F238E27FC236}">
                  <a16:creationId xmlns:a16="http://schemas.microsoft.com/office/drawing/2014/main" id="{ED13BF26-25CA-9254-7FE7-9B539CE0CF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05078" y="3573216"/>
              <a:ext cx="36424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2" name="Oval 25">
              <a:extLst>
                <a:ext uri="{FF2B5EF4-FFF2-40B4-BE49-F238E27FC236}">
                  <a16:creationId xmlns:a16="http://schemas.microsoft.com/office/drawing/2014/main" id="{0BB95BEB-D3F0-E878-99EA-87FCABFBC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467" y="536204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3" name="Oval 25">
              <a:extLst>
                <a:ext uri="{FF2B5EF4-FFF2-40B4-BE49-F238E27FC236}">
                  <a16:creationId xmlns:a16="http://schemas.microsoft.com/office/drawing/2014/main" id="{B4545400-1A35-2671-C3B9-7FACCC9F6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765" y="4557281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4" name="Oval 25">
              <a:extLst>
                <a:ext uri="{FF2B5EF4-FFF2-40B4-BE49-F238E27FC236}">
                  <a16:creationId xmlns:a16="http://schemas.microsoft.com/office/drawing/2014/main" id="{B2379F48-BC22-25F5-1317-FB1936DC5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208" y="407683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5" name="Oval 25">
              <a:extLst>
                <a:ext uri="{FF2B5EF4-FFF2-40B4-BE49-F238E27FC236}">
                  <a16:creationId xmlns:a16="http://schemas.microsoft.com/office/drawing/2014/main" id="{509D9165-5539-D810-2BF2-461BE33F9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403" y="230179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6" name="Line 10">
              <a:extLst>
                <a:ext uri="{FF2B5EF4-FFF2-40B4-BE49-F238E27FC236}">
                  <a16:creationId xmlns:a16="http://schemas.microsoft.com/office/drawing/2014/main" id="{E8BD63DD-ED5E-5E37-152D-0F08F9CE5C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5246" y="3403835"/>
              <a:ext cx="35531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7" name="AutoShape 24">
              <a:extLst>
                <a:ext uri="{FF2B5EF4-FFF2-40B4-BE49-F238E27FC236}">
                  <a16:creationId xmlns:a16="http://schemas.microsoft.com/office/drawing/2014/main" id="{80DF6DC6-7EDA-690F-A2EF-763F4CB7B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1428" y="4679064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8" name="Oval 25">
              <a:extLst>
                <a:ext uri="{FF2B5EF4-FFF2-40B4-BE49-F238E27FC236}">
                  <a16:creationId xmlns:a16="http://schemas.microsoft.com/office/drawing/2014/main" id="{3E78CD1A-8F07-C479-1812-4337B3C1C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186" y="4756417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9" name="Oval 25">
              <a:extLst>
                <a:ext uri="{FF2B5EF4-FFF2-40B4-BE49-F238E27FC236}">
                  <a16:creationId xmlns:a16="http://schemas.microsoft.com/office/drawing/2014/main" id="{57FF0D60-B3D4-89E1-4522-5EA7B9ADA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094" y="4773857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0" name="Oval 25">
              <a:extLst>
                <a:ext uri="{FF2B5EF4-FFF2-40B4-BE49-F238E27FC236}">
                  <a16:creationId xmlns:a16="http://schemas.microsoft.com/office/drawing/2014/main" id="{E50CD905-7523-45F3-329B-1223DF789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355" y="3967400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1" name="Oval 25">
              <a:extLst>
                <a:ext uri="{FF2B5EF4-FFF2-40B4-BE49-F238E27FC236}">
                  <a16:creationId xmlns:a16="http://schemas.microsoft.com/office/drawing/2014/main" id="{CEFE7803-2FB1-00DE-972F-65C7E196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893" y="2782930"/>
              <a:ext cx="71152" cy="6814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2" name="AutoShape 24">
              <a:extLst>
                <a:ext uri="{FF2B5EF4-FFF2-40B4-BE49-F238E27FC236}">
                  <a16:creationId xmlns:a16="http://schemas.microsoft.com/office/drawing/2014/main" id="{86FAE738-ED81-9F6B-A350-3BD1097151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1641" y="5266927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3" name="Oval 25">
              <a:extLst>
                <a:ext uri="{FF2B5EF4-FFF2-40B4-BE49-F238E27FC236}">
                  <a16:creationId xmlns:a16="http://schemas.microsoft.com/office/drawing/2014/main" id="{9D59FF69-6A6F-2AB8-2689-2F0786A17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399" y="5344280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4" name="AutoShape 24">
              <a:extLst>
                <a:ext uri="{FF2B5EF4-FFF2-40B4-BE49-F238E27FC236}">
                  <a16:creationId xmlns:a16="http://schemas.microsoft.com/office/drawing/2014/main" id="{4D82D119-D172-8ABA-E752-4D494730A0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2274" y="5969332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5" name="Oval 25">
              <a:extLst>
                <a:ext uri="{FF2B5EF4-FFF2-40B4-BE49-F238E27FC236}">
                  <a16:creationId xmlns:a16="http://schemas.microsoft.com/office/drawing/2014/main" id="{B57CCF33-87AF-0144-A81D-9301ED3BB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032" y="6046685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6" name="AutoShape 26">
              <a:extLst>
                <a:ext uri="{FF2B5EF4-FFF2-40B4-BE49-F238E27FC236}">
                  <a16:creationId xmlns:a16="http://schemas.microsoft.com/office/drawing/2014/main" id="{9F4D0574-E74D-BF25-6C87-3193271CE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298" y="2912306"/>
              <a:ext cx="456524" cy="46132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7" name="Oval 25">
              <a:extLst>
                <a:ext uri="{FF2B5EF4-FFF2-40B4-BE49-F238E27FC236}">
                  <a16:creationId xmlns:a16="http://schemas.microsoft.com/office/drawing/2014/main" id="{01884FCC-A0FF-FA9B-F80E-7ED701F07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5805" y="3089936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8" name="Line 10">
              <a:extLst>
                <a:ext uri="{FF2B5EF4-FFF2-40B4-BE49-F238E27FC236}">
                  <a16:creationId xmlns:a16="http://schemas.microsoft.com/office/drawing/2014/main" id="{1474DD51-ED92-2A18-CABB-86B948CE2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607" y="2983935"/>
              <a:ext cx="240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10">
              <a:extLst>
                <a:ext uri="{FF2B5EF4-FFF2-40B4-BE49-F238E27FC236}">
                  <a16:creationId xmlns:a16="http://schemas.microsoft.com/office/drawing/2014/main" id="{C9D78514-2683-377B-116E-034183D72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987" y="3306167"/>
              <a:ext cx="2292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Oval 25">
              <a:extLst>
                <a:ext uri="{FF2B5EF4-FFF2-40B4-BE49-F238E27FC236}">
                  <a16:creationId xmlns:a16="http://schemas.microsoft.com/office/drawing/2014/main" id="{ADF9A9BD-EF61-A2F2-3750-1F2A2B52B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3851" y="2932433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1" name="Oval 25">
              <a:extLst>
                <a:ext uri="{FF2B5EF4-FFF2-40B4-BE49-F238E27FC236}">
                  <a16:creationId xmlns:a16="http://schemas.microsoft.com/office/drawing/2014/main" id="{E6E43579-5BC8-2EDE-134A-0899572F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5830" y="3255362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6" name="Line 10">
              <a:extLst>
                <a:ext uri="{FF2B5EF4-FFF2-40B4-BE49-F238E27FC236}">
                  <a16:creationId xmlns:a16="http://schemas.microsoft.com/office/drawing/2014/main" id="{505BD340-C041-234F-3158-372E9D96DB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99749" y="2806791"/>
              <a:ext cx="377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" name="Line 10">
              <a:extLst>
                <a:ext uri="{FF2B5EF4-FFF2-40B4-BE49-F238E27FC236}">
                  <a16:creationId xmlns:a16="http://schemas.microsoft.com/office/drawing/2014/main" id="{6C055B7C-FBB9-10C6-CF6C-E939D134C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816" y="2630273"/>
              <a:ext cx="6436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Text Box 70">
                  <a:extLst>
                    <a:ext uri="{FF2B5EF4-FFF2-40B4-BE49-F238E27FC236}">
                      <a16:creationId xmlns:a16="http://schemas.microsoft.com/office/drawing/2014/main" id="{E4308807-DA3A-8E45-DA06-2562E57BA5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5860" y="2398241"/>
                  <a:ext cx="64075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8" name="Text Box 70">
                  <a:extLst>
                    <a:ext uri="{FF2B5EF4-FFF2-40B4-BE49-F238E27FC236}">
                      <a16:creationId xmlns:a16="http://schemas.microsoft.com/office/drawing/2014/main" id="{E4308807-DA3A-8E45-DA06-2562E57BA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5860" y="2398241"/>
                  <a:ext cx="640753" cy="461665"/>
                </a:xfrm>
                <a:prstGeom prst="rect">
                  <a:avLst/>
                </a:prstGeom>
                <a:blipFill>
                  <a:blip r:embed="rId3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Text Box 70">
                  <a:extLst>
                    <a:ext uri="{FF2B5EF4-FFF2-40B4-BE49-F238E27FC236}">
                      <a16:creationId xmlns:a16="http://schemas.microsoft.com/office/drawing/2014/main" id="{A4B6C972-A775-40C0-A785-6BC77A1BA4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7557" y="2910505"/>
                  <a:ext cx="6478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9" name="Text Box 70">
                  <a:extLst>
                    <a:ext uri="{FF2B5EF4-FFF2-40B4-BE49-F238E27FC236}">
                      <a16:creationId xmlns:a16="http://schemas.microsoft.com/office/drawing/2014/main" id="{A4B6C972-A775-40C0-A785-6BC77A1BA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557" y="2910505"/>
                  <a:ext cx="647870" cy="461665"/>
                </a:xfrm>
                <a:prstGeom prst="rect">
                  <a:avLst/>
                </a:prstGeom>
                <a:blipFill>
                  <a:blip r:embed="rId4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F6A7D331-1466-E339-4F93-7136D37774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6069" y="3432018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F6A7D331-1466-E339-4F93-7136D3777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069" y="3432018"/>
                  <a:ext cx="580544" cy="461665"/>
                </a:xfrm>
                <a:prstGeom prst="rect">
                  <a:avLst/>
                </a:prstGeom>
                <a:blipFill>
                  <a:blip r:embed="rId4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3" name="组合 252">
              <a:extLst>
                <a:ext uri="{FF2B5EF4-FFF2-40B4-BE49-F238E27FC236}">
                  <a16:creationId xmlns:a16="http://schemas.microsoft.com/office/drawing/2014/main" id="{0C925958-EE32-DEBF-80B3-99B912A36A8C}"/>
                </a:ext>
              </a:extLst>
            </p:cNvPr>
            <p:cNvGrpSpPr/>
            <p:nvPr/>
          </p:nvGrpSpPr>
          <p:grpSpPr>
            <a:xfrm flipV="1">
              <a:off x="1056613" y="3295810"/>
              <a:ext cx="643698" cy="377523"/>
              <a:chOff x="1209216" y="2770429"/>
              <a:chExt cx="643698" cy="377523"/>
            </a:xfrm>
          </p:grpSpPr>
          <p:sp>
            <p:nvSpPr>
              <p:cNvPr id="251" name="Line 10">
                <a:extLst>
                  <a:ext uri="{FF2B5EF4-FFF2-40B4-BE49-F238E27FC236}">
                    <a16:creationId xmlns:a16="http://schemas.microsoft.com/office/drawing/2014/main" id="{764CFDB4-2FEE-B0C4-CE54-9CDDBF138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52149" y="2959191"/>
                <a:ext cx="377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2" name="Line 10">
                <a:extLst>
                  <a:ext uri="{FF2B5EF4-FFF2-40B4-BE49-F238E27FC236}">
                    <a16:creationId xmlns:a16="http://schemas.microsoft.com/office/drawing/2014/main" id="{ECDCDC30-6AD7-05C1-B8B7-723A07F738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9216" y="2782673"/>
                <a:ext cx="64369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2" name="AutoShape 24">
              <a:extLst>
                <a:ext uri="{FF2B5EF4-FFF2-40B4-BE49-F238E27FC236}">
                  <a16:creationId xmlns:a16="http://schemas.microsoft.com/office/drawing/2014/main" id="{61628B66-1770-2790-3E1C-0DD9374F8C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94767" y="3531922"/>
              <a:ext cx="308657" cy="25840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3" name="Oval 25">
              <a:extLst>
                <a:ext uri="{FF2B5EF4-FFF2-40B4-BE49-F238E27FC236}">
                  <a16:creationId xmlns:a16="http://schemas.microsoft.com/office/drawing/2014/main" id="{88E98400-4659-6584-9643-EFE0A9A15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525" y="3609275"/>
              <a:ext cx="107337" cy="10280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 Box 70">
                  <a:extLst>
                    <a:ext uri="{FF2B5EF4-FFF2-40B4-BE49-F238E27FC236}">
                      <a16:creationId xmlns:a16="http://schemas.microsoft.com/office/drawing/2014/main" id="{02D78C18-FF41-515E-0B76-4F1BB7CC01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70411" y="4574697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Text Box 70">
                  <a:extLst>
                    <a:ext uri="{FF2B5EF4-FFF2-40B4-BE49-F238E27FC236}">
                      <a16:creationId xmlns:a16="http://schemas.microsoft.com/office/drawing/2014/main" id="{02D78C18-FF41-515E-0B76-4F1BB7CC0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0411" y="4574697"/>
                  <a:ext cx="602601" cy="461665"/>
                </a:xfrm>
                <a:prstGeom prst="rect">
                  <a:avLst/>
                </a:prstGeom>
                <a:blipFill>
                  <a:blip r:embed="rId4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 Box 70">
                  <a:extLst>
                    <a:ext uri="{FF2B5EF4-FFF2-40B4-BE49-F238E27FC236}">
                      <a16:creationId xmlns:a16="http://schemas.microsoft.com/office/drawing/2014/main" id="{5C40F495-2F5A-E130-B34C-6A7DC0B4E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77528" y="5163602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Text Box 70">
                  <a:extLst>
                    <a:ext uri="{FF2B5EF4-FFF2-40B4-BE49-F238E27FC236}">
                      <a16:creationId xmlns:a16="http://schemas.microsoft.com/office/drawing/2014/main" id="{5C40F495-2F5A-E130-B34C-6A7DC0B4E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7528" y="5163602"/>
                  <a:ext cx="595484" cy="461665"/>
                </a:xfrm>
                <a:prstGeom prst="rect">
                  <a:avLst/>
                </a:prstGeom>
                <a:blipFill>
                  <a:blip r:embed="rId43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 Box 70">
                  <a:extLst>
                    <a:ext uri="{FF2B5EF4-FFF2-40B4-BE49-F238E27FC236}">
                      <a16:creationId xmlns:a16="http://schemas.microsoft.com/office/drawing/2014/main" id="{2230E74F-F9A7-5503-19E9-AD15BE490A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70411" y="5868903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9" name="Text Box 70">
                  <a:extLst>
                    <a:ext uri="{FF2B5EF4-FFF2-40B4-BE49-F238E27FC236}">
                      <a16:creationId xmlns:a16="http://schemas.microsoft.com/office/drawing/2014/main" id="{2230E74F-F9A7-5503-19E9-AD15BE490A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0411" y="5868903"/>
                  <a:ext cx="602601" cy="461665"/>
                </a:xfrm>
                <a:prstGeom prst="rect">
                  <a:avLst/>
                </a:prstGeom>
                <a:blipFill>
                  <a:blip r:embed="rId44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C9A20108-0F26-DC53-B56D-68B608F1677C}"/>
                  </a:ext>
                </a:extLst>
              </p:cNvPr>
              <p:cNvSpPr txBox="1"/>
              <p:nvPr/>
            </p:nvSpPr>
            <p:spPr>
              <a:xfrm>
                <a:off x="360000" y="6048000"/>
                <a:ext cx="11229799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acc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组成的最小项；当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C9A20108-0F26-DC53-B56D-68B608F16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48000"/>
                <a:ext cx="11229799" cy="558230"/>
              </a:xfrm>
              <a:prstGeom prst="rect">
                <a:avLst/>
              </a:prstGeom>
              <a:blipFill>
                <a:blip r:embed="rId45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095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BF7F-8302-0531-770E-B551B4A8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A21FEEE-470C-E354-912C-00A651D9B15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E7CB1AD-A79C-678E-1DE7-62E452FF380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494F495F-67A2-4C13-C7A0-F8FAC24421D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011D25FE-2C17-28BB-3B72-18C83B14684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700EABA2-A546-F99C-1C3E-9E1EEC412CE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EBB155-E4EC-D00F-54DF-3BCB7132301B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5653428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个输入信号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，有效输出在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~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，有效输出在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EBB155-E4EC-D00F-54DF-3BCB71323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5653428" cy="1354217"/>
              </a:xfrm>
              <a:prstGeom prst="rect">
                <a:avLst/>
              </a:prstGeom>
              <a:blipFill>
                <a:blip r:embed="rId2"/>
                <a:stretch>
                  <a:fillRect l="-1402" t="-3604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7E5245B-24B9-0C6F-D404-A511BE5FA9CA}"/>
              </a:ext>
            </a:extLst>
          </p:cNvPr>
          <p:cNvGrpSpPr/>
          <p:nvPr/>
        </p:nvGrpSpPr>
        <p:grpSpPr>
          <a:xfrm>
            <a:off x="6275976" y="1036044"/>
            <a:ext cx="5008593" cy="5600593"/>
            <a:chOff x="6275976" y="1036044"/>
            <a:chExt cx="5008593" cy="5600593"/>
          </a:xfrm>
        </p:grpSpPr>
        <p:sp>
          <p:nvSpPr>
            <p:cNvPr id="33" name="Text Box 58">
              <a:extLst>
                <a:ext uri="{FF2B5EF4-FFF2-40B4-BE49-F238E27FC236}">
                  <a16:creationId xmlns:a16="http://schemas.microsoft.com/office/drawing/2014/main" id="{A4CE42EA-8067-58DE-9181-DC62E0BE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5794" y="1080384"/>
              <a:ext cx="1594852" cy="269987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60">
              <a:extLst>
                <a:ext uri="{FF2B5EF4-FFF2-40B4-BE49-F238E27FC236}">
                  <a16:creationId xmlns:a16="http://schemas.microsoft.com/office/drawing/2014/main" id="{9EF8C35E-2C45-790F-4E4C-6C928CB65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2264734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D0BB3C6B-4CD6-CD88-D770-F8728793A4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78858" y="1036044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D0BB3C6B-4CD6-CD88-D770-F8728793A4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78858" y="1036044"/>
                  <a:ext cx="495805" cy="40077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FB7D595C-EEF5-BBF2-73CC-C9BE7389E449}"/>
                </a:ext>
              </a:extLst>
            </p:cNvPr>
            <p:cNvSpPr/>
            <p:nvPr/>
          </p:nvSpPr>
          <p:spPr>
            <a:xfrm>
              <a:off x="10380646" y="1177080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2E142EC-7C19-CDBE-E2C7-0F41D2BCB354}"/>
                </a:ext>
              </a:extLst>
            </p:cNvPr>
            <p:cNvSpPr/>
            <p:nvPr/>
          </p:nvSpPr>
          <p:spPr>
            <a:xfrm>
              <a:off x="10380646" y="2200833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54132C1-8D57-5F3E-208E-180059D99538}"/>
                </a:ext>
              </a:extLst>
            </p:cNvPr>
            <p:cNvSpPr/>
            <p:nvPr/>
          </p:nvSpPr>
          <p:spPr>
            <a:xfrm>
              <a:off x="10380646" y="1859582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A95B439D-E541-F088-3F01-85B5891F8376}"/>
                </a:ext>
              </a:extLst>
            </p:cNvPr>
            <p:cNvSpPr/>
            <p:nvPr/>
          </p:nvSpPr>
          <p:spPr>
            <a:xfrm>
              <a:off x="10380646" y="1518331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0" name="Line 60">
              <a:extLst>
                <a:ext uri="{FF2B5EF4-FFF2-40B4-BE49-F238E27FC236}">
                  <a16:creationId xmlns:a16="http://schemas.microsoft.com/office/drawing/2014/main" id="{46810FD0-03A6-0F43-50F5-2C167DB44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1920305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1" name="Line 60">
              <a:extLst>
                <a:ext uri="{FF2B5EF4-FFF2-40B4-BE49-F238E27FC236}">
                  <a16:creationId xmlns:a16="http://schemas.microsoft.com/office/drawing/2014/main" id="{37A3CCAA-DA1C-3820-FAF2-A123FE001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1582232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A1351537-9B6B-4737-A158-A20A0EF9A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6" y="1240982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B065B359-6CAF-C023-FAB5-4BC7852949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098" y="1377784"/>
                  <a:ext cx="489839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B065B359-6CAF-C023-FAB5-4BC785294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0098" y="1377784"/>
                  <a:ext cx="489839" cy="400774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B63EA0C5-6C1A-E97F-83D7-6CDCCB4737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1715857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B63EA0C5-6C1A-E97F-83D7-6CDCCB473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1715857"/>
                  <a:ext cx="495805" cy="400774"/>
                </a:xfrm>
                <a:prstGeom prst="rect">
                  <a:avLst/>
                </a:prstGeom>
                <a:blipFill>
                  <a:blip r:embed="rId5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DF35D01D-3CAD-B979-467F-53523BDA8A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2055953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DF35D01D-3CAD-B979-467F-53523BDA8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2055953"/>
                  <a:ext cx="495805" cy="400774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1B3A1E9-B158-60EB-5389-528F67B8E875}"/>
                </a:ext>
              </a:extLst>
            </p:cNvPr>
            <p:cNvSpPr/>
            <p:nvPr/>
          </p:nvSpPr>
          <p:spPr>
            <a:xfrm>
              <a:off x="8653818" y="1259923"/>
              <a:ext cx="129511" cy="12780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7" name="Line 60">
              <a:extLst>
                <a:ext uri="{FF2B5EF4-FFF2-40B4-BE49-F238E27FC236}">
                  <a16:creationId xmlns:a16="http://schemas.microsoft.com/office/drawing/2014/main" id="{CAAF96E9-BC1E-F84A-8EDB-8097612D2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3091" y="3241004"/>
              <a:ext cx="2070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957EE8D6-3ABE-C6C0-99C5-1721EA18F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3091" y="2900909"/>
              <a:ext cx="2070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9" name="Line 60">
              <a:extLst>
                <a:ext uri="{FF2B5EF4-FFF2-40B4-BE49-F238E27FC236}">
                  <a16:creationId xmlns:a16="http://schemas.microsoft.com/office/drawing/2014/main" id="{D38E55C5-C681-E80C-F0AA-0EC04BF46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637" y="1323824"/>
              <a:ext cx="14407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39CC9A76-0667-5DDF-B23B-79A66A0695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956" y="1102562"/>
                  <a:ext cx="510242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39CC9A76-0667-5DDF-B23B-79A66A069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956" y="1102562"/>
                  <a:ext cx="510242" cy="40077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76E02C22-186B-839E-CEF8-916079EF95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98349" y="2673696"/>
                  <a:ext cx="534043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76E02C22-186B-839E-CEF8-916079EF9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98349" y="2673696"/>
                  <a:ext cx="534043" cy="400774"/>
                </a:xfrm>
                <a:prstGeom prst="rect">
                  <a:avLst/>
                </a:prstGeom>
                <a:blipFill>
                  <a:blip r:embed="rId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5A010FE1-B9DA-153A-DAF9-52A8924228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1682" y="3015851"/>
                  <a:ext cx="528076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5A010FE1-B9DA-153A-DAF9-52A892422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01682" y="3015851"/>
                  <a:ext cx="528076" cy="400774"/>
                </a:xfrm>
                <a:prstGeom prst="rect">
                  <a:avLst/>
                </a:prstGeom>
                <a:blipFill>
                  <a:blip r:embed="rId9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314880E5-CE5A-8BD7-06F7-4A723D3697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49" y="1064530"/>
                  <a:ext cx="551625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 Box 70">
                  <a:extLst>
                    <a:ext uri="{FF2B5EF4-FFF2-40B4-BE49-F238E27FC236}">
                      <a16:creationId xmlns:a16="http://schemas.microsoft.com/office/drawing/2014/main" id="{314880E5-CE5A-8BD7-06F7-4A723D369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49" y="1064530"/>
                  <a:ext cx="551625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2EB3D199-A844-6794-1682-F921B19103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1406065"/>
                  <a:ext cx="545662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2EB3D199-A844-6794-1682-F921B1910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1406065"/>
                  <a:ext cx="545662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84FF0A8F-BD09-94CB-C226-723BCD7B33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1744139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84FF0A8F-BD09-94CB-C226-723BCD7B3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1744139"/>
                  <a:ext cx="551626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5EA849B7-BF76-668A-AD1A-3C9E66165C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2084233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5EA849B7-BF76-668A-AD1A-3C9E66165C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2084233"/>
                  <a:ext cx="55162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60">
              <a:extLst>
                <a:ext uri="{FF2B5EF4-FFF2-40B4-BE49-F238E27FC236}">
                  <a16:creationId xmlns:a16="http://schemas.microsoft.com/office/drawing/2014/main" id="{9DCA8FAE-FBCF-E043-DCBE-520CE3F20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3599025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D511EEFB-CD6D-A0BA-7885-DD3960781D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78858" y="2370335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D511EEFB-CD6D-A0BA-7885-DD3960781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78858" y="2370335"/>
                  <a:ext cx="495805" cy="40077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BE06BC3C-0DAC-EE2E-FF0A-3BEFB57A4B39}"/>
                </a:ext>
              </a:extLst>
            </p:cNvPr>
            <p:cNvSpPr/>
            <p:nvPr/>
          </p:nvSpPr>
          <p:spPr>
            <a:xfrm>
              <a:off x="10380646" y="2511371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0F1641D-CE05-397F-75AF-98BB64AABC7D}"/>
                </a:ext>
              </a:extLst>
            </p:cNvPr>
            <p:cNvSpPr/>
            <p:nvPr/>
          </p:nvSpPr>
          <p:spPr>
            <a:xfrm>
              <a:off x="10380646" y="3535124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C0251B4-96FD-E579-B197-C6B13B4E1DAA}"/>
                </a:ext>
              </a:extLst>
            </p:cNvPr>
            <p:cNvSpPr/>
            <p:nvPr/>
          </p:nvSpPr>
          <p:spPr>
            <a:xfrm>
              <a:off x="10380646" y="3193873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BDB3BCB-CDA5-1D37-247B-147DD0D62DFC}"/>
                </a:ext>
              </a:extLst>
            </p:cNvPr>
            <p:cNvSpPr/>
            <p:nvPr/>
          </p:nvSpPr>
          <p:spPr>
            <a:xfrm>
              <a:off x="10380646" y="2852622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Line 60">
              <a:extLst>
                <a:ext uri="{FF2B5EF4-FFF2-40B4-BE49-F238E27FC236}">
                  <a16:creationId xmlns:a16="http://schemas.microsoft.com/office/drawing/2014/main" id="{6F9708B3-9936-5B45-30F9-AC592F475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3254596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7" name="Line 60">
              <a:extLst>
                <a:ext uri="{FF2B5EF4-FFF2-40B4-BE49-F238E27FC236}">
                  <a16:creationId xmlns:a16="http://schemas.microsoft.com/office/drawing/2014/main" id="{9B393FF3-991F-11C3-7B58-61712EA43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2916523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992F3825-9524-839A-4B54-CD3A685F7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6" y="2575272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B4CD492A-8D35-052C-F665-7EE6215C17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097" y="2712076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B4CD492A-8D35-052C-F665-7EE6215C17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0097" y="2712076"/>
                  <a:ext cx="495805" cy="400774"/>
                </a:xfrm>
                <a:prstGeom prst="rect">
                  <a:avLst/>
                </a:prstGeom>
                <a:blipFill>
                  <a:blip r:embed="rId15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C1BE1B38-BCBE-FE57-F8E8-CEFC8DC915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3050149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C1BE1B38-BCBE-FE57-F8E8-CEFC8DC91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3050149"/>
                  <a:ext cx="495805" cy="400774"/>
                </a:xfrm>
                <a:prstGeom prst="rect">
                  <a:avLst/>
                </a:prstGeom>
                <a:blipFill>
                  <a:blip r:embed="rId16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C27B8722-F8C6-268B-6669-AC734536E6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3390245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C27B8722-F8C6-268B-6669-AC734536E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3390245"/>
                  <a:ext cx="495805" cy="400774"/>
                </a:xfrm>
                <a:prstGeom prst="rect">
                  <a:avLst/>
                </a:prstGeom>
                <a:blipFill>
                  <a:blip r:embed="rId17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70">
                  <a:extLst>
                    <a:ext uri="{FF2B5EF4-FFF2-40B4-BE49-F238E27FC236}">
                      <a16:creationId xmlns:a16="http://schemas.microsoft.com/office/drawing/2014/main" id="{65D76130-7DE0-66FF-7A85-99406D90DE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2398821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 Box 70">
                  <a:extLst>
                    <a:ext uri="{FF2B5EF4-FFF2-40B4-BE49-F238E27FC236}">
                      <a16:creationId xmlns:a16="http://schemas.microsoft.com/office/drawing/2014/main" id="{65D76130-7DE0-66FF-7A85-99406D90D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2398821"/>
                  <a:ext cx="551626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F63C360D-8FB9-A741-11EC-D67563D692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2740356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F63C360D-8FB9-A741-11EC-D67563D69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2740356"/>
                  <a:ext cx="551626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307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6D9A5337-B0D3-B3DD-C131-E09A19E293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3078429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6D9A5337-B0D3-B3DD-C131-E09A19E29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3078429"/>
                  <a:ext cx="551626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40C705DA-5B1C-F318-52D5-464ACA4373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3418525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40C705DA-5B1C-F318-52D5-464ACA437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3418525"/>
                  <a:ext cx="551626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17537D1-35A5-F074-66C0-893233F7729F}"/>
                </a:ext>
              </a:extLst>
            </p:cNvPr>
            <p:cNvSpPr/>
            <p:nvPr/>
          </p:nvSpPr>
          <p:spPr>
            <a:xfrm>
              <a:off x="8653370" y="1601662"/>
              <a:ext cx="129511" cy="12780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0" name="Line 60">
              <a:extLst>
                <a:ext uri="{FF2B5EF4-FFF2-40B4-BE49-F238E27FC236}">
                  <a16:creationId xmlns:a16="http://schemas.microsoft.com/office/drawing/2014/main" id="{F68E7BE1-5C9B-3169-C8D8-5BF248A6C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6164" y="1664961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788BFD2D-C65D-3ED1-4289-C933604387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510" y="1444300"/>
                  <a:ext cx="516207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 Box 70">
                  <a:extLst>
                    <a:ext uri="{FF2B5EF4-FFF2-40B4-BE49-F238E27FC236}">
                      <a16:creationId xmlns:a16="http://schemas.microsoft.com/office/drawing/2014/main" id="{788BFD2D-C65D-3ED1-4289-C93360438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510" y="1444300"/>
                  <a:ext cx="516207" cy="40077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Line 60">
              <a:extLst>
                <a:ext uri="{FF2B5EF4-FFF2-40B4-BE49-F238E27FC236}">
                  <a16:creationId xmlns:a16="http://schemas.microsoft.com/office/drawing/2014/main" id="{AB78850A-ABCC-FA25-9659-1642CCBB2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9442" y="2005178"/>
              <a:ext cx="2934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 Box 70">
                  <a:extLst>
                    <a:ext uri="{FF2B5EF4-FFF2-40B4-BE49-F238E27FC236}">
                      <a16:creationId xmlns:a16="http://schemas.microsoft.com/office/drawing/2014/main" id="{A04FF934-05E4-A9C6-F853-7157B648BC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510" y="1783915"/>
                  <a:ext cx="516207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 Box 70">
                  <a:extLst>
                    <a:ext uri="{FF2B5EF4-FFF2-40B4-BE49-F238E27FC236}">
                      <a16:creationId xmlns:a16="http://schemas.microsoft.com/office/drawing/2014/main" id="{A04FF934-05E4-A9C6-F853-7157B648B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510" y="1783915"/>
                  <a:ext cx="516207" cy="400774"/>
                </a:xfrm>
                <a:prstGeom prst="rect">
                  <a:avLst/>
                </a:prstGeom>
                <a:blipFill>
                  <a:blip r:embed="rId23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Line 60">
              <a:extLst>
                <a:ext uri="{FF2B5EF4-FFF2-40B4-BE49-F238E27FC236}">
                  <a16:creationId xmlns:a16="http://schemas.microsoft.com/office/drawing/2014/main" id="{79C44B22-D603-9EF7-236D-A030A4359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3091" y="3570856"/>
              <a:ext cx="20704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2EF8653C-9D7F-1C5E-EF45-FF56909D44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1897" y="3345702"/>
                  <a:ext cx="534043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 Box 70">
                  <a:extLst>
                    <a:ext uri="{FF2B5EF4-FFF2-40B4-BE49-F238E27FC236}">
                      <a16:creationId xmlns:a16="http://schemas.microsoft.com/office/drawing/2014/main" id="{2EF8653C-9D7F-1C5E-EF45-FF56909D4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01897" y="3345702"/>
                  <a:ext cx="534043" cy="40077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Text Box 58">
              <a:extLst>
                <a:ext uri="{FF2B5EF4-FFF2-40B4-BE49-F238E27FC236}">
                  <a16:creationId xmlns:a16="http://schemas.microsoft.com/office/drawing/2014/main" id="{DAC54F10-655A-26EE-45D1-CF7695E35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5794" y="3898386"/>
              <a:ext cx="1594852" cy="269987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en-US" altLang="zh-CN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16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16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60">
              <a:extLst>
                <a:ext uri="{FF2B5EF4-FFF2-40B4-BE49-F238E27FC236}">
                  <a16:creationId xmlns:a16="http://schemas.microsoft.com/office/drawing/2014/main" id="{6F8A136C-6DA5-74DD-CF92-E7CAD39F1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5082736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 Box 70">
                  <a:extLst>
                    <a:ext uri="{FF2B5EF4-FFF2-40B4-BE49-F238E27FC236}">
                      <a16:creationId xmlns:a16="http://schemas.microsoft.com/office/drawing/2014/main" id="{D9F4E67C-7999-E963-99DB-0D85C65828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78858" y="3854046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7" name="Text Box 70">
                  <a:extLst>
                    <a:ext uri="{FF2B5EF4-FFF2-40B4-BE49-F238E27FC236}">
                      <a16:creationId xmlns:a16="http://schemas.microsoft.com/office/drawing/2014/main" id="{D9F4E67C-7999-E963-99DB-0D85C6582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78858" y="3854046"/>
                  <a:ext cx="495805" cy="400774"/>
                </a:xfrm>
                <a:prstGeom prst="rect">
                  <a:avLst/>
                </a:prstGeom>
                <a:blipFill>
                  <a:blip r:embed="rId25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DFD19660-04D6-CC87-3BD6-9D2E57DBF487}"/>
                </a:ext>
              </a:extLst>
            </p:cNvPr>
            <p:cNvSpPr/>
            <p:nvPr/>
          </p:nvSpPr>
          <p:spPr>
            <a:xfrm>
              <a:off x="10380646" y="3995082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30166E8E-06AA-49E7-8C29-A6DF04881551}"/>
                </a:ext>
              </a:extLst>
            </p:cNvPr>
            <p:cNvSpPr/>
            <p:nvPr/>
          </p:nvSpPr>
          <p:spPr>
            <a:xfrm>
              <a:off x="10380646" y="5018835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B0B83353-A5AA-B29C-C5D2-29A01D45B1F4}"/>
                </a:ext>
              </a:extLst>
            </p:cNvPr>
            <p:cNvSpPr/>
            <p:nvPr/>
          </p:nvSpPr>
          <p:spPr>
            <a:xfrm>
              <a:off x="10380646" y="4677584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186CE261-F954-68B6-170B-B71AB29CE8F3}"/>
                </a:ext>
              </a:extLst>
            </p:cNvPr>
            <p:cNvSpPr/>
            <p:nvPr/>
          </p:nvSpPr>
          <p:spPr>
            <a:xfrm>
              <a:off x="10380646" y="4336333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2" name="Line 60">
              <a:extLst>
                <a:ext uri="{FF2B5EF4-FFF2-40B4-BE49-F238E27FC236}">
                  <a16:creationId xmlns:a16="http://schemas.microsoft.com/office/drawing/2014/main" id="{72350D7E-F7B6-B0A8-F61E-7AE0A7A80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4738307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3" name="Line 60">
              <a:extLst>
                <a:ext uri="{FF2B5EF4-FFF2-40B4-BE49-F238E27FC236}">
                  <a16:creationId xmlns:a16="http://schemas.microsoft.com/office/drawing/2014/main" id="{96BEBA2C-53C9-342A-1D51-C9F89648D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4400234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4" name="Line 60">
              <a:extLst>
                <a:ext uri="{FF2B5EF4-FFF2-40B4-BE49-F238E27FC236}">
                  <a16:creationId xmlns:a16="http://schemas.microsoft.com/office/drawing/2014/main" id="{3C95E546-B871-C99F-4298-2C4B2EE14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6" y="4058984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 Box 70">
                  <a:extLst>
                    <a:ext uri="{FF2B5EF4-FFF2-40B4-BE49-F238E27FC236}">
                      <a16:creationId xmlns:a16="http://schemas.microsoft.com/office/drawing/2014/main" id="{E2E06603-00C3-F60A-815E-936A381CDE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098" y="4195786"/>
                  <a:ext cx="489839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5" name="Text Box 70">
                  <a:extLst>
                    <a:ext uri="{FF2B5EF4-FFF2-40B4-BE49-F238E27FC236}">
                      <a16:creationId xmlns:a16="http://schemas.microsoft.com/office/drawing/2014/main" id="{E2E06603-00C3-F60A-815E-936A381CD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0098" y="4195786"/>
                  <a:ext cx="489839" cy="400774"/>
                </a:xfrm>
                <a:prstGeom prst="rect">
                  <a:avLst/>
                </a:prstGeom>
                <a:blipFill>
                  <a:blip r:embed="rId26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 Box 70">
                  <a:extLst>
                    <a:ext uri="{FF2B5EF4-FFF2-40B4-BE49-F238E27FC236}">
                      <a16:creationId xmlns:a16="http://schemas.microsoft.com/office/drawing/2014/main" id="{482BBD3A-7467-CE4D-2C93-479235C101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4533859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6" name="Text Box 70">
                  <a:extLst>
                    <a:ext uri="{FF2B5EF4-FFF2-40B4-BE49-F238E27FC236}">
                      <a16:creationId xmlns:a16="http://schemas.microsoft.com/office/drawing/2014/main" id="{482BBD3A-7467-CE4D-2C93-479235C10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4533859"/>
                  <a:ext cx="495805" cy="400774"/>
                </a:xfrm>
                <a:prstGeom prst="rect">
                  <a:avLst/>
                </a:prstGeom>
                <a:blipFill>
                  <a:blip r:embed="rId27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 Box 70">
                  <a:extLst>
                    <a:ext uri="{FF2B5EF4-FFF2-40B4-BE49-F238E27FC236}">
                      <a16:creationId xmlns:a16="http://schemas.microsoft.com/office/drawing/2014/main" id="{F5C5047A-632E-6D76-E6AA-76FC7645E1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4873955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7" name="Text Box 70">
                  <a:extLst>
                    <a:ext uri="{FF2B5EF4-FFF2-40B4-BE49-F238E27FC236}">
                      <a16:creationId xmlns:a16="http://schemas.microsoft.com/office/drawing/2014/main" id="{F5C5047A-632E-6D76-E6AA-76FC7645E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4873955"/>
                  <a:ext cx="495805" cy="400774"/>
                </a:xfrm>
                <a:prstGeom prst="rect">
                  <a:avLst/>
                </a:prstGeom>
                <a:blipFill>
                  <a:blip r:embed="rId2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F2A28D82-46EE-267F-CB78-CC44289EE54D}"/>
                </a:ext>
              </a:extLst>
            </p:cNvPr>
            <p:cNvSpPr/>
            <p:nvPr/>
          </p:nvSpPr>
          <p:spPr>
            <a:xfrm>
              <a:off x="8653818" y="4077925"/>
              <a:ext cx="129511" cy="12780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9" name="Line 60">
              <a:extLst>
                <a:ext uri="{FF2B5EF4-FFF2-40B4-BE49-F238E27FC236}">
                  <a16:creationId xmlns:a16="http://schemas.microsoft.com/office/drawing/2014/main" id="{9691CE70-745D-2565-9DAD-224AF46EB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8886" y="6059006"/>
              <a:ext cx="10944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30" name="Line 60">
              <a:extLst>
                <a:ext uri="{FF2B5EF4-FFF2-40B4-BE49-F238E27FC236}">
                  <a16:creationId xmlns:a16="http://schemas.microsoft.com/office/drawing/2014/main" id="{B77A64C8-1A05-6553-362A-F9C3B078B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1773" y="5718911"/>
              <a:ext cx="8515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31" name="Line 60">
              <a:extLst>
                <a:ext uri="{FF2B5EF4-FFF2-40B4-BE49-F238E27FC236}">
                  <a16:creationId xmlns:a16="http://schemas.microsoft.com/office/drawing/2014/main" id="{A8291DAD-EC07-E29F-8977-2A387E1A4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880" y="4141826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 Box 70">
                  <a:extLst>
                    <a:ext uri="{FF2B5EF4-FFF2-40B4-BE49-F238E27FC236}">
                      <a16:creationId xmlns:a16="http://schemas.microsoft.com/office/drawing/2014/main" id="{E9579BAB-D9FE-CB03-70BE-5EADE26E0B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956" y="3920564"/>
                  <a:ext cx="510242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2" name="Text Box 70">
                  <a:extLst>
                    <a:ext uri="{FF2B5EF4-FFF2-40B4-BE49-F238E27FC236}">
                      <a16:creationId xmlns:a16="http://schemas.microsoft.com/office/drawing/2014/main" id="{E9579BAB-D9FE-CB03-70BE-5EADE26E0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956" y="3920564"/>
                  <a:ext cx="510242" cy="400774"/>
                </a:xfrm>
                <a:prstGeom prst="rect">
                  <a:avLst/>
                </a:prstGeom>
                <a:blipFill>
                  <a:blip r:embed="rId29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 Box 70">
                  <a:extLst>
                    <a:ext uri="{FF2B5EF4-FFF2-40B4-BE49-F238E27FC236}">
                      <a16:creationId xmlns:a16="http://schemas.microsoft.com/office/drawing/2014/main" id="{B29A2F8F-A6FD-0EE0-6A75-B4ACD79225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98349" y="5491698"/>
                  <a:ext cx="534043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3" name="Text Box 70">
                  <a:extLst>
                    <a:ext uri="{FF2B5EF4-FFF2-40B4-BE49-F238E27FC236}">
                      <a16:creationId xmlns:a16="http://schemas.microsoft.com/office/drawing/2014/main" id="{B29A2F8F-A6FD-0EE0-6A75-B4ACD7922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98349" y="5491698"/>
                  <a:ext cx="534043" cy="40077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 Box 70">
                  <a:extLst>
                    <a:ext uri="{FF2B5EF4-FFF2-40B4-BE49-F238E27FC236}">
                      <a16:creationId xmlns:a16="http://schemas.microsoft.com/office/drawing/2014/main" id="{62BDE064-27D8-CD1B-41B5-3FC3415772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1682" y="5833853"/>
                  <a:ext cx="528076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4" name="Text Box 70">
                  <a:extLst>
                    <a:ext uri="{FF2B5EF4-FFF2-40B4-BE49-F238E27FC236}">
                      <a16:creationId xmlns:a16="http://schemas.microsoft.com/office/drawing/2014/main" id="{62BDE064-27D8-CD1B-41B5-3FC341577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01682" y="5833853"/>
                  <a:ext cx="528076" cy="40077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 Box 70">
                  <a:extLst>
                    <a:ext uri="{FF2B5EF4-FFF2-40B4-BE49-F238E27FC236}">
                      <a16:creationId xmlns:a16="http://schemas.microsoft.com/office/drawing/2014/main" id="{A2B38D20-1D46-CA35-0D13-BAF7151720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49" y="3882532"/>
                  <a:ext cx="55162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7" name="Text Box 70">
                  <a:extLst>
                    <a:ext uri="{FF2B5EF4-FFF2-40B4-BE49-F238E27FC236}">
                      <a16:creationId xmlns:a16="http://schemas.microsoft.com/office/drawing/2014/main" id="{A2B38D20-1D46-CA35-0D13-BAF715172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49" y="3882532"/>
                  <a:ext cx="551626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 Box 70">
                  <a:extLst>
                    <a:ext uri="{FF2B5EF4-FFF2-40B4-BE49-F238E27FC236}">
                      <a16:creationId xmlns:a16="http://schemas.microsoft.com/office/drawing/2014/main" id="{D31F7586-1924-66DC-4FED-DC522957A8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4224067"/>
                  <a:ext cx="545214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8" name="Text Box 70">
                  <a:extLst>
                    <a:ext uri="{FF2B5EF4-FFF2-40B4-BE49-F238E27FC236}">
                      <a16:creationId xmlns:a16="http://schemas.microsoft.com/office/drawing/2014/main" id="{D31F7586-1924-66DC-4FED-DC522957A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4224067"/>
                  <a:ext cx="545214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 Box 70">
                  <a:extLst>
                    <a:ext uri="{FF2B5EF4-FFF2-40B4-BE49-F238E27FC236}">
                      <a16:creationId xmlns:a16="http://schemas.microsoft.com/office/drawing/2014/main" id="{505699AB-6A5A-748A-E37C-DC9EE5B797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4562141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9" name="Text Box 70">
                  <a:extLst>
                    <a:ext uri="{FF2B5EF4-FFF2-40B4-BE49-F238E27FC236}">
                      <a16:creationId xmlns:a16="http://schemas.microsoft.com/office/drawing/2014/main" id="{505699AB-6A5A-748A-E37C-DC9EE5B79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4562141"/>
                  <a:ext cx="654666" cy="400110"/>
                </a:xfrm>
                <a:prstGeom prst="rect">
                  <a:avLst/>
                </a:prstGeom>
                <a:blipFill>
                  <a:blip r:embed="rId34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 Box 70">
                  <a:extLst>
                    <a:ext uri="{FF2B5EF4-FFF2-40B4-BE49-F238E27FC236}">
                      <a16:creationId xmlns:a16="http://schemas.microsoft.com/office/drawing/2014/main" id="{2321F70E-FF83-03BD-5553-8EBDCB5764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4902235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0" name="Text Box 70">
                  <a:extLst>
                    <a:ext uri="{FF2B5EF4-FFF2-40B4-BE49-F238E27FC236}">
                      <a16:creationId xmlns:a16="http://schemas.microsoft.com/office/drawing/2014/main" id="{2321F70E-FF83-03BD-5553-8EBDCB576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4902235"/>
                  <a:ext cx="654666" cy="400110"/>
                </a:xfrm>
                <a:prstGeom prst="rect">
                  <a:avLst/>
                </a:prstGeom>
                <a:blipFill>
                  <a:blip r:embed="rId35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Line 60">
              <a:extLst>
                <a:ext uri="{FF2B5EF4-FFF2-40B4-BE49-F238E27FC236}">
                  <a16:creationId xmlns:a16="http://schemas.microsoft.com/office/drawing/2014/main" id="{9BF90149-099E-7AE2-DCED-2659F03D4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6417027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 Box 70">
                  <a:extLst>
                    <a:ext uri="{FF2B5EF4-FFF2-40B4-BE49-F238E27FC236}">
                      <a16:creationId xmlns:a16="http://schemas.microsoft.com/office/drawing/2014/main" id="{5B3B271A-818C-CA6B-AA60-D0A640BDB5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78858" y="5188337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2" name="Text Box 70">
                  <a:extLst>
                    <a:ext uri="{FF2B5EF4-FFF2-40B4-BE49-F238E27FC236}">
                      <a16:creationId xmlns:a16="http://schemas.microsoft.com/office/drawing/2014/main" id="{5B3B271A-818C-CA6B-AA60-D0A640BDB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78858" y="5188337"/>
                  <a:ext cx="495805" cy="400774"/>
                </a:xfrm>
                <a:prstGeom prst="rect">
                  <a:avLst/>
                </a:prstGeom>
                <a:blipFill>
                  <a:blip r:embed="rId36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F853F922-577B-84DA-9B28-CF6893F92491}"/>
                </a:ext>
              </a:extLst>
            </p:cNvPr>
            <p:cNvSpPr/>
            <p:nvPr/>
          </p:nvSpPr>
          <p:spPr>
            <a:xfrm>
              <a:off x="10380646" y="5329373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2CD54515-BA67-2543-7F74-C6572900ADDB}"/>
                </a:ext>
              </a:extLst>
            </p:cNvPr>
            <p:cNvSpPr/>
            <p:nvPr/>
          </p:nvSpPr>
          <p:spPr>
            <a:xfrm>
              <a:off x="10380646" y="6353126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CD5DBD4D-B044-E656-259F-2EFA7A5876BE}"/>
                </a:ext>
              </a:extLst>
            </p:cNvPr>
            <p:cNvSpPr/>
            <p:nvPr/>
          </p:nvSpPr>
          <p:spPr>
            <a:xfrm>
              <a:off x="10380646" y="6011875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A257E6AF-181C-DF4D-B95C-4578A430E50C}"/>
                </a:ext>
              </a:extLst>
            </p:cNvPr>
            <p:cNvSpPr/>
            <p:nvPr/>
          </p:nvSpPr>
          <p:spPr>
            <a:xfrm>
              <a:off x="10380646" y="5670624"/>
              <a:ext cx="129511" cy="1278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47" name="Line 60">
              <a:extLst>
                <a:ext uri="{FF2B5EF4-FFF2-40B4-BE49-F238E27FC236}">
                  <a16:creationId xmlns:a16="http://schemas.microsoft.com/office/drawing/2014/main" id="{56B7E946-D9BA-7540-E408-2AD6AE30F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6072598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0F8E2279-C67E-960E-5DC3-7DA0D86B4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7" y="5734525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49" name="Line 60">
              <a:extLst>
                <a:ext uri="{FF2B5EF4-FFF2-40B4-BE49-F238E27FC236}">
                  <a16:creationId xmlns:a16="http://schemas.microsoft.com/office/drawing/2014/main" id="{676BE55F-E4D3-E8AB-B701-39B38FCC9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0156" y="5393274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00AB9339-1C1F-FC96-EF1B-B37E0F65B3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097" y="5530078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00AB9339-1C1F-FC96-EF1B-B37E0F65B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0097" y="5530078"/>
                  <a:ext cx="495805" cy="400774"/>
                </a:xfrm>
                <a:prstGeom prst="rect">
                  <a:avLst/>
                </a:prstGeom>
                <a:blipFill>
                  <a:blip r:embed="rId37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Text Box 70">
                  <a:extLst>
                    <a:ext uri="{FF2B5EF4-FFF2-40B4-BE49-F238E27FC236}">
                      <a16:creationId xmlns:a16="http://schemas.microsoft.com/office/drawing/2014/main" id="{F02EA382-1772-1BD5-8AE0-CF182C1DA8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5868151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1" name="Text Box 70">
                  <a:extLst>
                    <a:ext uri="{FF2B5EF4-FFF2-40B4-BE49-F238E27FC236}">
                      <a16:creationId xmlns:a16="http://schemas.microsoft.com/office/drawing/2014/main" id="{F02EA382-1772-1BD5-8AE0-CF182C1DA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5868151"/>
                  <a:ext cx="495805" cy="400774"/>
                </a:xfrm>
                <a:prstGeom prst="rect">
                  <a:avLst/>
                </a:prstGeom>
                <a:blipFill>
                  <a:blip r:embed="rId3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 Box 70">
                  <a:extLst>
                    <a:ext uri="{FF2B5EF4-FFF2-40B4-BE49-F238E27FC236}">
                      <a16:creationId xmlns:a16="http://schemas.microsoft.com/office/drawing/2014/main" id="{695B4338-897C-FE25-2F5B-7FBD70B027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2250" y="6208247"/>
                  <a:ext cx="495805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2" name="Text Box 70">
                  <a:extLst>
                    <a:ext uri="{FF2B5EF4-FFF2-40B4-BE49-F238E27FC236}">
                      <a16:creationId xmlns:a16="http://schemas.microsoft.com/office/drawing/2014/main" id="{695B4338-897C-FE25-2F5B-7FBD70B02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82250" y="6208247"/>
                  <a:ext cx="495805" cy="400774"/>
                </a:xfrm>
                <a:prstGeom prst="rect">
                  <a:avLst/>
                </a:prstGeom>
                <a:blipFill>
                  <a:blip r:embed="rId39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 Box 70">
                  <a:extLst>
                    <a:ext uri="{FF2B5EF4-FFF2-40B4-BE49-F238E27FC236}">
                      <a16:creationId xmlns:a16="http://schemas.microsoft.com/office/drawing/2014/main" id="{9D3254BB-F2C4-97AC-C408-69ADD54302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5216823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Text Box 70">
                  <a:extLst>
                    <a:ext uri="{FF2B5EF4-FFF2-40B4-BE49-F238E27FC236}">
                      <a16:creationId xmlns:a16="http://schemas.microsoft.com/office/drawing/2014/main" id="{9D3254BB-F2C4-97AC-C408-69ADD5430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5216823"/>
                  <a:ext cx="654666" cy="400110"/>
                </a:xfrm>
                <a:prstGeom prst="rect">
                  <a:avLst/>
                </a:prstGeom>
                <a:blipFill>
                  <a:blip r:embed="rId40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Text Box 70">
                  <a:extLst>
                    <a:ext uri="{FF2B5EF4-FFF2-40B4-BE49-F238E27FC236}">
                      <a16:creationId xmlns:a16="http://schemas.microsoft.com/office/drawing/2014/main" id="{77C2E996-8DA0-F3E9-451F-E833AE8E02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7750" y="5558358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Text Box 70">
                  <a:extLst>
                    <a:ext uri="{FF2B5EF4-FFF2-40B4-BE49-F238E27FC236}">
                      <a16:creationId xmlns:a16="http://schemas.microsoft.com/office/drawing/2014/main" id="{77C2E996-8DA0-F3E9-451F-E833AE8E0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7750" y="5558358"/>
                  <a:ext cx="654666" cy="400110"/>
                </a:xfrm>
                <a:prstGeom prst="rect">
                  <a:avLst/>
                </a:prstGeom>
                <a:blipFill>
                  <a:blip r:embed="rId41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 Box 70">
                  <a:extLst>
                    <a:ext uri="{FF2B5EF4-FFF2-40B4-BE49-F238E27FC236}">
                      <a16:creationId xmlns:a16="http://schemas.microsoft.com/office/drawing/2014/main" id="{E33AFD1D-D42C-4BAA-C94F-9A268F0376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5896431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5" name="Text Box 70">
                  <a:extLst>
                    <a:ext uri="{FF2B5EF4-FFF2-40B4-BE49-F238E27FC236}">
                      <a16:creationId xmlns:a16="http://schemas.microsoft.com/office/drawing/2014/main" id="{E33AFD1D-D42C-4BAA-C94F-9A268F037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5896431"/>
                  <a:ext cx="654666" cy="400110"/>
                </a:xfrm>
                <a:prstGeom prst="rect">
                  <a:avLst/>
                </a:prstGeom>
                <a:blipFill>
                  <a:blip r:embed="rId42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 Box 70">
                  <a:extLst>
                    <a:ext uri="{FF2B5EF4-FFF2-40B4-BE49-F238E27FC236}">
                      <a16:creationId xmlns:a16="http://schemas.microsoft.com/office/drawing/2014/main" id="{08125C77-D985-8019-E2C0-E125D6CAD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29903" y="6236527"/>
                  <a:ext cx="65466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Text Box 70">
                  <a:extLst>
                    <a:ext uri="{FF2B5EF4-FFF2-40B4-BE49-F238E27FC236}">
                      <a16:creationId xmlns:a16="http://schemas.microsoft.com/office/drawing/2014/main" id="{08125C77-D985-8019-E2C0-E125D6CAD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9903" y="6236527"/>
                  <a:ext cx="654666" cy="400110"/>
                </a:xfrm>
                <a:prstGeom prst="rect">
                  <a:avLst/>
                </a:prstGeom>
                <a:blipFill>
                  <a:blip r:embed="rId43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椭圆 256">
              <a:extLst>
                <a:ext uri="{FF2B5EF4-FFF2-40B4-BE49-F238E27FC236}">
                  <a16:creationId xmlns:a16="http://schemas.microsoft.com/office/drawing/2014/main" id="{1C6586CA-B7C3-DD60-3384-B9A710CB2AEA}"/>
                </a:ext>
              </a:extLst>
            </p:cNvPr>
            <p:cNvSpPr/>
            <p:nvPr/>
          </p:nvSpPr>
          <p:spPr>
            <a:xfrm>
              <a:off x="8653370" y="4419664"/>
              <a:ext cx="129511" cy="12780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58" name="Line 60">
              <a:extLst>
                <a:ext uri="{FF2B5EF4-FFF2-40B4-BE49-F238E27FC236}">
                  <a16:creationId xmlns:a16="http://schemas.microsoft.com/office/drawing/2014/main" id="{22F858BB-AD9B-C47E-E80A-B01DDE24D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6164" y="4482963"/>
              <a:ext cx="1674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 Box 70">
                  <a:extLst>
                    <a:ext uri="{FF2B5EF4-FFF2-40B4-BE49-F238E27FC236}">
                      <a16:creationId xmlns:a16="http://schemas.microsoft.com/office/drawing/2014/main" id="{9352BC59-8729-F4BF-A942-B1DB934A15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510" y="4262302"/>
                  <a:ext cx="516207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9" name="Text Box 70">
                  <a:extLst>
                    <a:ext uri="{FF2B5EF4-FFF2-40B4-BE49-F238E27FC236}">
                      <a16:creationId xmlns:a16="http://schemas.microsoft.com/office/drawing/2014/main" id="{9352BC59-8729-F4BF-A942-B1DB934A1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510" y="4262302"/>
                  <a:ext cx="516207" cy="400774"/>
                </a:xfrm>
                <a:prstGeom prst="rect">
                  <a:avLst/>
                </a:prstGeom>
                <a:blipFill>
                  <a:blip r:embed="rId44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Line 60">
              <a:extLst>
                <a:ext uri="{FF2B5EF4-FFF2-40B4-BE49-F238E27FC236}">
                  <a16:creationId xmlns:a16="http://schemas.microsoft.com/office/drawing/2014/main" id="{96764BAF-FC7D-AA76-FC8A-1C8299025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0015" y="4823180"/>
              <a:ext cx="15928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 Box 70">
                  <a:extLst>
                    <a:ext uri="{FF2B5EF4-FFF2-40B4-BE49-F238E27FC236}">
                      <a16:creationId xmlns:a16="http://schemas.microsoft.com/office/drawing/2014/main" id="{695778A5-7ABB-2B1B-42C5-1ACE42FA7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7510" y="4601917"/>
                  <a:ext cx="516207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1" name="Text Box 70">
                  <a:extLst>
                    <a:ext uri="{FF2B5EF4-FFF2-40B4-BE49-F238E27FC236}">
                      <a16:creationId xmlns:a16="http://schemas.microsoft.com/office/drawing/2014/main" id="{695778A5-7ABB-2B1B-42C5-1ACE42FA79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510" y="4601917"/>
                  <a:ext cx="516207" cy="400774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Line 60">
              <a:extLst>
                <a:ext uri="{FF2B5EF4-FFF2-40B4-BE49-F238E27FC236}">
                  <a16:creationId xmlns:a16="http://schemas.microsoft.com/office/drawing/2014/main" id="{9888682C-6AA3-330A-7608-0D8AD413D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7189" y="6388858"/>
              <a:ext cx="1336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 Box 70">
                  <a:extLst>
                    <a:ext uri="{FF2B5EF4-FFF2-40B4-BE49-F238E27FC236}">
                      <a16:creationId xmlns:a16="http://schemas.microsoft.com/office/drawing/2014/main" id="{53F25235-76FC-0080-D25B-3497DAAE71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1897" y="6163704"/>
                  <a:ext cx="534043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Text Box 70">
                  <a:extLst>
                    <a:ext uri="{FF2B5EF4-FFF2-40B4-BE49-F238E27FC236}">
                      <a16:creationId xmlns:a16="http://schemas.microsoft.com/office/drawing/2014/main" id="{53F25235-76FC-0080-D25B-3497DAAE7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01897" y="6163704"/>
                  <a:ext cx="534043" cy="400774"/>
                </a:xfrm>
                <a:prstGeom prst="rect">
                  <a:avLst/>
                </a:prstGeom>
                <a:blipFill>
                  <a:blip r:embed="rId46"/>
                  <a:stretch>
                    <a:fillRect b="-15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6" name="Oval 25">
              <a:extLst>
                <a:ext uri="{FF2B5EF4-FFF2-40B4-BE49-F238E27FC236}">
                  <a16:creationId xmlns:a16="http://schemas.microsoft.com/office/drawing/2014/main" id="{C8717523-56C2-52ED-75BF-6E0FC2AEB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4739" y="2855164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67" name="Oval 25">
              <a:extLst>
                <a:ext uri="{FF2B5EF4-FFF2-40B4-BE49-F238E27FC236}">
                  <a16:creationId xmlns:a16="http://schemas.microsoft.com/office/drawing/2014/main" id="{CFBF1AA8-F85D-F79B-4B48-CA4907649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1482" y="3194789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68" name="Oval 25">
              <a:extLst>
                <a:ext uri="{FF2B5EF4-FFF2-40B4-BE49-F238E27FC236}">
                  <a16:creationId xmlns:a16="http://schemas.microsoft.com/office/drawing/2014/main" id="{E52F9F36-04BF-8D42-E4CC-19AF5497C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7057" y="3525587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69" name="Line 60">
              <a:extLst>
                <a:ext uri="{FF2B5EF4-FFF2-40B4-BE49-F238E27FC236}">
                  <a16:creationId xmlns:a16="http://schemas.microsoft.com/office/drawing/2014/main" id="{1660ED2D-99D5-F00F-2340-77127990FB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530019" y="4317382"/>
              <a:ext cx="2838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70" name="Line 60">
              <a:extLst>
                <a:ext uri="{FF2B5EF4-FFF2-40B4-BE49-F238E27FC236}">
                  <a16:creationId xmlns:a16="http://schemas.microsoft.com/office/drawing/2014/main" id="{DF52053F-16F7-6C5A-45B1-82E4B04E4B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288953" y="4658381"/>
              <a:ext cx="28347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71" name="Line 60">
              <a:extLst>
                <a:ext uri="{FF2B5EF4-FFF2-40B4-BE49-F238E27FC236}">
                  <a16:creationId xmlns:a16="http://schemas.microsoft.com/office/drawing/2014/main" id="{37C7BA26-1C57-6C57-ACDE-E9212A37BF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048061" y="4990554"/>
              <a:ext cx="28347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 Box 70">
                  <a:extLst>
                    <a:ext uri="{FF2B5EF4-FFF2-40B4-BE49-F238E27FC236}">
                      <a16:creationId xmlns:a16="http://schemas.microsoft.com/office/drawing/2014/main" id="{599E49AD-8442-F352-C6D5-AFE9A855D8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5976" y="3015851"/>
                  <a:ext cx="527773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5" name="Text Box 70">
                  <a:extLst>
                    <a:ext uri="{FF2B5EF4-FFF2-40B4-BE49-F238E27FC236}">
                      <a16:creationId xmlns:a16="http://schemas.microsoft.com/office/drawing/2014/main" id="{599E49AD-8442-F352-C6D5-AFE9A855D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5976" y="3015851"/>
                  <a:ext cx="527773" cy="400110"/>
                </a:xfrm>
                <a:prstGeom prst="rect">
                  <a:avLst/>
                </a:prstGeom>
                <a:blipFill>
                  <a:blip r:embed="rId47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 Box 70">
                  <a:extLst>
                    <a:ext uri="{FF2B5EF4-FFF2-40B4-BE49-F238E27FC236}">
                      <a16:creationId xmlns:a16="http://schemas.microsoft.com/office/drawing/2014/main" id="{E097EF5E-8B87-E2A5-B702-C2DCE65C4C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6700" y="2673696"/>
                  <a:ext cx="53373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6" name="Text Box 70">
                  <a:extLst>
                    <a:ext uri="{FF2B5EF4-FFF2-40B4-BE49-F238E27FC236}">
                      <a16:creationId xmlns:a16="http://schemas.microsoft.com/office/drawing/2014/main" id="{E097EF5E-8B87-E2A5-B702-C2DCE65C4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6700" y="2673696"/>
                  <a:ext cx="533736" cy="400110"/>
                </a:xfrm>
                <a:prstGeom prst="rect">
                  <a:avLst/>
                </a:prstGeom>
                <a:blipFill>
                  <a:blip r:embed="rId48"/>
                  <a:stretch>
                    <a:fillRect b="-15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 Box 70">
                  <a:extLst>
                    <a:ext uri="{FF2B5EF4-FFF2-40B4-BE49-F238E27FC236}">
                      <a16:creationId xmlns:a16="http://schemas.microsoft.com/office/drawing/2014/main" id="{C9ED2954-292D-4640-52C2-2BF92A5B0B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6791" y="3345702"/>
                  <a:ext cx="534043" cy="400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7" name="Text Box 70">
                  <a:extLst>
                    <a:ext uri="{FF2B5EF4-FFF2-40B4-BE49-F238E27FC236}">
                      <a16:creationId xmlns:a16="http://schemas.microsoft.com/office/drawing/2014/main" id="{C9ED2954-292D-4640-52C2-2BF92A5B0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6791" y="3345702"/>
                  <a:ext cx="534043" cy="400774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Text Box 70">
                  <a:extLst>
                    <a:ext uri="{FF2B5EF4-FFF2-40B4-BE49-F238E27FC236}">
                      <a16:creationId xmlns:a16="http://schemas.microsoft.com/office/drawing/2014/main" id="{FA5CB30F-72FB-8B0F-5503-BD4528BBCB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77606" y="3687857"/>
                  <a:ext cx="53373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9" name="Text Box 70">
                  <a:extLst>
                    <a:ext uri="{FF2B5EF4-FFF2-40B4-BE49-F238E27FC236}">
                      <a16:creationId xmlns:a16="http://schemas.microsoft.com/office/drawing/2014/main" id="{FA5CB30F-72FB-8B0F-5503-BD4528BBC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77606" y="3687857"/>
                  <a:ext cx="533736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0" name="Line 60">
              <a:extLst>
                <a:ext uri="{FF2B5EF4-FFF2-40B4-BE49-F238E27FC236}">
                  <a16:creationId xmlns:a16="http://schemas.microsoft.com/office/drawing/2014/main" id="{73FE418E-0C24-3F28-8D25-6535ED308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3091" y="3898386"/>
              <a:ext cx="4995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81" name="Line 60">
              <a:extLst>
                <a:ext uri="{FF2B5EF4-FFF2-40B4-BE49-F238E27FC236}">
                  <a16:creationId xmlns:a16="http://schemas.microsoft.com/office/drawing/2014/main" id="{86BB085B-9DB4-2EE0-DFD6-67E956C3C9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463035" y="3069370"/>
              <a:ext cx="3513682" cy="225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82" name="Oval 25">
              <a:extLst>
                <a:ext uri="{FF2B5EF4-FFF2-40B4-BE49-F238E27FC236}">
                  <a16:creationId xmlns:a16="http://schemas.microsoft.com/office/drawing/2014/main" id="{7C311BF6-06E2-66CB-88F6-165EA4D17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8300" y="3855988"/>
              <a:ext cx="91809" cy="8793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83" name="Text Box 70">
              <a:extLst>
                <a:ext uri="{FF2B5EF4-FFF2-40B4-BE49-F238E27FC236}">
                  <a16:creationId xmlns:a16="http://schemas.microsoft.com/office/drawing/2014/main" id="{41BDE3DD-93F0-73ED-50F1-22E6B7C4B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8564" y="1806129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4" name="Text Box 70">
              <a:extLst>
                <a:ext uri="{FF2B5EF4-FFF2-40B4-BE49-F238E27FC236}">
                  <a16:creationId xmlns:a16="http://schemas.microsoft.com/office/drawing/2014/main" id="{813D1D93-887D-0084-D1D6-205AC72BC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9359" y="1464446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85" name="Text Box 70">
              <a:extLst>
                <a:ext uri="{FF2B5EF4-FFF2-40B4-BE49-F238E27FC236}">
                  <a16:creationId xmlns:a16="http://schemas.microsoft.com/office/drawing/2014/main" id="{6FC9CB9E-A817-7E51-C500-81E3598D9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9563" y="3944929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86" name="Text Box 70">
              <a:extLst>
                <a:ext uri="{FF2B5EF4-FFF2-40B4-BE49-F238E27FC236}">
                  <a16:creationId xmlns:a16="http://schemas.microsoft.com/office/drawing/2014/main" id="{621BB741-FB3B-5F3B-2C29-8D7F093DD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5057" y="4284273"/>
              <a:ext cx="335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</p:grp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138F9144-2BC3-2DDD-110C-DB675A6058D2}"/>
              </a:ext>
            </a:extLst>
          </p:cNvPr>
          <p:cNvGrpSpPr/>
          <p:nvPr/>
        </p:nvGrpSpPr>
        <p:grpSpPr>
          <a:xfrm>
            <a:off x="936000" y="4016234"/>
            <a:ext cx="4518657" cy="1688208"/>
            <a:chOff x="956937" y="4419601"/>
            <a:chExt cx="4518657" cy="1688208"/>
          </a:xfrm>
        </p:grpSpPr>
        <p:sp>
          <p:nvSpPr>
            <p:cNvPr id="289" name="Text Box 58">
              <a:extLst>
                <a:ext uri="{FF2B5EF4-FFF2-40B4-BE49-F238E27FC236}">
                  <a16:creationId xmlns:a16="http://schemas.microsoft.com/office/drawing/2014/main" id="{46121516-B2CB-26AC-EE66-31F4AFE77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0968" y="4419601"/>
              <a:ext cx="2550964" cy="16882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16 </a:t>
              </a: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Text Box 70">
                  <a:extLst>
                    <a:ext uri="{FF2B5EF4-FFF2-40B4-BE49-F238E27FC236}">
                      <a16:creationId xmlns:a16="http://schemas.microsoft.com/office/drawing/2014/main" id="{E8CE7108-83C9-EF08-E9CA-DEF8C66FC9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56576" y="5007726"/>
                  <a:ext cx="386644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1" name="Text Box 70">
                  <a:extLst>
                    <a:ext uri="{FF2B5EF4-FFF2-40B4-BE49-F238E27FC236}">
                      <a16:creationId xmlns:a16="http://schemas.microsoft.com/office/drawing/2014/main" id="{E8CE7108-83C9-EF08-E9CA-DEF8C66FC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6576" y="5007726"/>
                  <a:ext cx="386644" cy="52322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4" name="Line 60">
              <a:extLst>
                <a:ext uri="{FF2B5EF4-FFF2-40B4-BE49-F238E27FC236}">
                  <a16:creationId xmlns:a16="http://schemas.microsoft.com/office/drawing/2014/main" id="{3D1F34C6-0B67-912A-C390-F2763F8F3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7207" y="4827561"/>
              <a:ext cx="3542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Text Box 70">
                  <a:extLst>
                    <a:ext uri="{FF2B5EF4-FFF2-40B4-BE49-F238E27FC236}">
                      <a16:creationId xmlns:a16="http://schemas.microsoft.com/office/drawing/2014/main" id="{EC922A4B-3154-C7A1-455D-9AA9D34E4E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2745" y="4612113"/>
                  <a:ext cx="498534" cy="3819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7" name="Text Box 70">
                  <a:extLst>
                    <a:ext uri="{FF2B5EF4-FFF2-40B4-BE49-F238E27FC236}">
                      <a16:creationId xmlns:a16="http://schemas.microsoft.com/office/drawing/2014/main" id="{EC922A4B-3154-C7A1-455D-9AA9D34E4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02745" y="4612113"/>
                  <a:ext cx="498534" cy="381937"/>
                </a:xfrm>
                <a:prstGeom prst="rect">
                  <a:avLst/>
                </a:prstGeom>
                <a:blipFill>
                  <a:blip r:embed="rId52"/>
                  <a:stretch>
                    <a:fillRect l="-3704" b="-2381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0" name="Text Box 70">
                  <a:extLst>
                    <a:ext uri="{FF2B5EF4-FFF2-40B4-BE49-F238E27FC236}">
                      <a16:creationId xmlns:a16="http://schemas.microsoft.com/office/drawing/2014/main" id="{8836F966-0749-5665-22BE-4EA217832A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6937" y="4596021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0" name="Text Box 70">
                  <a:extLst>
                    <a:ext uri="{FF2B5EF4-FFF2-40B4-BE49-F238E27FC236}">
                      <a16:creationId xmlns:a16="http://schemas.microsoft.com/office/drawing/2014/main" id="{8836F966-0749-5665-22BE-4EA217832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6937" y="4596021"/>
                  <a:ext cx="602601" cy="461665"/>
                </a:xfrm>
                <a:prstGeom prst="rect">
                  <a:avLst/>
                </a:prstGeom>
                <a:blipFill>
                  <a:blip r:embed="rId53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6" name="Line 60">
              <a:extLst>
                <a:ext uri="{FF2B5EF4-FFF2-40B4-BE49-F238E27FC236}">
                  <a16:creationId xmlns:a16="http://schemas.microsoft.com/office/drawing/2014/main" id="{0E21EC5B-0BCD-710F-8AF8-2CEB520C0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7466" y="5621882"/>
              <a:ext cx="1997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26BC845A-4CCB-FF3E-97AB-8BA567DADFB2}"/>
                </a:ext>
              </a:extLst>
            </p:cNvPr>
            <p:cNvSpPr/>
            <p:nvPr/>
          </p:nvSpPr>
          <p:spPr>
            <a:xfrm>
              <a:off x="4392972" y="5544636"/>
              <a:ext cx="154494" cy="15449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Text Box 70">
                  <a:extLst>
                    <a:ext uri="{FF2B5EF4-FFF2-40B4-BE49-F238E27FC236}">
                      <a16:creationId xmlns:a16="http://schemas.microsoft.com/office/drawing/2014/main" id="{1339E693-D19D-D0D4-C86E-F42B3EE08F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15002" y="5424467"/>
                  <a:ext cx="68069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7" name="Text Box 70">
                  <a:extLst>
                    <a:ext uri="{FF2B5EF4-FFF2-40B4-BE49-F238E27FC236}">
                      <a16:creationId xmlns:a16="http://schemas.microsoft.com/office/drawing/2014/main" id="{1339E693-D19D-D0D4-C86E-F42B3EE08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15002" y="5424467"/>
                  <a:ext cx="680699" cy="461665"/>
                </a:xfrm>
                <a:prstGeom prst="rect">
                  <a:avLst/>
                </a:prstGeom>
                <a:blipFill>
                  <a:blip r:embed="rId54"/>
                  <a:stretch>
                    <a:fillRect b="-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Text Box 70">
                  <a:extLst>
                    <a:ext uri="{FF2B5EF4-FFF2-40B4-BE49-F238E27FC236}">
                      <a16:creationId xmlns:a16="http://schemas.microsoft.com/office/drawing/2014/main" id="{7786565F-E12B-9CD1-30AF-6047D10BF5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27569" y="5424467"/>
                  <a:ext cx="74802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1" name="Text Box 70">
                  <a:extLst>
                    <a:ext uri="{FF2B5EF4-FFF2-40B4-BE49-F238E27FC236}">
                      <a16:creationId xmlns:a16="http://schemas.microsoft.com/office/drawing/2014/main" id="{7786565F-E12B-9CD1-30AF-6047D10BF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27569" y="5424467"/>
                  <a:ext cx="748025" cy="461665"/>
                </a:xfrm>
                <a:prstGeom prst="rect">
                  <a:avLst/>
                </a:prstGeom>
                <a:blipFill>
                  <a:blip r:embed="rId55"/>
                  <a:stretch>
                    <a:fillRect b="-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9" name="Line 60">
              <a:extLst>
                <a:ext uri="{FF2B5EF4-FFF2-40B4-BE49-F238E27FC236}">
                  <a16:creationId xmlns:a16="http://schemas.microsoft.com/office/drawing/2014/main" id="{03411566-9A48-F5ED-7510-7C7AB7E5C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7463" y="5637425"/>
              <a:ext cx="3542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Text Box 70">
                  <a:extLst>
                    <a:ext uri="{FF2B5EF4-FFF2-40B4-BE49-F238E27FC236}">
                      <a16:creationId xmlns:a16="http://schemas.microsoft.com/office/drawing/2014/main" id="{BA0F9F73-EC09-9870-B5D5-9B219A714C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6978" y="5424467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0" name="Text Box 70">
                  <a:extLst>
                    <a:ext uri="{FF2B5EF4-FFF2-40B4-BE49-F238E27FC236}">
                      <a16:creationId xmlns:a16="http://schemas.microsoft.com/office/drawing/2014/main" id="{BA0F9F73-EC09-9870-B5D5-9B219A714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06978" y="5424467"/>
                  <a:ext cx="602601" cy="461665"/>
                </a:xfrm>
                <a:prstGeom prst="rect">
                  <a:avLst/>
                </a:prstGeom>
                <a:blipFill>
                  <a:blip r:embed="rId5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Text Box 70">
                  <a:extLst>
                    <a:ext uri="{FF2B5EF4-FFF2-40B4-BE49-F238E27FC236}">
                      <a16:creationId xmlns:a16="http://schemas.microsoft.com/office/drawing/2014/main" id="{3DB7F5AF-F560-B96D-62E7-3B236EC44E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1170" y="5408375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1" name="Text Box 70">
                  <a:extLst>
                    <a:ext uri="{FF2B5EF4-FFF2-40B4-BE49-F238E27FC236}">
                      <a16:creationId xmlns:a16="http://schemas.microsoft.com/office/drawing/2014/main" id="{3DB7F5AF-F560-B96D-62E7-3B236EC44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1170" y="5408375"/>
                  <a:ext cx="602601" cy="461665"/>
                </a:xfrm>
                <a:prstGeom prst="rect">
                  <a:avLst/>
                </a:prstGeom>
                <a:blipFill>
                  <a:blip r:embed="rId57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2" name="Line 60">
              <a:extLst>
                <a:ext uri="{FF2B5EF4-FFF2-40B4-BE49-F238E27FC236}">
                  <a16:creationId xmlns:a16="http://schemas.microsoft.com/office/drawing/2014/main" id="{89D540D6-0651-68ED-7CCD-5E0DB59D6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7466" y="4809528"/>
              <a:ext cx="1997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BDFFC176-3B2E-D25A-A35D-11A12CE1FFBB}"/>
                </a:ext>
              </a:extLst>
            </p:cNvPr>
            <p:cNvSpPr/>
            <p:nvPr/>
          </p:nvSpPr>
          <p:spPr>
            <a:xfrm>
              <a:off x="4392972" y="4732282"/>
              <a:ext cx="154494" cy="15449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Text Box 70">
                  <a:extLst>
                    <a:ext uri="{FF2B5EF4-FFF2-40B4-BE49-F238E27FC236}">
                      <a16:creationId xmlns:a16="http://schemas.microsoft.com/office/drawing/2014/main" id="{6D9898B8-997C-F285-92FE-5D9674A8F7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44309" y="4612113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4" name="Text Box 70">
                  <a:extLst>
                    <a:ext uri="{FF2B5EF4-FFF2-40B4-BE49-F238E27FC236}">
                      <a16:creationId xmlns:a16="http://schemas.microsoft.com/office/drawing/2014/main" id="{6D9898B8-997C-F285-92FE-5D9674A8F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44309" y="4612113"/>
                  <a:ext cx="557973" cy="461665"/>
                </a:xfrm>
                <a:prstGeom prst="rect">
                  <a:avLst/>
                </a:prstGeom>
                <a:blipFill>
                  <a:blip r:embed="rId5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Text Box 70">
                  <a:extLst>
                    <a:ext uri="{FF2B5EF4-FFF2-40B4-BE49-F238E27FC236}">
                      <a16:creationId xmlns:a16="http://schemas.microsoft.com/office/drawing/2014/main" id="{0B7D43A6-B068-E764-EFCE-390F8A8B0B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27569" y="4612113"/>
                  <a:ext cx="64293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b="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5" name="Text Box 70">
                  <a:extLst>
                    <a:ext uri="{FF2B5EF4-FFF2-40B4-BE49-F238E27FC236}">
                      <a16:creationId xmlns:a16="http://schemas.microsoft.com/office/drawing/2014/main" id="{0B7D43A6-B068-E764-EFCE-390F8A8B0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27569" y="4612113"/>
                  <a:ext cx="642932" cy="461665"/>
                </a:xfrm>
                <a:prstGeom prst="rect">
                  <a:avLst/>
                </a:prstGeom>
                <a:blipFill>
                  <a:blip r:embed="rId5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6" name="Text Box 70">
                  <a:extLst>
                    <a:ext uri="{FF2B5EF4-FFF2-40B4-BE49-F238E27FC236}">
                      <a16:creationId xmlns:a16="http://schemas.microsoft.com/office/drawing/2014/main" id="{58D9F0A4-CA84-5941-C029-8BE5CFC394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53943" y="4966927"/>
                  <a:ext cx="386644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6" name="Text Box 70">
                  <a:extLst>
                    <a:ext uri="{FF2B5EF4-FFF2-40B4-BE49-F238E27FC236}">
                      <a16:creationId xmlns:a16="http://schemas.microsoft.com/office/drawing/2014/main" id="{58D9F0A4-CA84-5941-C029-8BE5CFC39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53943" y="4966927"/>
                  <a:ext cx="386644" cy="523220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51FCCFBB-BF60-B964-1B34-AEE31C78E077}"/>
              </a:ext>
            </a:extLst>
          </p:cNvPr>
          <p:cNvSpPr txBox="1"/>
          <p:nvPr/>
        </p:nvSpPr>
        <p:spPr>
          <a:xfrm>
            <a:off x="360000" y="720000"/>
            <a:ext cx="10375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线译码器实现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16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9EF570A-3133-DFDE-3B2D-4B954685217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二进制译码器（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线 </a:t>
            </a:r>
            <a:r>
              <a:rPr lang="en-US" altLang="zh-CN" sz="3000" dirty="0">
                <a:solidFill>
                  <a:srgbClr val="FFFF00"/>
                </a:solidFill>
              </a:rPr>
              <a:t>– 16 </a:t>
            </a:r>
            <a:r>
              <a:rPr lang="zh-CN" altLang="en-US" sz="3000" dirty="0">
                <a:solidFill>
                  <a:srgbClr val="FFFF00"/>
                </a:solidFill>
              </a:rPr>
              <a:t>线）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75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823CB2AE-3012-8956-C967-BF78F6BBE899}"/>
              </a:ext>
            </a:extLst>
          </p:cNvPr>
          <p:cNvSpPr txBox="1"/>
          <p:nvPr/>
        </p:nvSpPr>
        <p:spPr>
          <a:xfrm>
            <a:off x="360000" y="720000"/>
            <a:ext cx="10375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8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线译码器实现任意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位二进制码的逻辑函数 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BEA6B8-895F-003C-FC25-4B5C8447B3C9}"/>
                  </a:ext>
                </a:extLst>
              </p:cNvPr>
              <p:cNvSpPr txBox="1"/>
              <p:nvPr/>
            </p:nvSpPr>
            <p:spPr>
              <a:xfrm>
                <a:off x="720000" y="2448000"/>
                <a:ext cx="5114650" cy="578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BEA6B8-895F-003C-FC25-4B5C8447B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448000"/>
                <a:ext cx="5114650" cy="578620"/>
              </a:xfrm>
              <a:prstGeom prst="rect">
                <a:avLst/>
              </a:prstGeom>
              <a:blipFill>
                <a:blip r:embed="rId3"/>
                <a:stretch>
                  <a:fillRect l="-2384" t="-2128" b="-29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6703804-EC06-9FA3-4F86-465C5FC2AFF9}"/>
                  </a:ext>
                </a:extLst>
              </p:cNvPr>
              <p:cNvSpPr txBox="1"/>
              <p:nvPr/>
            </p:nvSpPr>
            <p:spPr>
              <a:xfrm>
                <a:off x="720000" y="3240000"/>
                <a:ext cx="4537809" cy="2102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en-US" altLang="zh-CN" sz="28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8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altLang="zh-CN" sz="2800" b="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altLang="zh-CN" sz="2800" b="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(2,3,4,6)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6703804-EC06-9FA3-4F86-465C5FC2A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240000"/>
                <a:ext cx="4537809" cy="2102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5118025E-1C14-E9ED-3A40-04166DB653C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552A3D81-B179-E237-1AD8-94FBB06A54E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6" name="箭头: 五边形 85">
                <a:extLst>
                  <a:ext uri="{FF2B5EF4-FFF2-40B4-BE49-F238E27FC236}">
                    <a16:creationId xmlns:a16="http://schemas.microsoft.com/office/drawing/2014/main" id="{C9A3F991-7F37-D498-1208-7C0B10DE6CA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箭头: V 形 86">
                <a:extLst>
                  <a:ext uri="{FF2B5EF4-FFF2-40B4-BE49-F238E27FC236}">
                    <a16:creationId xmlns:a16="http://schemas.microsoft.com/office/drawing/2014/main" id="{EEB767B2-36E6-0824-EF50-C7B3518C7D0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5" name="灯片编号占位符 3">
              <a:extLst>
                <a:ext uri="{FF2B5EF4-FFF2-40B4-BE49-F238E27FC236}">
                  <a16:creationId xmlns:a16="http://schemas.microsoft.com/office/drawing/2014/main" id="{FECF7BAD-1ACB-F0CD-CF33-4D9A20DCA2E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65B5F1E3-97AD-50DD-4F5E-15F1984B9696}"/>
              </a:ext>
            </a:extLst>
          </p:cNvPr>
          <p:cNvGrpSpPr/>
          <p:nvPr/>
        </p:nvGrpSpPr>
        <p:grpSpPr>
          <a:xfrm>
            <a:off x="6048000" y="1548000"/>
            <a:ext cx="5975432" cy="4259597"/>
            <a:chOff x="6074237" y="1518416"/>
            <a:chExt cx="5975432" cy="4259597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26643C9A-A0B1-189A-B738-B8209513A05C}"/>
                </a:ext>
              </a:extLst>
            </p:cNvPr>
            <p:cNvSpPr/>
            <p:nvPr/>
          </p:nvSpPr>
          <p:spPr>
            <a:xfrm>
              <a:off x="11321697" y="370247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 Box 70">
                  <a:extLst>
                    <a:ext uri="{FF2B5EF4-FFF2-40B4-BE49-F238E27FC236}">
                      <a16:creationId xmlns:a16="http://schemas.microsoft.com/office/drawing/2014/main" id="{4334E291-C7AB-106B-0816-8D6D6E97F4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11729" y="3565014"/>
                  <a:ext cx="43794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 Box 70">
                  <a:extLst>
                    <a:ext uri="{FF2B5EF4-FFF2-40B4-BE49-F238E27FC236}">
                      <a16:creationId xmlns:a16="http://schemas.microsoft.com/office/drawing/2014/main" id="{4334E291-C7AB-106B-0816-8D6D6E97F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611729" y="3565014"/>
                  <a:ext cx="43794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 Box 58">
              <a:extLst>
                <a:ext uri="{FF2B5EF4-FFF2-40B4-BE49-F238E27FC236}">
                  <a16:creationId xmlns:a16="http://schemas.microsoft.com/office/drawing/2014/main" id="{D0CFC6E5-586F-3CB7-F53A-C0DC0E040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9840" y="1518416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8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74x138</a:t>
              </a:r>
              <a:endPara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Line 60">
              <a:extLst>
                <a:ext uri="{FF2B5EF4-FFF2-40B4-BE49-F238E27FC236}">
                  <a16:creationId xmlns:a16="http://schemas.microsoft.com/office/drawing/2014/main" id="{CFAE03D8-A919-0F33-7F37-2E20A9354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5" y="3425275"/>
              <a:ext cx="4746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D09EECA4-0CD6-8E66-050D-ED4D9B98C8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28953" y="1671249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70">
                  <a:extLst>
                    <a:ext uri="{FF2B5EF4-FFF2-40B4-BE49-F238E27FC236}">
                      <a16:creationId xmlns:a16="http://schemas.microsoft.com/office/drawing/2014/main" id="{D09EECA4-0CD6-8E66-050D-ED4D9B98C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28953" y="1671249"/>
                  <a:ext cx="576263" cy="461963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A64967C-7400-4782-BB81-C5BB6FE01D7E}"/>
                </a:ext>
              </a:extLst>
            </p:cNvPr>
            <p:cNvSpPr/>
            <p:nvPr/>
          </p:nvSpPr>
          <p:spPr>
            <a:xfrm>
              <a:off x="9687141" y="183600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F0E04DD-D02F-A5B2-7050-58AA7E768AD8}"/>
                </a:ext>
              </a:extLst>
            </p:cNvPr>
            <p:cNvSpPr/>
            <p:nvPr/>
          </p:nvSpPr>
          <p:spPr>
            <a:xfrm>
              <a:off x="9687141" y="3331903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01CAABF-B0D2-3B53-E063-75E338679D89}"/>
                </a:ext>
              </a:extLst>
            </p:cNvPr>
            <p:cNvSpPr/>
            <p:nvPr/>
          </p:nvSpPr>
          <p:spPr>
            <a:xfrm>
              <a:off x="9687141" y="283327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E8F0C7E-CB41-3032-8DAA-EA9E41C30FAE}"/>
                </a:ext>
              </a:extLst>
            </p:cNvPr>
            <p:cNvSpPr/>
            <p:nvPr/>
          </p:nvSpPr>
          <p:spPr>
            <a:xfrm>
              <a:off x="9687141" y="233463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Line 60">
              <a:extLst>
                <a:ext uri="{FF2B5EF4-FFF2-40B4-BE49-F238E27FC236}">
                  <a16:creationId xmlns:a16="http://schemas.microsoft.com/office/drawing/2014/main" id="{F178C5FD-22AC-1CC7-EB43-6588F245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5" y="2921999"/>
              <a:ext cx="6555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5CEFD655-22FE-FDF6-6807-33654DD28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5" y="2428009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" name="Line 60">
              <a:extLst>
                <a:ext uri="{FF2B5EF4-FFF2-40B4-BE49-F238E27FC236}">
                  <a16:creationId xmlns:a16="http://schemas.microsoft.com/office/drawing/2014/main" id="{DA309560-3005-D40C-9765-5EE7F6C39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4" y="1929377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F933C6EA-4581-012B-7F2D-A4876E4DB4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0741" y="2170596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F933C6EA-4581-012B-7F2D-A4876E4DB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0741" y="2170596"/>
                  <a:ext cx="550856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E7501D7C-6439-209A-7EC6-8FAF3EC6AD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3846" y="2664586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E7501D7C-6439-209A-7EC6-8FAF3EC6A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3846" y="2664586"/>
                  <a:ext cx="55797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BE1A7B61-936A-8190-1520-15F1C68713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3846" y="3161531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BE1A7B61-936A-8190-1520-15F1C6871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3846" y="3161531"/>
                  <a:ext cx="557973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FFEFF54-C59B-CEC4-0F45-EB9670C607E7}"/>
                </a:ext>
              </a:extLst>
            </p:cNvPr>
            <p:cNvSpPr/>
            <p:nvPr/>
          </p:nvSpPr>
          <p:spPr>
            <a:xfrm>
              <a:off x="7113096" y="183136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44F7A503-A1D4-10A0-5A06-8340F9F22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1589" y="4907638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" name="Line 60">
              <a:extLst>
                <a:ext uri="{FF2B5EF4-FFF2-40B4-BE49-F238E27FC236}">
                  <a16:creationId xmlns:a16="http://schemas.microsoft.com/office/drawing/2014/main" id="{DEFC9BA9-36C8-55E6-299F-BEEB13E75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1589" y="4410693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1" name="Line 60">
              <a:extLst>
                <a:ext uri="{FF2B5EF4-FFF2-40B4-BE49-F238E27FC236}">
                  <a16:creationId xmlns:a16="http://schemas.microsoft.com/office/drawing/2014/main" id="{94162A3D-96AE-E412-5058-786034104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0862" y="1924733"/>
              <a:ext cx="3988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48778EA7-A2A6-8791-CA95-483AFFC82E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9161" y="1673005"/>
                  <a:ext cx="57342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70">
                  <a:extLst>
                    <a:ext uri="{FF2B5EF4-FFF2-40B4-BE49-F238E27FC236}">
                      <a16:creationId xmlns:a16="http://schemas.microsoft.com/office/drawing/2014/main" id="{48778EA7-A2A6-8791-CA95-483AFFC82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9161" y="1673005"/>
                  <a:ext cx="573426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75944654-ACE3-5CD0-0257-0A7F9B5A5E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06468" y="4150271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75944654-ACE3-5CD0-0257-0A7F9B5A5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6468" y="4150271"/>
                  <a:ext cx="602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2B0FAEF0-4D07-A2D4-712D-7787C49144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11276" y="4650225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2B0FAEF0-4D07-A2D4-712D-7787C4914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11276" y="4650225"/>
                  <a:ext cx="59548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3CD4165A-9520-5548-1312-DB11D9E221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01806" y="4150271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70">
                  <a:extLst>
                    <a:ext uri="{FF2B5EF4-FFF2-40B4-BE49-F238E27FC236}">
                      <a16:creationId xmlns:a16="http://schemas.microsoft.com/office/drawing/2014/main" id="{3CD4165A-9520-5548-1312-DB11D9E22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1806" y="4150271"/>
                  <a:ext cx="602601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0459D5C5-BE0E-11AB-DA62-22E403A392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06614" y="4650225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0459D5C5-BE0E-11AB-DA62-22E403A392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6614" y="4650225"/>
                  <a:ext cx="595484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60">
              <a:extLst>
                <a:ext uri="{FF2B5EF4-FFF2-40B4-BE49-F238E27FC236}">
                  <a16:creationId xmlns:a16="http://schemas.microsoft.com/office/drawing/2014/main" id="{D5FF92F6-9721-EDA6-5843-7C3446810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5" y="5374929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28642AD7-2A54-C638-0A9E-0E220BB941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28953" y="3620903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 Box 70">
                  <a:extLst>
                    <a:ext uri="{FF2B5EF4-FFF2-40B4-BE49-F238E27FC236}">
                      <a16:creationId xmlns:a16="http://schemas.microsoft.com/office/drawing/2014/main" id="{28642AD7-2A54-C638-0A9E-0E220BB94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28953" y="3620903"/>
                  <a:ext cx="557973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F0A089C-5533-3021-F92C-F0880D7D7AD5}"/>
                </a:ext>
              </a:extLst>
            </p:cNvPr>
            <p:cNvSpPr/>
            <p:nvPr/>
          </p:nvSpPr>
          <p:spPr>
            <a:xfrm>
              <a:off x="9687141" y="3785659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C3D9C6B-D86D-1712-5416-D90F1E86A236}"/>
                </a:ext>
              </a:extLst>
            </p:cNvPr>
            <p:cNvSpPr/>
            <p:nvPr/>
          </p:nvSpPr>
          <p:spPr>
            <a:xfrm>
              <a:off x="9687141" y="528155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2212D89-BA31-75C8-89A0-E478C684D8DE}"/>
                </a:ext>
              </a:extLst>
            </p:cNvPr>
            <p:cNvSpPr/>
            <p:nvPr/>
          </p:nvSpPr>
          <p:spPr>
            <a:xfrm>
              <a:off x="9687141" y="478292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D085446-40E6-2DA7-2B04-71FDF331C1E9}"/>
                </a:ext>
              </a:extLst>
            </p:cNvPr>
            <p:cNvSpPr/>
            <p:nvPr/>
          </p:nvSpPr>
          <p:spPr>
            <a:xfrm>
              <a:off x="9687141" y="428429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Line 60">
              <a:extLst>
                <a:ext uri="{FF2B5EF4-FFF2-40B4-BE49-F238E27FC236}">
                  <a16:creationId xmlns:a16="http://schemas.microsoft.com/office/drawing/2014/main" id="{5E5423F6-DDBB-9B15-E7F7-596B27B8B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5" y="4871653"/>
              <a:ext cx="4814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" name="Line 60">
              <a:extLst>
                <a:ext uri="{FF2B5EF4-FFF2-40B4-BE49-F238E27FC236}">
                  <a16:creationId xmlns:a16="http://schemas.microsoft.com/office/drawing/2014/main" id="{140593F4-CC73-CCA5-239E-5F79DFB0B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69120" y="4377661"/>
              <a:ext cx="246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C0D9F14B-6210-A056-A782-C11B4810C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73884" y="3879031"/>
              <a:ext cx="7927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92576D59-90D4-95EB-52D8-DCBA055D94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0741" y="4120250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92576D59-90D4-95EB-52D8-DCBA055D9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0741" y="4120250"/>
                  <a:ext cx="557973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6FF35F06-31EE-85DF-4418-EECB75838A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3846" y="4614240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70">
                  <a:extLst>
                    <a:ext uri="{FF2B5EF4-FFF2-40B4-BE49-F238E27FC236}">
                      <a16:creationId xmlns:a16="http://schemas.microsoft.com/office/drawing/2014/main" id="{6FF35F06-31EE-85DF-4418-EECB75838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3846" y="4614240"/>
                  <a:ext cx="557973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93AB3EC4-D759-B40E-7E45-5176D5A355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3846" y="5111185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id="{93AB3EC4-D759-B40E-7E45-5176D5A35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3846" y="5111185"/>
                  <a:ext cx="557973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AA4CC75-F1B7-CF60-D9D6-17CF1AB35F45}"/>
                </a:ext>
              </a:extLst>
            </p:cNvPr>
            <p:cNvSpPr/>
            <p:nvPr/>
          </p:nvSpPr>
          <p:spPr>
            <a:xfrm>
              <a:off x="7112451" y="233070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Line 60">
              <a:extLst>
                <a:ext uri="{FF2B5EF4-FFF2-40B4-BE49-F238E27FC236}">
                  <a16:creationId xmlns:a16="http://schemas.microsoft.com/office/drawing/2014/main" id="{1B3AB440-D704-963A-8F39-E7AD61BE5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0217" y="2424079"/>
              <a:ext cx="3994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70">
                  <a:extLst>
                    <a:ext uri="{FF2B5EF4-FFF2-40B4-BE49-F238E27FC236}">
                      <a16:creationId xmlns:a16="http://schemas.microsoft.com/office/drawing/2014/main" id="{E22A1FA3-2446-7147-C404-B401FE13E9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8516" y="2172351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 Box 70">
                  <a:extLst>
                    <a:ext uri="{FF2B5EF4-FFF2-40B4-BE49-F238E27FC236}">
                      <a16:creationId xmlns:a16="http://schemas.microsoft.com/office/drawing/2014/main" id="{E22A1FA3-2446-7147-C404-B401FE13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8516" y="2172351"/>
                  <a:ext cx="58054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Line 60">
              <a:extLst>
                <a:ext uri="{FF2B5EF4-FFF2-40B4-BE49-F238E27FC236}">
                  <a16:creationId xmlns:a16="http://schemas.microsoft.com/office/drawing/2014/main" id="{CF8F2717-2078-0051-10FB-03E4BA35C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0680" y="2920321"/>
              <a:ext cx="6585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235659CC-002F-E221-76E3-98D5700764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8516" y="2668593"/>
                  <a:ext cx="58054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235659CC-002F-E221-76E3-98D570076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8516" y="2668593"/>
                  <a:ext cx="580544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4447113F-784D-76F8-012D-AEDE31489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1898" y="5389614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3C5F00A8-E9FF-72A8-8326-F37AC29AD4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11585" y="5132201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 Box 70">
                  <a:extLst>
                    <a:ext uri="{FF2B5EF4-FFF2-40B4-BE49-F238E27FC236}">
                      <a16:creationId xmlns:a16="http://schemas.microsoft.com/office/drawing/2014/main" id="{3C5F00A8-E9FF-72A8-8326-F37AC29AD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11585" y="5132201"/>
                  <a:ext cx="602601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 Box 70">
                  <a:extLst>
                    <a:ext uri="{FF2B5EF4-FFF2-40B4-BE49-F238E27FC236}">
                      <a16:creationId xmlns:a16="http://schemas.microsoft.com/office/drawing/2014/main" id="{C7F56D05-DF36-1064-B599-D4E99E9157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06923" y="5132201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 Box 70">
                  <a:extLst>
                    <a:ext uri="{FF2B5EF4-FFF2-40B4-BE49-F238E27FC236}">
                      <a16:creationId xmlns:a16="http://schemas.microsoft.com/office/drawing/2014/main" id="{C7F56D05-DF36-1064-B599-D4E99E915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6923" y="5132201"/>
                  <a:ext cx="602601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Line 11">
              <a:extLst>
                <a:ext uri="{FF2B5EF4-FFF2-40B4-BE49-F238E27FC236}">
                  <a16:creationId xmlns:a16="http://schemas.microsoft.com/office/drawing/2014/main" id="{1E3A2556-F1D9-90EC-F668-B1864293F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07388" y="3795847"/>
              <a:ext cx="188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AutoShape 26">
              <a:extLst>
                <a:ext uri="{FF2B5EF4-FFF2-40B4-BE49-F238E27FC236}">
                  <a16:creationId xmlns:a16="http://schemas.microsoft.com/office/drawing/2014/main" id="{489A23CC-7D39-519E-B3F1-246147163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0978" y="3506120"/>
              <a:ext cx="539750" cy="593725"/>
            </a:xfrm>
            <a:prstGeom prst="flowChartDelay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0FC6ED49-B373-8C23-6343-879BC57B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9392" y="3724280"/>
              <a:ext cx="431586" cy="32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8D3E465F-BD1E-0164-D689-715E7DB4B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9471" y="3589418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969A713C-9B5D-A717-9250-FA87594B8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9471" y="3879505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858AAE64-E38A-F2D7-B08E-8DF4DA6A1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8547" y="4023895"/>
              <a:ext cx="422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1" name="Line 60">
              <a:extLst>
                <a:ext uri="{FF2B5EF4-FFF2-40B4-BE49-F238E27FC236}">
                  <a16:creationId xmlns:a16="http://schemas.microsoft.com/office/drawing/2014/main" id="{B8C2A455-7153-FC6F-A6D9-9971776EB2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76173" y="3256029"/>
              <a:ext cx="7065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3" name="Line 60">
              <a:extLst>
                <a:ext uri="{FF2B5EF4-FFF2-40B4-BE49-F238E27FC236}">
                  <a16:creationId xmlns:a16="http://schemas.microsoft.com/office/drawing/2014/main" id="{F8D854E7-CAB4-9B0B-89B3-055F47D0E6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86594" y="3574619"/>
              <a:ext cx="3374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4" name="Line 60">
              <a:extLst>
                <a:ext uri="{FF2B5EF4-FFF2-40B4-BE49-F238E27FC236}">
                  <a16:creationId xmlns:a16="http://schemas.microsoft.com/office/drawing/2014/main" id="{F026CDEA-82C3-9397-F9D3-CF29680A9D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12660" y="4448448"/>
              <a:ext cx="8852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dirty="0"/>
            </a:p>
          </p:txBody>
        </p:sp>
        <p:sp>
          <p:nvSpPr>
            <p:cNvPr id="75" name="Line 60">
              <a:extLst>
                <a:ext uri="{FF2B5EF4-FFF2-40B4-BE49-F238E27FC236}">
                  <a16:creationId xmlns:a16="http://schemas.microsoft.com/office/drawing/2014/main" id="{AF3D938E-F215-60C6-DC75-CD35994FCC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55068" y="2265175"/>
              <a:ext cx="718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6" name="Line 60">
              <a:extLst>
                <a:ext uri="{FF2B5EF4-FFF2-40B4-BE49-F238E27FC236}">
                  <a16:creationId xmlns:a16="http://schemas.microsoft.com/office/drawing/2014/main" id="{6DFC87FC-F9E1-80BD-B864-9D179644A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352" y="2632261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 Box 70">
                  <a:extLst>
                    <a:ext uri="{FF2B5EF4-FFF2-40B4-BE49-F238E27FC236}">
                      <a16:creationId xmlns:a16="http://schemas.microsoft.com/office/drawing/2014/main" id="{53C2CE04-B92A-E25C-67B3-1D461F133B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74237" y="2665280"/>
                  <a:ext cx="65768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cc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 Box 70">
                  <a:extLst>
                    <a:ext uri="{FF2B5EF4-FFF2-40B4-BE49-F238E27FC236}">
                      <a16:creationId xmlns:a16="http://schemas.microsoft.com/office/drawing/2014/main" id="{53C2CE04-B92A-E25C-67B3-1D461F133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4237" y="2665280"/>
                  <a:ext cx="657680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1E6C1B2C-B21E-5CCB-3E82-F653088EBF21}"/>
                </a:ext>
              </a:extLst>
            </p:cNvPr>
            <p:cNvSpPr/>
            <p:nvPr/>
          </p:nvSpPr>
          <p:spPr>
            <a:xfrm>
              <a:off x="6666036" y="2374662"/>
              <a:ext cx="100124" cy="1001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1465390C-75F5-0D35-A2F1-A5B31EA927F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F8820CF-9B32-B0FD-0CD9-E80BC64152BB}"/>
                  </a:ext>
                </a:extLst>
              </p:cNvPr>
              <p:cNvSpPr txBox="1"/>
              <p:nvPr/>
            </p:nvSpPr>
            <p:spPr>
              <a:xfrm>
                <a:off x="9782560" y="3909121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F8820CF-9B32-B0FD-0CD9-E80BC641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560" y="3909121"/>
                <a:ext cx="442176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01A319F-3A95-7F16-53BC-CF91C7C48767}"/>
                  </a:ext>
                </a:extLst>
              </p:cNvPr>
              <p:cNvSpPr txBox="1"/>
              <p:nvPr/>
            </p:nvSpPr>
            <p:spPr>
              <a:xfrm>
                <a:off x="9774077" y="3459244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01A319F-3A95-7F16-53BC-CF91C7C48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077" y="3459244"/>
                <a:ext cx="442176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B53290A-E8AE-4FA2-5893-36F73C78E3F4}"/>
                  </a:ext>
                </a:extLst>
              </p:cNvPr>
              <p:cNvSpPr txBox="1"/>
              <p:nvPr/>
            </p:nvSpPr>
            <p:spPr>
              <a:xfrm>
                <a:off x="9760024" y="2979011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B53290A-E8AE-4FA2-5893-36F73C78E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024" y="2979011"/>
                <a:ext cx="442176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F9A1C95-98BF-9AF8-C9B0-16A0A85E7A5B}"/>
                  </a:ext>
                </a:extLst>
              </p:cNvPr>
              <p:cNvSpPr txBox="1"/>
              <p:nvPr/>
            </p:nvSpPr>
            <p:spPr>
              <a:xfrm>
                <a:off x="9774077" y="4910521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F9A1C95-98BF-9AF8-C9B0-16A0A85E7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077" y="4910521"/>
                <a:ext cx="442176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F8B645E-7890-30AB-B852-BD70A76002EC}"/>
                  </a:ext>
                </a:extLst>
              </p:cNvPr>
              <p:cNvSpPr txBox="1"/>
              <p:nvPr/>
            </p:nvSpPr>
            <p:spPr>
              <a:xfrm>
                <a:off x="6651689" y="1571965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F8B645E-7890-30AB-B852-BD70A7600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689" y="1571965"/>
                <a:ext cx="442176" cy="400110"/>
              </a:xfrm>
              <a:prstGeom prst="rect">
                <a:avLst/>
              </a:prstGeom>
              <a:blipFill>
                <a:blip r:embed="rId28"/>
                <a:stretch>
                  <a:fillRect r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C865351-A05B-ACFF-5970-CB8C3C71243F}"/>
                  </a:ext>
                </a:extLst>
              </p:cNvPr>
              <p:cNvSpPr txBox="1"/>
              <p:nvPr/>
            </p:nvSpPr>
            <p:spPr>
              <a:xfrm>
                <a:off x="6647894" y="2066491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C865351-A05B-ACFF-5970-CB8C3C71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894" y="2066491"/>
                <a:ext cx="442176" cy="400110"/>
              </a:xfrm>
              <a:prstGeom prst="rect">
                <a:avLst/>
              </a:prstGeom>
              <a:blipFill>
                <a:blip r:embed="rId29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9234C38-E568-EB24-8ABF-AE7435DA0F28}"/>
                  </a:ext>
                </a:extLst>
              </p:cNvPr>
              <p:cNvSpPr txBox="1"/>
              <p:nvPr/>
            </p:nvSpPr>
            <p:spPr>
              <a:xfrm>
                <a:off x="6736457" y="2939570"/>
                <a:ext cx="4421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9234C38-E568-EB24-8ABF-AE7435DA0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57" y="2939570"/>
                <a:ext cx="442176" cy="400110"/>
              </a:xfrm>
              <a:prstGeom prst="rect">
                <a:avLst/>
              </a:prstGeom>
              <a:blipFill>
                <a:blip r:embed="rId30"/>
                <a:stretch>
                  <a:fillRect r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845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B0D8F43-C8D4-46B2-CBB4-1BB9AF622B0E}"/>
              </a:ext>
            </a:extLst>
          </p:cNvPr>
          <p:cNvSpPr txBox="1"/>
          <p:nvPr/>
        </p:nvSpPr>
        <p:spPr>
          <a:xfrm>
            <a:off x="360000" y="720000"/>
            <a:ext cx="10318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十进制译码器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8421BCD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码译成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个状态输出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4860D3C-1C8C-C714-79B9-9565E4D7B0D0}"/>
              </a:ext>
            </a:extLst>
          </p:cNvPr>
          <p:cNvGrpSpPr/>
          <p:nvPr/>
        </p:nvGrpSpPr>
        <p:grpSpPr>
          <a:xfrm>
            <a:off x="7560000" y="1440000"/>
            <a:ext cx="3612749" cy="4964614"/>
            <a:chOff x="5790387" y="1464322"/>
            <a:chExt cx="3612749" cy="4964614"/>
          </a:xfrm>
        </p:grpSpPr>
        <p:sp>
          <p:nvSpPr>
            <p:cNvPr id="9" name="Text Box 58">
              <a:extLst>
                <a:ext uri="{FF2B5EF4-FFF2-40B4-BE49-F238E27FC236}">
                  <a16:creationId xmlns:a16="http://schemas.microsoft.com/office/drawing/2014/main" id="{2FAA8AB2-3868-746E-9438-05BB4867F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8466" y="1464322"/>
              <a:ext cx="2763320" cy="496461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 </a:t>
              </a: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</a:t>
              </a: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十进制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60">
              <a:extLst>
                <a:ext uri="{FF2B5EF4-FFF2-40B4-BE49-F238E27FC236}">
                  <a16:creationId xmlns:a16="http://schemas.microsoft.com/office/drawing/2014/main" id="{F6055DB2-B80D-50F8-CBFB-9749C0A1E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30" y="3218348"/>
              <a:ext cx="2415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6F86D2B0-B02F-A429-7C73-B774CA2F15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0364" y="1464322"/>
                  <a:ext cx="576263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6F86D2B0-B02F-A429-7C73-B774CA2F1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0364" y="1464322"/>
                  <a:ext cx="576263" cy="461963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3D0E57C-7AE9-EAF4-DF52-03678BAEC6F0}"/>
                </a:ext>
              </a:extLst>
            </p:cNvPr>
            <p:cNvSpPr/>
            <p:nvPr/>
          </p:nvSpPr>
          <p:spPr>
            <a:xfrm>
              <a:off x="8971785" y="162907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2971266-9E98-E01B-DF36-BCE1E7A85B08}"/>
                </a:ext>
              </a:extLst>
            </p:cNvPr>
            <p:cNvSpPr/>
            <p:nvPr/>
          </p:nvSpPr>
          <p:spPr>
            <a:xfrm>
              <a:off x="8971785" y="312497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5BABA22-0F2C-5EA6-C6E5-1D11F8502C27}"/>
                </a:ext>
              </a:extLst>
            </p:cNvPr>
            <p:cNvSpPr/>
            <p:nvPr/>
          </p:nvSpPr>
          <p:spPr>
            <a:xfrm>
              <a:off x="8971785" y="2626343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16D8B9F-07E9-9E55-CD40-E613B32AA6B5}"/>
                </a:ext>
              </a:extLst>
            </p:cNvPr>
            <p:cNvSpPr/>
            <p:nvPr/>
          </p:nvSpPr>
          <p:spPr>
            <a:xfrm>
              <a:off x="8971785" y="212771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0">
              <a:extLst>
                <a:ext uri="{FF2B5EF4-FFF2-40B4-BE49-F238E27FC236}">
                  <a16:creationId xmlns:a16="http://schemas.microsoft.com/office/drawing/2014/main" id="{B35A46E8-EDDD-D3A1-8805-CA4033C73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29" y="2715072"/>
              <a:ext cx="2415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Line 60">
              <a:extLst>
                <a:ext uri="{FF2B5EF4-FFF2-40B4-BE49-F238E27FC236}">
                  <a16:creationId xmlns:a16="http://schemas.microsoft.com/office/drawing/2014/main" id="{F93D7F94-FE20-B815-1826-85166A7AC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29" y="222108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7CA00DC1-DE70-4DB3-8D70-08E26142C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28" y="1722450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197E5A33-7B18-39AE-04FA-BBDCA06FA6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2152" y="1963669"/>
                  <a:ext cx="5508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70">
                  <a:extLst>
                    <a:ext uri="{FF2B5EF4-FFF2-40B4-BE49-F238E27FC236}">
                      <a16:creationId xmlns:a16="http://schemas.microsoft.com/office/drawing/2014/main" id="{197E5A33-7B18-39AE-04FA-BBDCA06FA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2152" y="1963669"/>
                  <a:ext cx="550856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158D0F07-0AFB-1AE6-8B41-D1D5A982C1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5257" y="2457659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70">
                  <a:extLst>
                    <a:ext uri="{FF2B5EF4-FFF2-40B4-BE49-F238E27FC236}">
                      <a16:creationId xmlns:a16="http://schemas.microsoft.com/office/drawing/2014/main" id="{158D0F07-0AFB-1AE6-8B41-D1D5A982C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5257" y="2457659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FD10F126-3DCB-CFD6-B7E2-939A389B17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5257" y="295460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FD10F126-3DCB-CFD6-B7E2-939A389B1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5257" y="2954604"/>
                  <a:ext cx="55797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87642C0D-4EC8-B693-D5AD-4DCA42A7B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29" y="5168002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D2F874DD-15C2-05C7-6EC5-9DCBDE6AB7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0364" y="3413976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D2F874DD-15C2-05C7-6EC5-9DCBDE6AB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0364" y="3413976"/>
                  <a:ext cx="55797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CAB609B7-2A58-D083-53F8-3E089F5CDA80}"/>
                </a:ext>
              </a:extLst>
            </p:cNvPr>
            <p:cNvSpPr/>
            <p:nvPr/>
          </p:nvSpPr>
          <p:spPr>
            <a:xfrm>
              <a:off x="8971785" y="357873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E1109A4-4618-C031-5D51-E9A24AF8AE97}"/>
                </a:ext>
              </a:extLst>
            </p:cNvPr>
            <p:cNvSpPr/>
            <p:nvPr/>
          </p:nvSpPr>
          <p:spPr>
            <a:xfrm>
              <a:off x="8971785" y="507463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3DCD0A02-D744-8C41-0A4F-5CD22A166890}"/>
                </a:ext>
              </a:extLst>
            </p:cNvPr>
            <p:cNvSpPr/>
            <p:nvPr/>
          </p:nvSpPr>
          <p:spPr>
            <a:xfrm>
              <a:off x="8971785" y="457599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F2890F5-E04A-30CB-8F71-914A62A64789}"/>
                </a:ext>
              </a:extLst>
            </p:cNvPr>
            <p:cNvSpPr/>
            <p:nvPr/>
          </p:nvSpPr>
          <p:spPr>
            <a:xfrm>
              <a:off x="8971785" y="407736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Line 60">
              <a:extLst>
                <a:ext uri="{FF2B5EF4-FFF2-40B4-BE49-F238E27FC236}">
                  <a16:creationId xmlns:a16="http://schemas.microsoft.com/office/drawing/2014/main" id="{0491AC23-0930-E447-D9A3-5184C1146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30" y="4664726"/>
              <a:ext cx="2415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7C94954A-D20E-DF17-B486-E7B8AF1FA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53764" y="4170734"/>
              <a:ext cx="246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Line 60">
              <a:extLst>
                <a:ext uri="{FF2B5EF4-FFF2-40B4-BE49-F238E27FC236}">
                  <a16:creationId xmlns:a16="http://schemas.microsoft.com/office/drawing/2014/main" id="{6C61FF35-8092-D043-A07E-015D3DA1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8528" y="367210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837E7C7D-7527-F985-A7C9-3E3677EAFC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2152" y="3913323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837E7C7D-7527-F985-A7C9-3E3677EAF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2152" y="3913323"/>
                  <a:ext cx="55797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833BEE3F-4534-FFC1-B69B-97C9830BD1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5257" y="4407313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833BEE3F-4534-FFC1-B69B-97C9830BD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5257" y="4407313"/>
                  <a:ext cx="557973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73C973DC-FFC4-B792-3B25-15A7DC380D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5257" y="4904258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73C973DC-FFC4-B792-3B25-15A7DC380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5257" y="4904258"/>
                  <a:ext cx="55797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A846C41F-0E01-38D0-CD27-AE94F9503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61629" y="6157523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782CB93-18D4-39D8-51B9-0A44E25063B9}"/>
                </a:ext>
              </a:extLst>
            </p:cNvPr>
            <p:cNvSpPr/>
            <p:nvPr/>
          </p:nvSpPr>
          <p:spPr>
            <a:xfrm>
              <a:off x="8974885" y="606415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021107F-4F7D-F9AE-72A2-1C22AA49EED8}"/>
                </a:ext>
              </a:extLst>
            </p:cNvPr>
            <p:cNvSpPr/>
            <p:nvPr/>
          </p:nvSpPr>
          <p:spPr>
            <a:xfrm>
              <a:off x="8974885" y="556551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Line 60">
              <a:extLst>
                <a:ext uri="{FF2B5EF4-FFF2-40B4-BE49-F238E27FC236}">
                  <a16:creationId xmlns:a16="http://schemas.microsoft.com/office/drawing/2014/main" id="{224ABF18-CC0C-72B6-F314-75FBBB0E2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61630" y="5654247"/>
              <a:ext cx="2384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 Box 70">
                  <a:extLst>
                    <a:ext uri="{FF2B5EF4-FFF2-40B4-BE49-F238E27FC236}">
                      <a16:creationId xmlns:a16="http://schemas.microsoft.com/office/drawing/2014/main" id="{C684968B-2C83-9C56-BD6E-8281763EB4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8357" y="5396834"/>
                  <a:ext cx="55797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 Box 70">
                  <a:extLst>
                    <a:ext uri="{FF2B5EF4-FFF2-40B4-BE49-F238E27FC236}">
                      <a16:creationId xmlns:a16="http://schemas.microsoft.com/office/drawing/2014/main" id="{C684968B-2C83-9C56-BD6E-8281763EB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8357" y="5396834"/>
                  <a:ext cx="557973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 Box 70">
                  <a:extLst>
                    <a:ext uri="{FF2B5EF4-FFF2-40B4-BE49-F238E27FC236}">
                      <a16:creationId xmlns:a16="http://schemas.microsoft.com/office/drawing/2014/main" id="{8E88BB2E-BE0D-E2F3-001E-3565F44EEA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78357" y="5893779"/>
                  <a:ext cx="55156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 Box 70">
                  <a:extLst>
                    <a:ext uri="{FF2B5EF4-FFF2-40B4-BE49-F238E27FC236}">
                      <a16:creationId xmlns:a16="http://schemas.microsoft.com/office/drawing/2014/main" id="{8E88BB2E-BE0D-E2F3-001E-3565F44EE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78357" y="5893779"/>
                  <a:ext cx="551561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60">
              <a:extLst>
                <a:ext uri="{FF2B5EF4-FFF2-40B4-BE49-F238E27FC236}">
                  <a16:creationId xmlns:a16="http://schemas.microsoft.com/office/drawing/2014/main" id="{76BE9EC5-5669-CAEA-964F-AC158C961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0387" y="3677094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" name="Line 60">
              <a:extLst>
                <a:ext uri="{FF2B5EF4-FFF2-40B4-BE49-F238E27FC236}">
                  <a16:creationId xmlns:a16="http://schemas.microsoft.com/office/drawing/2014/main" id="{18041F1B-1D92-92ED-3860-24E069D6E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0387" y="303946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D46E3CCD-E3CC-FBD8-6C91-710E32927D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5266" y="2779047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D46E3CCD-E3CC-FBD8-6C91-710E32927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25266" y="2779047"/>
                  <a:ext cx="602601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FDEE7CEA-5085-1936-FE6F-430127F190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30074" y="3419681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70">
                  <a:extLst>
                    <a:ext uri="{FF2B5EF4-FFF2-40B4-BE49-F238E27FC236}">
                      <a16:creationId xmlns:a16="http://schemas.microsoft.com/office/drawing/2014/main" id="{FDEE7CEA-5085-1936-FE6F-430127F19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30074" y="3419681"/>
                  <a:ext cx="595484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24916907-DE28-1D88-9565-F2D9C4FD3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0696" y="4299750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902E47AD-B473-9C59-A346-1A944571EC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30383" y="4042337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 Box 70">
                  <a:extLst>
                    <a:ext uri="{FF2B5EF4-FFF2-40B4-BE49-F238E27FC236}">
                      <a16:creationId xmlns:a16="http://schemas.microsoft.com/office/drawing/2014/main" id="{902E47AD-B473-9C59-A346-1A944571E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30383" y="4042337"/>
                  <a:ext cx="602601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Line 60">
              <a:extLst>
                <a:ext uri="{FF2B5EF4-FFF2-40B4-BE49-F238E27FC236}">
                  <a16:creationId xmlns:a16="http://schemas.microsoft.com/office/drawing/2014/main" id="{EB8C8AE7-D14C-B3A9-1DD0-E495E06CD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0696" y="492262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 Box 70">
                  <a:extLst>
                    <a:ext uri="{FF2B5EF4-FFF2-40B4-BE49-F238E27FC236}">
                      <a16:creationId xmlns:a16="http://schemas.microsoft.com/office/drawing/2014/main" id="{4A9EB5CF-B9BC-F77D-3176-3725007573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30383" y="4665209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 Box 70">
                  <a:extLst>
                    <a:ext uri="{FF2B5EF4-FFF2-40B4-BE49-F238E27FC236}">
                      <a16:creationId xmlns:a16="http://schemas.microsoft.com/office/drawing/2014/main" id="{4A9EB5CF-B9BC-F77D-3176-372500757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30383" y="4665209"/>
                  <a:ext cx="602601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3B33383-84D2-C941-E646-D3E3FB4A23A7}"/>
                  </a:ext>
                </a:extLst>
              </p:cNvPr>
              <p:cNvSpPr txBox="1"/>
              <p:nvPr/>
            </p:nvSpPr>
            <p:spPr>
              <a:xfrm>
                <a:off x="360001" y="1440000"/>
                <a:ext cx="5735999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个输入信号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组成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输入的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码对应的输出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有效（输出为低电平有效）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码以外的六个无效码，输出均为高电平</a:t>
                </a: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3B33383-84D2-C941-E646-D3E3FB4A2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440000"/>
                <a:ext cx="5735999" cy="2246769"/>
              </a:xfrm>
              <a:prstGeom prst="rect">
                <a:avLst/>
              </a:prstGeom>
              <a:blipFill>
                <a:blip r:embed="rId17"/>
                <a:stretch>
                  <a:fillRect l="-1382" t="-2168" r="-1275" b="-5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C87B5B1A-84F2-23F1-67A5-B376047456D5}"/>
                  </a:ext>
                </a:extLst>
              </p:cNvPr>
              <p:cNvSpPr txBox="1"/>
              <p:nvPr/>
            </p:nvSpPr>
            <p:spPr>
              <a:xfrm>
                <a:off x="360000" y="4680000"/>
                <a:ext cx="6709092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8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=0110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，对应十进制数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18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因此，输出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，其余输出为高电平</a:t>
                </a: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C87B5B1A-84F2-23F1-67A5-B37604745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680000"/>
                <a:ext cx="6709092" cy="1061829"/>
              </a:xfrm>
              <a:prstGeom prst="rect">
                <a:avLst/>
              </a:prstGeom>
              <a:blipFill>
                <a:blip r:embed="rId18"/>
                <a:stretch>
                  <a:fillRect t="-4598" r="-5904" b="-12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4DAC03C6-5076-C9C0-78B2-1B7EC5716DA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3E848BC-4FE8-F635-6779-F586519BF1F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6" name="箭头: 五边形 85">
                <a:extLst>
                  <a:ext uri="{FF2B5EF4-FFF2-40B4-BE49-F238E27FC236}">
                    <a16:creationId xmlns:a16="http://schemas.microsoft.com/office/drawing/2014/main" id="{386C0FFC-2D1A-DF15-B107-8DE43E57249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箭头: V 形 86">
                <a:extLst>
                  <a:ext uri="{FF2B5EF4-FFF2-40B4-BE49-F238E27FC236}">
                    <a16:creationId xmlns:a16="http://schemas.microsoft.com/office/drawing/2014/main" id="{983342D7-FA92-06F7-951E-5EE5EFFF4E4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5" name="灯片编号占位符 3">
              <a:extLst>
                <a:ext uri="{FF2B5EF4-FFF2-40B4-BE49-F238E27FC236}">
                  <a16:creationId xmlns:a16="http://schemas.microsoft.com/office/drawing/2014/main" id="{1EDF3AFD-A6C1-E203-E2AB-996323E539A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38CF8C92-0666-CFA5-0BC4-F8182F9B64B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 </a:t>
            </a:r>
            <a:r>
              <a:rPr lang="en-US" altLang="zh-CN" sz="3000" dirty="0">
                <a:solidFill>
                  <a:srgbClr val="FFFF00"/>
                </a:solidFill>
              </a:rPr>
              <a:t>– </a:t>
            </a:r>
            <a:r>
              <a:rPr lang="zh-CN" altLang="en-US" sz="3000" dirty="0">
                <a:solidFill>
                  <a:srgbClr val="FFFF00"/>
                </a:solidFill>
              </a:rPr>
              <a:t>十进制译码器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570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6294-F0FA-1632-0CC5-26082293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D5165FD1-3AA6-18FC-88FB-6CC8F2D9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00" y="1296000"/>
            <a:ext cx="3374359" cy="2051671"/>
          </a:xfrm>
          <a:prstGeom prst="rect">
            <a:avLst/>
          </a:prstGeom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1BA90658-AD16-22F5-BB74-D8625BFF9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5" r="7311"/>
          <a:stretch>
            <a:fillRect/>
          </a:stretch>
        </p:blipFill>
        <p:spPr bwMode="auto">
          <a:xfrm>
            <a:off x="6341165" y="1079121"/>
            <a:ext cx="4588202" cy="573023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94D6B8D-2537-A976-A37F-55D5EEE95D7C}"/>
              </a:ext>
            </a:extLst>
          </p:cNvPr>
          <p:cNvSpPr txBox="1"/>
          <p:nvPr/>
        </p:nvSpPr>
        <p:spPr>
          <a:xfrm>
            <a:off x="360000" y="720000"/>
            <a:ext cx="10318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十进制译码器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8421BCD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码译成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个状态输出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3549FC4-2306-35C6-8F2B-91A2F63CCA5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429F771C-7FC6-23BC-D16A-8D7FB832087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6" name="箭头: 五边形 85">
                <a:extLst>
                  <a:ext uri="{FF2B5EF4-FFF2-40B4-BE49-F238E27FC236}">
                    <a16:creationId xmlns:a16="http://schemas.microsoft.com/office/drawing/2014/main" id="{E85990B6-FAAF-69F3-2F0A-D51FD23163A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箭头: V 形 86">
                <a:extLst>
                  <a:ext uri="{FF2B5EF4-FFF2-40B4-BE49-F238E27FC236}">
                    <a16:creationId xmlns:a16="http://schemas.microsoft.com/office/drawing/2014/main" id="{3935BB3C-B3E0-66C4-3A84-4FDE6F85B96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5" name="灯片编号占位符 3">
              <a:extLst>
                <a:ext uri="{FF2B5EF4-FFF2-40B4-BE49-F238E27FC236}">
                  <a16:creationId xmlns:a16="http://schemas.microsoft.com/office/drawing/2014/main" id="{A2D300C0-446A-ADD9-4FED-1B5655F5D94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7C9508CA-099B-466C-622D-E2279C4188F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 </a:t>
            </a:r>
            <a:r>
              <a:rPr lang="en-US" altLang="zh-CN" sz="3000" dirty="0">
                <a:solidFill>
                  <a:srgbClr val="FFFF00"/>
                </a:solidFill>
              </a:rPr>
              <a:t>– </a:t>
            </a:r>
            <a:r>
              <a:rPr lang="zh-CN" altLang="en-US" sz="3000" dirty="0">
                <a:solidFill>
                  <a:srgbClr val="FFFF00"/>
                </a:solidFill>
              </a:rPr>
              <a:t>十进制译码器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76C3039-43BB-DA02-E7EA-37AAD46D76D4}"/>
              </a:ext>
            </a:extLst>
          </p:cNvPr>
          <p:cNvGrpSpPr/>
          <p:nvPr/>
        </p:nvGrpSpPr>
        <p:grpSpPr>
          <a:xfrm>
            <a:off x="360000" y="3240000"/>
            <a:ext cx="2987729" cy="3263900"/>
            <a:chOff x="360000" y="2880000"/>
            <a:chExt cx="2987729" cy="32639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BCEB0E2E-E949-CCB7-035B-83063E5F72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95" t="10631" r="6131"/>
            <a:stretch>
              <a:fillRect/>
            </a:stretch>
          </p:blipFill>
          <p:spPr bwMode="auto">
            <a:xfrm>
              <a:off x="360000" y="2880000"/>
              <a:ext cx="2987729" cy="3263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2074DD5-576B-3381-631E-5F053146EC6F}"/>
                </a:ext>
              </a:extLst>
            </p:cNvPr>
            <p:cNvSpPr txBox="1"/>
            <p:nvPr/>
          </p:nvSpPr>
          <p:spPr>
            <a:xfrm>
              <a:off x="1334672" y="4034123"/>
              <a:ext cx="120181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74x42</a:t>
              </a:r>
            </a:p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79EADE2-EFE0-1DD1-F846-9DF094182F7B}"/>
                  </a:ext>
                </a:extLst>
              </p:cNvPr>
              <p:cNvSpPr txBox="1"/>
              <p:nvPr/>
            </p:nvSpPr>
            <p:spPr>
              <a:xfrm>
                <a:off x="10800000" y="1101427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79EADE2-EFE0-1DD1-F846-9DF094182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0" y="1101427"/>
                <a:ext cx="690491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9049988-7328-EAA2-0BD1-F5FEDEFFE5CE}"/>
                  </a:ext>
                </a:extLst>
              </p:cNvPr>
              <p:cNvSpPr txBox="1"/>
              <p:nvPr/>
            </p:nvSpPr>
            <p:spPr>
              <a:xfrm>
                <a:off x="5857641" y="5269999"/>
                <a:ext cx="6695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9049988-7328-EAA2-0BD1-F5FEDEFFE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641" y="5269999"/>
                <a:ext cx="669556" cy="461665"/>
              </a:xfrm>
              <a:prstGeom prst="rect">
                <a:avLst/>
              </a:prstGeom>
              <a:blipFill>
                <a:blip r:embed="rId7"/>
                <a:stretch>
                  <a:fillRect l="-2727"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D1E73C3-8E58-2C17-A7C5-A27B8637E18C}"/>
                  </a:ext>
                </a:extLst>
              </p:cNvPr>
              <p:cNvSpPr txBox="1"/>
              <p:nvPr/>
            </p:nvSpPr>
            <p:spPr>
              <a:xfrm>
                <a:off x="5857641" y="3600877"/>
                <a:ext cx="6695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D1E73C3-8E58-2C17-A7C5-A27B8637E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641" y="3600877"/>
                <a:ext cx="669556" cy="461665"/>
              </a:xfrm>
              <a:prstGeom prst="rect">
                <a:avLst/>
              </a:prstGeom>
              <a:blipFill>
                <a:blip r:embed="rId8"/>
                <a:stretch>
                  <a:fillRect l="-2727"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5762C3F-01B5-8004-4F74-E62202AA6A81}"/>
                  </a:ext>
                </a:extLst>
              </p:cNvPr>
              <p:cNvSpPr txBox="1"/>
              <p:nvPr/>
            </p:nvSpPr>
            <p:spPr>
              <a:xfrm>
                <a:off x="5857641" y="2363977"/>
                <a:ext cx="6695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5762C3F-01B5-8004-4F74-E62202AA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641" y="2363977"/>
                <a:ext cx="669556" cy="461665"/>
              </a:xfrm>
              <a:prstGeom prst="rect">
                <a:avLst/>
              </a:prstGeom>
              <a:blipFill>
                <a:blip r:embed="rId9"/>
                <a:stretch>
                  <a:fillRect l="-2727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EDEA8AB-F4BA-3F16-C63B-B861EC39FFE5}"/>
                  </a:ext>
                </a:extLst>
              </p:cNvPr>
              <p:cNvSpPr txBox="1"/>
              <p:nvPr/>
            </p:nvSpPr>
            <p:spPr>
              <a:xfrm>
                <a:off x="5857641" y="1239944"/>
                <a:ext cx="6695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EDEA8AB-F4BA-3F16-C63B-B861EC39F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641" y="1239944"/>
                <a:ext cx="669556" cy="461665"/>
              </a:xfrm>
              <a:prstGeom prst="rect">
                <a:avLst/>
              </a:prstGeom>
              <a:blipFill>
                <a:blip r:embed="rId10"/>
                <a:stretch>
                  <a:fillRect l="-2727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1E7B48F-5C68-E20B-F29F-F238E3A35373}"/>
                  </a:ext>
                </a:extLst>
              </p:cNvPr>
              <p:cNvSpPr txBox="1"/>
              <p:nvPr/>
            </p:nvSpPr>
            <p:spPr>
              <a:xfrm>
                <a:off x="10799999" y="1688850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1E7B48F-5C68-E20B-F29F-F238E3A35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9" y="1688850"/>
                <a:ext cx="690491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7568064-F8C6-84A7-6184-9EB8978D69E3}"/>
                  </a:ext>
                </a:extLst>
              </p:cNvPr>
              <p:cNvSpPr txBox="1"/>
              <p:nvPr/>
            </p:nvSpPr>
            <p:spPr>
              <a:xfrm>
                <a:off x="10799998" y="2290073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7568064-F8C6-84A7-6184-9EB8978D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8" y="2290073"/>
                <a:ext cx="690491" cy="461665"/>
              </a:xfrm>
              <a:prstGeom prst="rect">
                <a:avLst/>
              </a:prstGeom>
              <a:blipFill>
                <a:blip r:embed="rId1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8A0B286-1519-6013-C282-5E8679619E36}"/>
                  </a:ext>
                </a:extLst>
              </p:cNvPr>
              <p:cNvSpPr txBox="1"/>
              <p:nvPr/>
            </p:nvSpPr>
            <p:spPr>
              <a:xfrm>
                <a:off x="10799997" y="2877145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8A0B286-1519-6013-C282-5E8679619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7" y="2877145"/>
                <a:ext cx="690491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89FC1A-472B-1EF5-D714-7FCD75F4FC65}"/>
                  </a:ext>
                </a:extLst>
              </p:cNvPr>
              <p:cNvSpPr txBox="1"/>
              <p:nvPr/>
            </p:nvSpPr>
            <p:spPr>
              <a:xfrm>
                <a:off x="10799996" y="3441580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89FC1A-472B-1EF5-D714-7FCD75F4F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6" y="3441580"/>
                <a:ext cx="690491" cy="461665"/>
              </a:xfrm>
              <a:prstGeom prst="rect">
                <a:avLst/>
              </a:prstGeom>
              <a:blipFill>
                <a:blip r:embed="rId1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E56C829-1C8F-F1A9-15B2-6707CFBAFBB7}"/>
                  </a:ext>
                </a:extLst>
              </p:cNvPr>
              <p:cNvSpPr txBox="1"/>
              <p:nvPr/>
            </p:nvSpPr>
            <p:spPr>
              <a:xfrm>
                <a:off x="10804379" y="4023261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E56C829-1C8F-F1A9-15B2-6707CFBA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4379" y="4023261"/>
                <a:ext cx="690491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6C34BF2-5832-E273-4FC0-C35DA6B4114B}"/>
                  </a:ext>
                </a:extLst>
              </p:cNvPr>
              <p:cNvSpPr txBox="1"/>
              <p:nvPr/>
            </p:nvSpPr>
            <p:spPr>
              <a:xfrm>
                <a:off x="10799995" y="4591949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6C34BF2-5832-E273-4FC0-C35DA6B41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5" y="4591949"/>
                <a:ext cx="690491" cy="461665"/>
              </a:xfrm>
              <a:prstGeom prst="rect">
                <a:avLst/>
              </a:prstGeom>
              <a:blipFill>
                <a:blip r:embed="rId1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3A16345-46A8-604C-9A9C-39FE98AD2FED}"/>
                  </a:ext>
                </a:extLst>
              </p:cNvPr>
              <p:cNvSpPr txBox="1"/>
              <p:nvPr/>
            </p:nvSpPr>
            <p:spPr>
              <a:xfrm>
                <a:off x="10809762" y="5144725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3A16345-46A8-604C-9A9C-39FE98AD2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762" y="5144725"/>
                <a:ext cx="690491" cy="461665"/>
              </a:xfrm>
              <a:prstGeom prst="rect">
                <a:avLst/>
              </a:prstGeom>
              <a:blipFill>
                <a:blip r:embed="rId1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2B6F302-7D9F-ED25-78E8-B660E5C035BA}"/>
                  </a:ext>
                </a:extLst>
              </p:cNvPr>
              <p:cNvSpPr txBox="1"/>
              <p:nvPr/>
            </p:nvSpPr>
            <p:spPr>
              <a:xfrm>
                <a:off x="10799995" y="5708034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2B6F302-7D9F-ED25-78E8-B660E5C03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995" y="5708034"/>
                <a:ext cx="690491" cy="461665"/>
              </a:xfrm>
              <a:prstGeom prst="rect">
                <a:avLst/>
              </a:prstGeom>
              <a:blipFill>
                <a:blip r:embed="rId1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23B4CA6-6CA7-07F8-569D-A89F09DD8458}"/>
                  </a:ext>
                </a:extLst>
              </p:cNvPr>
              <p:cNvSpPr txBox="1"/>
              <p:nvPr/>
            </p:nvSpPr>
            <p:spPr>
              <a:xfrm>
                <a:off x="10793943" y="6278354"/>
                <a:ext cx="690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23B4CA6-6CA7-07F8-569D-A89F09DD8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943" y="6278354"/>
                <a:ext cx="690491" cy="461665"/>
              </a:xfrm>
              <a:prstGeom prst="rect">
                <a:avLst/>
              </a:prstGeom>
              <a:blipFill>
                <a:blip r:embed="rId1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197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CD83-5855-1F42-53F4-01F8BE17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1E1D8A4-3315-D70C-3CE3-A731208A8C89}"/>
              </a:ext>
            </a:extLst>
          </p:cNvPr>
          <p:cNvSpPr txBox="1"/>
          <p:nvPr/>
        </p:nvSpPr>
        <p:spPr>
          <a:xfrm>
            <a:off x="360000" y="720000"/>
            <a:ext cx="113356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七段数字显示器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：将输入的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码对应的十进制数字直观地显示出来，可由七个发光二极管构成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D0F7783-8CBE-855F-DCD6-CE4F56804AA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EAA6ACC-80FD-E342-8487-678E4150CCA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2" name="箭头: 五边形 41">
                <a:extLst>
                  <a:ext uri="{FF2B5EF4-FFF2-40B4-BE49-F238E27FC236}">
                    <a16:creationId xmlns:a16="http://schemas.microsoft.com/office/drawing/2014/main" id="{0685F45F-C81B-105D-3C67-16586CB4788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箭头: V 形 42">
                <a:extLst>
                  <a:ext uri="{FF2B5EF4-FFF2-40B4-BE49-F238E27FC236}">
                    <a16:creationId xmlns:a16="http://schemas.microsoft.com/office/drawing/2014/main" id="{596CC7E4-55C1-75C4-BDFB-DAE4E27AA04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" name="灯片编号占位符 3">
              <a:extLst>
                <a:ext uri="{FF2B5EF4-FFF2-40B4-BE49-F238E27FC236}">
                  <a16:creationId xmlns:a16="http://schemas.microsoft.com/office/drawing/2014/main" id="{9E7BFF53-23BA-4C0F-4F2F-AF049FF34F0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4" name="Group 4">
            <a:extLst>
              <a:ext uri="{FF2B5EF4-FFF2-40B4-BE49-F238E27FC236}">
                <a16:creationId xmlns:a16="http://schemas.microsoft.com/office/drawing/2014/main" id="{D1D2C6CD-206D-6B72-6B94-EB32AD8E603C}"/>
              </a:ext>
            </a:extLst>
          </p:cNvPr>
          <p:cNvGrpSpPr>
            <a:grpSpLocks/>
          </p:cNvGrpSpPr>
          <p:nvPr/>
        </p:nvGrpSpPr>
        <p:grpSpPr bwMode="auto">
          <a:xfrm>
            <a:off x="664181" y="2160000"/>
            <a:ext cx="3309936" cy="2141538"/>
            <a:chOff x="500" y="1298"/>
            <a:chExt cx="2085" cy="1349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3E55CAF4-0875-004D-38BC-0CE512BD8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" y="2359"/>
              <a:ext cx="19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共阳极，低电平驱动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4803D142-498F-A27F-79F4-530243A4E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" y="1598"/>
              <a:ext cx="150" cy="528"/>
              <a:chOff x="106" y="1933"/>
              <a:chExt cx="150" cy="528"/>
            </a:xfrm>
          </p:grpSpPr>
          <p:sp>
            <p:nvSpPr>
              <p:cNvPr id="93" name="Line 7">
                <a:extLst>
                  <a:ext uri="{FF2B5EF4-FFF2-40B4-BE49-F238E27FC236}">
                    <a16:creationId xmlns:a16="http://schemas.microsoft.com/office/drawing/2014/main" id="{75EA7358-AAEF-5F3F-BE79-A8F71995EE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4" name="Group 8">
                <a:extLst>
                  <a:ext uri="{FF2B5EF4-FFF2-40B4-BE49-F238E27FC236}">
                    <a16:creationId xmlns:a16="http://schemas.microsoft.com/office/drawing/2014/main" id="{E0B66A4F-0326-ACF9-BFBA-8D58A11E7C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95" name="AutoShape 9">
                  <a:extLst>
                    <a:ext uri="{FF2B5EF4-FFF2-40B4-BE49-F238E27FC236}">
                      <a16:creationId xmlns:a16="http://schemas.microsoft.com/office/drawing/2014/main" id="{E27839D3-DD30-5AC2-6382-35137E22E3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Line 10">
                  <a:extLst>
                    <a:ext uri="{FF2B5EF4-FFF2-40B4-BE49-F238E27FC236}">
                      <a16:creationId xmlns:a16="http://schemas.microsoft.com/office/drawing/2014/main" id="{668EA01B-BB64-1593-B996-37EF66F2A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7" name="Line 11">
              <a:extLst>
                <a:ext uri="{FF2B5EF4-FFF2-40B4-BE49-F238E27FC236}">
                  <a16:creationId xmlns:a16="http://schemas.microsoft.com/office/drawing/2014/main" id="{E0AFA699-60B0-1911-707D-3F85999C5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598"/>
              <a:ext cx="15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12">
              <a:extLst>
                <a:ext uri="{FF2B5EF4-FFF2-40B4-BE49-F238E27FC236}">
                  <a16:creationId xmlns:a16="http://schemas.microsoft.com/office/drawing/2014/main" id="{9129B4FA-D1F4-00ED-D34E-995DFD8D9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57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13">
              <a:extLst>
                <a:ext uri="{FF2B5EF4-FFF2-40B4-BE49-F238E27FC236}">
                  <a16:creationId xmlns:a16="http://schemas.microsoft.com/office/drawing/2014/main" id="{0EF2378B-E9C2-583E-ED66-8794953B2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" y="15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14">
              <a:extLst>
                <a:ext uri="{FF2B5EF4-FFF2-40B4-BE49-F238E27FC236}">
                  <a16:creationId xmlns:a16="http://schemas.microsoft.com/office/drawing/2014/main" id="{781B2430-980F-93D0-B581-A4621A688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7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15">
              <a:extLst>
                <a:ext uri="{FF2B5EF4-FFF2-40B4-BE49-F238E27FC236}">
                  <a16:creationId xmlns:a16="http://schemas.microsoft.com/office/drawing/2014/main" id="{6A379196-6810-B722-8AE2-4E45B60CD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157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16">
              <a:extLst>
                <a:ext uri="{FF2B5EF4-FFF2-40B4-BE49-F238E27FC236}">
                  <a16:creationId xmlns:a16="http://schemas.microsoft.com/office/drawing/2014/main" id="{4993B3BF-1C19-494B-328E-2BC17B631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" y="157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17">
              <a:extLst>
                <a:ext uri="{FF2B5EF4-FFF2-40B4-BE49-F238E27FC236}">
                  <a16:creationId xmlns:a16="http://schemas.microsoft.com/office/drawing/2014/main" id="{DDE6FB63-D976-3049-A0AB-6149AE50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" y="157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18">
                  <a:extLst>
                    <a:ext uri="{FF2B5EF4-FFF2-40B4-BE49-F238E27FC236}">
                      <a16:creationId xmlns:a16="http://schemas.microsoft.com/office/drawing/2014/main" id="{22F4D5DD-4753-B5F3-7D9E-6D726ADDEF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25" y="1298"/>
                  <a:ext cx="460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CC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4" name="Text Box 18">
                  <a:extLst>
                    <a:ext uri="{FF2B5EF4-FFF2-40B4-BE49-F238E27FC236}">
                      <a16:creationId xmlns:a16="http://schemas.microsoft.com/office/drawing/2014/main" id="{22F4D5DD-4753-B5F3-7D9E-6D726ADDE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5" y="1298"/>
                  <a:ext cx="460" cy="291"/>
                </a:xfrm>
                <a:prstGeom prst="rect">
                  <a:avLst/>
                </a:prstGeom>
                <a:blipFill>
                  <a:blip r:embed="rId3"/>
                  <a:stretch>
                    <a:fillRect b="-3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 Box 19">
              <a:extLst>
                <a:ext uri="{FF2B5EF4-FFF2-40B4-BE49-F238E27FC236}">
                  <a16:creationId xmlns:a16="http://schemas.microsoft.com/office/drawing/2014/main" id="{45393F80-1273-F9C4-AD67-382758823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" y="2073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6" name="Text Box 20">
              <a:extLst>
                <a:ext uri="{FF2B5EF4-FFF2-40B4-BE49-F238E27FC236}">
                  <a16:creationId xmlns:a16="http://schemas.microsoft.com/office/drawing/2014/main" id="{8CBAA70E-E41F-787E-175B-25CE0B2BB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" y="2073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57" name="Text Box 21">
              <a:extLst>
                <a:ext uri="{FF2B5EF4-FFF2-40B4-BE49-F238E27FC236}">
                  <a16:creationId xmlns:a16="http://schemas.microsoft.com/office/drawing/2014/main" id="{490D9794-EDEB-FB8B-3DFA-CCF362D9B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207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58" name="Text Box 22">
              <a:extLst>
                <a:ext uri="{FF2B5EF4-FFF2-40B4-BE49-F238E27FC236}">
                  <a16:creationId xmlns:a16="http://schemas.microsoft.com/office/drawing/2014/main" id="{66A6E7CC-874B-300C-C1D4-9ED1E06DE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9" y="2073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59" name="Text Box 23">
              <a:extLst>
                <a:ext uri="{FF2B5EF4-FFF2-40B4-BE49-F238E27FC236}">
                  <a16:creationId xmlns:a16="http://schemas.microsoft.com/office/drawing/2014/main" id="{B0B7191A-DCE4-3F53-10FF-4208568EC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" y="2073"/>
              <a:ext cx="2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60" name="Text Box 24">
              <a:extLst>
                <a:ext uri="{FF2B5EF4-FFF2-40B4-BE49-F238E27FC236}">
                  <a16:creationId xmlns:a16="http://schemas.microsoft.com/office/drawing/2014/main" id="{63CAF16F-E89E-8FD4-1AA3-6DF88DFD8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3" y="2073"/>
              <a:ext cx="1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</p:txBody>
        </p:sp>
        <p:sp>
          <p:nvSpPr>
            <p:cNvPr id="61" name="Text Box 25">
              <a:extLst>
                <a:ext uri="{FF2B5EF4-FFF2-40B4-BE49-F238E27FC236}">
                  <a16:creationId xmlns:a16="http://schemas.microsoft.com/office/drawing/2014/main" id="{E0F83643-6387-12B3-206B-13F492B7A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2059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  <p:sp>
          <p:nvSpPr>
            <p:cNvPr id="62" name="Oval 26">
              <a:extLst>
                <a:ext uri="{FF2B5EF4-FFF2-40B4-BE49-F238E27FC236}">
                  <a16:creationId xmlns:a16="http://schemas.microsoft.com/office/drawing/2014/main" id="{EAE58C18-98FD-E949-1AD0-8C5A4BCED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1578"/>
              <a:ext cx="48" cy="4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3" name="Group 27">
              <a:extLst>
                <a:ext uri="{FF2B5EF4-FFF2-40B4-BE49-F238E27FC236}">
                  <a16:creationId xmlns:a16="http://schemas.microsoft.com/office/drawing/2014/main" id="{D24A17CE-C565-2865-D9EE-6692EE0D7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" y="1598"/>
              <a:ext cx="150" cy="528"/>
              <a:chOff x="106" y="1933"/>
              <a:chExt cx="150" cy="528"/>
            </a:xfrm>
          </p:grpSpPr>
          <p:sp>
            <p:nvSpPr>
              <p:cNvPr id="89" name="Line 28">
                <a:extLst>
                  <a:ext uri="{FF2B5EF4-FFF2-40B4-BE49-F238E27FC236}">
                    <a16:creationId xmlns:a16="http://schemas.microsoft.com/office/drawing/2014/main" id="{DE4C79CA-2CE3-2EFB-4314-D58E6C852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0" name="Group 29">
                <a:extLst>
                  <a:ext uri="{FF2B5EF4-FFF2-40B4-BE49-F238E27FC236}">
                    <a16:creationId xmlns:a16="http://schemas.microsoft.com/office/drawing/2014/main" id="{8878DD80-4AEA-8694-CCFC-53F4113377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91" name="AutoShape 30">
                  <a:extLst>
                    <a:ext uri="{FF2B5EF4-FFF2-40B4-BE49-F238E27FC236}">
                      <a16:creationId xmlns:a16="http://schemas.microsoft.com/office/drawing/2014/main" id="{473DC5C4-8103-2C33-30BA-3FBA01F2C7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" name="Line 31">
                  <a:extLst>
                    <a:ext uri="{FF2B5EF4-FFF2-40B4-BE49-F238E27FC236}">
                      <a16:creationId xmlns:a16="http://schemas.microsoft.com/office/drawing/2014/main" id="{E16F6B2B-8B14-785D-99DC-B7201F7967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4" name="Group 32">
              <a:extLst>
                <a:ext uri="{FF2B5EF4-FFF2-40B4-BE49-F238E27FC236}">
                  <a16:creationId xmlns:a16="http://schemas.microsoft.com/office/drawing/2014/main" id="{20B14A56-ECFB-8DCF-E172-38C9A4155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8" y="1598"/>
              <a:ext cx="150" cy="528"/>
              <a:chOff x="106" y="1933"/>
              <a:chExt cx="150" cy="528"/>
            </a:xfrm>
          </p:grpSpPr>
          <p:sp>
            <p:nvSpPr>
              <p:cNvPr id="85" name="Line 33">
                <a:extLst>
                  <a:ext uri="{FF2B5EF4-FFF2-40B4-BE49-F238E27FC236}">
                    <a16:creationId xmlns:a16="http://schemas.microsoft.com/office/drawing/2014/main" id="{6A5992FD-7D6C-6B7B-99BF-B9D764EDA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6" name="Group 34">
                <a:extLst>
                  <a:ext uri="{FF2B5EF4-FFF2-40B4-BE49-F238E27FC236}">
                    <a16:creationId xmlns:a16="http://schemas.microsoft.com/office/drawing/2014/main" id="{14BA36A1-5DF5-BEA8-9161-4C0FB7B2A8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87" name="AutoShape 35">
                  <a:extLst>
                    <a:ext uri="{FF2B5EF4-FFF2-40B4-BE49-F238E27FC236}">
                      <a16:creationId xmlns:a16="http://schemas.microsoft.com/office/drawing/2014/main" id="{2770C03C-1841-E54F-BA21-EA961A9D3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" name="Line 36">
                  <a:extLst>
                    <a:ext uri="{FF2B5EF4-FFF2-40B4-BE49-F238E27FC236}">
                      <a16:creationId xmlns:a16="http://schemas.microsoft.com/office/drawing/2014/main" id="{C5DE3951-105F-1584-5A43-19F7CBF639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5" name="Group 37">
              <a:extLst>
                <a:ext uri="{FF2B5EF4-FFF2-40B4-BE49-F238E27FC236}">
                  <a16:creationId xmlns:a16="http://schemas.microsoft.com/office/drawing/2014/main" id="{F0C1C7DA-54E3-6540-1039-031394B23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1598"/>
              <a:ext cx="150" cy="528"/>
              <a:chOff x="106" y="1933"/>
              <a:chExt cx="150" cy="528"/>
            </a:xfrm>
          </p:grpSpPr>
          <p:sp>
            <p:nvSpPr>
              <p:cNvPr id="81" name="Line 38">
                <a:extLst>
                  <a:ext uri="{FF2B5EF4-FFF2-40B4-BE49-F238E27FC236}">
                    <a16:creationId xmlns:a16="http://schemas.microsoft.com/office/drawing/2014/main" id="{BF1E68C5-09B8-40BC-2264-DB49231C5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2" name="Group 39">
                <a:extLst>
                  <a:ext uri="{FF2B5EF4-FFF2-40B4-BE49-F238E27FC236}">
                    <a16:creationId xmlns:a16="http://schemas.microsoft.com/office/drawing/2014/main" id="{842960D3-7DC0-DCBE-712F-14821D359D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83" name="AutoShape 40">
                  <a:extLst>
                    <a:ext uri="{FF2B5EF4-FFF2-40B4-BE49-F238E27FC236}">
                      <a16:creationId xmlns:a16="http://schemas.microsoft.com/office/drawing/2014/main" id="{0421D8BB-DEE6-4D56-80D8-19C8F189B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" name="Line 41">
                  <a:extLst>
                    <a:ext uri="{FF2B5EF4-FFF2-40B4-BE49-F238E27FC236}">
                      <a16:creationId xmlns:a16="http://schemas.microsoft.com/office/drawing/2014/main" id="{A82FA684-0B3F-55F8-649C-6066A55BE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6" name="Group 42">
              <a:extLst>
                <a:ext uri="{FF2B5EF4-FFF2-40B4-BE49-F238E27FC236}">
                  <a16:creationId xmlns:a16="http://schemas.microsoft.com/office/drawing/2014/main" id="{F0666772-5BAB-E0AC-265A-C37576AE45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1598"/>
              <a:ext cx="150" cy="528"/>
              <a:chOff x="106" y="1933"/>
              <a:chExt cx="150" cy="528"/>
            </a:xfrm>
          </p:grpSpPr>
          <p:sp>
            <p:nvSpPr>
              <p:cNvPr id="77" name="Line 43">
                <a:extLst>
                  <a:ext uri="{FF2B5EF4-FFF2-40B4-BE49-F238E27FC236}">
                    <a16:creationId xmlns:a16="http://schemas.microsoft.com/office/drawing/2014/main" id="{0C8D12E8-E988-4AB1-7C8F-844DF0E35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8" name="Group 44">
                <a:extLst>
                  <a:ext uri="{FF2B5EF4-FFF2-40B4-BE49-F238E27FC236}">
                    <a16:creationId xmlns:a16="http://schemas.microsoft.com/office/drawing/2014/main" id="{7F6B3A14-0A28-A6B8-BBA8-0DA5FE54FB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79" name="AutoShape 45">
                  <a:extLst>
                    <a:ext uri="{FF2B5EF4-FFF2-40B4-BE49-F238E27FC236}">
                      <a16:creationId xmlns:a16="http://schemas.microsoft.com/office/drawing/2014/main" id="{8008CF74-0A68-B1A8-1589-7FD6A56C39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0" name="Line 46">
                  <a:extLst>
                    <a:ext uri="{FF2B5EF4-FFF2-40B4-BE49-F238E27FC236}">
                      <a16:creationId xmlns:a16="http://schemas.microsoft.com/office/drawing/2014/main" id="{7D6F1E10-12AB-ED67-1D6C-984B6719B5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7" name="Group 47">
              <a:extLst>
                <a:ext uri="{FF2B5EF4-FFF2-40B4-BE49-F238E27FC236}">
                  <a16:creationId xmlns:a16="http://schemas.microsoft.com/office/drawing/2014/main" id="{7441F273-CC9C-C060-B2A4-4C4716F32C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8" y="1598"/>
              <a:ext cx="150" cy="528"/>
              <a:chOff x="106" y="1933"/>
              <a:chExt cx="150" cy="528"/>
            </a:xfrm>
          </p:grpSpPr>
          <p:sp>
            <p:nvSpPr>
              <p:cNvPr id="73" name="Line 48">
                <a:extLst>
                  <a:ext uri="{FF2B5EF4-FFF2-40B4-BE49-F238E27FC236}">
                    <a16:creationId xmlns:a16="http://schemas.microsoft.com/office/drawing/2014/main" id="{55EC863D-A7B5-A785-DD07-AEF0A7CDC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4" name="Group 49">
                <a:extLst>
                  <a:ext uri="{FF2B5EF4-FFF2-40B4-BE49-F238E27FC236}">
                    <a16:creationId xmlns:a16="http://schemas.microsoft.com/office/drawing/2014/main" id="{30CFB78E-33D2-9355-5914-F766795912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75" name="AutoShape 50">
                  <a:extLst>
                    <a:ext uri="{FF2B5EF4-FFF2-40B4-BE49-F238E27FC236}">
                      <a16:creationId xmlns:a16="http://schemas.microsoft.com/office/drawing/2014/main" id="{692338D6-5755-EDBC-8563-938C29C85F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" name="Line 51">
                  <a:extLst>
                    <a:ext uri="{FF2B5EF4-FFF2-40B4-BE49-F238E27FC236}">
                      <a16:creationId xmlns:a16="http://schemas.microsoft.com/office/drawing/2014/main" id="{0400A7E7-110E-54D6-A476-2912819FBB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8" name="Group 52">
              <a:extLst>
                <a:ext uri="{FF2B5EF4-FFF2-40B4-BE49-F238E27FC236}">
                  <a16:creationId xmlns:a16="http://schemas.microsoft.com/office/drawing/2014/main" id="{06DC847F-4B05-1A9A-D093-C28BF777C7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5" y="1598"/>
              <a:ext cx="150" cy="528"/>
              <a:chOff x="106" y="1933"/>
              <a:chExt cx="150" cy="528"/>
            </a:xfrm>
          </p:grpSpPr>
          <p:sp>
            <p:nvSpPr>
              <p:cNvPr id="69" name="Line 53">
                <a:extLst>
                  <a:ext uri="{FF2B5EF4-FFF2-40B4-BE49-F238E27FC236}">
                    <a16:creationId xmlns:a16="http://schemas.microsoft.com/office/drawing/2014/main" id="{86CBED8A-1FCF-78C7-A791-E30AD979B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0" name="Group 54">
                <a:extLst>
                  <a:ext uri="{FF2B5EF4-FFF2-40B4-BE49-F238E27FC236}">
                    <a16:creationId xmlns:a16="http://schemas.microsoft.com/office/drawing/2014/main" id="{9251B954-BAB1-EF6B-7414-C88E30D72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71" name="AutoShape 55">
                  <a:extLst>
                    <a:ext uri="{FF2B5EF4-FFF2-40B4-BE49-F238E27FC236}">
                      <a16:creationId xmlns:a16="http://schemas.microsoft.com/office/drawing/2014/main" id="{0E66125C-F09D-46AD-7947-07ECC4E56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2" name="Line 56">
                  <a:extLst>
                    <a:ext uri="{FF2B5EF4-FFF2-40B4-BE49-F238E27FC236}">
                      <a16:creationId xmlns:a16="http://schemas.microsoft.com/office/drawing/2014/main" id="{422323D6-4BAF-92A4-D8BA-E597E888D1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97" name="Group 82">
            <a:extLst>
              <a:ext uri="{FF2B5EF4-FFF2-40B4-BE49-F238E27FC236}">
                <a16:creationId xmlns:a16="http://schemas.microsoft.com/office/drawing/2014/main" id="{34CACA22-9644-4AB1-8A50-91FBA6725023}"/>
              </a:ext>
            </a:extLst>
          </p:cNvPr>
          <p:cNvGrpSpPr>
            <a:grpSpLocks/>
          </p:cNvGrpSpPr>
          <p:nvPr/>
        </p:nvGrpSpPr>
        <p:grpSpPr bwMode="auto">
          <a:xfrm>
            <a:off x="4835290" y="2340000"/>
            <a:ext cx="3060700" cy="1970088"/>
            <a:chOff x="2588" y="1300"/>
            <a:chExt cx="1928" cy="1241"/>
          </a:xfrm>
        </p:grpSpPr>
        <p:sp>
          <p:nvSpPr>
            <p:cNvPr id="98" name="Text Box 83">
              <a:extLst>
                <a:ext uri="{FF2B5EF4-FFF2-40B4-BE49-F238E27FC236}">
                  <a16:creationId xmlns:a16="http://schemas.microsoft.com/office/drawing/2014/main" id="{E4593B07-5F3C-7429-67C3-722981003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" y="2253"/>
              <a:ext cx="19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共阴极，高电平驱动</a:t>
              </a:r>
            </a:p>
          </p:txBody>
        </p:sp>
        <p:grpSp>
          <p:nvGrpSpPr>
            <p:cNvPr id="99" name="Group 84">
              <a:extLst>
                <a:ext uri="{FF2B5EF4-FFF2-40B4-BE49-F238E27FC236}">
                  <a16:creationId xmlns:a16="http://schemas.microsoft.com/office/drawing/2014/main" id="{8A238BCA-4CC9-833C-83D8-4A1D2D7A5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7" y="1598"/>
              <a:ext cx="150" cy="528"/>
              <a:chOff x="106" y="1933"/>
              <a:chExt cx="150" cy="528"/>
            </a:xfrm>
          </p:grpSpPr>
          <p:sp>
            <p:nvSpPr>
              <p:cNvPr id="145" name="Line 85">
                <a:extLst>
                  <a:ext uri="{FF2B5EF4-FFF2-40B4-BE49-F238E27FC236}">
                    <a16:creationId xmlns:a16="http://schemas.microsoft.com/office/drawing/2014/main" id="{FE422F80-1EC8-79F6-C7C0-F3709B558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6" name="Group 86">
                <a:extLst>
                  <a:ext uri="{FF2B5EF4-FFF2-40B4-BE49-F238E27FC236}">
                    <a16:creationId xmlns:a16="http://schemas.microsoft.com/office/drawing/2014/main" id="{C20795D1-F323-FC6A-E286-9E835A1F03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47" name="AutoShape 87">
                  <a:extLst>
                    <a:ext uri="{FF2B5EF4-FFF2-40B4-BE49-F238E27FC236}">
                      <a16:creationId xmlns:a16="http://schemas.microsoft.com/office/drawing/2014/main" id="{671D79A5-0A7C-5B78-1B9C-688280AFE7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8" name="Line 88">
                  <a:extLst>
                    <a:ext uri="{FF2B5EF4-FFF2-40B4-BE49-F238E27FC236}">
                      <a16:creationId xmlns:a16="http://schemas.microsoft.com/office/drawing/2014/main" id="{7EAE5CF1-10C0-BC66-DD0D-A36D260F6E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00" name="Line 89">
              <a:extLst>
                <a:ext uri="{FF2B5EF4-FFF2-40B4-BE49-F238E27FC236}">
                  <a16:creationId xmlns:a16="http://schemas.microsoft.com/office/drawing/2014/main" id="{7AF6226E-62BA-03A0-BBCD-5A7E68E40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123"/>
              <a:ext cx="15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Oval 90">
              <a:extLst>
                <a:ext uri="{FF2B5EF4-FFF2-40B4-BE49-F238E27FC236}">
                  <a16:creationId xmlns:a16="http://schemas.microsoft.com/office/drawing/2014/main" id="{7F93C10F-F83E-CB5D-8487-0FA980FD1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4" y="209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Oval 91">
              <a:extLst>
                <a:ext uri="{FF2B5EF4-FFF2-40B4-BE49-F238E27FC236}">
                  <a16:creationId xmlns:a16="http://schemas.microsoft.com/office/drawing/2014/main" id="{7A69AF20-9890-E150-268B-C2D1533F0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101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Oval 92">
              <a:extLst>
                <a:ext uri="{FF2B5EF4-FFF2-40B4-BE49-F238E27FC236}">
                  <a16:creationId xmlns:a16="http://schemas.microsoft.com/office/drawing/2014/main" id="{B423DA2E-D4DE-FCC2-D251-B674D2DC8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1" y="210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Oval 93">
              <a:extLst>
                <a:ext uri="{FF2B5EF4-FFF2-40B4-BE49-F238E27FC236}">
                  <a16:creationId xmlns:a16="http://schemas.microsoft.com/office/drawing/2014/main" id="{26085E0B-83E3-4953-82FF-411BAD299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09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Oval 94">
              <a:extLst>
                <a:ext uri="{FF2B5EF4-FFF2-40B4-BE49-F238E27FC236}">
                  <a16:creationId xmlns:a16="http://schemas.microsoft.com/office/drawing/2014/main" id="{C4629EB3-B140-74FD-C0BB-BF8A246CA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209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Oval 95">
              <a:extLst>
                <a:ext uri="{FF2B5EF4-FFF2-40B4-BE49-F238E27FC236}">
                  <a16:creationId xmlns:a16="http://schemas.microsoft.com/office/drawing/2014/main" id="{E4FD94BB-95D3-5DA4-5B67-619217E18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209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Text Box 96">
              <a:extLst>
                <a:ext uri="{FF2B5EF4-FFF2-40B4-BE49-F238E27FC236}">
                  <a16:creationId xmlns:a16="http://schemas.microsoft.com/office/drawing/2014/main" id="{6656A7FA-B005-164E-2866-1A37F7DFF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" y="131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08" name="Text Box 97">
              <a:extLst>
                <a:ext uri="{FF2B5EF4-FFF2-40B4-BE49-F238E27FC236}">
                  <a16:creationId xmlns:a16="http://schemas.microsoft.com/office/drawing/2014/main" id="{B02AABC2-602C-70D7-68C9-D36E7F58F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4" y="1314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09" name="Text Box 98">
              <a:extLst>
                <a:ext uri="{FF2B5EF4-FFF2-40B4-BE49-F238E27FC236}">
                  <a16:creationId xmlns:a16="http://schemas.microsoft.com/office/drawing/2014/main" id="{267176EF-E2B6-7B0F-DBAB-C984F1599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" y="131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110" name="Text Box 99">
              <a:extLst>
                <a:ext uri="{FF2B5EF4-FFF2-40B4-BE49-F238E27FC236}">
                  <a16:creationId xmlns:a16="http://schemas.microsoft.com/office/drawing/2014/main" id="{0CAB6864-B0B8-9866-0334-FC47484C4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1314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111" name="Text Box 100">
              <a:extLst>
                <a:ext uri="{FF2B5EF4-FFF2-40B4-BE49-F238E27FC236}">
                  <a16:creationId xmlns:a16="http://schemas.microsoft.com/office/drawing/2014/main" id="{278B8969-4E87-C208-AF6F-6D672B4C6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314"/>
              <a:ext cx="2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112" name="Text Box 101">
              <a:extLst>
                <a:ext uri="{FF2B5EF4-FFF2-40B4-BE49-F238E27FC236}">
                  <a16:creationId xmlns:a16="http://schemas.microsoft.com/office/drawing/2014/main" id="{5CB860AF-10A2-5742-7D99-476A3E09F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1314"/>
              <a:ext cx="1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</p:txBody>
        </p:sp>
        <p:sp>
          <p:nvSpPr>
            <p:cNvPr id="113" name="Text Box 102">
              <a:extLst>
                <a:ext uri="{FF2B5EF4-FFF2-40B4-BE49-F238E27FC236}">
                  <a16:creationId xmlns:a16="http://schemas.microsoft.com/office/drawing/2014/main" id="{45E1EA5F-06D6-6312-2C96-5EB3FE793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" y="1300"/>
              <a:ext cx="2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</a:p>
          </p:txBody>
        </p:sp>
        <p:grpSp>
          <p:nvGrpSpPr>
            <p:cNvPr id="114" name="Group 103">
              <a:extLst>
                <a:ext uri="{FF2B5EF4-FFF2-40B4-BE49-F238E27FC236}">
                  <a16:creationId xmlns:a16="http://schemas.microsoft.com/office/drawing/2014/main" id="{7577BBE2-1003-AFC7-84D8-A85E87CB2A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1598"/>
              <a:ext cx="150" cy="528"/>
              <a:chOff x="106" y="1933"/>
              <a:chExt cx="150" cy="528"/>
            </a:xfrm>
          </p:grpSpPr>
          <p:sp>
            <p:nvSpPr>
              <p:cNvPr id="141" name="Line 104">
                <a:extLst>
                  <a:ext uri="{FF2B5EF4-FFF2-40B4-BE49-F238E27FC236}">
                    <a16:creationId xmlns:a16="http://schemas.microsoft.com/office/drawing/2014/main" id="{684C1502-D054-F54F-CDE9-12306F73E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2" name="Group 105">
                <a:extLst>
                  <a:ext uri="{FF2B5EF4-FFF2-40B4-BE49-F238E27FC236}">
                    <a16:creationId xmlns:a16="http://schemas.microsoft.com/office/drawing/2014/main" id="{9E341BBE-DE3C-8730-A4E3-F5D21735B0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43" name="AutoShape 106">
                  <a:extLst>
                    <a:ext uri="{FF2B5EF4-FFF2-40B4-BE49-F238E27FC236}">
                      <a16:creationId xmlns:a16="http://schemas.microsoft.com/office/drawing/2014/main" id="{C34ED76E-1A5B-B955-C6A8-0E2223C442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Line 107">
                  <a:extLst>
                    <a:ext uri="{FF2B5EF4-FFF2-40B4-BE49-F238E27FC236}">
                      <a16:creationId xmlns:a16="http://schemas.microsoft.com/office/drawing/2014/main" id="{AF32B3C6-C503-2FE9-2EA6-83605B0973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5" name="Group 108">
              <a:extLst>
                <a:ext uri="{FF2B5EF4-FFF2-40B4-BE49-F238E27FC236}">
                  <a16:creationId xmlns:a16="http://schemas.microsoft.com/office/drawing/2014/main" id="{81DECA7A-9DCD-A9D5-DF19-5FA897091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3" y="1598"/>
              <a:ext cx="150" cy="528"/>
              <a:chOff x="106" y="1933"/>
              <a:chExt cx="150" cy="528"/>
            </a:xfrm>
          </p:grpSpPr>
          <p:sp>
            <p:nvSpPr>
              <p:cNvPr id="137" name="Line 109">
                <a:extLst>
                  <a:ext uri="{FF2B5EF4-FFF2-40B4-BE49-F238E27FC236}">
                    <a16:creationId xmlns:a16="http://schemas.microsoft.com/office/drawing/2014/main" id="{3E991731-1625-2AF5-AF5B-1F531C95A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8" name="Group 110">
                <a:extLst>
                  <a:ext uri="{FF2B5EF4-FFF2-40B4-BE49-F238E27FC236}">
                    <a16:creationId xmlns:a16="http://schemas.microsoft.com/office/drawing/2014/main" id="{31736671-6B78-E607-3AFF-39ED2CD686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39" name="AutoShape 111">
                  <a:extLst>
                    <a:ext uri="{FF2B5EF4-FFF2-40B4-BE49-F238E27FC236}">
                      <a16:creationId xmlns:a16="http://schemas.microsoft.com/office/drawing/2014/main" id="{A209681A-EBA6-56D6-A352-6A26E47D11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0" name="Line 112">
                  <a:extLst>
                    <a:ext uri="{FF2B5EF4-FFF2-40B4-BE49-F238E27FC236}">
                      <a16:creationId xmlns:a16="http://schemas.microsoft.com/office/drawing/2014/main" id="{66734D99-1B82-877F-2327-95C49B433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6" name="Group 113">
              <a:extLst>
                <a:ext uri="{FF2B5EF4-FFF2-40B4-BE49-F238E27FC236}">
                  <a16:creationId xmlns:a16="http://schemas.microsoft.com/office/drawing/2014/main" id="{FA9E8FA4-78A9-9542-D739-E28A5DDD33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0" y="1598"/>
              <a:ext cx="150" cy="528"/>
              <a:chOff x="106" y="1933"/>
              <a:chExt cx="150" cy="528"/>
            </a:xfrm>
          </p:grpSpPr>
          <p:sp>
            <p:nvSpPr>
              <p:cNvPr id="133" name="Line 114">
                <a:extLst>
                  <a:ext uri="{FF2B5EF4-FFF2-40B4-BE49-F238E27FC236}">
                    <a16:creationId xmlns:a16="http://schemas.microsoft.com/office/drawing/2014/main" id="{41420218-4D7C-5354-FFE2-C02289610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4" name="Group 115">
                <a:extLst>
                  <a:ext uri="{FF2B5EF4-FFF2-40B4-BE49-F238E27FC236}">
                    <a16:creationId xmlns:a16="http://schemas.microsoft.com/office/drawing/2014/main" id="{4F336116-264C-ED99-3EE3-F1E3C0E8C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35" name="AutoShape 116">
                  <a:extLst>
                    <a:ext uri="{FF2B5EF4-FFF2-40B4-BE49-F238E27FC236}">
                      <a16:creationId xmlns:a16="http://schemas.microsoft.com/office/drawing/2014/main" id="{4A6FEAAB-8403-D0D6-1FDB-1BD67DE903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6" name="Line 117">
                  <a:extLst>
                    <a:ext uri="{FF2B5EF4-FFF2-40B4-BE49-F238E27FC236}">
                      <a16:creationId xmlns:a16="http://schemas.microsoft.com/office/drawing/2014/main" id="{5373DBCD-25AA-6F18-2E5D-60C087F03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7" name="Group 118">
              <a:extLst>
                <a:ext uri="{FF2B5EF4-FFF2-40B4-BE49-F238E27FC236}">
                  <a16:creationId xmlns:a16="http://schemas.microsoft.com/office/drawing/2014/main" id="{C0284F16-43CB-3612-1369-ECBD97F7F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7" y="1598"/>
              <a:ext cx="150" cy="528"/>
              <a:chOff x="106" y="1933"/>
              <a:chExt cx="150" cy="528"/>
            </a:xfrm>
          </p:grpSpPr>
          <p:sp>
            <p:nvSpPr>
              <p:cNvPr id="129" name="Line 119">
                <a:extLst>
                  <a:ext uri="{FF2B5EF4-FFF2-40B4-BE49-F238E27FC236}">
                    <a16:creationId xmlns:a16="http://schemas.microsoft.com/office/drawing/2014/main" id="{F24811A6-922B-4775-CB55-CBECEB951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0" name="Group 120">
                <a:extLst>
                  <a:ext uri="{FF2B5EF4-FFF2-40B4-BE49-F238E27FC236}">
                    <a16:creationId xmlns:a16="http://schemas.microsoft.com/office/drawing/2014/main" id="{A0D130F1-2261-1332-528D-52CDAB51B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31" name="AutoShape 121">
                  <a:extLst>
                    <a:ext uri="{FF2B5EF4-FFF2-40B4-BE49-F238E27FC236}">
                      <a16:creationId xmlns:a16="http://schemas.microsoft.com/office/drawing/2014/main" id="{B01B1E4D-FCBB-9DA7-00A5-6D089D3CDA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2" name="Line 122">
                  <a:extLst>
                    <a:ext uri="{FF2B5EF4-FFF2-40B4-BE49-F238E27FC236}">
                      <a16:creationId xmlns:a16="http://schemas.microsoft.com/office/drawing/2014/main" id="{42B491A2-921C-5C80-26CF-16C7DC2A2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8" name="Group 123">
              <a:extLst>
                <a:ext uri="{FF2B5EF4-FFF2-40B4-BE49-F238E27FC236}">
                  <a16:creationId xmlns:a16="http://schemas.microsoft.com/office/drawing/2014/main" id="{E32A8761-2839-E0FD-7FB6-B8F23F8D8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3" y="1598"/>
              <a:ext cx="150" cy="528"/>
              <a:chOff x="106" y="1933"/>
              <a:chExt cx="150" cy="528"/>
            </a:xfrm>
          </p:grpSpPr>
          <p:sp>
            <p:nvSpPr>
              <p:cNvPr id="125" name="Line 124">
                <a:extLst>
                  <a:ext uri="{FF2B5EF4-FFF2-40B4-BE49-F238E27FC236}">
                    <a16:creationId xmlns:a16="http://schemas.microsoft.com/office/drawing/2014/main" id="{27EA4C1C-714A-2230-C3DC-B8740ECC5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22DD1C46-9824-211C-D1BC-CD369E77D7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27" name="AutoShape 126">
                  <a:extLst>
                    <a:ext uri="{FF2B5EF4-FFF2-40B4-BE49-F238E27FC236}">
                      <a16:creationId xmlns:a16="http://schemas.microsoft.com/office/drawing/2014/main" id="{FAB2C7B0-D290-3BE0-E721-F136A9CA2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Line 127">
                  <a:extLst>
                    <a:ext uri="{FF2B5EF4-FFF2-40B4-BE49-F238E27FC236}">
                      <a16:creationId xmlns:a16="http://schemas.microsoft.com/office/drawing/2014/main" id="{A2E19C06-F5CB-914B-C29A-0D846A6B95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9" name="Group 128">
              <a:extLst>
                <a:ext uri="{FF2B5EF4-FFF2-40B4-BE49-F238E27FC236}">
                  <a16:creationId xmlns:a16="http://schemas.microsoft.com/office/drawing/2014/main" id="{CE2FA2DB-7EB8-DA13-5D1E-74C94F71B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0" y="1598"/>
              <a:ext cx="150" cy="528"/>
              <a:chOff x="106" y="1933"/>
              <a:chExt cx="150" cy="528"/>
            </a:xfrm>
          </p:grpSpPr>
          <p:sp>
            <p:nvSpPr>
              <p:cNvPr id="121" name="Line 129">
                <a:extLst>
                  <a:ext uri="{FF2B5EF4-FFF2-40B4-BE49-F238E27FC236}">
                    <a16:creationId xmlns:a16="http://schemas.microsoft.com/office/drawing/2014/main" id="{01917801-571F-8F51-66FF-1B72BA5D8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" y="1933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2" name="Group 130">
                <a:extLst>
                  <a:ext uri="{FF2B5EF4-FFF2-40B4-BE49-F238E27FC236}">
                    <a16:creationId xmlns:a16="http://schemas.microsoft.com/office/drawing/2014/main" id="{15F0DC32-6351-E6A9-8178-5C7262C8BE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2125"/>
                <a:ext cx="150" cy="126"/>
                <a:chOff x="122" y="2125"/>
                <a:chExt cx="150" cy="126"/>
              </a:xfrm>
            </p:grpSpPr>
            <p:sp>
              <p:nvSpPr>
                <p:cNvPr id="123" name="AutoShape 131">
                  <a:extLst>
                    <a:ext uri="{FF2B5EF4-FFF2-40B4-BE49-F238E27FC236}">
                      <a16:creationId xmlns:a16="http://schemas.microsoft.com/office/drawing/2014/main" id="{A4ACCE18-09A0-E001-0A2E-F5E4FFDA5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" y="2125"/>
                  <a:ext cx="150" cy="126"/>
                </a:xfrm>
                <a:prstGeom prst="flowChartMerg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2400" b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Line 132">
                  <a:extLst>
                    <a:ext uri="{FF2B5EF4-FFF2-40B4-BE49-F238E27FC236}">
                      <a16:creationId xmlns:a16="http://schemas.microsoft.com/office/drawing/2014/main" id="{49FAC07D-B7DE-9D60-C68F-D34AE58774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" y="2251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0" name="Line 133">
              <a:extLst>
                <a:ext uri="{FF2B5EF4-FFF2-40B4-BE49-F238E27FC236}">
                  <a16:creationId xmlns:a16="http://schemas.microsoft.com/office/drawing/2014/main" id="{8F7E7C51-FA76-FE0C-FBD5-2F5F4A413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" y="2019"/>
              <a:ext cx="0" cy="2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9" name="文本框 148">
            <a:extLst>
              <a:ext uri="{FF2B5EF4-FFF2-40B4-BE49-F238E27FC236}">
                <a16:creationId xmlns:a16="http://schemas.microsoft.com/office/drawing/2014/main" id="{E2C1F285-CF17-CA2C-BE88-ED5374B9C884}"/>
              </a:ext>
            </a:extLst>
          </p:cNvPr>
          <p:cNvSpPr txBox="1"/>
          <p:nvPr/>
        </p:nvSpPr>
        <p:spPr>
          <a:xfrm>
            <a:off x="360000" y="4860000"/>
            <a:ext cx="8974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例：当输入的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码为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发光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543C1340-6D9E-D408-635D-902DA41F717C}"/>
              </a:ext>
            </a:extLst>
          </p:cNvPr>
          <p:cNvGrpSpPr/>
          <p:nvPr/>
        </p:nvGrpSpPr>
        <p:grpSpPr>
          <a:xfrm>
            <a:off x="9477937" y="1582373"/>
            <a:ext cx="2692377" cy="4507497"/>
            <a:chOff x="8746908" y="685772"/>
            <a:chExt cx="2692377" cy="4507497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0B1BD2EA-486C-685E-7D82-8391A94D4E39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1372273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84C86185-AD8F-6A0C-8D43-93EEC982A4C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2765" y="2145066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B11AFD05-C1C3-2CC2-DBA3-1810E51E9D2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19795" y="2145068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1FC9F60-7F05-BA66-97B1-B52EE1411542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2919145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1E605C91-6BFB-7F3B-99A0-5939E33C920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2765" y="3692568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8A64422F-FD09-029F-C9DA-D55403878CB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19795" y="3692570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8733117-DBF5-EEB8-E826-AB885F67F436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4466692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3485F92C-9B76-8DB9-EA02-780AE61BD3E6}"/>
                </a:ext>
              </a:extLst>
            </p:cNvPr>
            <p:cNvSpPr txBox="1"/>
            <p:nvPr/>
          </p:nvSpPr>
          <p:spPr>
            <a:xfrm>
              <a:off x="9844481" y="68577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C9419FE-6154-5E24-3255-C5CD2A44B711}"/>
                </a:ext>
              </a:extLst>
            </p:cNvPr>
            <p:cNvSpPr txBox="1"/>
            <p:nvPr/>
          </p:nvSpPr>
          <p:spPr>
            <a:xfrm>
              <a:off x="10943649" y="1821900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247EB59C-AE85-2601-52DB-656847A19F1C}"/>
                </a:ext>
              </a:extLst>
            </p:cNvPr>
            <p:cNvSpPr txBox="1"/>
            <p:nvPr/>
          </p:nvSpPr>
          <p:spPr>
            <a:xfrm>
              <a:off x="10943649" y="336940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F44EDEA4-5136-6BD9-48F4-E4828C919BE2}"/>
                </a:ext>
              </a:extLst>
            </p:cNvPr>
            <p:cNvSpPr txBox="1"/>
            <p:nvPr/>
          </p:nvSpPr>
          <p:spPr>
            <a:xfrm>
              <a:off x="9844481" y="4546938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6967E1C9-204B-A135-019A-A34B10CA5D04}"/>
                </a:ext>
              </a:extLst>
            </p:cNvPr>
            <p:cNvSpPr txBox="1"/>
            <p:nvPr/>
          </p:nvSpPr>
          <p:spPr>
            <a:xfrm>
              <a:off x="8746908" y="336940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4E33A369-A178-EF44-390A-AD5807BB17B9}"/>
                </a:ext>
              </a:extLst>
            </p:cNvPr>
            <p:cNvSpPr txBox="1"/>
            <p:nvPr/>
          </p:nvSpPr>
          <p:spPr>
            <a:xfrm>
              <a:off x="8746908" y="1821900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E3114E5F-4C79-4AE8-6003-845B666E011C}"/>
                </a:ext>
              </a:extLst>
            </p:cNvPr>
            <p:cNvSpPr txBox="1"/>
            <p:nvPr/>
          </p:nvSpPr>
          <p:spPr>
            <a:xfrm>
              <a:off x="9844481" y="2145065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8F4B3A3-E417-EEDD-FCF8-EA46F3390221}"/>
              </a:ext>
            </a:extLst>
          </p:cNvPr>
          <p:cNvGrpSpPr/>
          <p:nvPr/>
        </p:nvGrpSpPr>
        <p:grpSpPr>
          <a:xfrm>
            <a:off x="10050610" y="2269418"/>
            <a:ext cx="1547030" cy="3094419"/>
            <a:chOff x="9319581" y="1372273"/>
            <a:chExt cx="1547030" cy="3094419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BE32DB5-6B42-A622-AE0D-4D983C04B930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1372273"/>
              <a:ext cx="1293632" cy="0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1AB4E0E-1A8D-9C2E-C92F-89D3C0BEA7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2765" y="2145066"/>
              <a:ext cx="1293632" cy="0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0E8EA4A-BDE0-3CD9-2F9B-205177082866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2919145"/>
              <a:ext cx="1293632" cy="0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4E109BF-C797-2D87-60A9-F4553E4C9D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19795" y="3692570"/>
              <a:ext cx="1293632" cy="0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9676CFB-FEB9-A697-E047-F1FD64B1A516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4466692"/>
              <a:ext cx="1293632" cy="0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C2BA46DD-8AA3-B986-B0FE-7A270C3AF80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显示译码器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1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5DCF38-4C3C-17B0-2712-D42D392E5238}"/>
              </a:ext>
            </a:extLst>
          </p:cNvPr>
          <p:cNvSpPr txBox="1"/>
          <p:nvPr/>
        </p:nvSpPr>
        <p:spPr>
          <a:xfrm>
            <a:off x="360000" y="720000"/>
            <a:ext cx="1144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七段数字显示器（高电平有效）真值表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Group 18">
            <a:extLst>
              <a:ext uri="{FF2B5EF4-FFF2-40B4-BE49-F238E27FC236}">
                <a16:creationId xmlns:a16="http://schemas.microsoft.com/office/drawing/2014/main" id="{4D4CA6F4-B855-5587-0A63-FD0B3BDC4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37144"/>
              </p:ext>
            </p:extLst>
          </p:nvPr>
        </p:nvGraphicFramePr>
        <p:xfrm>
          <a:off x="1328926" y="1346125"/>
          <a:ext cx="7920037" cy="507682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127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1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1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zh-CN" altLang="en-US" sz="2400" b="0" i="0" u="none" strike="noStrike" cap="none" normalizeH="0" baseline="-1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1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-1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1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-1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字形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Line 199">
            <a:extLst>
              <a:ext uri="{FF2B5EF4-FFF2-40B4-BE49-F238E27FC236}">
                <a16:creationId xmlns:a16="http://schemas.microsoft.com/office/drawing/2014/main" id="{8D691806-0989-93A8-EDFB-079257299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8829" y="1937858"/>
            <a:ext cx="1793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6" name="Line 200">
            <a:extLst>
              <a:ext uri="{FF2B5EF4-FFF2-40B4-BE49-F238E27FC236}">
                <a16:creationId xmlns:a16="http://schemas.microsoft.com/office/drawing/2014/main" id="{65CACF35-70A1-ABF4-F942-424D9CDB1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4729" y="197119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7" name="Line 201">
            <a:extLst>
              <a:ext uri="{FF2B5EF4-FFF2-40B4-BE49-F238E27FC236}">
                <a16:creationId xmlns:a16="http://schemas.microsoft.com/office/drawing/2014/main" id="{60D53BDA-DDC2-F65A-5ABB-EF2484146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2316" y="197119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8" name="Line 202">
            <a:extLst>
              <a:ext uri="{FF2B5EF4-FFF2-40B4-BE49-F238E27FC236}">
                <a16:creationId xmlns:a16="http://schemas.microsoft.com/office/drawing/2014/main" id="{E079FC0C-48C3-EE6F-763F-8154EA6C3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4729" y="213312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9" name="Line 203">
            <a:extLst>
              <a:ext uri="{FF2B5EF4-FFF2-40B4-BE49-F238E27FC236}">
                <a16:creationId xmlns:a16="http://schemas.microsoft.com/office/drawing/2014/main" id="{A00E5119-BD36-0C3B-DE70-CFB84D2FE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2316" y="213312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0" name="Line 204">
            <a:extLst>
              <a:ext uri="{FF2B5EF4-FFF2-40B4-BE49-F238E27FC236}">
                <a16:creationId xmlns:a16="http://schemas.microsoft.com/office/drawing/2014/main" id="{D66B7847-7D51-A9B0-27CE-7EBED49D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8829" y="2263295"/>
            <a:ext cx="1793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1" name="Line 205">
            <a:extLst>
              <a:ext uri="{FF2B5EF4-FFF2-40B4-BE49-F238E27FC236}">
                <a16:creationId xmlns:a16="http://schemas.microsoft.com/office/drawing/2014/main" id="{A9613072-14AC-ECD3-995B-E339825DA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2406170"/>
            <a:ext cx="0" cy="968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2" name="Line 206">
            <a:extLst>
              <a:ext uri="{FF2B5EF4-FFF2-40B4-BE49-F238E27FC236}">
                <a16:creationId xmlns:a16="http://schemas.microsoft.com/office/drawing/2014/main" id="{42A5BEBA-2E2C-147B-8E35-36152667A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256809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3" name="Line 207">
            <a:extLst>
              <a:ext uri="{FF2B5EF4-FFF2-40B4-BE49-F238E27FC236}">
                <a16:creationId xmlns:a16="http://schemas.microsoft.com/office/drawing/2014/main" id="{51C9CB2E-294D-17E2-14FA-390FDC466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2837970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4" name="Line 208">
            <a:extLst>
              <a:ext uri="{FF2B5EF4-FFF2-40B4-BE49-F238E27FC236}">
                <a16:creationId xmlns:a16="http://schemas.microsoft.com/office/drawing/2014/main" id="{8FFA6EA5-4FA4-DD43-8363-299F56891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286972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" name="Line 209">
            <a:extLst>
              <a:ext uri="{FF2B5EF4-FFF2-40B4-BE49-F238E27FC236}">
                <a16:creationId xmlns:a16="http://schemas.microsoft.com/office/drawing/2014/main" id="{BB6E7697-73CD-34FD-DE8D-B5E1B4E70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299989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" name="Line 210">
            <a:extLst>
              <a:ext uri="{FF2B5EF4-FFF2-40B4-BE49-F238E27FC236}">
                <a16:creationId xmlns:a16="http://schemas.microsoft.com/office/drawing/2014/main" id="{738ABAB8-408B-FC95-8163-0EE527058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3033233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7" name="Line 211">
            <a:extLst>
              <a:ext uri="{FF2B5EF4-FFF2-40B4-BE49-F238E27FC236}">
                <a16:creationId xmlns:a16="http://schemas.microsoft.com/office/drawing/2014/main" id="{7B87BC92-810B-FBE2-B0B0-998DDB50A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3163408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8" name="Line 212">
            <a:extLst>
              <a:ext uri="{FF2B5EF4-FFF2-40B4-BE49-F238E27FC236}">
                <a16:creationId xmlns:a16="http://schemas.microsoft.com/office/drawing/2014/main" id="{854D034A-7167-7514-DB3A-2E37C652A6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3306283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" name="Line 213">
            <a:extLst>
              <a:ext uri="{FF2B5EF4-FFF2-40B4-BE49-F238E27FC236}">
                <a16:creationId xmlns:a16="http://schemas.microsoft.com/office/drawing/2014/main" id="{9B324BD7-4268-36F0-DB15-EC746D3C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3339620"/>
            <a:ext cx="0" cy="85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0" name="Line 214">
            <a:extLst>
              <a:ext uri="{FF2B5EF4-FFF2-40B4-BE49-F238E27FC236}">
                <a16:creationId xmlns:a16="http://schemas.microsoft.com/office/drawing/2014/main" id="{FB106910-109F-DA6B-E354-F1FBF6026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346979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1" name="Line 215">
            <a:extLst>
              <a:ext uri="{FF2B5EF4-FFF2-40B4-BE49-F238E27FC236}">
                <a16:creationId xmlns:a16="http://schemas.microsoft.com/office/drawing/2014/main" id="{963639D6-FD2B-4F6C-4797-12D0E71AD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3503133"/>
            <a:ext cx="0" cy="968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2" name="Line 216">
            <a:extLst>
              <a:ext uri="{FF2B5EF4-FFF2-40B4-BE49-F238E27FC236}">
                <a16:creationId xmlns:a16="http://schemas.microsoft.com/office/drawing/2014/main" id="{6F48634F-04B5-2DC1-EF17-95BC124B5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3631720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3" name="Line 217">
            <a:extLst>
              <a:ext uri="{FF2B5EF4-FFF2-40B4-BE49-F238E27FC236}">
                <a16:creationId xmlns:a16="http://schemas.microsoft.com/office/drawing/2014/main" id="{E443947F-4B6A-0178-B047-36E623064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38285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4" name="Line 218">
            <a:extLst>
              <a:ext uri="{FF2B5EF4-FFF2-40B4-BE49-F238E27FC236}">
                <a16:creationId xmlns:a16="http://schemas.microsoft.com/office/drawing/2014/main" id="{B5F5FC14-F41D-2A5E-C8AD-BFC251836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38285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5" name="Line 219">
            <a:extLst>
              <a:ext uri="{FF2B5EF4-FFF2-40B4-BE49-F238E27FC236}">
                <a16:creationId xmlns:a16="http://schemas.microsoft.com/office/drawing/2014/main" id="{617BF128-1192-362F-3E20-31E0575DA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395874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6" name="Line 220">
            <a:extLst>
              <a:ext uri="{FF2B5EF4-FFF2-40B4-BE49-F238E27FC236}">
                <a16:creationId xmlns:a16="http://schemas.microsoft.com/office/drawing/2014/main" id="{2D24B24A-D903-B663-D099-F60BF2145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3992083"/>
            <a:ext cx="0" cy="968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7" name="Line 221">
            <a:extLst>
              <a:ext uri="{FF2B5EF4-FFF2-40B4-BE49-F238E27FC236}">
                <a16:creationId xmlns:a16="http://schemas.microsoft.com/office/drawing/2014/main" id="{25DB20E6-8A9A-1554-9112-C0D963697C5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420639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8" name="Line 222">
            <a:extLst>
              <a:ext uri="{FF2B5EF4-FFF2-40B4-BE49-F238E27FC236}">
                <a16:creationId xmlns:a16="http://schemas.microsoft.com/office/drawing/2014/main" id="{251CA8DA-DBFA-0D05-22BC-1C2149CDE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4239733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9" name="Line 223">
            <a:extLst>
              <a:ext uri="{FF2B5EF4-FFF2-40B4-BE49-F238E27FC236}">
                <a16:creationId xmlns:a16="http://schemas.microsoft.com/office/drawing/2014/main" id="{20FAC546-C3D5-6DB7-19D7-A6795EEED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4368320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0" name="Line 224">
            <a:extLst>
              <a:ext uri="{FF2B5EF4-FFF2-40B4-BE49-F238E27FC236}">
                <a16:creationId xmlns:a16="http://schemas.microsoft.com/office/drawing/2014/main" id="{FD131AB6-0AFE-064F-D727-B4ED93FBA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4401658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1" name="Line 225">
            <a:extLst>
              <a:ext uri="{FF2B5EF4-FFF2-40B4-BE49-F238E27FC236}">
                <a16:creationId xmlns:a16="http://schemas.microsoft.com/office/drawing/2014/main" id="{A2AE7B82-7959-8D3C-6474-E35BE2F375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4531833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2" name="Line 226">
            <a:extLst>
              <a:ext uri="{FF2B5EF4-FFF2-40B4-BE49-F238E27FC236}">
                <a16:creationId xmlns:a16="http://schemas.microsoft.com/office/drawing/2014/main" id="{26AD4D67-E717-28F1-AA38-61874F9CA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4687408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3" name="Line 227">
            <a:extLst>
              <a:ext uri="{FF2B5EF4-FFF2-40B4-BE49-F238E27FC236}">
                <a16:creationId xmlns:a16="http://schemas.microsoft.com/office/drawing/2014/main" id="{C159E0B4-6467-8A8C-2FEB-36872823D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4720745"/>
            <a:ext cx="0" cy="968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4" name="Line 228">
            <a:extLst>
              <a:ext uri="{FF2B5EF4-FFF2-40B4-BE49-F238E27FC236}">
                <a16:creationId xmlns:a16="http://schemas.microsoft.com/office/drawing/2014/main" id="{91695CB1-B030-5458-6139-5775FAA5B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4849333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5" name="Line 229">
            <a:extLst>
              <a:ext uri="{FF2B5EF4-FFF2-40B4-BE49-F238E27FC236}">
                <a16:creationId xmlns:a16="http://schemas.microsoft.com/office/drawing/2014/main" id="{E6CFE826-4394-9A62-417C-43C098BF7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48826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6" name="Line 230">
            <a:extLst>
              <a:ext uri="{FF2B5EF4-FFF2-40B4-BE49-F238E27FC236}">
                <a16:creationId xmlns:a16="http://schemas.microsoft.com/office/drawing/2014/main" id="{D433B380-AA46-41A7-F27E-5AC27C70E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48826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7" name="Line 231">
            <a:extLst>
              <a:ext uri="{FF2B5EF4-FFF2-40B4-BE49-F238E27FC236}">
                <a16:creationId xmlns:a16="http://schemas.microsoft.com/office/drawing/2014/main" id="{CCF5A18B-E18B-9570-CAEC-7A194917B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501284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8" name="Line 232">
            <a:extLst>
              <a:ext uri="{FF2B5EF4-FFF2-40B4-BE49-F238E27FC236}">
                <a16:creationId xmlns:a16="http://schemas.microsoft.com/office/drawing/2014/main" id="{3F003616-CDD8-126B-5736-F0CE305D9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517159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9" name="Line 233">
            <a:extLst>
              <a:ext uri="{FF2B5EF4-FFF2-40B4-BE49-F238E27FC236}">
                <a16:creationId xmlns:a16="http://schemas.microsoft.com/office/drawing/2014/main" id="{13A30ABA-3D51-14E7-02B3-150ACE876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520334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0" name="Line 234">
            <a:extLst>
              <a:ext uri="{FF2B5EF4-FFF2-40B4-BE49-F238E27FC236}">
                <a16:creationId xmlns:a16="http://schemas.microsoft.com/office/drawing/2014/main" id="{038E7889-005E-AB5B-79E6-D24D81BB0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5366858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1" name="Line 235">
            <a:extLst>
              <a:ext uri="{FF2B5EF4-FFF2-40B4-BE49-F238E27FC236}">
                <a16:creationId xmlns:a16="http://schemas.microsoft.com/office/drawing/2014/main" id="{0A6269E8-902D-AFDB-64A8-94CED8F28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5573233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2" name="Line 236">
            <a:extLst>
              <a:ext uri="{FF2B5EF4-FFF2-40B4-BE49-F238E27FC236}">
                <a16:creationId xmlns:a16="http://schemas.microsoft.com/office/drawing/2014/main" id="{D54723E9-5B7C-96F9-C637-FBF1AE65B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56065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3" name="Line 237">
            <a:extLst>
              <a:ext uri="{FF2B5EF4-FFF2-40B4-BE49-F238E27FC236}">
                <a16:creationId xmlns:a16="http://schemas.microsoft.com/office/drawing/2014/main" id="{0FD9FC91-0577-2DB6-9742-D1049BFA2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560657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4" name="Line 238">
            <a:extLst>
              <a:ext uri="{FF2B5EF4-FFF2-40B4-BE49-F238E27FC236}">
                <a16:creationId xmlns:a16="http://schemas.microsoft.com/office/drawing/2014/main" id="{01C03667-5BDD-88E1-EB87-766AFCEA4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573674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5" name="Line 239">
            <a:extLst>
              <a:ext uri="{FF2B5EF4-FFF2-40B4-BE49-F238E27FC236}">
                <a16:creationId xmlns:a16="http://schemas.microsoft.com/office/drawing/2014/main" id="{DC669278-E91C-3C36-2583-C75B71660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5770083"/>
            <a:ext cx="0" cy="968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6" name="Line 240">
            <a:extLst>
              <a:ext uri="{FF2B5EF4-FFF2-40B4-BE49-F238E27FC236}">
                <a16:creationId xmlns:a16="http://schemas.microsoft.com/office/drawing/2014/main" id="{AA48B9FC-EC98-07A8-3207-6D0139266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5770083"/>
            <a:ext cx="0" cy="968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7" name="Line 241">
            <a:extLst>
              <a:ext uri="{FF2B5EF4-FFF2-40B4-BE49-F238E27FC236}">
                <a16:creationId xmlns:a16="http://schemas.microsoft.com/office/drawing/2014/main" id="{3EDC4D3E-E708-A95C-206C-AB2E103D7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5898670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8" name="Line 242">
            <a:extLst>
              <a:ext uri="{FF2B5EF4-FFF2-40B4-BE49-F238E27FC236}">
                <a16:creationId xmlns:a16="http://schemas.microsoft.com/office/drawing/2014/main" id="{ABE0CC2A-BBC4-E36F-7E7B-9D978F71D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6039958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9" name="Line 243">
            <a:extLst>
              <a:ext uri="{FF2B5EF4-FFF2-40B4-BE49-F238E27FC236}">
                <a16:creationId xmlns:a16="http://schemas.microsoft.com/office/drawing/2014/main" id="{38093ED7-3346-E8C1-C6D4-277B5BE2A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607329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0" name="Line 244">
            <a:extLst>
              <a:ext uri="{FF2B5EF4-FFF2-40B4-BE49-F238E27FC236}">
                <a16:creationId xmlns:a16="http://schemas.microsoft.com/office/drawing/2014/main" id="{66DB1F43-B0E0-7106-80FC-BCEBC5E6B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729" y="6073295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" name="Line 245">
            <a:extLst>
              <a:ext uri="{FF2B5EF4-FFF2-40B4-BE49-F238E27FC236}">
                <a16:creationId xmlns:a16="http://schemas.microsoft.com/office/drawing/2014/main" id="{79F4E0C3-F207-901B-4E02-5AA9898A2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6201883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2" name="Line 246">
            <a:extLst>
              <a:ext uri="{FF2B5EF4-FFF2-40B4-BE49-F238E27FC236}">
                <a16:creationId xmlns:a16="http://schemas.microsoft.com/office/drawing/2014/main" id="{2C594322-4664-1962-411D-C5B7C753B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141" y="6235220"/>
            <a:ext cx="0" cy="9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3" name="Line 247">
            <a:extLst>
              <a:ext uri="{FF2B5EF4-FFF2-40B4-BE49-F238E27FC236}">
                <a16:creationId xmlns:a16="http://schemas.microsoft.com/office/drawing/2014/main" id="{A6AAFAE6-3AA6-E830-EEB5-DBED602C7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7241" y="6365395"/>
            <a:ext cx="1793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C2D289B-AEEA-75DE-B38D-9EE516C6A38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DFEC13BE-C35A-15C7-3686-E446EC94246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2" name="箭头: 五边形 71">
                <a:extLst>
                  <a:ext uri="{FF2B5EF4-FFF2-40B4-BE49-F238E27FC236}">
                    <a16:creationId xmlns:a16="http://schemas.microsoft.com/office/drawing/2014/main" id="{EAF2E72C-CAEB-2932-B27D-A9DC2869710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箭头: V 形 72">
                <a:extLst>
                  <a:ext uri="{FF2B5EF4-FFF2-40B4-BE49-F238E27FC236}">
                    <a16:creationId xmlns:a16="http://schemas.microsoft.com/office/drawing/2014/main" id="{2AB9486A-0666-BA29-59F9-890340B1509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1" name="灯片编号占位符 3">
              <a:extLst>
                <a:ext uri="{FF2B5EF4-FFF2-40B4-BE49-F238E27FC236}">
                  <a16:creationId xmlns:a16="http://schemas.microsoft.com/office/drawing/2014/main" id="{BCA04CE7-A931-79F1-7ABB-73A969F6B37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4" name="标题 1">
            <a:extLst>
              <a:ext uri="{FF2B5EF4-FFF2-40B4-BE49-F238E27FC236}">
                <a16:creationId xmlns:a16="http://schemas.microsoft.com/office/drawing/2014/main" id="{980E70B2-B77F-0618-2ED1-C75A17FC443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显示译码器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652BF7C3-822F-1A79-7891-027D1EA8255A}"/>
              </a:ext>
            </a:extLst>
          </p:cNvPr>
          <p:cNvGrpSpPr/>
          <p:nvPr/>
        </p:nvGrpSpPr>
        <p:grpSpPr>
          <a:xfrm>
            <a:off x="9477937" y="1582373"/>
            <a:ext cx="2692377" cy="4507497"/>
            <a:chOff x="8746908" y="685772"/>
            <a:chExt cx="2692377" cy="4507497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01DA59DA-A043-2306-DFF7-607725190B36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1372273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E3CE429-A196-C61A-979C-03C2B973946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2765" y="2145066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D3A33AAB-FD82-03B2-2DED-16A716349F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19795" y="2145068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07853E7-F075-118F-0C02-D5BB5751E068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2919145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CC691320-64F8-1217-3DD7-0B42D029E2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2765" y="3692568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A632FC88-DE27-AAAF-A830-E407A1906A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19795" y="3692570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6D0FC43-5959-2163-075C-C609EBA7F674}"/>
                </a:ext>
              </a:extLst>
            </p:cNvPr>
            <p:cNvCxnSpPr>
              <a:cxnSpLocks/>
            </p:cNvCxnSpPr>
            <p:nvPr/>
          </p:nvCxnSpPr>
          <p:spPr>
            <a:xfrm>
              <a:off x="9445483" y="4466692"/>
              <a:ext cx="1293632" cy="0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2B8E8BFC-A66F-847F-5EB4-2DE0FE43A67E}"/>
                </a:ext>
              </a:extLst>
            </p:cNvPr>
            <p:cNvSpPr txBox="1"/>
            <p:nvPr/>
          </p:nvSpPr>
          <p:spPr>
            <a:xfrm>
              <a:off x="9844481" y="68577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D05F553E-6112-389D-B026-BC6B47D1AB39}"/>
                </a:ext>
              </a:extLst>
            </p:cNvPr>
            <p:cNvSpPr txBox="1"/>
            <p:nvPr/>
          </p:nvSpPr>
          <p:spPr>
            <a:xfrm>
              <a:off x="10943649" y="1821900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8BB750E-06C4-04A9-15F5-1A3A3858AAFD}"/>
                </a:ext>
              </a:extLst>
            </p:cNvPr>
            <p:cNvSpPr txBox="1"/>
            <p:nvPr/>
          </p:nvSpPr>
          <p:spPr>
            <a:xfrm>
              <a:off x="10943649" y="336940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7E2168DB-857A-4196-5A53-A55C0841070F}"/>
                </a:ext>
              </a:extLst>
            </p:cNvPr>
            <p:cNvSpPr txBox="1"/>
            <p:nvPr/>
          </p:nvSpPr>
          <p:spPr>
            <a:xfrm>
              <a:off x="9844481" y="4546938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5AE4B88-BD7C-172D-26B3-25C64E354DC1}"/>
                </a:ext>
              </a:extLst>
            </p:cNvPr>
            <p:cNvSpPr txBox="1"/>
            <p:nvPr/>
          </p:nvSpPr>
          <p:spPr>
            <a:xfrm>
              <a:off x="8746908" y="3369402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AC047523-3111-7426-D873-D43BDCCEFCEA}"/>
                </a:ext>
              </a:extLst>
            </p:cNvPr>
            <p:cNvSpPr txBox="1"/>
            <p:nvPr/>
          </p:nvSpPr>
          <p:spPr>
            <a:xfrm>
              <a:off x="8746908" y="1821900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8F095BDB-BDA7-6319-A2F6-6587BA09BF9B}"/>
                </a:ext>
              </a:extLst>
            </p:cNvPr>
            <p:cNvSpPr txBox="1"/>
            <p:nvPr/>
          </p:nvSpPr>
          <p:spPr>
            <a:xfrm>
              <a:off x="9844481" y="2145065"/>
              <a:ext cx="495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3956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C7BA51C-600E-DC86-7F0F-6C1472FCB7BC}"/>
              </a:ext>
            </a:extLst>
          </p:cNvPr>
          <p:cNvSpPr txBox="1"/>
          <p:nvPr/>
        </p:nvSpPr>
        <p:spPr>
          <a:xfrm>
            <a:off x="360000" y="720000"/>
            <a:ext cx="10818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：将输入的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码转换为七段显示器中相对应的段的驱动信号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82B20FC2-5C68-477E-61D8-C6A96B78BA51}"/>
              </a:ext>
            </a:extLst>
          </p:cNvPr>
          <p:cNvGrpSpPr/>
          <p:nvPr/>
        </p:nvGrpSpPr>
        <p:grpSpPr>
          <a:xfrm>
            <a:off x="1026835" y="1800000"/>
            <a:ext cx="9308795" cy="4307372"/>
            <a:chOff x="2331946" y="1729237"/>
            <a:chExt cx="9308795" cy="4307372"/>
          </a:xfrm>
        </p:grpSpPr>
        <p:sp>
          <p:nvSpPr>
            <p:cNvPr id="121" name="Text Box 58">
              <a:extLst>
                <a:ext uri="{FF2B5EF4-FFF2-40B4-BE49-F238E27FC236}">
                  <a16:creationId xmlns:a16="http://schemas.microsoft.com/office/drawing/2014/main" id="{F66CBA8E-650F-E4A8-0C1C-84E6E4A81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832" y="1777012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七段显示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74x4511</a:t>
              </a: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6C004403-F4DF-D2CF-3A6F-2CFF4345D59E}"/>
                </a:ext>
              </a:extLst>
            </p:cNvPr>
            <p:cNvSpPr/>
            <p:nvPr/>
          </p:nvSpPr>
          <p:spPr>
            <a:xfrm>
              <a:off x="4012088" y="256329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Line 60">
              <a:extLst>
                <a:ext uri="{FF2B5EF4-FFF2-40B4-BE49-F238E27FC236}">
                  <a16:creationId xmlns:a16="http://schemas.microsoft.com/office/drawing/2014/main" id="{10C57469-98C4-2B97-A86D-249CE6E90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581" y="5166234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6" name="Line 60">
              <a:extLst>
                <a:ext uri="{FF2B5EF4-FFF2-40B4-BE49-F238E27FC236}">
                  <a16:creationId xmlns:a16="http://schemas.microsoft.com/office/drawing/2014/main" id="{59AA07EF-92C5-9F8C-796E-E486D0FAE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581" y="466928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7" name="Line 60">
              <a:extLst>
                <a:ext uri="{FF2B5EF4-FFF2-40B4-BE49-F238E27FC236}">
                  <a16:creationId xmlns:a16="http://schemas.microsoft.com/office/drawing/2014/main" id="{E8ADAEE6-4554-5C9D-A2AF-37CEECE09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718" y="2656664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 Box 70">
                  <a:extLst>
                    <a:ext uri="{FF2B5EF4-FFF2-40B4-BE49-F238E27FC236}">
                      <a16:creationId xmlns:a16="http://schemas.microsoft.com/office/drawing/2014/main" id="{A3A70D80-3DE8-C428-1C7D-AEE4142096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8153" y="2404936"/>
                  <a:ext cx="63337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BL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Text Box 70">
                  <a:extLst>
                    <a:ext uri="{FF2B5EF4-FFF2-40B4-BE49-F238E27FC236}">
                      <a16:creationId xmlns:a16="http://schemas.microsoft.com/office/drawing/2014/main" id="{A3A70D80-3DE8-C428-1C7D-AEE414209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8153" y="2404936"/>
                  <a:ext cx="633379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 Box 70">
                  <a:extLst>
                    <a:ext uri="{FF2B5EF4-FFF2-40B4-BE49-F238E27FC236}">
                      <a16:creationId xmlns:a16="http://schemas.microsoft.com/office/drawing/2014/main" id="{AC654338-B73B-4B23-74A8-FFA50CB40A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05460" y="4408867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9" name="Text Box 70">
                  <a:extLst>
                    <a:ext uri="{FF2B5EF4-FFF2-40B4-BE49-F238E27FC236}">
                      <a16:creationId xmlns:a16="http://schemas.microsoft.com/office/drawing/2014/main" id="{AC654338-B73B-4B23-74A8-FFA50CB40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5460" y="4408867"/>
                  <a:ext cx="60260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 Box 70">
                  <a:extLst>
                    <a:ext uri="{FF2B5EF4-FFF2-40B4-BE49-F238E27FC236}">
                      <a16:creationId xmlns:a16="http://schemas.microsoft.com/office/drawing/2014/main" id="{42F6BD0A-F0D6-C505-0A62-E251E4CF4B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0268" y="4908821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0" name="Text Box 70">
                  <a:extLst>
                    <a:ext uri="{FF2B5EF4-FFF2-40B4-BE49-F238E27FC236}">
                      <a16:creationId xmlns:a16="http://schemas.microsoft.com/office/drawing/2014/main" id="{42F6BD0A-F0D6-C505-0A62-E251E4CF4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10268" y="4908821"/>
                  <a:ext cx="600677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 Box 70">
                  <a:extLst>
                    <a:ext uri="{FF2B5EF4-FFF2-40B4-BE49-F238E27FC236}">
                      <a16:creationId xmlns:a16="http://schemas.microsoft.com/office/drawing/2014/main" id="{F1502A5F-5E90-2D44-C950-DD402D2C90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9172" y="4408867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1" name="Text Box 70">
                  <a:extLst>
                    <a:ext uri="{FF2B5EF4-FFF2-40B4-BE49-F238E27FC236}">
                      <a16:creationId xmlns:a16="http://schemas.microsoft.com/office/drawing/2014/main" id="{F1502A5F-5E90-2D44-C950-DD402D2C9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9172" y="4408867"/>
                  <a:ext cx="60779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 Box 70">
                  <a:extLst>
                    <a:ext uri="{FF2B5EF4-FFF2-40B4-BE49-F238E27FC236}">
                      <a16:creationId xmlns:a16="http://schemas.microsoft.com/office/drawing/2014/main" id="{213BBAF5-3EC8-FB33-2D15-32CC228843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3980" y="4908821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2" name="Text Box 70">
                  <a:extLst>
                    <a:ext uri="{FF2B5EF4-FFF2-40B4-BE49-F238E27FC236}">
                      <a16:creationId xmlns:a16="http://schemas.microsoft.com/office/drawing/2014/main" id="{213BBAF5-3EC8-FB33-2D15-32CC22884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73980" y="4908821"/>
                  <a:ext cx="600677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400A348F-FA53-1D45-6A92-BC62A15E98DE}"/>
                </a:ext>
              </a:extLst>
            </p:cNvPr>
            <p:cNvSpPr/>
            <p:nvPr/>
          </p:nvSpPr>
          <p:spPr>
            <a:xfrm>
              <a:off x="4011443" y="306263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Line 60">
              <a:extLst>
                <a:ext uri="{FF2B5EF4-FFF2-40B4-BE49-F238E27FC236}">
                  <a16:creationId xmlns:a16="http://schemas.microsoft.com/office/drawing/2014/main" id="{9A390CD7-DD6F-05E0-F17F-3D618BD13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259" y="3156010"/>
              <a:ext cx="784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 Box 70">
                  <a:extLst>
                    <a:ext uri="{FF2B5EF4-FFF2-40B4-BE49-F238E27FC236}">
                      <a16:creationId xmlns:a16="http://schemas.microsoft.com/office/drawing/2014/main" id="{23D9D659-999A-5223-DDEB-716410CA51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7508" y="2904282"/>
                  <a:ext cx="60946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LT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7" name="Text Box 70">
                  <a:extLst>
                    <a:ext uri="{FF2B5EF4-FFF2-40B4-BE49-F238E27FC236}">
                      <a16:creationId xmlns:a16="http://schemas.microsoft.com/office/drawing/2014/main" id="{23D9D659-999A-5223-DDEB-716410CA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508" y="2904282"/>
                  <a:ext cx="609462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Line 60">
              <a:extLst>
                <a:ext uri="{FF2B5EF4-FFF2-40B4-BE49-F238E27FC236}">
                  <a16:creationId xmlns:a16="http://schemas.microsoft.com/office/drawing/2014/main" id="{4A724207-BD14-C62E-080D-548B00610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890" y="5648210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 Box 70">
                  <a:extLst>
                    <a:ext uri="{FF2B5EF4-FFF2-40B4-BE49-F238E27FC236}">
                      <a16:creationId xmlns:a16="http://schemas.microsoft.com/office/drawing/2014/main" id="{DC0EBC73-DA8C-B63C-BE3F-E6AD30AB81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0577" y="5390797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1" name="Text Box 70">
                  <a:extLst>
                    <a:ext uri="{FF2B5EF4-FFF2-40B4-BE49-F238E27FC236}">
                      <a16:creationId xmlns:a16="http://schemas.microsoft.com/office/drawing/2014/main" id="{DC0EBC73-DA8C-B63C-BE3F-E6AD30AB8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10577" y="5390797"/>
                  <a:ext cx="607795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 Box 70">
                  <a:extLst>
                    <a:ext uri="{FF2B5EF4-FFF2-40B4-BE49-F238E27FC236}">
                      <a16:creationId xmlns:a16="http://schemas.microsoft.com/office/drawing/2014/main" id="{37A36652-D7B3-1D50-1AAC-DD6A5FB274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4289" y="5390797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2" name="Text Box 70">
                  <a:extLst>
                    <a:ext uri="{FF2B5EF4-FFF2-40B4-BE49-F238E27FC236}">
                      <a16:creationId xmlns:a16="http://schemas.microsoft.com/office/drawing/2014/main" id="{37A36652-D7B3-1D50-1AAC-DD6A5FB27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74289" y="5390797"/>
                  <a:ext cx="607795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Line 60">
              <a:extLst>
                <a:ext uri="{FF2B5EF4-FFF2-40B4-BE49-F238E27FC236}">
                  <a16:creationId xmlns:a16="http://schemas.microsoft.com/office/drawing/2014/main" id="{E950F2D1-BDBB-AD91-5A3C-4F3A921525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0195" y="2896837"/>
              <a:ext cx="518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5" name="Line 60">
              <a:extLst>
                <a:ext uri="{FF2B5EF4-FFF2-40B4-BE49-F238E27FC236}">
                  <a16:creationId xmlns:a16="http://schemas.microsoft.com/office/drawing/2014/main" id="{229285D6-AFF0-6159-B43C-D661C9284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798" y="2124671"/>
              <a:ext cx="8973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 Box 70">
                  <a:extLst>
                    <a:ext uri="{FF2B5EF4-FFF2-40B4-BE49-F238E27FC236}">
                      <a16:creationId xmlns:a16="http://schemas.microsoft.com/office/drawing/2014/main" id="{EF9C286B-11D7-307B-605A-A04AACEC84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7508" y="1872943"/>
                  <a:ext cx="60305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LE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6" name="Text Box 70">
                  <a:extLst>
                    <a:ext uri="{FF2B5EF4-FFF2-40B4-BE49-F238E27FC236}">
                      <a16:creationId xmlns:a16="http://schemas.microsoft.com/office/drawing/2014/main" id="{EF9C286B-11D7-307B-605A-A04AACEC8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7508" y="1872943"/>
                  <a:ext cx="603050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7" name="Text Box 70">
              <a:extLst>
                <a:ext uri="{FF2B5EF4-FFF2-40B4-BE49-F238E27FC236}">
                  <a16:creationId xmlns:a16="http://schemas.microsoft.com/office/drawing/2014/main" id="{2F599805-B9E1-86C3-F4F6-B49B6415C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946" y="2930841"/>
              <a:ext cx="8931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+5 V</a:t>
              </a:r>
            </a:p>
          </p:txBody>
        </p:sp>
        <p:sp>
          <p:nvSpPr>
            <p:cNvPr id="178" name="Line 60">
              <a:extLst>
                <a:ext uri="{FF2B5EF4-FFF2-40B4-BE49-F238E27FC236}">
                  <a16:creationId xmlns:a16="http://schemas.microsoft.com/office/drawing/2014/main" id="{6A297B15-39DF-3A40-F961-47E564223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358" y="2391808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3FB203AF-1321-65C6-92F8-8E28523E3B8F}"/>
                </a:ext>
              </a:extLst>
            </p:cNvPr>
            <p:cNvSpPr/>
            <p:nvPr/>
          </p:nvSpPr>
          <p:spPr>
            <a:xfrm>
              <a:off x="3709309" y="3106448"/>
              <a:ext cx="100124" cy="1001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Line 60">
              <a:extLst>
                <a:ext uri="{FF2B5EF4-FFF2-40B4-BE49-F238E27FC236}">
                  <a16:creationId xmlns:a16="http://schemas.microsoft.com/office/drawing/2014/main" id="{93609CCA-6EC8-131F-78FF-371ACB7E18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175760" y="2261176"/>
              <a:ext cx="287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5" name="Line 60">
              <a:extLst>
                <a:ext uri="{FF2B5EF4-FFF2-40B4-BE49-F238E27FC236}">
                  <a16:creationId xmlns:a16="http://schemas.microsoft.com/office/drawing/2014/main" id="{F32EE972-91F4-2549-33E6-F114ED0A8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787" y="4172839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 Box 70">
                  <a:extLst>
                    <a:ext uri="{FF2B5EF4-FFF2-40B4-BE49-F238E27FC236}">
                      <a16:creationId xmlns:a16="http://schemas.microsoft.com/office/drawing/2014/main" id="{0FB3CD2C-58AE-AABD-FDE2-7206BD299E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99666" y="3912417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6" name="Text Box 70">
                  <a:extLst>
                    <a:ext uri="{FF2B5EF4-FFF2-40B4-BE49-F238E27FC236}">
                      <a16:creationId xmlns:a16="http://schemas.microsoft.com/office/drawing/2014/main" id="{0FB3CD2C-58AE-AABD-FDE2-7206BD299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9666" y="3912417"/>
                  <a:ext cx="607795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 Box 70">
                  <a:extLst>
                    <a:ext uri="{FF2B5EF4-FFF2-40B4-BE49-F238E27FC236}">
                      <a16:creationId xmlns:a16="http://schemas.microsoft.com/office/drawing/2014/main" id="{D53DC48C-06C8-F9EF-6A6A-BC0CA1FFC6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3378" y="3912417"/>
                  <a:ext cx="60779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8" name="Text Box 70">
                  <a:extLst>
                    <a:ext uri="{FF2B5EF4-FFF2-40B4-BE49-F238E27FC236}">
                      <a16:creationId xmlns:a16="http://schemas.microsoft.com/office/drawing/2014/main" id="{D53DC48C-06C8-F9EF-6A6A-BC0CA1FFC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3378" y="3912417"/>
                  <a:ext cx="60779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Line 60">
              <a:extLst>
                <a:ext uri="{FF2B5EF4-FFF2-40B4-BE49-F238E27FC236}">
                  <a16:creationId xmlns:a16="http://schemas.microsoft.com/office/drawing/2014/main" id="{CB09C28E-25D5-31C4-DBCC-3BD588145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7" y="3893968"/>
              <a:ext cx="17695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 Box 70">
                  <a:extLst>
                    <a:ext uri="{FF2B5EF4-FFF2-40B4-BE49-F238E27FC236}">
                      <a16:creationId xmlns:a16="http://schemas.microsoft.com/office/drawing/2014/main" id="{1E7B9346-D579-298A-E73D-21CE0675EF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1070" y="2139942"/>
                  <a:ext cx="44063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3" name="Text Box 70">
                  <a:extLst>
                    <a:ext uri="{FF2B5EF4-FFF2-40B4-BE49-F238E27FC236}">
                      <a16:creationId xmlns:a16="http://schemas.microsoft.com/office/drawing/2014/main" id="{1E7B9346-D579-298A-E73D-21CE0675E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1070" y="2139942"/>
                  <a:ext cx="440633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AA8B2274-CF96-DFB7-F3FE-0C4D2FC58FE2}"/>
                </a:ext>
              </a:extLst>
            </p:cNvPr>
            <p:cNvSpPr/>
            <p:nvPr/>
          </p:nvSpPr>
          <p:spPr>
            <a:xfrm>
              <a:off x="6586133" y="2304698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4F2594FA-50ED-43F7-5AA9-69F52567CCE2}"/>
                </a:ext>
              </a:extLst>
            </p:cNvPr>
            <p:cNvSpPr/>
            <p:nvPr/>
          </p:nvSpPr>
          <p:spPr>
            <a:xfrm>
              <a:off x="6586133" y="380059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23051E70-B2F1-6FA1-84A8-4B328248E19E}"/>
                </a:ext>
              </a:extLst>
            </p:cNvPr>
            <p:cNvSpPr/>
            <p:nvPr/>
          </p:nvSpPr>
          <p:spPr>
            <a:xfrm>
              <a:off x="6586133" y="3301963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4AF4820A-DD3B-3146-5DED-3E89916BE3BB}"/>
                </a:ext>
              </a:extLst>
            </p:cNvPr>
            <p:cNvSpPr/>
            <p:nvPr/>
          </p:nvSpPr>
          <p:spPr>
            <a:xfrm>
              <a:off x="6586133" y="2803330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Line 60">
              <a:extLst>
                <a:ext uri="{FF2B5EF4-FFF2-40B4-BE49-F238E27FC236}">
                  <a16:creationId xmlns:a16="http://schemas.microsoft.com/office/drawing/2014/main" id="{22EEE532-89DC-C483-01C1-E31830348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6" y="3390692"/>
              <a:ext cx="1769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9" name="Line 60">
              <a:extLst>
                <a:ext uri="{FF2B5EF4-FFF2-40B4-BE49-F238E27FC236}">
                  <a16:creationId xmlns:a16="http://schemas.microsoft.com/office/drawing/2014/main" id="{2E619D63-574B-A3E9-0CBF-F63E498AB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7" y="2896702"/>
              <a:ext cx="1769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0" name="Line 60">
              <a:extLst>
                <a:ext uri="{FF2B5EF4-FFF2-40B4-BE49-F238E27FC236}">
                  <a16:creationId xmlns:a16="http://schemas.microsoft.com/office/drawing/2014/main" id="{ACB26458-B450-7B4E-0F58-512B4CD13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6" y="2398070"/>
              <a:ext cx="17695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 Box 70">
                  <a:extLst>
                    <a:ext uri="{FF2B5EF4-FFF2-40B4-BE49-F238E27FC236}">
                      <a16:creationId xmlns:a16="http://schemas.microsoft.com/office/drawing/2014/main" id="{F9314383-E5DF-C044-FD65-7ABA3E30D0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2858" y="2639289"/>
                  <a:ext cx="43505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1" name="Text Box 70">
                  <a:extLst>
                    <a:ext uri="{FF2B5EF4-FFF2-40B4-BE49-F238E27FC236}">
                      <a16:creationId xmlns:a16="http://schemas.microsoft.com/office/drawing/2014/main" id="{F9314383-E5DF-C044-FD65-7ABA3E30D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2858" y="2639289"/>
                  <a:ext cx="435054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 Box 70">
                  <a:extLst>
                    <a:ext uri="{FF2B5EF4-FFF2-40B4-BE49-F238E27FC236}">
                      <a16:creationId xmlns:a16="http://schemas.microsoft.com/office/drawing/2014/main" id="{F8BE44D8-C9EC-A1D7-BC36-D51DCC66A1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5963" y="3133279"/>
                  <a:ext cx="41242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2" name="Text Box 70">
                  <a:extLst>
                    <a:ext uri="{FF2B5EF4-FFF2-40B4-BE49-F238E27FC236}">
                      <a16:creationId xmlns:a16="http://schemas.microsoft.com/office/drawing/2014/main" id="{F8BE44D8-C9EC-A1D7-BC36-D51DCC66A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5963" y="3133279"/>
                  <a:ext cx="412421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 Box 70">
                  <a:extLst>
                    <a:ext uri="{FF2B5EF4-FFF2-40B4-BE49-F238E27FC236}">
                      <a16:creationId xmlns:a16="http://schemas.microsoft.com/office/drawing/2014/main" id="{58C8248D-5B5D-B61C-1E5D-7EFDED5F27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5963" y="3630224"/>
                  <a:ext cx="44929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Text Box 70">
                  <a:extLst>
                    <a:ext uri="{FF2B5EF4-FFF2-40B4-BE49-F238E27FC236}">
                      <a16:creationId xmlns:a16="http://schemas.microsoft.com/office/drawing/2014/main" id="{58C8248D-5B5D-B61C-1E5D-7EFDED5F2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5963" y="3630224"/>
                  <a:ext cx="449290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 Box 70">
                  <a:extLst>
                    <a:ext uri="{FF2B5EF4-FFF2-40B4-BE49-F238E27FC236}">
                      <a16:creationId xmlns:a16="http://schemas.microsoft.com/office/drawing/2014/main" id="{21E9E30E-B755-08BE-50D9-2DC919B7A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1070" y="4134473"/>
                  <a:ext cx="42062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4" name="Text Box 70">
                  <a:extLst>
                    <a:ext uri="{FF2B5EF4-FFF2-40B4-BE49-F238E27FC236}">
                      <a16:creationId xmlns:a16="http://schemas.microsoft.com/office/drawing/2014/main" id="{21E9E30E-B755-08BE-50D9-2DC919B7A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1070" y="4134473"/>
                  <a:ext cx="420628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1863FBED-C555-B234-86CE-E5BCBC3571DF}"/>
                </a:ext>
              </a:extLst>
            </p:cNvPr>
            <p:cNvSpPr/>
            <p:nvPr/>
          </p:nvSpPr>
          <p:spPr>
            <a:xfrm>
              <a:off x="6586133" y="4299229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1DE72D2F-C9AF-2000-8948-F59314F54D87}"/>
                </a:ext>
              </a:extLst>
            </p:cNvPr>
            <p:cNvSpPr/>
            <p:nvPr/>
          </p:nvSpPr>
          <p:spPr>
            <a:xfrm>
              <a:off x="6586133" y="529649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7C0D1DD9-6522-0818-9294-EDA7FECAC15A}"/>
                </a:ext>
              </a:extLst>
            </p:cNvPr>
            <p:cNvSpPr/>
            <p:nvPr/>
          </p:nvSpPr>
          <p:spPr>
            <a:xfrm>
              <a:off x="6586133" y="479786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Line 60">
              <a:extLst>
                <a:ext uri="{FF2B5EF4-FFF2-40B4-BE49-F238E27FC236}">
                  <a16:creationId xmlns:a16="http://schemas.microsoft.com/office/drawing/2014/main" id="{437825AF-33ED-24B6-0210-CD65C1E8E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8" y="5385223"/>
              <a:ext cx="12052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0" name="Line 60">
              <a:extLst>
                <a:ext uri="{FF2B5EF4-FFF2-40B4-BE49-F238E27FC236}">
                  <a16:creationId xmlns:a16="http://schemas.microsoft.com/office/drawing/2014/main" id="{E7BD3F0D-DF50-4819-6DA4-6C0DB9EF5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8112" y="4891231"/>
              <a:ext cx="1404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1" name="Line 60">
              <a:extLst>
                <a:ext uri="{FF2B5EF4-FFF2-40B4-BE49-F238E27FC236}">
                  <a16:creationId xmlns:a16="http://schemas.microsoft.com/office/drawing/2014/main" id="{D87768C5-E6A9-7330-3572-5BBF3D9A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2876" y="4392601"/>
              <a:ext cx="15934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 Box 70">
                  <a:extLst>
                    <a:ext uri="{FF2B5EF4-FFF2-40B4-BE49-F238E27FC236}">
                      <a16:creationId xmlns:a16="http://schemas.microsoft.com/office/drawing/2014/main" id="{8BCF9946-2080-6991-6EBE-2B669F126C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2858" y="4633820"/>
                  <a:ext cx="4405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" name="Text Box 70">
                  <a:extLst>
                    <a:ext uri="{FF2B5EF4-FFF2-40B4-BE49-F238E27FC236}">
                      <a16:creationId xmlns:a16="http://schemas.microsoft.com/office/drawing/2014/main" id="{8BCF9946-2080-6991-6EBE-2B669F126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2858" y="4633820"/>
                  <a:ext cx="440570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1389" r="-1389"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 Box 70">
                  <a:extLst>
                    <a:ext uri="{FF2B5EF4-FFF2-40B4-BE49-F238E27FC236}">
                      <a16:creationId xmlns:a16="http://schemas.microsoft.com/office/drawing/2014/main" id="{7F4CB1E4-AEFC-0603-5C6F-AC60AFF195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5963" y="5127810"/>
                  <a:ext cx="45442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Text Box 70">
                  <a:extLst>
                    <a:ext uri="{FF2B5EF4-FFF2-40B4-BE49-F238E27FC236}">
                      <a16:creationId xmlns:a16="http://schemas.microsoft.com/office/drawing/2014/main" id="{7F4CB1E4-AEFC-0603-5C6F-AC60AFF19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5963" y="5127810"/>
                  <a:ext cx="454420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Text Box 58">
              <a:extLst>
                <a:ext uri="{FF2B5EF4-FFF2-40B4-BE49-F238E27FC236}">
                  <a16:creationId xmlns:a16="http://schemas.microsoft.com/office/drawing/2014/main" id="{48C73B04-56EC-5027-3ED4-7E5849872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3" y="2286458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Text Box 58">
              <a:extLst>
                <a:ext uri="{FF2B5EF4-FFF2-40B4-BE49-F238E27FC236}">
                  <a16:creationId xmlns:a16="http://schemas.microsoft.com/office/drawing/2014/main" id="{CA5E958A-2BC7-ECE4-6313-9637974E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3" y="2787105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Text Box 58">
              <a:extLst>
                <a:ext uri="{FF2B5EF4-FFF2-40B4-BE49-F238E27FC236}">
                  <a16:creationId xmlns:a16="http://schemas.microsoft.com/office/drawing/2014/main" id="{6EB2237F-C070-F7AE-25D6-870D130D0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3" y="3287752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Text Box 58">
              <a:extLst>
                <a:ext uri="{FF2B5EF4-FFF2-40B4-BE49-F238E27FC236}">
                  <a16:creationId xmlns:a16="http://schemas.microsoft.com/office/drawing/2014/main" id="{C650181E-FBED-8E1D-ABCD-939C5FC5E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2" y="3784371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Text Box 58">
              <a:extLst>
                <a:ext uri="{FF2B5EF4-FFF2-40B4-BE49-F238E27FC236}">
                  <a16:creationId xmlns:a16="http://schemas.microsoft.com/office/drawing/2014/main" id="{4B96E701-D33D-4C00-2994-C7D92606F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0" y="4280990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Text Box 58">
              <a:extLst>
                <a:ext uri="{FF2B5EF4-FFF2-40B4-BE49-F238E27FC236}">
                  <a16:creationId xmlns:a16="http://schemas.microsoft.com/office/drawing/2014/main" id="{5F6A8666-1128-F85B-D69E-26AC95908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90" y="4777609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Text Box 58">
              <a:extLst>
                <a:ext uri="{FF2B5EF4-FFF2-40B4-BE49-F238E27FC236}">
                  <a16:creationId xmlns:a16="http://schemas.microsoft.com/office/drawing/2014/main" id="{0CDDB8C2-6CE2-38EF-2F43-CF6F36DDA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589" y="5282284"/>
              <a:ext cx="719713" cy="21919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56D1B544-8551-9EBD-0C7F-827CA3A4002D}"/>
                </a:ext>
              </a:extLst>
            </p:cNvPr>
            <p:cNvGrpSpPr/>
            <p:nvPr/>
          </p:nvGrpSpPr>
          <p:grpSpPr>
            <a:xfrm>
              <a:off x="9303137" y="2526141"/>
              <a:ext cx="820594" cy="1641377"/>
              <a:chOff x="9319581" y="1372273"/>
              <a:chExt cx="1547030" cy="3094419"/>
            </a:xfrm>
          </p:grpSpPr>
          <p:cxnSp>
            <p:nvCxnSpPr>
              <p:cNvPr id="223" name="直接连接符 222">
                <a:extLst>
                  <a:ext uri="{FF2B5EF4-FFF2-40B4-BE49-F238E27FC236}">
                    <a16:creationId xmlns:a16="http://schemas.microsoft.com/office/drawing/2014/main" id="{4E15F34F-D58F-8E45-879B-B977ABFA9E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5483" y="1372273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8EA2DCBC-9A8E-2AFA-E2C1-109432EBC65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72765" y="2145066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>
                <a:extLst>
                  <a:ext uri="{FF2B5EF4-FFF2-40B4-BE49-F238E27FC236}">
                    <a16:creationId xmlns:a16="http://schemas.microsoft.com/office/drawing/2014/main" id="{42EC1E1F-3DA8-C7B6-038E-E9370A6B6D0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219795" y="2145068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>
                <a:extLst>
                  <a:ext uri="{FF2B5EF4-FFF2-40B4-BE49-F238E27FC236}">
                    <a16:creationId xmlns:a16="http://schemas.microsoft.com/office/drawing/2014/main" id="{3F936651-EF20-DBC2-28FD-3B878B871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5483" y="2919145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>
                <a:extLst>
                  <a:ext uri="{FF2B5EF4-FFF2-40B4-BE49-F238E27FC236}">
                    <a16:creationId xmlns:a16="http://schemas.microsoft.com/office/drawing/2014/main" id="{1F3DFF8C-463F-7D79-5E67-E09EDD2D537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72765" y="3692568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7DF1030F-FA44-B36E-3323-252F782779C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219795" y="3692570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>
                <a:extLst>
                  <a:ext uri="{FF2B5EF4-FFF2-40B4-BE49-F238E27FC236}">
                    <a16:creationId xmlns:a16="http://schemas.microsoft.com/office/drawing/2014/main" id="{8F2A67D9-7D6C-5CD1-E3FE-A1890A12A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5483" y="4466692"/>
                <a:ext cx="1293632" cy="0"/>
              </a:xfrm>
              <a:prstGeom prst="line">
                <a:avLst/>
              </a:prstGeom>
              <a:ln w="152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0" name="Text Box 58">
              <a:extLst>
                <a:ext uri="{FF2B5EF4-FFF2-40B4-BE49-F238E27FC236}">
                  <a16:creationId xmlns:a16="http://schemas.microsoft.com/office/drawing/2014/main" id="{679E572E-CEB1-6FE0-3906-62503C514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2384" y="1777012"/>
              <a:ext cx="2348853" cy="313927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Line 60">
              <a:extLst>
                <a:ext uri="{FF2B5EF4-FFF2-40B4-BE49-F238E27FC236}">
                  <a16:creationId xmlns:a16="http://schemas.microsoft.com/office/drawing/2014/main" id="{1A77499C-ABBD-F39C-9520-D1989CD3F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5849" y="5201499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2" name="Line 60">
              <a:extLst>
                <a:ext uri="{FF2B5EF4-FFF2-40B4-BE49-F238E27FC236}">
                  <a16:creationId xmlns:a16="http://schemas.microsoft.com/office/drawing/2014/main" id="{FA161A43-79F0-D9A2-4299-533AACDA31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69251" y="5070867"/>
              <a:ext cx="2875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4" name="Line 60">
              <a:extLst>
                <a:ext uri="{FF2B5EF4-FFF2-40B4-BE49-F238E27FC236}">
                  <a16:creationId xmlns:a16="http://schemas.microsoft.com/office/drawing/2014/main" id="{ECB199F1-7212-055F-ECF2-663CE347BD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892941" y="4865171"/>
              <a:ext cx="9845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5" name="Line 60">
              <a:extLst>
                <a:ext uri="{FF2B5EF4-FFF2-40B4-BE49-F238E27FC236}">
                  <a16:creationId xmlns:a16="http://schemas.microsoft.com/office/drawing/2014/main" id="{8C416BC3-499D-B4F3-CC44-43A52FB06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5223" y="5339345"/>
              <a:ext cx="27581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6" name="Line 60">
              <a:extLst>
                <a:ext uri="{FF2B5EF4-FFF2-40B4-BE49-F238E27FC236}">
                  <a16:creationId xmlns:a16="http://schemas.microsoft.com/office/drawing/2014/main" id="{2220FD0A-05AA-A8A2-F8B9-1F589899E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1522" y="2397790"/>
              <a:ext cx="2518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7" name="Line 60">
              <a:extLst>
                <a:ext uri="{FF2B5EF4-FFF2-40B4-BE49-F238E27FC236}">
                  <a16:creationId xmlns:a16="http://schemas.microsoft.com/office/drawing/2014/main" id="{451FCCC9-030E-9E0C-C907-5C4D128F1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6310" y="2897191"/>
              <a:ext cx="4813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8" name="Line 60">
              <a:extLst>
                <a:ext uri="{FF2B5EF4-FFF2-40B4-BE49-F238E27FC236}">
                  <a16:creationId xmlns:a16="http://schemas.microsoft.com/office/drawing/2014/main" id="{38BB68E9-F7C7-A45F-7F11-500BC93A8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8784" y="3391394"/>
              <a:ext cx="7419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9" name="Line 60">
              <a:extLst>
                <a:ext uri="{FF2B5EF4-FFF2-40B4-BE49-F238E27FC236}">
                  <a16:creationId xmlns:a16="http://schemas.microsoft.com/office/drawing/2014/main" id="{61EA1D0B-0615-1CBC-0192-058979915B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645427" y="3860306"/>
              <a:ext cx="2958077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0" name="Line 60">
              <a:extLst>
                <a:ext uri="{FF2B5EF4-FFF2-40B4-BE49-F238E27FC236}">
                  <a16:creationId xmlns:a16="http://schemas.microsoft.com/office/drawing/2014/main" id="{42DA6C7E-EFEB-5641-E8D0-F2E6702ECE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11787" y="5231195"/>
              <a:ext cx="7189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1" name="Line 60">
              <a:extLst>
                <a:ext uri="{FF2B5EF4-FFF2-40B4-BE49-F238E27FC236}">
                  <a16:creationId xmlns:a16="http://schemas.microsoft.com/office/drawing/2014/main" id="{68DB2C90-3C57-571F-5287-38BAC857B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2209" y="5603071"/>
              <a:ext cx="3225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2" name="Line 60">
              <a:extLst>
                <a:ext uri="{FF2B5EF4-FFF2-40B4-BE49-F238E27FC236}">
                  <a16:creationId xmlns:a16="http://schemas.microsoft.com/office/drawing/2014/main" id="{1CCB4F46-9AB7-0B33-6D44-8AB35C5C6B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96863" y="4249939"/>
              <a:ext cx="27443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3" name="Line 60">
              <a:extLst>
                <a:ext uri="{FF2B5EF4-FFF2-40B4-BE49-F238E27FC236}">
                  <a16:creationId xmlns:a16="http://schemas.microsoft.com/office/drawing/2014/main" id="{21957FC5-E80E-3699-726A-31D25C2747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13608" y="5630256"/>
              <a:ext cx="5290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4" name="Line 60">
              <a:extLst>
                <a:ext uri="{FF2B5EF4-FFF2-40B4-BE49-F238E27FC236}">
                  <a16:creationId xmlns:a16="http://schemas.microsoft.com/office/drawing/2014/main" id="{F0AFDD8D-E46B-8219-0CEB-D0DE1981A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8140" y="5876028"/>
              <a:ext cx="36461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5" name="Line 60">
              <a:extLst>
                <a:ext uri="{FF2B5EF4-FFF2-40B4-BE49-F238E27FC236}">
                  <a16:creationId xmlns:a16="http://schemas.microsoft.com/office/drawing/2014/main" id="{E811394A-44CA-BEC2-E95E-E410504F24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64575" y="4638087"/>
              <a:ext cx="25134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Text Box 70">
                  <a:extLst>
                    <a:ext uri="{FF2B5EF4-FFF2-40B4-BE49-F238E27FC236}">
                      <a16:creationId xmlns:a16="http://schemas.microsoft.com/office/drawing/2014/main" id="{620D1A8B-556B-2EAC-288C-1620024AB4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21938" y="2142880"/>
                  <a:ext cx="44063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6" name="Text Box 70">
                  <a:extLst>
                    <a:ext uri="{FF2B5EF4-FFF2-40B4-BE49-F238E27FC236}">
                      <a16:creationId xmlns:a16="http://schemas.microsoft.com/office/drawing/2014/main" id="{620D1A8B-556B-2EAC-288C-1620024AB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1938" y="2142880"/>
                  <a:ext cx="440633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 Box 70">
                  <a:extLst>
                    <a:ext uri="{FF2B5EF4-FFF2-40B4-BE49-F238E27FC236}">
                      <a16:creationId xmlns:a16="http://schemas.microsoft.com/office/drawing/2014/main" id="{35541CDA-7A55-ADCF-A486-541E1FAECB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23726" y="2642227"/>
                  <a:ext cx="43505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7" name="Text Box 70">
                  <a:extLst>
                    <a:ext uri="{FF2B5EF4-FFF2-40B4-BE49-F238E27FC236}">
                      <a16:creationId xmlns:a16="http://schemas.microsoft.com/office/drawing/2014/main" id="{35541CDA-7A55-ADCF-A486-541E1FAEC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3726" y="2642227"/>
                  <a:ext cx="435054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Text Box 70">
                  <a:extLst>
                    <a:ext uri="{FF2B5EF4-FFF2-40B4-BE49-F238E27FC236}">
                      <a16:creationId xmlns:a16="http://schemas.microsoft.com/office/drawing/2014/main" id="{FF5D741A-26E1-547C-7294-17F5F09DAD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26831" y="3136217"/>
                  <a:ext cx="41242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8" name="Text Box 70">
                  <a:extLst>
                    <a:ext uri="{FF2B5EF4-FFF2-40B4-BE49-F238E27FC236}">
                      <a16:creationId xmlns:a16="http://schemas.microsoft.com/office/drawing/2014/main" id="{FF5D741A-26E1-547C-7294-17F5F09DAD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6831" y="3136217"/>
                  <a:ext cx="412421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Text Box 70">
                  <a:extLst>
                    <a:ext uri="{FF2B5EF4-FFF2-40B4-BE49-F238E27FC236}">
                      <a16:creationId xmlns:a16="http://schemas.microsoft.com/office/drawing/2014/main" id="{DAF74F07-6D91-81BA-E987-BB0CD8E574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26831" y="3633162"/>
                  <a:ext cx="44929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9" name="Text Box 70">
                  <a:extLst>
                    <a:ext uri="{FF2B5EF4-FFF2-40B4-BE49-F238E27FC236}">
                      <a16:creationId xmlns:a16="http://schemas.microsoft.com/office/drawing/2014/main" id="{DAF74F07-6D91-81BA-E987-BB0CD8E57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6831" y="3633162"/>
                  <a:ext cx="449290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B235E1F6-1CCE-30C3-58D7-8772187041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52648" y="2139942"/>
                  <a:ext cx="42062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0" name="Text Box 70">
                  <a:extLst>
                    <a:ext uri="{FF2B5EF4-FFF2-40B4-BE49-F238E27FC236}">
                      <a16:creationId xmlns:a16="http://schemas.microsoft.com/office/drawing/2014/main" id="{B235E1F6-1CCE-30C3-58D7-877218704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52648" y="2139942"/>
                  <a:ext cx="420628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Text Box 70">
                  <a:extLst>
                    <a:ext uri="{FF2B5EF4-FFF2-40B4-BE49-F238E27FC236}">
                      <a16:creationId xmlns:a16="http://schemas.microsoft.com/office/drawing/2014/main" id="{E72AC58A-8780-A7CA-AC84-F3BA3E7219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54436" y="2639289"/>
                  <a:ext cx="44056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1" name="Text Box 70">
                  <a:extLst>
                    <a:ext uri="{FF2B5EF4-FFF2-40B4-BE49-F238E27FC236}">
                      <a16:creationId xmlns:a16="http://schemas.microsoft.com/office/drawing/2014/main" id="{E72AC58A-8780-A7CA-AC84-F3BA3E72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54436" y="2639289"/>
                  <a:ext cx="440569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778"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 Box 70">
                  <a:extLst>
                    <a:ext uri="{FF2B5EF4-FFF2-40B4-BE49-F238E27FC236}">
                      <a16:creationId xmlns:a16="http://schemas.microsoft.com/office/drawing/2014/main" id="{6F90B365-22B9-9DBB-E876-82DFDB134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57541" y="3133279"/>
                  <a:ext cx="45442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2" name="Text Box 70">
                  <a:extLst>
                    <a:ext uri="{FF2B5EF4-FFF2-40B4-BE49-F238E27FC236}">
                      <a16:creationId xmlns:a16="http://schemas.microsoft.com/office/drawing/2014/main" id="{6F90B365-22B9-9DBB-E876-82DFDB134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57541" y="3133279"/>
                  <a:ext cx="454420" cy="461665"/>
                </a:xfrm>
                <a:prstGeom prst="rect">
                  <a:avLst/>
                </a:prstGeom>
                <a:blipFill>
                  <a:blip r:embed="rId26"/>
                  <a:stretch>
                    <a:fillRect b="-1052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4" name="Text Box 70">
              <a:extLst>
                <a:ext uri="{FF2B5EF4-FFF2-40B4-BE49-F238E27FC236}">
                  <a16:creationId xmlns:a16="http://schemas.microsoft.com/office/drawing/2014/main" id="{CF862538-C779-E552-6698-7FD4C8437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5148" y="1729237"/>
              <a:ext cx="20633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(200</a:t>
              </a:r>
              <a:r>
                <a:rPr lang="el-GR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Ω</a:t>
              </a: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~1k</a:t>
              </a:r>
              <a:r>
                <a:rPr lang="el-GR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Ω</a:t>
              </a: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)x7 </a:t>
              </a:r>
            </a:p>
          </p:txBody>
        </p: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A3413196-8613-662D-EA80-FDC699E399F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4FA9D46C-A4CD-303F-98C1-B8DA5CB646B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59" name="箭头: 五边形 258">
                <a:extLst>
                  <a:ext uri="{FF2B5EF4-FFF2-40B4-BE49-F238E27FC236}">
                    <a16:creationId xmlns:a16="http://schemas.microsoft.com/office/drawing/2014/main" id="{A4610923-10A6-9BD0-BD50-F59AC980E6C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0" name="箭头: V 形 259">
                <a:extLst>
                  <a:ext uri="{FF2B5EF4-FFF2-40B4-BE49-F238E27FC236}">
                    <a16:creationId xmlns:a16="http://schemas.microsoft.com/office/drawing/2014/main" id="{DC588CFE-17DE-6D9A-939B-CB81F4F6D71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8" name="灯片编号占位符 3">
              <a:extLst>
                <a:ext uri="{FF2B5EF4-FFF2-40B4-BE49-F238E27FC236}">
                  <a16:creationId xmlns:a16="http://schemas.microsoft.com/office/drawing/2014/main" id="{BE312E3B-7F03-72F1-F8F1-CCC5BE730DA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1B7AB5B-22EA-A8B2-E66A-DA77BE7323B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显示译码器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20527E-35EB-D2DE-8B83-41C49DFA2D22}"/>
                  </a:ext>
                </a:extLst>
              </p:cNvPr>
              <p:cNvSpPr txBox="1"/>
              <p:nvPr/>
            </p:nvSpPr>
            <p:spPr>
              <a:xfrm>
                <a:off x="360000" y="6228152"/>
                <a:ext cx="79082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>
                    <a:solidFill>
                      <a:srgbClr val="0000FF"/>
                    </a:solidFill>
                    <a:ea typeface="微软雅黑" panose="020B0503020204020204" pitchFamily="34" charset="-122"/>
                  </a:rPr>
                  <a:t>输入随输出变化的条件：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LE</m:t>
                    </m:r>
                    <m: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BL</m:t>
                        </m:r>
                      </m:e>
                    </m:acc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LT</m:t>
                        </m:r>
                      </m:e>
                    </m:acc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20527E-35EB-D2DE-8B83-41C49DFA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28152"/>
                <a:ext cx="7908237" cy="523220"/>
              </a:xfrm>
              <a:prstGeom prst="rect">
                <a:avLst/>
              </a:prstGeom>
              <a:blipFill>
                <a:blip r:embed="rId27"/>
                <a:stretch>
                  <a:fillRect l="-1542" t="-1395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757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5131-8F25-0E7F-8583-6F19929A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6D6348C-31EE-D951-CC41-C674E4C85154}"/>
              </a:ext>
            </a:extLst>
          </p:cNvPr>
          <p:cNvSpPr txBox="1"/>
          <p:nvPr/>
        </p:nvSpPr>
        <p:spPr>
          <a:xfrm>
            <a:off x="360000" y="720000"/>
            <a:ext cx="48779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七段显示译码器功能：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B8B22F2-2996-0FA1-9D3C-919AD87C05AF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721519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LT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为灯测试输入，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LT</m:t>
                        </m:r>
                      </m:e>
                    </m:acc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BL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为灭灯输入，当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BL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LT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marL="457200" indent="-4572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LE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为锁存使能输入，在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BL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LT</m:t>
                        </m:r>
                      </m:e>
                    </m:acc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条件下，当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LE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，译码器的输出随输入变化；当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LE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时，输入码被锁存，输出只取决于锁存的内容，不再随输入变化而变化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B8B22F2-2996-0FA1-9D3C-919AD87C0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7215199" cy="3139321"/>
              </a:xfrm>
              <a:prstGeom prst="rect">
                <a:avLst/>
              </a:prstGeom>
              <a:blipFill>
                <a:blip r:embed="rId2"/>
                <a:stretch>
                  <a:fillRect l="-1098" t="-1553" r="-676" b="-3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组合 92">
            <a:extLst>
              <a:ext uri="{FF2B5EF4-FFF2-40B4-BE49-F238E27FC236}">
                <a16:creationId xmlns:a16="http://schemas.microsoft.com/office/drawing/2014/main" id="{FD3613CB-041C-C294-2781-EF8C8396AEB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C655E037-4EA6-0E77-E4EF-0D6B0DDF824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6" name="箭头: 五边形 95">
                <a:extLst>
                  <a:ext uri="{FF2B5EF4-FFF2-40B4-BE49-F238E27FC236}">
                    <a16:creationId xmlns:a16="http://schemas.microsoft.com/office/drawing/2014/main" id="{F5AEBCB7-8B75-E4BB-EFFA-99CB106E816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箭头: V 形 96">
                <a:extLst>
                  <a:ext uri="{FF2B5EF4-FFF2-40B4-BE49-F238E27FC236}">
                    <a16:creationId xmlns:a16="http://schemas.microsoft.com/office/drawing/2014/main" id="{65D47347-8AFC-BD0C-6286-51BBEE676DC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" name="灯片编号占位符 3">
              <a:extLst>
                <a:ext uri="{FF2B5EF4-FFF2-40B4-BE49-F238E27FC236}">
                  <a16:creationId xmlns:a16="http://schemas.microsoft.com/office/drawing/2014/main" id="{DB8CA0EA-7FA9-E93E-257B-584387FBAA0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76D2460-607C-52F4-2043-98F8700B1588}"/>
              </a:ext>
            </a:extLst>
          </p:cNvPr>
          <p:cNvGrpSpPr/>
          <p:nvPr/>
        </p:nvGrpSpPr>
        <p:grpSpPr>
          <a:xfrm>
            <a:off x="7920000" y="1440000"/>
            <a:ext cx="3774398" cy="4259597"/>
            <a:chOff x="8078576" y="1346125"/>
            <a:chExt cx="3774398" cy="4259597"/>
          </a:xfrm>
        </p:grpSpPr>
        <p:sp>
          <p:nvSpPr>
            <p:cNvPr id="3" name="Text Box 58">
              <a:extLst>
                <a:ext uri="{FF2B5EF4-FFF2-40B4-BE49-F238E27FC236}">
                  <a16:creationId xmlns:a16="http://schemas.microsoft.com/office/drawing/2014/main" id="{E0AB650D-148F-CC3B-CDF2-E56A9DD57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6383" y="1346125"/>
              <a:ext cx="2387301" cy="42595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七段显示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zh-CN" altLang="en-US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74x4511</a:t>
              </a: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887BF7B-E10F-C617-3665-8AFBB010325F}"/>
                </a:ext>
              </a:extLst>
            </p:cNvPr>
            <p:cNvSpPr/>
            <p:nvPr/>
          </p:nvSpPr>
          <p:spPr>
            <a:xfrm>
              <a:off x="8829639" y="2132405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Line 60">
              <a:extLst>
                <a:ext uri="{FF2B5EF4-FFF2-40B4-BE49-F238E27FC236}">
                  <a16:creationId xmlns:a16="http://schemas.microsoft.com/office/drawing/2014/main" id="{E714D31A-F932-F108-AF07-008FA28A9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8132" y="4735347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6" name="Line 60">
              <a:extLst>
                <a:ext uri="{FF2B5EF4-FFF2-40B4-BE49-F238E27FC236}">
                  <a16:creationId xmlns:a16="http://schemas.microsoft.com/office/drawing/2014/main" id="{3FE0DC5C-2A3D-A77F-2993-FAEC85F7E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8132" y="423840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Line 60">
              <a:extLst>
                <a:ext uri="{FF2B5EF4-FFF2-40B4-BE49-F238E27FC236}">
                  <a16:creationId xmlns:a16="http://schemas.microsoft.com/office/drawing/2014/main" id="{B1416BE8-DA88-7EC1-43BE-884862587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3269" y="2225777"/>
              <a:ext cx="2415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AF32197D-176D-AF8A-618D-F6794408F2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65704" y="1974049"/>
                  <a:ext cx="63337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BL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 Box 70">
                  <a:extLst>
                    <a:ext uri="{FF2B5EF4-FFF2-40B4-BE49-F238E27FC236}">
                      <a16:creationId xmlns:a16="http://schemas.microsoft.com/office/drawing/2014/main" id="{AF32197D-176D-AF8A-618D-F6794408F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65704" y="1974049"/>
                  <a:ext cx="633379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A6D4161F-6E86-C87B-C0A3-706E25F760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23011" y="3977980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70">
                  <a:extLst>
                    <a:ext uri="{FF2B5EF4-FFF2-40B4-BE49-F238E27FC236}">
                      <a16:creationId xmlns:a16="http://schemas.microsoft.com/office/drawing/2014/main" id="{A6D4161F-6E86-C87B-C0A3-706E25F76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23011" y="3977980"/>
                  <a:ext cx="602601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95282918-4358-FD38-1878-0C39CC7FCA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27819" y="4477934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70">
                  <a:extLst>
                    <a:ext uri="{FF2B5EF4-FFF2-40B4-BE49-F238E27FC236}">
                      <a16:creationId xmlns:a16="http://schemas.microsoft.com/office/drawing/2014/main" id="{95282918-4358-FD38-1878-0C39CC7FCA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27819" y="4477934"/>
                  <a:ext cx="600677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F3023C4-5A4C-E6B5-EC7E-EA6E151455FA}"/>
                </a:ext>
              </a:extLst>
            </p:cNvPr>
            <p:cNvSpPr/>
            <p:nvPr/>
          </p:nvSpPr>
          <p:spPr>
            <a:xfrm>
              <a:off x="8828994" y="263175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Line 60">
              <a:extLst>
                <a:ext uri="{FF2B5EF4-FFF2-40B4-BE49-F238E27FC236}">
                  <a16:creationId xmlns:a16="http://schemas.microsoft.com/office/drawing/2014/main" id="{27649366-57DA-F59F-E5D8-0CA7F1D86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3268" y="2725123"/>
              <a:ext cx="240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E1D08280-81F7-8EB7-BA7A-AFA2057BE1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65059" y="2473395"/>
                  <a:ext cx="60946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LT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E1D08280-81F7-8EB7-BA7A-AFA2057BE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65059" y="2473395"/>
                  <a:ext cx="609462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60">
              <a:extLst>
                <a:ext uri="{FF2B5EF4-FFF2-40B4-BE49-F238E27FC236}">
                  <a16:creationId xmlns:a16="http://schemas.microsoft.com/office/drawing/2014/main" id="{7D5DFB30-45AD-A440-6B51-73E1E6A16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8441" y="5217323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9F19ECEF-5B75-17E5-9FD0-D5BD3E3483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28128" y="4959910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9F19ECEF-5B75-17E5-9FD0-D5BD3E348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28128" y="4959910"/>
                  <a:ext cx="607795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60">
              <a:extLst>
                <a:ext uri="{FF2B5EF4-FFF2-40B4-BE49-F238E27FC236}">
                  <a16:creationId xmlns:a16="http://schemas.microsoft.com/office/drawing/2014/main" id="{7281032A-9F76-6DBA-52B2-B4879FA68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3268" y="1693784"/>
              <a:ext cx="422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25D841F7-D42B-E4B5-0B94-5F6F402E1A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65059" y="1442056"/>
                  <a:ext cx="60305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LE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25D841F7-D42B-E4B5-0B94-5F6F402E1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65059" y="1442056"/>
                  <a:ext cx="603050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CD631632-2A50-14CA-0EFB-F17B6F43A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2338" y="3741952"/>
              <a:ext cx="428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867EB436-BFCC-671B-13C7-FD07DE2D4D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17217" y="3481530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70">
                  <a:extLst>
                    <a:ext uri="{FF2B5EF4-FFF2-40B4-BE49-F238E27FC236}">
                      <a16:creationId xmlns:a16="http://schemas.microsoft.com/office/drawing/2014/main" id="{867EB436-BFCC-671B-13C7-FD07DE2D4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917217" y="3481530"/>
                  <a:ext cx="607795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4560C6B-C669-4F37-49DB-5E17E30124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58621" y="1709055"/>
                  <a:ext cx="44063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 Box 70">
                  <a:extLst>
                    <a:ext uri="{FF2B5EF4-FFF2-40B4-BE49-F238E27FC236}">
                      <a16:creationId xmlns:a16="http://schemas.microsoft.com/office/drawing/2014/main" id="{64560C6B-C669-4F37-49DB-5E17E301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58621" y="1709055"/>
                  <a:ext cx="440633" cy="46166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111E212-4B08-D0BD-6550-993B3E635850}"/>
                </a:ext>
              </a:extLst>
            </p:cNvPr>
            <p:cNvSpPr/>
            <p:nvPr/>
          </p:nvSpPr>
          <p:spPr>
            <a:xfrm>
              <a:off x="11403684" y="1873811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D8A56EE-EB7A-3C7A-EB27-C1A5F1717B17}"/>
                </a:ext>
              </a:extLst>
            </p:cNvPr>
            <p:cNvSpPr/>
            <p:nvPr/>
          </p:nvSpPr>
          <p:spPr>
            <a:xfrm>
              <a:off x="11403684" y="3369709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C368C42-F9A9-5948-367A-100919FBDB41}"/>
                </a:ext>
              </a:extLst>
            </p:cNvPr>
            <p:cNvSpPr/>
            <p:nvPr/>
          </p:nvSpPr>
          <p:spPr>
            <a:xfrm>
              <a:off x="11403684" y="2871076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F3779BC-CAF7-8B70-3652-7FE212D2C566}"/>
                </a:ext>
              </a:extLst>
            </p:cNvPr>
            <p:cNvSpPr/>
            <p:nvPr/>
          </p:nvSpPr>
          <p:spPr>
            <a:xfrm>
              <a:off x="11403684" y="2372443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74F103C3-D71E-3077-FA04-6DDDE812BA04}"/>
                </a:ext>
              </a:extLst>
            </p:cNvPr>
            <p:cNvGrpSpPr/>
            <p:nvPr/>
          </p:nvGrpSpPr>
          <p:grpSpPr>
            <a:xfrm>
              <a:off x="11590427" y="1967183"/>
              <a:ext cx="262547" cy="1495898"/>
              <a:chOff x="5471615" y="2445845"/>
              <a:chExt cx="1769508" cy="1495898"/>
            </a:xfrm>
          </p:grpSpPr>
          <p:sp>
            <p:nvSpPr>
              <p:cNvPr id="31" name="Line 60">
                <a:extLst>
                  <a:ext uri="{FF2B5EF4-FFF2-40B4-BE49-F238E27FC236}">
                    <a16:creationId xmlns:a16="http://schemas.microsoft.com/office/drawing/2014/main" id="{685E98AC-17AB-AA66-B415-70765CC5B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616" y="3941743"/>
                <a:ext cx="176950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37" name="Line 60">
                <a:extLst>
                  <a:ext uri="{FF2B5EF4-FFF2-40B4-BE49-F238E27FC236}">
                    <a16:creationId xmlns:a16="http://schemas.microsoft.com/office/drawing/2014/main" id="{FDB79983-F24A-5DCB-25CD-5158213FD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615" y="3438467"/>
                <a:ext cx="17695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38" name="Line 60">
                <a:extLst>
                  <a:ext uri="{FF2B5EF4-FFF2-40B4-BE49-F238E27FC236}">
                    <a16:creationId xmlns:a16="http://schemas.microsoft.com/office/drawing/2014/main" id="{D9C4BE75-10B4-F1B4-4DC2-F15CA13BB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616" y="2944477"/>
                <a:ext cx="17695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39" name="Line 60">
                <a:extLst>
                  <a:ext uri="{FF2B5EF4-FFF2-40B4-BE49-F238E27FC236}">
                    <a16:creationId xmlns:a16="http://schemas.microsoft.com/office/drawing/2014/main" id="{59A34178-7A7C-ABC2-DAB4-ACADD19A2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615" y="2445845"/>
                <a:ext cx="17695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F1D59A45-365D-29E5-A00B-52C3204E23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60409" y="2208402"/>
                  <a:ext cx="43505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70">
                  <a:extLst>
                    <a:ext uri="{FF2B5EF4-FFF2-40B4-BE49-F238E27FC236}">
                      <a16:creationId xmlns:a16="http://schemas.microsoft.com/office/drawing/2014/main" id="{F1D59A45-365D-29E5-A00B-52C3204E2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60409" y="2208402"/>
                  <a:ext cx="435054" cy="46166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E7774739-82B1-C712-BA45-B558CB0CE4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63514" y="2702392"/>
                  <a:ext cx="41242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 Box 70">
                  <a:extLst>
                    <a:ext uri="{FF2B5EF4-FFF2-40B4-BE49-F238E27FC236}">
                      <a16:creationId xmlns:a16="http://schemas.microsoft.com/office/drawing/2014/main" id="{E7774739-82B1-C712-BA45-B558CB0CE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63514" y="2702392"/>
                  <a:ext cx="412421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E9075143-E68F-D54C-84B9-C09E578D7A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63514" y="3199337"/>
                  <a:ext cx="44929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 Box 70">
                  <a:extLst>
                    <a:ext uri="{FF2B5EF4-FFF2-40B4-BE49-F238E27FC236}">
                      <a16:creationId xmlns:a16="http://schemas.microsoft.com/office/drawing/2014/main" id="{E9075143-E68F-D54C-84B9-C09E578D7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63514" y="3199337"/>
                  <a:ext cx="449290" cy="46166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B97000FE-87CA-4870-15F2-372A19B196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58621" y="3703586"/>
                  <a:ext cx="42062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70">
                  <a:extLst>
                    <a:ext uri="{FF2B5EF4-FFF2-40B4-BE49-F238E27FC236}">
                      <a16:creationId xmlns:a16="http://schemas.microsoft.com/office/drawing/2014/main" id="{B97000FE-87CA-4870-15F2-372A19B19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58621" y="3703586"/>
                  <a:ext cx="420628" cy="46166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EEC6D2B-C4D2-1210-7BB8-539C3CF81F69}"/>
                </a:ext>
              </a:extLst>
            </p:cNvPr>
            <p:cNvSpPr/>
            <p:nvPr/>
          </p:nvSpPr>
          <p:spPr>
            <a:xfrm>
              <a:off x="11403684" y="3868342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44330DB-8504-483A-4892-6287044D5874}"/>
                </a:ext>
              </a:extLst>
            </p:cNvPr>
            <p:cNvSpPr/>
            <p:nvPr/>
          </p:nvSpPr>
          <p:spPr>
            <a:xfrm>
              <a:off x="11403684" y="4865607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F3A8A49-6C96-9EB6-A1B0-0C53FB16EDAE}"/>
                </a:ext>
              </a:extLst>
            </p:cNvPr>
            <p:cNvSpPr/>
            <p:nvPr/>
          </p:nvSpPr>
          <p:spPr>
            <a:xfrm>
              <a:off x="11403684" y="4366974"/>
              <a:ext cx="186744" cy="1867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Line 60">
              <a:extLst>
                <a:ext uri="{FF2B5EF4-FFF2-40B4-BE49-F238E27FC236}">
                  <a16:creationId xmlns:a16="http://schemas.microsoft.com/office/drawing/2014/main" id="{718144CC-1C00-A5C7-AB29-E625959CE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90429" y="4954336"/>
              <a:ext cx="2625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8" name="Line 60">
              <a:extLst>
                <a:ext uri="{FF2B5EF4-FFF2-40B4-BE49-F238E27FC236}">
                  <a16:creationId xmlns:a16="http://schemas.microsoft.com/office/drawing/2014/main" id="{6CDF8115-73FD-B11A-2CCE-757A4365BC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85663" y="4460344"/>
              <a:ext cx="267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9" name="Line 60">
              <a:extLst>
                <a:ext uri="{FF2B5EF4-FFF2-40B4-BE49-F238E27FC236}">
                  <a16:creationId xmlns:a16="http://schemas.microsoft.com/office/drawing/2014/main" id="{94A2D952-4F88-A651-FECF-576E96B02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90427" y="3961714"/>
              <a:ext cx="262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22C2D273-D021-CC14-B229-4E4C68AA2B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60409" y="4202933"/>
                  <a:ext cx="4405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 Box 70">
                  <a:extLst>
                    <a:ext uri="{FF2B5EF4-FFF2-40B4-BE49-F238E27FC236}">
                      <a16:creationId xmlns:a16="http://schemas.microsoft.com/office/drawing/2014/main" id="{22C2D273-D021-CC14-B229-4E4C68AA2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60409" y="4202933"/>
                  <a:ext cx="440570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778" b="-184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Box 70">
                  <a:extLst>
                    <a:ext uri="{FF2B5EF4-FFF2-40B4-BE49-F238E27FC236}">
                      <a16:creationId xmlns:a16="http://schemas.microsoft.com/office/drawing/2014/main" id="{A702FF62-FF47-96A9-1182-5B3B139AD1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63514" y="4696923"/>
                  <a:ext cx="45442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 Box 70">
                  <a:extLst>
                    <a:ext uri="{FF2B5EF4-FFF2-40B4-BE49-F238E27FC236}">
                      <a16:creationId xmlns:a16="http://schemas.microsoft.com/office/drawing/2014/main" id="{A702FF62-FF47-96A9-1182-5B3B139AD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63514" y="4696923"/>
                  <a:ext cx="454420" cy="461665"/>
                </a:xfrm>
                <a:prstGeom prst="rect">
                  <a:avLst/>
                </a:prstGeom>
                <a:blipFill>
                  <a:blip r:embed="rId30"/>
                  <a:stretch>
                    <a:fillRect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3D379598-36AF-84A2-5470-33C2A94F44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79221" y="1974049"/>
                  <a:ext cx="61427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BL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 Box 70">
                  <a:extLst>
                    <a:ext uri="{FF2B5EF4-FFF2-40B4-BE49-F238E27FC236}">
                      <a16:creationId xmlns:a16="http://schemas.microsoft.com/office/drawing/2014/main" id="{3D379598-36AF-84A2-5470-33C2A94F4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9221" y="1974049"/>
                  <a:ext cx="614271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C1D10C23-E323-E9B6-C18C-8ADE7D832F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78576" y="2473395"/>
                  <a:ext cx="60946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LT</m:t>
                            </m:r>
                          </m:e>
                        </m:acc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70">
                  <a:extLst>
                    <a:ext uri="{FF2B5EF4-FFF2-40B4-BE49-F238E27FC236}">
                      <a16:creationId xmlns:a16="http://schemas.microsoft.com/office/drawing/2014/main" id="{C1D10C23-E323-E9B6-C18C-8ADE7D832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8576" y="2473395"/>
                  <a:ext cx="609461" cy="46166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62BF53F3-8D1D-068C-22CA-7BD9D0B82B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78576" y="1442056"/>
                  <a:ext cx="60305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LE</m:t>
                        </m:r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70">
                  <a:extLst>
                    <a:ext uri="{FF2B5EF4-FFF2-40B4-BE49-F238E27FC236}">
                      <a16:creationId xmlns:a16="http://schemas.microsoft.com/office/drawing/2014/main" id="{62BF53F3-8D1D-068C-22CA-7BD9D0B82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8576" y="1442056"/>
                  <a:ext cx="603050" cy="46166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7C9498E4-A082-018F-D969-D6224563869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显示译码器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239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EC8E58A-E519-3E5F-534A-AC2D532F10A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DA8855D-212D-605A-4634-441B6702DC9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E0BF414E-BAEC-3D34-0629-13A2FC5FB7E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FDC7638-ECE8-B42A-E0A1-96C0FCBCCEB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741EE800-1420-BD12-F027-04CF0F7F39F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87004094-B93B-E158-E958-88D376F1B13C}"/>
              </a:ext>
            </a:extLst>
          </p:cNvPr>
          <p:cNvGrpSpPr/>
          <p:nvPr/>
        </p:nvGrpSpPr>
        <p:grpSpPr>
          <a:xfrm>
            <a:off x="1450675" y="1440000"/>
            <a:ext cx="10402299" cy="5322978"/>
            <a:chOff x="570502" y="1113500"/>
            <a:chExt cx="10402299" cy="5322978"/>
          </a:xfrm>
        </p:grpSpPr>
        <p:sp>
          <p:nvSpPr>
            <p:cNvPr id="9" name="Text Box 58">
              <a:extLst>
                <a:ext uri="{FF2B5EF4-FFF2-40B4-BE49-F238E27FC236}">
                  <a16:creationId xmlns:a16="http://schemas.microsoft.com/office/drawing/2014/main" id="{2CDDDBE6-BFC6-88CE-A551-A667E161E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009" y="1127327"/>
              <a:ext cx="2084278" cy="34886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七段显示</a:t>
              </a: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74x4511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ED1934A-4A94-0D0C-FC76-7BF1B4FEC2DE}"/>
                </a:ext>
              </a:extLst>
            </p:cNvPr>
            <p:cNvSpPr/>
            <p:nvPr/>
          </p:nvSpPr>
          <p:spPr>
            <a:xfrm>
              <a:off x="1985969" y="1712882"/>
              <a:ext cx="163040" cy="1621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Line 60">
              <a:extLst>
                <a:ext uri="{FF2B5EF4-FFF2-40B4-BE49-F238E27FC236}">
                  <a16:creationId xmlns:a16="http://schemas.microsoft.com/office/drawing/2014/main" id="{55233182-C0C7-F4F6-C19E-3EF1B9E05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117" y="3972833"/>
              <a:ext cx="373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Line 60">
              <a:extLst>
                <a:ext uri="{FF2B5EF4-FFF2-40B4-BE49-F238E27FC236}">
                  <a16:creationId xmlns:a16="http://schemas.microsoft.com/office/drawing/2014/main" id="{43DD6D2D-5EAF-CC04-1740-964C69EC0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117" y="3541371"/>
              <a:ext cx="373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Line 60">
              <a:extLst>
                <a:ext uri="{FF2B5EF4-FFF2-40B4-BE49-F238E27FC236}">
                  <a16:creationId xmlns:a16="http://schemas.microsoft.com/office/drawing/2014/main" id="{30AA8461-237D-7747-7147-82BEDAD54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602" y="1793950"/>
              <a:ext cx="2108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2C1F6F00-EDFE-07BD-94D6-3D089BEB99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4763" y="1575392"/>
                  <a:ext cx="552983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BL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70">
                  <a:extLst>
                    <a:ext uri="{FF2B5EF4-FFF2-40B4-BE49-F238E27FC236}">
                      <a16:creationId xmlns:a16="http://schemas.microsoft.com/office/drawing/2014/main" id="{2C1F6F00-EDFE-07BD-94D6-3D089BEB9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4763" y="1575392"/>
                  <a:ext cx="552983" cy="400831"/>
                </a:xfrm>
                <a:prstGeom prst="rect">
                  <a:avLst/>
                </a:prstGeom>
                <a:blipFill>
                  <a:blip r:embed="rId3"/>
                  <a:stretch>
                    <a:fillRect l="-1111" r="-2222" b="-1060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A3C7A8AE-433A-4BDC-AC5C-923038395B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8679" y="3315265"/>
                  <a:ext cx="526112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70">
                  <a:extLst>
                    <a:ext uri="{FF2B5EF4-FFF2-40B4-BE49-F238E27FC236}">
                      <a16:creationId xmlns:a16="http://schemas.microsoft.com/office/drawing/2014/main" id="{A3C7A8AE-433A-4BDC-AC5C-923038395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8679" y="3315265"/>
                  <a:ext cx="526112" cy="400831"/>
                </a:xfrm>
                <a:prstGeom prst="rect">
                  <a:avLst/>
                </a:prstGeom>
                <a:blipFill>
                  <a:blip r:embed="rId4"/>
                  <a:stretch>
                    <a:fillRect l="-2299" b="-1846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5258308B-FA06-E3AC-01E5-DC68F4C8DA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877" y="3749340"/>
                  <a:ext cx="524432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70">
                  <a:extLst>
                    <a:ext uri="{FF2B5EF4-FFF2-40B4-BE49-F238E27FC236}">
                      <a16:creationId xmlns:a16="http://schemas.microsoft.com/office/drawing/2014/main" id="{5258308B-FA06-E3AC-01E5-DC68F4C8D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12877" y="3749340"/>
                  <a:ext cx="524432" cy="400831"/>
                </a:xfrm>
                <a:prstGeom prst="rect">
                  <a:avLst/>
                </a:prstGeom>
                <a:blipFill>
                  <a:blip r:embed="rId5"/>
                  <a:stretch>
                    <a:fillRect l="-3488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2ADDF5C2-E8E8-CD26-2D40-C32DB5BB55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0756" y="3302825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70">
                  <a:extLst>
                    <a:ext uri="{FF2B5EF4-FFF2-40B4-BE49-F238E27FC236}">
                      <a16:creationId xmlns:a16="http://schemas.microsoft.com/office/drawing/2014/main" id="{2ADDF5C2-E8E8-CD26-2D40-C32DB5BB5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0756" y="3302825"/>
                  <a:ext cx="60779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70">
                  <a:extLst>
                    <a:ext uri="{FF2B5EF4-FFF2-40B4-BE49-F238E27FC236}">
                      <a16:creationId xmlns:a16="http://schemas.microsoft.com/office/drawing/2014/main" id="{94432FF4-8B4C-796F-AB93-C5773A54B7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0966" y="3742859"/>
                  <a:ext cx="60067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70">
                  <a:extLst>
                    <a:ext uri="{FF2B5EF4-FFF2-40B4-BE49-F238E27FC236}">
                      <a16:creationId xmlns:a16="http://schemas.microsoft.com/office/drawing/2014/main" id="{94432FF4-8B4C-796F-AB93-C5773A54B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0966" y="3742859"/>
                  <a:ext cx="60067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77EEC71-04A6-9D96-7EEF-132BEF4EEE19}"/>
                </a:ext>
              </a:extLst>
            </p:cNvPr>
            <p:cNvSpPr/>
            <p:nvPr/>
          </p:nvSpPr>
          <p:spPr>
            <a:xfrm>
              <a:off x="1985406" y="2146429"/>
              <a:ext cx="163040" cy="1621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Line 60">
              <a:extLst>
                <a:ext uri="{FF2B5EF4-FFF2-40B4-BE49-F238E27FC236}">
                  <a16:creationId xmlns:a16="http://schemas.microsoft.com/office/drawing/2014/main" id="{A820D204-13AB-0145-3E3B-F70A3A7A0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125" y="2227497"/>
              <a:ext cx="6847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7E4989BC-DE7D-6DFC-C197-92D9306D4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4200" y="2008939"/>
                  <a:ext cx="60946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LT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70">
                  <a:extLst>
                    <a:ext uri="{FF2B5EF4-FFF2-40B4-BE49-F238E27FC236}">
                      <a16:creationId xmlns:a16="http://schemas.microsoft.com/office/drawing/2014/main" id="{7E4989BC-DE7D-6DFC-C197-92D9306D4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4200" y="2008939"/>
                  <a:ext cx="609462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60">
              <a:extLst>
                <a:ext uri="{FF2B5EF4-FFF2-40B4-BE49-F238E27FC236}">
                  <a16:creationId xmlns:a16="http://schemas.microsoft.com/office/drawing/2014/main" id="{F0ED6FCB-D826-F2F7-2F8D-DFF075E44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386" y="4391299"/>
              <a:ext cx="373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ADE5D185-165A-54D0-B829-797FB0C7BE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3146" y="4167806"/>
                  <a:ext cx="530647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 Box 70">
                  <a:extLst>
                    <a:ext uri="{FF2B5EF4-FFF2-40B4-BE49-F238E27FC236}">
                      <a16:creationId xmlns:a16="http://schemas.microsoft.com/office/drawing/2014/main" id="{ADE5D185-165A-54D0-B829-797FB0C7B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13146" y="4167806"/>
                  <a:ext cx="530647" cy="400831"/>
                </a:xfrm>
                <a:prstGeom prst="rect">
                  <a:avLst/>
                </a:prstGeom>
                <a:blipFill>
                  <a:blip r:embed="rId9"/>
                  <a:stretch>
                    <a:fillRect l="-2299" b="-1818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4ED8CFDD-B351-2C5D-C1C1-D6CCBB7DD6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7406" y="4174320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 Box 70">
                  <a:extLst>
                    <a:ext uri="{FF2B5EF4-FFF2-40B4-BE49-F238E27FC236}">
                      <a16:creationId xmlns:a16="http://schemas.microsoft.com/office/drawing/2014/main" id="{4ED8CFDD-B351-2C5D-C1C1-D6CCBB7DD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7406" y="4174320"/>
                  <a:ext cx="607795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60">
              <a:extLst>
                <a:ext uri="{FF2B5EF4-FFF2-40B4-BE49-F238E27FC236}">
                  <a16:creationId xmlns:a16="http://schemas.microsoft.com/office/drawing/2014/main" id="{E7CC51CB-9707-A58D-6A62-ADDC7F6BC0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40305" y="2002475"/>
              <a:ext cx="4500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Line 60">
              <a:extLst>
                <a:ext uri="{FF2B5EF4-FFF2-40B4-BE49-F238E27FC236}">
                  <a16:creationId xmlns:a16="http://schemas.microsoft.com/office/drawing/2014/main" id="{B2572792-D696-F49E-FADD-705C918EE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964" y="1332058"/>
              <a:ext cx="7834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488B49C2-4814-C78E-C79D-59E2603C06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4200" y="1113500"/>
                  <a:ext cx="526504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LE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70">
                  <a:extLst>
                    <a:ext uri="{FF2B5EF4-FFF2-40B4-BE49-F238E27FC236}">
                      <a16:creationId xmlns:a16="http://schemas.microsoft.com/office/drawing/2014/main" id="{488B49C2-4814-C78E-C79D-59E2603C0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4200" y="1113500"/>
                  <a:ext cx="526504" cy="400831"/>
                </a:xfrm>
                <a:prstGeom prst="rect">
                  <a:avLst/>
                </a:prstGeom>
                <a:blipFill>
                  <a:blip r:embed="rId11"/>
                  <a:stretch>
                    <a:fillRect l="-3488" r="-2326" b="-1060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 Box 70">
              <a:extLst>
                <a:ext uri="{FF2B5EF4-FFF2-40B4-BE49-F238E27FC236}">
                  <a16:creationId xmlns:a16="http://schemas.microsoft.com/office/drawing/2014/main" id="{9CECEAD5-9DF4-459D-861C-8D80AF0DB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502" y="2031999"/>
              <a:ext cx="77457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+5 V</a:t>
              </a:r>
            </a:p>
          </p:txBody>
        </p:sp>
        <p:sp>
          <p:nvSpPr>
            <p:cNvPr id="29" name="Line 60">
              <a:extLst>
                <a:ext uri="{FF2B5EF4-FFF2-40B4-BE49-F238E27FC236}">
                  <a16:creationId xmlns:a16="http://schemas.microsoft.com/office/drawing/2014/main" id="{9337D42A-46D4-9AC4-30E6-3F88FB468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096" y="1563994"/>
              <a:ext cx="27442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12BB3C2-7F25-55F5-D6AC-3C0276F6E812}"/>
                </a:ext>
              </a:extLst>
            </p:cNvPr>
            <p:cNvSpPr/>
            <p:nvPr/>
          </p:nvSpPr>
          <p:spPr>
            <a:xfrm>
              <a:off x="1721622" y="2184466"/>
              <a:ext cx="87415" cy="8693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C1E5DA82-2230-BCD5-C47A-DBAE7502D1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56493" y="1450576"/>
              <a:ext cx="2496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2" name="Line 60">
              <a:extLst>
                <a:ext uri="{FF2B5EF4-FFF2-40B4-BE49-F238E27FC236}">
                  <a16:creationId xmlns:a16="http://schemas.microsoft.com/office/drawing/2014/main" id="{F44BD9F4-9390-3868-C6CD-EE8A93433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058" y="3110338"/>
              <a:ext cx="3738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70">
                  <a:extLst>
                    <a:ext uri="{FF2B5EF4-FFF2-40B4-BE49-F238E27FC236}">
                      <a16:creationId xmlns:a16="http://schemas.microsoft.com/office/drawing/2014/main" id="{B45724A5-22AA-52CB-DE54-D7594A62B6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620" y="2884232"/>
                  <a:ext cx="530647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 Box 70">
                  <a:extLst>
                    <a:ext uri="{FF2B5EF4-FFF2-40B4-BE49-F238E27FC236}">
                      <a16:creationId xmlns:a16="http://schemas.microsoft.com/office/drawing/2014/main" id="{B45724A5-22AA-52CB-DE54-D7594A62B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3620" y="2884232"/>
                  <a:ext cx="530647" cy="400831"/>
                </a:xfrm>
                <a:prstGeom prst="rect">
                  <a:avLst/>
                </a:prstGeom>
                <a:blipFill>
                  <a:blip r:embed="rId12"/>
                  <a:stretch>
                    <a:fillRect l="-2273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70">
                  <a:extLst>
                    <a:ext uri="{FF2B5EF4-FFF2-40B4-BE49-F238E27FC236}">
                      <a16:creationId xmlns:a16="http://schemas.microsoft.com/office/drawing/2014/main" id="{9CD869CF-333A-3A0F-39A9-EB30516CEF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9491" y="2868810"/>
                  <a:ext cx="60779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 Box 70">
                  <a:extLst>
                    <a:ext uri="{FF2B5EF4-FFF2-40B4-BE49-F238E27FC236}">
                      <a16:creationId xmlns:a16="http://schemas.microsoft.com/office/drawing/2014/main" id="{9CD869CF-333A-3A0F-39A9-EB30516CE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9491" y="2868810"/>
                  <a:ext cx="607795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70">
                  <a:extLst>
                    <a:ext uri="{FF2B5EF4-FFF2-40B4-BE49-F238E27FC236}">
                      <a16:creationId xmlns:a16="http://schemas.microsoft.com/office/drawing/2014/main" id="{05C283C2-BCB7-49E9-2CE1-67C7D62675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4716" y="2088950"/>
                  <a:ext cx="384703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 Box 70">
                  <a:extLst>
                    <a:ext uri="{FF2B5EF4-FFF2-40B4-BE49-F238E27FC236}">
                      <a16:creationId xmlns:a16="http://schemas.microsoft.com/office/drawing/2014/main" id="{05C283C2-BCB7-49E9-2CE1-67C7D6267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4716" y="2088950"/>
                  <a:ext cx="384703" cy="400831"/>
                </a:xfrm>
                <a:prstGeom prst="rect">
                  <a:avLst/>
                </a:prstGeom>
                <a:blipFill>
                  <a:blip r:embed="rId14"/>
                  <a:stretch>
                    <a:fillRect b="-303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F4D509A-C433-9386-99BF-280860EDF3B3}"/>
                </a:ext>
              </a:extLst>
            </p:cNvPr>
            <p:cNvSpPr/>
            <p:nvPr/>
          </p:nvSpPr>
          <p:spPr>
            <a:xfrm>
              <a:off x="4233287" y="2278230"/>
              <a:ext cx="163040" cy="16213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Line 60">
              <a:extLst>
                <a:ext uri="{FF2B5EF4-FFF2-40B4-BE49-F238E27FC236}">
                  <a16:creationId xmlns:a16="http://schemas.microsoft.com/office/drawing/2014/main" id="{573E4D01-C46A-3EE7-5523-036A4E07C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326" y="2359298"/>
              <a:ext cx="11559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E780BD1-A43B-621F-80DD-BB8AB151F370}"/>
                </a:ext>
              </a:extLst>
            </p:cNvPr>
            <p:cNvSpPr/>
            <p:nvPr/>
          </p:nvSpPr>
          <p:spPr>
            <a:xfrm>
              <a:off x="4233287" y="3369169"/>
              <a:ext cx="163040" cy="16213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Line 60">
              <a:extLst>
                <a:ext uri="{FF2B5EF4-FFF2-40B4-BE49-F238E27FC236}">
                  <a16:creationId xmlns:a16="http://schemas.microsoft.com/office/drawing/2014/main" id="{89D0A4F7-AE51-A610-CE28-B9530C337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327" y="3446206"/>
              <a:ext cx="11559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9F01123F-B604-A55A-7792-ECA5D8F54B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8988" y="3176479"/>
                  <a:ext cx="396740" cy="4008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 Box 70">
                  <a:extLst>
                    <a:ext uri="{FF2B5EF4-FFF2-40B4-BE49-F238E27FC236}">
                      <a16:creationId xmlns:a16="http://schemas.microsoft.com/office/drawing/2014/main" id="{9F01123F-B604-A55A-7792-ECA5D8F54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8988" y="3176479"/>
                  <a:ext cx="396740" cy="400831"/>
                </a:xfrm>
                <a:prstGeom prst="rect">
                  <a:avLst/>
                </a:prstGeom>
                <a:blipFill>
                  <a:blip r:embed="rId15"/>
                  <a:stretch>
                    <a:fillRect l="-1538" r="-1538" b="-2923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1" name="Text Box 58">
              <a:extLst>
                <a:ext uri="{FF2B5EF4-FFF2-40B4-BE49-F238E27FC236}">
                  <a16:creationId xmlns:a16="http://schemas.microsoft.com/office/drawing/2014/main" id="{7D12729C-0D99-20A0-DC59-F32C90FF4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135" y="2264015"/>
              <a:ext cx="628359" cy="19031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Text Box 58">
              <a:extLst>
                <a:ext uri="{FF2B5EF4-FFF2-40B4-BE49-F238E27FC236}">
                  <a16:creationId xmlns:a16="http://schemas.microsoft.com/office/drawing/2014/main" id="{0C695007-5355-8BCD-7012-83D51EC7A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134" y="3351051"/>
              <a:ext cx="628359" cy="19031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 Box 70">
                  <a:extLst>
                    <a:ext uri="{FF2B5EF4-FFF2-40B4-BE49-F238E27FC236}">
                      <a16:creationId xmlns:a16="http://schemas.microsoft.com/office/drawing/2014/main" id="{17E5DDCB-717D-CA64-0444-A1D3234FDE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80991" y="2613799"/>
                  <a:ext cx="386644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6" name="Text Box 70">
                  <a:extLst>
                    <a:ext uri="{FF2B5EF4-FFF2-40B4-BE49-F238E27FC236}">
                      <a16:creationId xmlns:a16="http://schemas.microsoft.com/office/drawing/2014/main" id="{17E5DDCB-717D-CA64-0444-A1D3234FD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0991" y="2613799"/>
                  <a:ext cx="38664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 Box 70">
                  <a:extLst>
                    <a:ext uri="{FF2B5EF4-FFF2-40B4-BE49-F238E27FC236}">
                      <a16:creationId xmlns:a16="http://schemas.microsoft.com/office/drawing/2014/main" id="{53B0CAB8-4171-5024-F7B6-8A120B2829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51701" y="2626828"/>
                  <a:ext cx="386644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zh-CN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7" name="Text Box 70">
                  <a:extLst>
                    <a:ext uri="{FF2B5EF4-FFF2-40B4-BE49-F238E27FC236}">
                      <a16:creationId xmlns:a16="http://schemas.microsoft.com/office/drawing/2014/main" id="{53B0CAB8-4171-5024-F7B6-8A120B282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1701" y="2626828"/>
                  <a:ext cx="38664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Text Box 58">
              <a:extLst>
                <a:ext uri="{FF2B5EF4-FFF2-40B4-BE49-F238E27FC236}">
                  <a16:creationId xmlns:a16="http://schemas.microsoft.com/office/drawing/2014/main" id="{C4789E2D-A7C4-E9AA-3134-3DB316C1F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2300" y="2098309"/>
              <a:ext cx="953696" cy="155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Text Box 58">
              <a:extLst>
                <a:ext uri="{FF2B5EF4-FFF2-40B4-BE49-F238E27FC236}">
                  <a16:creationId xmlns:a16="http://schemas.microsoft.com/office/drawing/2014/main" id="{42A97653-E631-B922-0B72-892738341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5996" y="2098309"/>
              <a:ext cx="953696" cy="155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Text Box 58">
              <a:extLst>
                <a:ext uri="{FF2B5EF4-FFF2-40B4-BE49-F238E27FC236}">
                  <a16:creationId xmlns:a16="http://schemas.microsoft.com/office/drawing/2014/main" id="{FBC4E033-1B6C-BC78-CEC5-ABD5C18E9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9689" y="2098309"/>
              <a:ext cx="953696" cy="155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Text Box 58">
              <a:extLst>
                <a:ext uri="{FF2B5EF4-FFF2-40B4-BE49-F238E27FC236}">
                  <a16:creationId xmlns:a16="http://schemas.microsoft.com/office/drawing/2014/main" id="{B68921C8-7092-F5DA-9DE6-AF119BE3E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3385" y="2098309"/>
              <a:ext cx="953696" cy="155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8204B482-5167-CB03-FBE4-7E3072E7D2E2}"/>
                </a:ext>
              </a:extLst>
            </p:cNvPr>
            <p:cNvGrpSpPr/>
            <p:nvPr/>
          </p:nvGrpSpPr>
          <p:grpSpPr>
            <a:xfrm>
              <a:off x="5797066" y="2401438"/>
              <a:ext cx="473916" cy="947942"/>
              <a:chOff x="9931864" y="1701045"/>
              <a:chExt cx="1547030" cy="3094419"/>
            </a:xfrm>
          </p:grpSpPr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B5F7D0E7-862F-EE85-C30A-1170362C9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1701045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17F5AFC7-91E0-1CFE-736F-1A4FAEBC3C8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2473838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18695001-81AF-7747-F920-EC9D0929E2C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2473840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6A470E3E-492C-BEF8-7C85-5CF3FE517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3247917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58825254-07A9-D4EC-0DE3-1EE7660C94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4021340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54987EE5-7BE9-8167-7BC0-9D0044A139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4021342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429B6E77-39FF-41F0-8C36-F0BEF21C17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4795464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EB4FD0F9-8A1D-2F8F-D0DC-002915B0854A}"/>
                </a:ext>
              </a:extLst>
            </p:cNvPr>
            <p:cNvGrpSpPr/>
            <p:nvPr/>
          </p:nvGrpSpPr>
          <p:grpSpPr>
            <a:xfrm>
              <a:off x="6742953" y="2401335"/>
              <a:ext cx="473916" cy="947942"/>
              <a:chOff x="9931864" y="1701045"/>
              <a:chExt cx="1547030" cy="3094419"/>
            </a:xfrm>
          </p:grpSpPr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4AA09A59-BDB2-475D-65DF-3E536E1CE2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1701045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>
                <a:extLst>
                  <a:ext uri="{FF2B5EF4-FFF2-40B4-BE49-F238E27FC236}">
                    <a16:creationId xmlns:a16="http://schemas.microsoft.com/office/drawing/2014/main" id="{C87E2502-2CEA-5FE5-BE35-D055B15256D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2473838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73D1D1AE-36D7-1B18-7F2F-71F5922399C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2473840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B40D8866-A6E1-9FBB-6CD5-A4E6C1CED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3247917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97D4A1EE-5B91-500C-BC90-E764E8579F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4021340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FED62513-CA24-E2EE-59EF-1112CCA6C84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4021342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0296CC66-A465-E909-281F-D071E5EDD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4795464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26DE3C9B-F7A1-D414-4AFE-CC8179282FC7}"/>
                </a:ext>
              </a:extLst>
            </p:cNvPr>
            <p:cNvGrpSpPr/>
            <p:nvPr/>
          </p:nvGrpSpPr>
          <p:grpSpPr>
            <a:xfrm>
              <a:off x="7702511" y="2401335"/>
              <a:ext cx="473916" cy="947942"/>
              <a:chOff x="9931864" y="1701045"/>
              <a:chExt cx="1547030" cy="3094419"/>
            </a:xfrm>
          </p:grpSpPr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30DF4B04-DC27-B94E-2FD0-E6754375D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1701045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BC697065-C017-CBBE-1A7D-2B9CE934543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2473838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>
                <a:extLst>
                  <a:ext uri="{FF2B5EF4-FFF2-40B4-BE49-F238E27FC236}">
                    <a16:creationId xmlns:a16="http://schemas.microsoft.com/office/drawing/2014/main" id="{EE7681D8-33C1-81FD-2B24-56A0EF5C6D1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2473840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31B91485-4943-AB11-0525-2D6AE3634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3247917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>
                <a:extLst>
                  <a:ext uri="{FF2B5EF4-FFF2-40B4-BE49-F238E27FC236}">
                    <a16:creationId xmlns:a16="http://schemas.microsoft.com/office/drawing/2014/main" id="{39BECFCF-9AB4-992D-3E2E-836EE07C5DB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4021340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>
                <a:extLst>
                  <a:ext uri="{FF2B5EF4-FFF2-40B4-BE49-F238E27FC236}">
                    <a16:creationId xmlns:a16="http://schemas.microsoft.com/office/drawing/2014/main" id="{44ED24BD-6690-3E1A-23BB-7113524E2E9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4021342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>
                <a:extLst>
                  <a:ext uri="{FF2B5EF4-FFF2-40B4-BE49-F238E27FC236}">
                    <a16:creationId xmlns:a16="http://schemas.microsoft.com/office/drawing/2014/main" id="{A7819BA3-B4ED-4D89-00EE-E1648C7B1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4795464"/>
                <a:ext cx="1293632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95BB1A81-20A5-143A-04A2-D06D9D7F6921}"/>
                </a:ext>
              </a:extLst>
            </p:cNvPr>
            <p:cNvGrpSpPr/>
            <p:nvPr/>
          </p:nvGrpSpPr>
          <p:grpSpPr>
            <a:xfrm>
              <a:off x="8650342" y="2401232"/>
              <a:ext cx="473916" cy="947942"/>
              <a:chOff x="9931864" y="1701045"/>
              <a:chExt cx="1547030" cy="3094419"/>
            </a:xfrm>
          </p:grpSpPr>
          <p:cxnSp>
            <p:nvCxnSpPr>
              <p:cNvPr id="287" name="直接连接符 286">
                <a:extLst>
                  <a:ext uri="{FF2B5EF4-FFF2-40B4-BE49-F238E27FC236}">
                    <a16:creationId xmlns:a16="http://schemas.microsoft.com/office/drawing/2014/main" id="{4BFD3EA3-D91D-2A78-B4ED-4F2597EEE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1701045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9B506B91-376B-DE6C-FD27-63D1328E8E1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2473838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6EBB5245-D88C-BC31-C950-7FA03DA712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2473840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459E69E4-7C32-B0CD-42EB-47ED03D266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3247917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>
                <a:extLst>
                  <a:ext uri="{FF2B5EF4-FFF2-40B4-BE49-F238E27FC236}">
                    <a16:creationId xmlns:a16="http://schemas.microsoft.com/office/drawing/2014/main" id="{02141F74-B40C-8A7D-A29D-616756CC92B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85048" y="4021340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>
                <a:extLst>
                  <a:ext uri="{FF2B5EF4-FFF2-40B4-BE49-F238E27FC236}">
                    <a16:creationId xmlns:a16="http://schemas.microsoft.com/office/drawing/2014/main" id="{C2129168-8942-C566-AFD2-1677293C77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32078" y="4021342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56144CE8-1648-1762-5AA0-5AC6B8E12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7766" y="4795464"/>
                <a:ext cx="129363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4" name="Text Box 58">
              <a:extLst>
                <a:ext uri="{FF2B5EF4-FFF2-40B4-BE49-F238E27FC236}">
                  <a16:creationId xmlns:a16="http://schemas.microsoft.com/office/drawing/2014/main" id="{6CF11E5A-0656-E65E-103E-D21478735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3555" y="4304705"/>
              <a:ext cx="2492268" cy="14629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 </a:t>
              </a: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4 </a:t>
              </a:r>
              <a:r>
                <a: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线译码器</a:t>
              </a:r>
              <a:endParaRPr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Aft>
                  <a:spcPct val="0"/>
                </a:spcAft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74x139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Text Box 70">
                  <a:extLst>
                    <a:ext uri="{FF2B5EF4-FFF2-40B4-BE49-F238E27FC236}">
                      <a16:creationId xmlns:a16="http://schemas.microsoft.com/office/drawing/2014/main" id="{5045E38D-037A-A6F2-6719-94515B5628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169" y="4218502"/>
                  <a:ext cx="4243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8" name="Text Box 70">
                  <a:extLst>
                    <a:ext uri="{FF2B5EF4-FFF2-40B4-BE49-F238E27FC236}">
                      <a16:creationId xmlns:a16="http://schemas.microsoft.com/office/drawing/2014/main" id="{5045E38D-037A-A6F2-6719-94515B562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64169" y="4218502"/>
                  <a:ext cx="424308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857" r="-4286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Text Box 70">
                  <a:extLst>
                    <a:ext uri="{FF2B5EF4-FFF2-40B4-BE49-F238E27FC236}">
                      <a16:creationId xmlns:a16="http://schemas.microsoft.com/office/drawing/2014/main" id="{0609A357-CDD5-49A8-7AEF-8A1218DDC5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25493" y="5327490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4" name="Text Box 70">
                  <a:extLst>
                    <a:ext uri="{FF2B5EF4-FFF2-40B4-BE49-F238E27FC236}">
                      <a16:creationId xmlns:a16="http://schemas.microsoft.com/office/drawing/2014/main" id="{0609A357-CDD5-49A8-7AEF-8A1218DDC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5493" y="5327490"/>
                  <a:ext cx="602601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EC49F52E-E0C6-9BD2-D6CE-C2F192827F8D}"/>
                </a:ext>
              </a:extLst>
            </p:cNvPr>
            <p:cNvSpPr/>
            <p:nvPr/>
          </p:nvSpPr>
          <p:spPr>
            <a:xfrm>
              <a:off x="6569565" y="4132302"/>
              <a:ext cx="172401" cy="172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椭圆 323">
              <a:extLst>
                <a:ext uri="{FF2B5EF4-FFF2-40B4-BE49-F238E27FC236}">
                  <a16:creationId xmlns:a16="http://schemas.microsoft.com/office/drawing/2014/main" id="{D78EE917-B9D4-0707-E1FA-7A53ED7AF81E}"/>
                </a:ext>
              </a:extLst>
            </p:cNvPr>
            <p:cNvSpPr/>
            <p:nvPr/>
          </p:nvSpPr>
          <p:spPr>
            <a:xfrm>
              <a:off x="7101375" y="4132303"/>
              <a:ext cx="172401" cy="172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CFB6A049-E9E2-3A5C-7845-591EE120C6CC}"/>
                </a:ext>
              </a:extLst>
            </p:cNvPr>
            <p:cNvSpPr/>
            <p:nvPr/>
          </p:nvSpPr>
          <p:spPr>
            <a:xfrm>
              <a:off x="7630850" y="4132303"/>
              <a:ext cx="172401" cy="172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椭圆 325">
              <a:extLst>
                <a:ext uri="{FF2B5EF4-FFF2-40B4-BE49-F238E27FC236}">
                  <a16:creationId xmlns:a16="http://schemas.microsoft.com/office/drawing/2014/main" id="{6E4E70DB-3F5C-B394-347A-D2C53F539D92}"/>
                </a:ext>
              </a:extLst>
            </p:cNvPr>
            <p:cNvSpPr/>
            <p:nvPr/>
          </p:nvSpPr>
          <p:spPr>
            <a:xfrm>
              <a:off x="8160325" y="4132303"/>
              <a:ext cx="172401" cy="172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D391EC70-BDF9-40A9-206F-FF623658F315}"/>
                </a:ext>
              </a:extLst>
            </p:cNvPr>
            <p:cNvSpPr/>
            <p:nvPr/>
          </p:nvSpPr>
          <p:spPr>
            <a:xfrm>
              <a:off x="6569564" y="5767690"/>
              <a:ext cx="172401" cy="172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9" name="连接符: 肘形 328">
              <a:extLst>
                <a:ext uri="{FF2B5EF4-FFF2-40B4-BE49-F238E27FC236}">
                  <a16:creationId xmlns:a16="http://schemas.microsoft.com/office/drawing/2014/main" id="{DE3E88D8-1A16-FE49-52BD-1F5CB407E09C}"/>
                </a:ext>
              </a:extLst>
            </p:cNvPr>
            <p:cNvCxnSpPr>
              <a:stCxn id="258" idx="2"/>
              <a:endCxn id="323" idx="0"/>
            </p:cNvCxnSpPr>
            <p:nvPr/>
          </p:nvCxnSpPr>
          <p:spPr>
            <a:xfrm rot="16200000" flipH="1">
              <a:off x="6102561" y="3579096"/>
              <a:ext cx="479793" cy="626618"/>
            </a:xfrm>
            <a:prstGeom prst="bentConnector3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连接符: 肘形 329">
              <a:extLst>
                <a:ext uri="{FF2B5EF4-FFF2-40B4-BE49-F238E27FC236}">
                  <a16:creationId xmlns:a16="http://schemas.microsoft.com/office/drawing/2014/main" id="{B911131A-2D9A-5BAE-83A2-9BE7D2224DB4}"/>
                </a:ext>
              </a:extLst>
            </p:cNvPr>
            <p:cNvCxnSpPr>
              <a:cxnSpLocks/>
              <a:stCxn id="259" idx="2"/>
              <a:endCxn id="324" idx="0"/>
            </p:cNvCxnSpPr>
            <p:nvPr/>
          </p:nvCxnSpPr>
          <p:spPr>
            <a:xfrm rot="16200000" flipH="1">
              <a:off x="6845313" y="3790040"/>
              <a:ext cx="479794" cy="204732"/>
            </a:xfrm>
            <a:prstGeom prst="bentConnector3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连接符: 肘形 332">
              <a:extLst>
                <a:ext uri="{FF2B5EF4-FFF2-40B4-BE49-F238E27FC236}">
                  <a16:creationId xmlns:a16="http://schemas.microsoft.com/office/drawing/2014/main" id="{13ECEDD1-7F46-7D61-DC03-C151F57072EA}"/>
                </a:ext>
              </a:extLst>
            </p:cNvPr>
            <p:cNvCxnSpPr>
              <a:cxnSpLocks/>
              <a:stCxn id="260" idx="2"/>
              <a:endCxn id="325" idx="0"/>
            </p:cNvCxnSpPr>
            <p:nvPr/>
          </p:nvCxnSpPr>
          <p:spPr>
            <a:xfrm rot="5400000">
              <a:off x="7586897" y="3782663"/>
              <a:ext cx="479794" cy="219486"/>
            </a:xfrm>
            <a:prstGeom prst="bentConnector3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连接符: 肘形 335">
              <a:extLst>
                <a:ext uri="{FF2B5EF4-FFF2-40B4-BE49-F238E27FC236}">
                  <a16:creationId xmlns:a16="http://schemas.microsoft.com/office/drawing/2014/main" id="{C60888AA-3F9B-F57E-43CF-18F887DD4F6B}"/>
                </a:ext>
              </a:extLst>
            </p:cNvPr>
            <p:cNvCxnSpPr>
              <a:cxnSpLocks/>
              <a:stCxn id="261" idx="2"/>
              <a:endCxn id="326" idx="0"/>
            </p:cNvCxnSpPr>
            <p:nvPr/>
          </p:nvCxnSpPr>
          <p:spPr>
            <a:xfrm rot="5400000">
              <a:off x="8328483" y="3570553"/>
              <a:ext cx="479794" cy="64370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Line 60">
              <a:extLst>
                <a:ext uri="{FF2B5EF4-FFF2-40B4-BE49-F238E27FC236}">
                  <a16:creationId xmlns:a16="http://schemas.microsoft.com/office/drawing/2014/main" id="{7A402064-F2C5-3A0E-94CD-7C979A6EB0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562795" y="6033060"/>
              <a:ext cx="1859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0" name="Line 60">
              <a:extLst>
                <a:ext uri="{FF2B5EF4-FFF2-40B4-BE49-F238E27FC236}">
                  <a16:creationId xmlns:a16="http://schemas.microsoft.com/office/drawing/2014/main" id="{5A335465-5D15-E7E2-7E5D-328F98F34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8605" y="6159865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1" name="Line 60">
              <a:extLst>
                <a:ext uri="{FF2B5EF4-FFF2-40B4-BE49-F238E27FC236}">
                  <a16:creationId xmlns:a16="http://schemas.microsoft.com/office/drawing/2014/main" id="{8F78FA94-5494-1F08-E053-82229EB124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13216" y="5913076"/>
              <a:ext cx="2907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2" name="Line 60">
              <a:extLst>
                <a:ext uri="{FF2B5EF4-FFF2-40B4-BE49-F238E27FC236}">
                  <a16:creationId xmlns:a16="http://schemas.microsoft.com/office/drawing/2014/main" id="{4B18D979-441D-541C-E9EE-5C2A258CE4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125970" y="5913076"/>
              <a:ext cx="2907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Text Box 70">
                  <a:extLst>
                    <a:ext uri="{FF2B5EF4-FFF2-40B4-BE49-F238E27FC236}">
                      <a16:creationId xmlns:a16="http://schemas.microsoft.com/office/drawing/2014/main" id="{F05E12C2-8355-E1A3-5104-4517123EE7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38831" y="4225676"/>
                  <a:ext cx="4243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3" name="Text Box 70">
                  <a:extLst>
                    <a:ext uri="{FF2B5EF4-FFF2-40B4-BE49-F238E27FC236}">
                      <a16:creationId xmlns:a16="http://schemas.microsoft.com/office/drawing/2014/main" id="{F05E12C2-8355-E1A3-5104-4517123EE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38831" y="4225676"/>
                  <a:ext cx="424308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857" r="-2857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Text Box 70">
                  <a:extLst>
                    <a:ext uri="{FF2B5EF4-FFF2-40B4-BE49-F238E27FC236}">
                      <a16:creationId xmlns:a16="http://schemas.microsoft.com/office/drawing/2014/main" id="{06157E2F-5258-5E25-D7B0-461BABFA37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06434" y="4218502"/>
                  <a:ext cx="4243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4" name="Text Box 70">
                  <a:extLst>
                    <a:ext uri="{FF2B5EF4-FFF2-40B4-BE49-F238E27FC236}">
                      <a16:creationId xmlns:a16="http://schemas.microsoft.com/office/drawing/2014/main" id="{06157E2F-5258-5E25-D7B0-461BABFA3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06434" y="4218502"/>
                  <a:ext cx="424308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4348" r="-5797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Text Box 70">
                  <a:extLst>
                    <a:ext uri="{FF2B5EF4-FFF2-40B4-BE49-F238E27FC236}">
                      <a16:creationId xmlns:a16="http://schemas.microsoft.com/office/drawing/2014/main" id="{47E5C8E6-E9FB-02BD-3238-B598E68F9B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72198" y="4225676"/>
                  <a:ext cx="4243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5" name="Text Box 70">
                  <a:extLst>
                    <a:ext uri="{FF2B5EF4-FFF2-40B4-BE49-F238E27FC236}">
                      <a16:creationId xmlns:a16="http://schemas.microsoft.com/office/drawing/2014/main" id="{47E5C8E6-E9FB-02BD-3238-B598E68F9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72198" y="4225676"/>
                  <a:ext cx="424308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857" r="-4286"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6" name="Text Box 70">
              <a:extLst>
                <a:ext uri="{FF2B5EF4-FFF2-40B4-BE49-F238E27FC236}">
                  <a16:creationId xmlns:a16="http://schemas.microsoft.com/office/drawing/2014/main" id="{88AA2461-B9DA-D86F-B8C4-EE1B3AA61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9655" y="5314446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7" name="Text Box 70">
                  <a:extLst>
                    <a:ext uri="{FF2B5EF4-FFF2-40B4-BE49-F238E27FC236}">
                      <a16:creationId xmlns:a16="http://schemas.microsoft.com/office/drawing/2014/main" id="{DAB87866-56B8-0602-7572-C75C4030AD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48572" y="5327490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7" name="Text Box 70">
                  <a:extLst>
                    <a:ext uri="{FF2B5EF4-FFF2-40B4-BE49-F238E27FC236}">
                      <a16:creationId xmlns:a16="http://schemas.microsoft.com/office/drawing/2014/main" id="{DAB87866-56B8-0602-7572-C75C4030A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8572" y="5327490"/>
                  <a:ext cx="595484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2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" name="Text Box 70">
                  <a:extLst>
                    <a:ext uri="{FF2B5EF4-FFF2-40B4-BE49-F238E27FC236}">
                      <a16:creationId xmlns:a16="http://schemas.microsoft.com/office/drawing/2014/main" id="{8605CBBC-0DC0-1697-61ED-74CE0BFDCC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25493" y="5974813"/>
                  <a:ext cx="60260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8" name="Text Box 70">
                  <a:extLst>
                    <a:ext uri="{FF2B5EF4-FFF2-40B4-BE49-F238E27FC236}">
                      <a16:creationId xmlns:a16="http://schemas.microsoft.com/office/drawing/2014/main" id="{8605CBBC-0DC0-1697-61ED-74CE0BFDC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25493" y="5974813"/>
                  <a:ext cx="602601" cy="461665"/>
                </a:xfrm>
                <a:prstGeom prst="rect">
                  <a:avLst/>
                </a:prstGeom>
                <a:blipFill>
                  <a:blip r:embed="rId24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9" name="Text Box 70">
                  <a:extLst>
                    <a:ext uri="{FF2B5EF4-FFF2-40B4-BE49-F238E27FC236}">
                      <a16:creationId xmlns:a16="http://schemas.microsoft.com/office/drawing/2014/main" id="{D5A8EC43-5558-0361-E20B-BF59AC52E4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48572" y="5974813"/>
                  <a:ext cx="59548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9" name="Text Box 70">
                  <a:extLst>
                    <a:ext uri="{FF2B5EF4-FFF2-40B4-BE49-F238E27FC236}">
                      <a16:creationId xmlns:a16="http://schemas.microsoft.com/office/drawing/2014/main" id="{D5A8EC43-5558-0361-E20B-BF59AC52E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8572" y="5974813"/>
                  <a:ext cx="595484" cy="461665"/>
                </a:xfrm>
                <a:prstGeom prst="rect">
                  <a:avLst/>
                </a:prstGeom>
                <a:blipFill>
                  <a:blip r:embed="rId25"/>
                  <a:stretch>
                    <a:fillRect b="-13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5C2122BC-8B82-A2CD-9422-45E459078715}"/>
                </a:ext>
              </a:extLst>
            </p:cNvPr>
            <p:cNvSpPr txBox="1"/>
            <p:nvPr/>
          </p:nvSpPr>
          <p:spPr>
            <a:xfrm>
              <a:off x="9367079" y="2659566"/>
              <a:ext cx="16057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 </a:t>
              </a:r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4</a:t>
              </a:r>
              <a:endParaRPr lang="zh-CN" altLang="en-US" sz="2200" dirty="0"/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513F7739-6B8B-7BDC-C2AF-646AC6E5E908}"/>
                </a:ext>
              </a:extLst>
            </p:cNvPr>
            <p:cNvSpPr txBox="1"/>
            <p:nvPr/>
          </p:nvSpPr>
          <p:spPr>
            <a:xfrm>
              <a:off x="5784065" y="1659001"/>
              <a:ext cx="49016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(3)</a:t>
              </a:r>
              <a:endParaRPr lang="zh-CN" altLang="en-US" sz="2200" dirty="0"/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FBA2EA20-62CB-4228-2C9C-53C4669C1492}"/>
                </a:ext>
              </a:extLst>
            </p:cNvPr>
            <p:cNvSpPr txBox="1"/>
            <p:nvPr/>
          </p:nvSpPr>
          <p:spPr>
            <a:xfrm>
              <a:off x="6753358" y="1658812"/>
              <a:ext cx="49016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(2)</a:t>
              </a:r>
              <a:endParaRPr lang="zh-CN" altLang="en-US" sz="2200" dirty="0"/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736E53F2-3BFB-EBB3-0520-03A7345018F5}"/>
                </a:ext>
              </a:extLst>
            </p:cNvPr>
            <p:cNvSpPr txBox="1"/>
            <p:nvPr/>
          </p:nvSpPr>
          <p:spPr>
            <a:xfrm>
              <a:off x="7691454" y="1658812"/>
              <a:ext cx="49016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  <a:endParaRPr lang="zh-CN" altLang="en-US" sz="2200" dirty="0"/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976969FD-6E10-90E3-9800-09F7B959E74B}"/>
                </a:ext>
              </a:extLst>
            </p:cNvPr>
            <p:cNvSpPr txBox="1"/>
            <p:nvPr/>
          </p:nvSpPr>
          <p:spPr>
            <a:xfrm>
              <a:off x="8629550" y="1658811"/>
              <a:ext cx="49016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(0)</a:t>
              </a:r>
              <a:endParaRPr lang="zh-CN" altLang="en-US" sz="2200" dirty="0"/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24CFEB87-A83D-CBE5-00DD-0EC858388141}"/>
                </a:ext>
              </a:extLst>
            </p:cNvPr>
            <p:cNvSpPr txBox="1"/>
            <p:nvPr/>
          </p:nvSpPr>
          <p:spPr>
            <a:xfrm>
              <a:off x="8542271" y="5990201"/>
              <a:ext cx="16057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位选择信号</a:t>
              </a:r>
              <a:endParaRPr lang="zh-CN" altLang="en-US" sz="2200" dirty="0"/>
            </a:p>
          </p:txBody>
        </p:sp>
      </p:grpSp>
      <p:sp>
        <p:nvSpPr>
          <p:cNvPr id="358" name="文本框 357">
            <a:extLst>
              <a:ext uri="{FF2B5EF4-FFF2-40B4-BE49-F238E27FC236}">
                <a16:creationId xmlns:a16="http://schemas.microsoft.com/office/drawing/2014/main" id="{A869E853-B8C7-708C-263A-4CA7B53090E1}"/>
              </a:ext>
            </a:extLst>
          </p:cNvPr>
          <p:cNvSpPr txBox="1"/>
          <p:nvPr/>
        </p:nvSpPr>
        <p:spPr>
          <a:xfrm>
            <a:off x="360000" y="720000"/>
            <a:ext cx="10579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七段显示译码器的应用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BF95F64B-354D-CF3B-803C-5B504A97072B}"/>
                  </a:ext>
                </a:extLst>
              </p:cNvPr>
              <p:cNvSpPr txBox="1"/>
              <p:nvPr/>
            </p:nvSpPr>
            <p:spPr>
              <a:xfrm>
                <a:off x="360002" y="5218341"/>
                <a:ext cx="6524182" cy="1261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位选择信号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控制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zh-CN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依次产生低电平</a:t>
                </a:r>
                <a:endParaRPr kumimoji="1" lang="en-US" altLang="zh-CN" sz="22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 </a:t>
                </a:r>
                <a:r>
                  <a:rPr kumimoji="1" lang="en-US" altLang="zh-CN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个显示器轮流显示（</a:t>
                </a:r>
                <a14:m>
                  <m:oMath xmlns:m="http://schemas.openxmlformats.org/officeDocument/2006/math">
                    <m:r>
                      <a:rPr lang="en-US" altLang="zh-CN" sz="22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Hz</m:t>
                    </m:r>
                    <m: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&lt;100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kumimoji="1" lang="zh-CN" altLang="en-US" sz="22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利用人的视觉暂留时间，可以看到稳定的数字</a:t>
                </a:r>
              </a:p>
            </p:txBody>
          </p:sp>
        </mc:Choice>
        <mc:Fallback xmlns=""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BF95F64B-354D-CF3B-803C-5B504A970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5218341"/>
                <a:ext cx="6524182" cy="1261884"/>
              </a:xfrm>
              <a:prstGeom prst="rect">
                <a:avLst/>
              </a:prstGeom>
              <a:blipFill>
                <a:blip r:embed="rId26"/>
                <a:stretch>
                  <a:fillRect l="-1215" t="-3382" r="-467" b="-9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>
            <a:extLst>
              <a:ext uri="{FF2B5EF4-FFF2-40B4-BE49-F238E27FC236}">
                <a16:creationId xmlns:a16="http://schemas.microsoft.com/office/drawing/2014/main" id="{80E991A7-4B4C-AA9E-AEC6-E7A60C9FD71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显示译码器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78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668F-654D-7002-3456-8F1CE2AC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1F37944-8F19-41BE-5FF4-806D21B4BE6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5DA175-5787-410C-EA10-E8C957168EBB}"/>
              </a:ext>
            </a:extLst>
          </p:cNvPr>
          <p:cNvSpPr txBox="1"/>
          <p:nvPr/>
        </p:nvSpPr>
        <p:spPr>
          <a:xfrm>
            <a:off x="360001" y="828000"/>
            <a:ext cx="4977544" cy="2946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P210 </a:t>
            </a:r>
            <a:r>
              <a:rPr lang="en-US" altLang="zh-CN" sz="2800" ker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- 211</a:t>
            </a:r>
            <a:r>
              <a:rPr lang="zh-CN" altLang="en-US" sz="2800" ker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</a:t>
            </a:r>
          </a:p>
        </p:txBody>
      </p:sp>
    </p:spTree>
    <p:extLst>
      <p:ext uri="{BB962C8B-B14F-4D97-AF65-F5344CB8AC3E}">
        <p14:creationId xmlns:p14="http://schemas.microsoft.com/office/powerpoint/2010/main" val="2117132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522EAE2-1A12-5B8C-F022-0A20F30A932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译码器（补充）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9" name="内容占位符 6">
            <a:extLst>
              <a:ext uri="{FF2B5EF4-FFF2-40B4-BE49-F238E27FC236}">
                <a16:creationId xmlns:a16="http://schemas.microsoft.com/office/drawing/2014/main" id="{A0DD71B6-0192-C181-D1AA-2D12A99DA6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96" r="1081" b="5093"/>
          <a:stretch>
            <a:fillRect/>
          </a:stretch>
        </p:blipFill>
        <p:spPr>
          <a:xfrm>
            <a:off x="1039148" y="576000"/>
            <a:ext cx="10467704" cy="16061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8C2D6FA-542E-0CF8-E38C-CCB87A193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993" y="2376000"/>
            <a:ext cx="852899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0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13824</TotalTime>
  <Words>4646</Words>
  <Application>Microsoft Office PowerPoint</Application>
  <PresentationFormat>宽屏</PresentationFormat>
  <Paragraphs>2024</Paragraphs>
  <Slides>35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等线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820</cp:revision>
  <dcterms:created xsi:type="dcterms:W3CDTF">2024-12-23T04:28:42Z</dcterms:created>
  <dcterms:modified xsi:type="dcterms:W3CDTF">2025-10-20T11:44:00Z</dcterms:modified>
</cp:coreProperties>
</file>